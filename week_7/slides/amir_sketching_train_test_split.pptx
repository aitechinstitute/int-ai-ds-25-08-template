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78" r:id="rId4"/>
    <p:sldId id="279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80" r:id="rId23"/>
    <p:sldId id="282" r:id="rId24"/>
    <p:sldId id="281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48"/>
    <p:restoredTop sz="94632"/>
  </p:normalViewPr>
  <p:slideViewPr>
    <p:cSldViewPr snapToGrid="0">
      <p:cViewPr varScale="1">
        <p:scale>
          <a:sx n="132" d="100"/>
          <a:sy n="132" d="100"/>
        </p:scale>
        <p:origin x="13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0:20:26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0:09:03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4045 24575,'9'0'0,"1"0"0,-1 0 0,1 0 0,-1 0 0,1 0 0,-1 0 0,1 0 0,-1 0 0,1-5 0,-1 4 0,5-7 0,-3 2 0,7-3 0,6-3 0,-2-2 0,7 1 0,-10 0 0,10 1 0,-7-2 0,7 1 0,42-33 0,-29 21 0,31-19 0,-43 26 0,40-23 0,-42 23 0,50-32 0,-65 38 0,24-14 0,-24 14 0,11-5 0,-11 7 0,-2 0 0,3-4 0,3-11 0,-5 4 0,10-8 0,-8 9 0,1 1 0,3 0 0,-5-10 0,5 7 0,-3-17 0,43-23 0,-34 13 0,34-12 0,-45 31 0,5 11 0,-8 0 0,12-10 0,-10 7 0,14-17 0,-10 17 0,4-17 0,3 7 0,-2-10 0,7 0 0,20-40 0,-15 30 0,-6 1 0,1 0 0,1 4 0,14-37 0,-16 16 0,8 0 0,-13-16 0,6 37 0,-6-36 0,6 35 0,-6-35 0,-1 36 0,11-37 0,-15 37 0,10-16 0,-7 21 0,-1-21 0,3 16 0,-5-16 0,-1 31 0,-1-7 0,-1 17 0,-1-17 0,-3 17 0,16-36 0,-13 32 0,13-33 0,-14 28 0,8-11 0,-5 0 0,4 10 0,-6-8 0,-3 19 0,3-19 0,-3 19 0,2-9 0,-1 1 0,-1 7 0,2-7 0,-1 0 0,3 7 0,1-17 0,7 7 0,-4 0 0,3-7 0,-3 17 0,-5-7 0,0 10 0,5-11 0,-6 9 0,10-9 0,-12 11 0,4 0 0,0 0 0,-4 4 0,8-3 0,-7 3 0,2-4 0,1 4 0,1-3 0,8-7 0,-7 4 0,5-9 0,-6 11 0,4 0 0,0 0 0,0 0 0,0 0 0,10 2 0,-7-2 0,7 2 0,-10 3 0,-4-4 0,3 7 0,-3-3 0,-1 4 0,4 5 0,-3-3 0,4 2 0,0-3 0,10-3 0,3 6 0,10-6 0,21 10 0,-16-10 0,36 10 0,-15-4 0,21 6 0,0 0 0,-35 6 0,1 0 0,39-3 0,-39 9 0,-2 0 0,14-9 0,-17 14 0,-10-10 0,12 9 0,-5-1 0,37 16 0,-16-10 0,0 7 0,-5-4 0,-32-11 0,9 7 0,-9-2 0,32 11 0,-16 1 0,16 5 0,-21-7 0,-11-4 0,-1-5 0,-11-1 0,0-4 0,0 5 0,0 0 0,4 11 0,1 1 0,21 22 0,-13-8 0,2-4 0,1 0 0,-2 9 0,19 21 0,-17-8 0,-5-16 0,-1-2 0,1 2 0,11 23 0,13 7 0,-12 7 0,-5-17 0,-12-13 0,-1 2 0,-1-9 0,0 0 0,1 9 0,0-2 0,13 14 0,-4 15 0,-6-36 0,6 37 0,4-16 0,-3 20 0,1-20 0,-2 16 0,-4-37 0,14 37 0,-13-37 0,-1 15 0,-3-20 0,-4 0 0,29 30 0,-17-23 0,12 22 0,-20-29 0,13 11 0,0 13 0,25 3 0,-17 17 0,17-17 0,-24-4 0,22-1 0,-38-34 0,15 10 0,-24-30 0,0 4 0,3 0 0,-4-4 0,5 8 0,0-7 0,11 4 0,1-3 0,11 8 0,0-4 0,0 4 0,0 0 0,0-5 0,0 6 0,-11-10 0,9-3 0,-19 0 0,19-1 0,-19-1 0,18 7 0,-7-12 0,10 11 0,0-4 0,0 6 0,0 0 0,-11-2 0,-1-5 0,-11 2 0,0-4 0,0 0 0,0-1 0,0 1 0,0 0 0,0 0 0,0-1 0,0 1 0,0-4 0,0 7 0,0-7 0,0 8 0,0-4 0,0 0 0,0 4 0,0-8 0,8 11 0,-10-10 0,9 11 0,-11-12 0,4 8 0,-4-8 0,3 7 0,-3-7 0,4 3 0,0 1 0,-4-4 0,3 7 0,-8-7 0,4 3 0,-5-4 0,1 5 0,-1-4 0,1 3 0,-1-4 0,1 0 0,-5 0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0:09:11.9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3842 24575,'10'0'0,"-1"0"0,1 0 0,-1 0 0,1 0 0,12 0 0,-5 0 0,20-6 0,-15 5 0,17-12 0,-17 12 0,7-6 0,-10 3 0,4 3 0,-7-8 0,6 8 0,-11-3 0,3 4 0,-1-4 0,-2 3 0,3-8 0,-1 8 0,2-7 0,4 2 0,0 1 0,0-4 0,-4 8 0,3-7 0,-8 3 0,8-1 0,-3-2 0,4 2 0,0-3 0,0-1 0,10-1 0,-7 0 0,17-8 0,-7 5 0,18-10 0,-16 6 0,4 1 0,-23 4 0,2 3 0,-2 0 0,4 1 0,-4-5 0,3 3 0,-3-3 0,4 1 0,-4-2 0,3-4 0,-4-1 0,5 6 0,0-4 0,0 3 0,0-4 0,-4-1 0,3 1 0,-3 0 0,4 0 0,0 0 0,0 0 0,-4 0 0,3 0 0,-4-1 0,5 1 0,4-10 0,-3 7 0,7-17 0,-7 17 0,7-17 0,-7 17 0,7-17 0,-3 7 0,28-40 0,-19 23 0,2 7 0,-1 1 0,-2-3 0,14-9 0,-19 11 0,1 0 0,-4 10 0,3-7 0,-3 7 0,4-10 0,0 0 0,0 0 0,-4 10 0,-4-7 0,-1 17 0,-5-18 0,0 19 0,6-19 0,-8 19 0,13-19 0,-13 19 0,8-19 0,-6 18 0,0-17 0,5 17 0,-7-7 0,2 10 0,4-10 0,-5-3 0,14-10 0,-6 0 0,14-21 0,-5 16 0,13-37 0,-20 37 0,18-37 0,-26 47 0,11-13 0,-17 31 0,1 4 0,-1-3 0,1 7 0,-5-7 0,7-5 0,-5 2 0,7-3 0,-5 6 0,1 3 0,-1-4 0,3-10 0,6-1 0,-3-12 0,12 2 0,-13 8 0,11-7 0,-11 7 0,4 0 0,-6 3 0,-3 10 0,1 0 0,-1 0 0,1 4 0,-1-3 0,1 3 0,-1-4 0,1-1 0,-1 1 0,5-8 0,-4 6 0,4-7 0,-4 9 0,-1 0 0,5 4 0,1-12 0,4 10 0,-5-10 0,8-3 0,-10 9 0,10-9 0,-12 11 0,8 0 0,-7 4 0,3-3 0,-1 8 0,-2-8 0,3 7 0,-5-3 0,5 0 0,-4 4 0,8-4 0,-7 0 0,7 3 0,-8-3 0,8 1 0,-3 2 0,4-3 0,0 0 0,0 4 0,0-4 0,10 2 0,-7 2 0,17-3 0,-7 0 0,10 0 0,0-1 0,0 6 0,-11 2 0,-2 6 0,-10 0 0,0 0 0,-4 0 0,3 0 0,-7 0 0,7 0 0,-4 0 0,16 6 0,1 1 0,11 7 0,0 0 0,-10-2 0,7 2 0,-7-3 0,0 1 0,-3-4 0,-14 0 0,3-3 0,-4 5 0,5 4 0,11-2 0,-9 7 0,18 1 0,-7 4 0,10 4 0,0 0 0,0 0 0,0 0 0,0 0 0,-1-1 0,-9-7 0,7 6 0,-17-10 0,7 3 0,0 2 0,-7-5 0,17 11 0,-7-3 0,0 0 0,18 20 0,-26-20 0,37 38 0,-32-28 0,33 30 0,-30-20 0,9-1 0,-7 17 0,-8-23 0,9 26 0,1 0 0,11-5 0,-1 28 0,9-7 0,-18-11 0,5 15 0,5-25 0,-17-5 0,-1-1 0,21 11 0,-22-13 0,-1 2 0,27 25 0,-13-7 0,-11-24 0,-1 0 0,8 22 0,17 11 0,-7 8 0,0-29 0,-16-6 0,-12-23 0,3-1 0,-6-11 0,3 9 0,-1-11 0,-3 4 0,4 0 0,0 0 0,0 0 0,0 0 0,0 0 0,4 10 0,7-3 0,-5 4 0,26 14 0,-6 1 0,1 1 0,15 15 0,-37-37 0,16 16 0,-21-21 0,0 0 0,0-4 0,0-1 0,0 0 0,0 0 0,10 9 0,-7-3 0,17 7 0,-7-3 0,10 4 0,0-6 0,0 4 0,0-4 0,-1-1 0,1 6 0,0-12 0,0 11 0,0-10 0,-10 2 0,28-1 0,-23 2 0,25 0 0,1 5 0,5-5 0,21 3 0,0 0 0,-1 0 0,-20-4 0,-5 0 0,-21-4 0,0-6 0,0 4 0,8-4 0,-6-1 0,6 6 0,-8-12 0,0 12 0,0-12 0,0 12 0,-10-12 0,-3 5 0,-10-6 0,-4 0 0,3 4 0,-8-2 0,8 2 0,-7-4 0,2 0 0,-7 0 0,-2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0:09:18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4076 10430,'19'9'0,"-4"-4"5056,3 0-5056,-3-1 2460,4-3-2460,-5 3 1422,4 0-1422,-7-3 5207,3 4-5207,9-5 0,-5 0 0,21 0 0,-7 0 0,10 0 0,0 0 0,-15 0 0,1-5 0,-3-2 0,7-5 0,0 4 0,7-4 0,34-14 0,-31 14 0,29-17 0,0 4 0,-39 15 0,29-14 0,1 0 0,-30 13 0,29-13 0,0-1 0,-29 10 0,49-16 0,-59 21 0,3-2 0,-7 3 0,-8-1 0,4 0 0,0-3 0,-4 2 0,4-7 0,-5 7 0,9-17 0,-2 11 0,3-8 0,26-33 0,-27 33 0,23-30 0,-31 37 0,-1 3 0,29-64 0,-17 45 0,20-56 0,-27 68 0,1-7 0,-4 10 0,35-40 0,-29 30 0,25-30 0,-33 40 0,1 0 0,1-10 0,-1 7 0,2-7 0,-1-1 0,14-22 0,-7 5 0,7-6 0,-13 24 0,-7 10 0,3-1 0,-7 6 0,8-5 0,-4 5 0,1-6 0,2 1 0,-3 0 0,1-10 0,2 7 0,-3-7 0,5 10 0,-5 0 0,3 0 0,0-11 0,2 9 0,1-9 0,1 1 0,-2 8 0,3-19 0,-3 18 0,1-7 0,1 0 0,6-3 0,-4 0 0,5-7 0,-7 7 0,8-10 0,-4 0 0,2 10 0,-5-7 0,-1 7 0,0 0 0,8-7 0,-7 7 0,5 0 0,-4-7 0,-4 17 0,3-17 0,-1 7 0,4 0 0,-1-8 0,1 9 0,-4-1 0,1-8 0,5 9 0,-4-1 0,6-8 0,-9 8 0,10-10 0,-6 0 0,5 0 0,0 1 0,-4-1 0,6 10 0,-7-8 0,7 8 0,-7-10 0,12 0 0,-10 11 0,10-9 0,5-12 0,-3 4 0,7-14 0,-1-1 0,12 5 0,0-29 0,12 10 0,-25 20 0,-3 9 0,-17 29 0,-4 4 0,-1 1 0,1 5 0,-1-1 0,1-4 0,3 4 0,-2-4 0,3 0 0,-1 3 0,2-3 0,0 5 0,-1-1 0,-1 1 0,6-5 0,1 3 0,-1-3 0,-1 4 0,-3 1 0,4-1 0,0 1 0,0 3 0,-4-2 0,-1 7 0,-1-4 0,-2 5 0,3 0 0,-5 0 0,1 0 0,3 0 0,2 0 0,4 0 0,0 5 0,10 2 0,-7 3 0,17 10 0,14-3 0,-6 10 0,37 6 0,4 8-665,-42-18 0,2-1 665,17 5 0,1 0 0,-20-4 0,2-1 0,17-1 0,0-1 0,-18 2 0,0-1-88,9-8 0,-3 0 88,15 22 0,-5-16 0,-21 1 0,0-12 0,-10 2 1317,-3-4-1317,-14 3 189,2 1-189,-2 3 0,4-2 0,10 5 0,-7-2 0,7 2 0,-10-1 0,10 7 0,-7-6 0,11 17 0,-13-11 0,13 11 0,10 8 0,19 27 0,6 3-797,-31-29 0,-1 1 797,1 1 0,-1-3 0,22 13 0,-5 16 0,-2-23 0,-19-2 0,20 1 0,-23-5 0,29 24 0,-7-5 0,-12-9 0,2 2 0,-4-8 0,0 0 0,5 9 0,-2 0 895,17 25-895,-19-27 0,0-3 0,13 12 0,-11-10 0,-1 1 0,12 9 0,-13-12 0,0 3 0,19 27 0,-17-26 0,2 2-820,-1-1 0,-1 1 820,1-1 0,0 0 0,-1 1 0,1-1 0,-3-8 0,-1-2 0,19 30 0,-11-21 641,-11-18-641,-5 6 0,1-16 0,14 25 1698,-15-15-1698,33 29 0,-34-30 0,33 27 0,-36-36 0,15 15 0,-17-11 0,15 1 0,-10 1 0,20 0 0,13 17 0,9-7 0,-18 2 0,3 3 0,0-12 0,1 0 0,0 12 0,0 2 0,4-6 0,0-3 0,-8-6 0,-4-1 0,29 21 0,-14-24 0,-32-11 0,9-4 0,-19-4 0,8-3 0,0-3 0,3-4 0,10 0 0,0 0 0,0 0 0,0 0 0,20 0 0,-14 0 0,14 0 0,-30 5 0,7-4 0,-17 3 0,3-4 0,-11 0 0,-5 0 0,-4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0:09:29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4051 24575,'4'6'0,"1"-2"0,5-4 0,-1 0 0,1 0 0,4 0 0,-4 0 0,8-4 0,-7 3 0,7-4 0,-4 1 0,5 3 0,-4-7 0,-1 6 0,-4-2 0,13-2 0,-9 4 0,9-8 0,-13 9 0,-1-3 0,1-1 0,14-2 0,-7-3 0,22-4 0,-17 4 0,42-11 0,-36 13 0,22-10 0,-32 12 0,-7 1 0,7-4 0,-8 8 0,4-7 0,0 2 0,-4 1 0,8-3 0,-3-2 0,4-1 0,0-2 0,0 3 0,0 0 0,0 1 0,19-11 0,-4-1 0,6-5 0,-1-1 0,-7 3 0,10-4 0,20-7 0,-15 5 0,9-5 0,-1-2 0,-1 0 0,26-19 0,-47 24 0,-13 19 0,24-37 0,-23 34 0,12-21 0,0-4 0,-11 11 0,25-30 0,-1-3 0,-24 34 0,24-30 0,-20 9 0,-4 23 0,6-33 0,-14 38 0,6-17 0,11-34 0,-8 30 0,10-28 0,-2 0 0,-13 39 0,16-39 0,-22 42 0,3 8 0,0-9 0,4 1 0,29-44 0,-23 30 0,25-38 0,-30 49 0,-1 1 0,7-9 0,-6 8 0,0 1 0,6-9 0,-15 18 0,15-17 0,-10 17 0,4-17 0,27-35 0,-20 22 0,17-21 0,-18 33 0,-11 18 0,6-17 0,1 7 0,0-10 0,0 0 0,0 10 0,-1-7 0,3 7 0,4-10 0,-1 0 0,1 0 0,0 0 0,-4 10 0,3-7 0,-7 17 0,7-17 0,-7 17 0,3-7 0,0 0 0,7 3 0,-4-4 0,7-3 0,-13 11 0,13-11 0,-12 13 0,8-3 0,12-18 0,-7 13 0,9-13 0,7-3 0,-16 15 0,19-16 0,-11 17 0,-10 4 0,-3 5 0,0-3 0,-7 6 0,36-23 0,-1 4 0,9-7 0,-4 7 0,-20 13 0,21-12 0,-16 11 0,37-10 0,-16-2 0,0 14 0,15-10 0,-36 16 0,16 4 0,-21 4 0,-10 7 0,7 0 0,-7 0 0,9 0 0,1 7 0,0 0 0,21 21 0,5-7 0,21 21 0,-35-23 0,1 0 0,-8 4 0,0 0 0,7 1 0,2 1-513,-1-2 0,-1 2 513,-4 5 0,3 2-134,5-2 0,6 1 0,-5 2 134,3 10 0,-1 1 0,26 9 0,-5-1 0,-35-14 0,-4-1 0,0 0 0,-1-1 0,1 1 0,-1 0 0,30 31 0,-8-16 0,-3 9 0,-37-37 1005,20 27-1005,-24-30 423,7 18-423,14 4 0,-9 2 0,14 8 0,-1-1 0,-13-7 0,30 19 0,-34-30 0,33 27 0,-32-26 0,8 8 0,-15-14 0,-4 0 0,6 3 0,4 10 0,0-1 0,24 31 0,-1-11 0,3 5 0,-8-6 0,2 1 0,-2-13 0,4 1 0,-4-2-2483,-3 8 1,-2-4 2482,3-12 0,-1 0 0,-6 3 0,-1 1-246,30 23 246,1 1 0,-1-1 0,1 1 0,-25-31 0,1 1 0,28 31-262,-18-27 0,-2-2 262,9 12 0,-10-14 0,2 1 0,26 20 0,1-1 0,-31-26 0,-3-3 0,2 2 4718,5 1-4718,-12-4 313,-9-3-313,11 4 0,0 0 0,0 0 0,0 0 704,0 0-704,0 0 0,0 0 0,-1-7 0,1 6 0,-10-14 0,7 7 0,-17-10 0,7 1 0,-10-1 0,0-5 0,0-1 0,10-4 0,-7 0 0,7 0 0,-10 4 0,10-3 0,-7 4 0,17-5 0,-17 0 0,7 0 0,-14 0 0,-2 0 0,-3 0 0,-1 0 0,1 0 0,-1 4 0,1-3 0,-1 3 0,-3-4 0,-2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0:09:35.8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3851 24575,'9'0'0,"1"0"0,-1 0 0,-4-4 0,4 3 0,-4-3 0,5-1 0,-1 4 0,1-7 0,-5 2 0,3 1 0,-2-3 0,3 2 0,1 1 0,-1-4 0,1 0 0,3-6 0,2 0 0,4-3 0,-4 3 0,31-44 0,-25 30 0,13-9 0,0-4 0,2-13 0,28-14 0,-25 3 0,6 13 0,-25 21 0,2 3 0,-3 0 0,-3 7 0,1-3 0,-7 7 0,8-5 0,-11 6 0,14-10 0,-10 12 0,-1 0 0,11-13 0,-13 11 0,9-13 0,5-3 0,-9 10 0,14-41 0,-16 41 0,20-57 0,-18 57 0,12-27 0,-15 31 0,15-31 0,-12 23 0,20-33 0,-6 7 0,-3 6 0,1-6 0,-13 24 0,29-42 0,-21 29 0,23-42 0,1 0 0,-16 32 0,24-32 0,-31 42 0,13-20 0,-11 14 0,7-3 0,-1-2 0,-1 1 0,22-32 0,-34 42 0,6 10 0,-8-7 0,3 7 0,-1 0 0,1-19 0,1 0 0,6 14 0,9-55 0,-13 54 0,-9 15 0,5-15 0,-7 19 0,1 0 0,7-11 0,-5 9 0,6-9 0,-7 1 0,3 7 0,-1-3 0,16-24 0,-16 27 0,12-24 0,-15 28 0,-1 7 0,1-7 0,-1 7 0,1-2 0,-5-1 0,4 3 0,0-3 0,2 0 0,2 4 0,-3-4 0,-1 0 0,1 3 0,-1-2 0,5-1 0,-3 3 0,7-7 0,-4 3 0,5 0 0,-4 1 0,3 1 0,-3 2 0,4-3 0,0 0 0,0 4 0,0-9 0,10 7 0,-7-2 0,17 0 0,-7-4 0,-1 4 0,9-6 0,-19 10 0,19-3 0,-19 3 0,19-4 0,-9 2 0,20-6 0,-7 3 0,-4-1 0,-1 2 0,-7 8 0,10-6 0,0 4 0,0-6 0,-1 6 0,22-8 0,-16 7 0,37-12 0,-37 12 0,14-1 0,1 1 0,-5 0 0,-5 3 0,-2 0 0,-8 0 0,0 6 0,-11 0 0,9 0 0,-19 0 0,9 5 0,-11 0 0,10 6 0,-8-1 0,19 4 0,0 8 0,-6-7 0,13 15 0,-15-11 0,10 9 0,11 17 0,-9-13 0,20 31 0,-8-14 0,-14-13 0,1 1 0,28 31 0,-26-22 0,2 0 0,-3-8 0,-1 2 0,-2 13 0,2-1 0,10-9 0,0-1 0,-11 9 0,0 3 0,13 3 0,1 2 0,-4 6 0,0 3 0,8 7 0,2 2-1485,-1-2 0,0 2 1485,-19-20 0,0 2 0,-1-3 0,12 13 0,-1-1 0,-11-11 0,0 1 0,-2-6 0,1-3 0,0-3 0,9 16 0,-1-1 0,-10-15 0,-1-2 0,0 1 0,1 0 0,-1-2 0,-1-1 0,21 35 0,-16-40 0,0 1 0,-7 11 0,0-1 0,9-9 0,1 0 0,3 7 0,-2 0 0,26 22 0,-20-23 0,2 1 0,-8-1 0,0 0 0,8 9 0,2 1 0,9 2 0,0 0 0,-8-2 0,2 0 0,15 6 0,1-2 0,-17-9 0,-1-2 0,9 4 0,-2-4 2970,16 9-2970,-27-18 0,-3-2 0,0-4 0,-4-3 0,3-1 0,20 8 0,20 8 0,1-11 0,-34-11 0,0 1 0,-8-6 0,0-1 0,8 3 0,-1-1 0,35 13 0,0-10 0,0 0 0,-35-9 0,1-1 0,39 10 0,-30-14 0,2-1 0,-8 4 0,-1 0 0,11-9 0,0-1 0,-11 4 0,1 2 0,7-1 0,0 0 0,-8-5 0,1 1 0,19 4 0,2 0-853,-8-5 0,-1-2 853,8 1 0,0 0 0,-9 0 0,-2 0 0,2 0 0,-3 0 0,28 0 0,-10 0 0,-52 0 0,-3 0 0,-10 0 0,-4 0 0,-6 0 0,-5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0:09:43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1190 0 24575,'-29'54'0,"-11"26"0,24-48 0,-11 12 0,-3 5-2070,-5 21 2070,-3-17 0,-1 0 0,-3 17 0,9-28 0,-3-1 0,1-3 0,2-2 665,-8 10-665,-4 4 0,5-3 0,22-22 0,-15 15 0,-1 0 0,13-16 342,-39 37-342,40-36 0,-16 15 0,-3 0 0,15-6 0,-22 19 0,18-11 0,-6-6 0,-19 34 0,21-37 1063,-10 21-1063,33-36 0,-1-3 0,1-4 0,-1 5 0,0-9 0,1 7 0,3-5 0,-2-4 0,7 4 0,-8-4 0,8 5 0,-7-5 0,7 3 0,-8-2 0,8 3 0,-8-4 0,8-9 0,1-2 0,8-23 0,17-19 0,-4-20 0,1 14 0,2-2-615,-6 8 0,0 2 615,15-32-309,-6 17 309,-15 29 0,0 1 0,-5-9 0,2 23 0,-8-11 0,3 17 1209,0 1-1209,-3 2 330,3 2-330,-4 5 0,0 17 0,-13 74-899,9-12 899,-7-12 0,-1-2 0,10-6 0,-18 23 0,17-23 0,-11 0 0,13 2 0,-9-28 0,8-1 0,-8-1 0,8-16 899,-2 4-899,0-7 0,3 3 0,-3-1 0,-1-2 0,4 3 0,-3-5 0,8-4 0,2-5 0,3-1 0,44-27 0,-28 18 0,33-15 0,-39 16 0,61-16 0,-36 8-239,23-8 0,-1 0 239,-23 13 0,27-16 0,-51 27 0,-4-8 0,3 8 0,-7-3 0,2 0 119,-3 2 1,-5-2-1,-1 4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0:09:46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24575,'14'0'0,"-4"0"0,19 6 0,-8 0 0,9 5 0,-6-5 0,46 22 0,-7-12 0,26 16-1553,-6-2 0,1-2 1553,5-1 0,-17-1 0,13 4 0,-10-5 0,-22-11 0,-2-1 0,22 8 0,3 2-354,2 6 1,-5-2 353,11 0 0,-19 1 0,-5-4 0,-18-17 0,0 6 0,8-8 0,-16 7 0,34 3 2979,-41-8-2979,23 7 834,-31-13-834,-4 7 0,3-7 0,1 8 0,-3-8 0,2 3 0,-9-4 0,-3 4 0,2-3 0,-3 3 0,5-4 0,-1 0 0,1 0 0,3 0 0,-2 0 0,7 0 0,-3 0 0,4 0 0,0 0 0,-4 0 0,-2 5 0,-3-4 0,-1 3 0,-8-4 0,-2 0 0,-13-4 0,-11-10 0,-17-23 0,-3 5 0,-19-30-709,2-7 709,15 23 0,-4-22 0,27 41 0,0-5 0,-3-7 0,11 21 0,2-6 709,6 15-709,7-1 0,-4 0 0,10 5 0,0 1 0,9 8 0,30 35 0,-22-21 0,21 25 0,-8-8 0,-15-15 0,24 31 0,-28-30 0,10 18 0,-14-21 0,1 10 0,0-13 0,-7-1 0,16 15 0,-15-16 0,14 15 0,-15-18 0,8 4 0,-4 0 0,-1-8 0,1 7 0,-1-8 0,1 5 0,-5-1 0,3 1 0,-2-5 0,3 3 0,-4-2 0,4-1 0,-8 3 0,7-7 0,-7 8 0,4-4 0,-1 0 0,-3 4 0,-15 4 0,0 3 0,-15 3 0,-21 10 0,-29 4-420,33-15 0,-2 0 420,-8 1 0,3-2 0,-1 0 0,-5 0 0,31-11 0,1 4 0,-2-9 0,23 8 0,-7-8 840,8 3-840,-1 0 0,-2-3 0,7 3 0,-3-4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11.1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96 24575,'4'-9'0,"-2"-1"0,6 1 0,-7-1 0,7 0 0,-2 5 0,3-8 0,1 11 0,-1-11 0,1 12 0,3-7 0,-2 7 0,3-4 0,-5 5 0,1 0 0,-5 5 0,-1 0 0,1 4 0,0 1 0,4 8 0,-3-6 0,2 5 0,-7-7 0,3 0 0,-4 3 0,-6 12 0,-5 28 0,-22 23 0,13-16 0,-3-14 0,1-3 0,6-6 0,-9 12 0,13-21 0,7-18 0,-4 4 0,8-4 0,-7-5 0,2 3 0,1-2 0,1 3 0,0-4 0,7 0 0,-2-5 0,8 0 0,1 0 0,3 0 0,-2 0 0,3 0 0,-5 0 0,15 0 0,-11 0 0,11 0 0,-10 0 0,-4 0 0,4 0 0,-9 0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12.0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58 10803,'4'-10'0,"1"1"5013,5-1-5013,-1 5 2396,1-4-2396,-1 8 1376,-4-7-1376,4 7 4987,-4-4-4987,5 5 0,-1 0 0,1 5 0,-1-4 0,1 7 0,-5-3 0,3 1 0,-7 2 0,4-3 0,-5 9 0,0-3 0,4 2 0,-3-3 0,3 14 0,-4-11 0,0 11 0,0-10 0,0-4 0,0 4 0,0-5 0,0 1 0,0-1 0,0 1 0,-4-5 0,3 4 0,-8-4 0,8 4 0,-7-3 0,2-2 0,1 0 0,-4-3 0,4 3 0,-5-4 0,1 0 0,-1 0 0,1 0 0,-1-4 0,5-1 0,-4-5 0,8 1 0,-7-1 0,6 0 0,-2 1 0,0-1 0,3 1 0,-3-1 0,4 0 0,0 1 0,0-1 0,4 5 0,-3-4 0,7 4 0,-2-5 0,3 1 0,1-1 0,-1 5 0,-4 0 0,0 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12.9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73 24575,'13'-13'0,"-2"2"0,7-3 0,-3 0 0,0 8 0,-2-7 0,-3 12 0,-1 1 0,1 9 0,-1 10 0,1-3 0,-1 6 0,-3 3 0,2-7 0,-7 6 0,3-15 0,-4 1 0,0-1 0,0 1 0,0 3 0,0-2 0,0 7 0,0-8 0,-4 4 0,3-4 0,-8-1 0,8 1 0,-7-5 0,7 3 0,-8-7 0,4 8 0,-5-8 0,1 3 0,-5-4 0,-1 0 0,-4 0 0,0 0 0,4-4 0,1 3 0,4-3 0,1-1 0,-1 0 0,1-5 0,-5-8 0,3 7 0,1-8 0,2 10 0,7-1 0,-3 1 0,4-1 0,0 0 0,0 1 0,0-1 0,4 5 0,-3-4 0,3 8 0,-4-3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8:37.6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2:21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959 1 24575,'0'19'0,"10"39"0,5 23 0,-9-23 0,1 7 0,1 4 0,2 7 0,-3-4-2011,-5 6 0,-1 0 2011,7-6 0,2 4 0,-2-8 0,-6-7 0,-1-7 628,11 25-628,-12-19 792,0-28-792,0-1 0,0-2 0,0 1 2065,0-13-2065,0 7 537,0-10-537,0-4 0,0 18 0,0-10 0,0 11 0,0 21 0,0-28 0,0 37 0,0-31 0,0 35 0,0-16 0,0 15 0,0 1 0,0-30 0,0 47 0,0-47 0,0 19 0,0 8 0,0-2 0,0 31 0,0-31 0,0-8 0,0 0 0,0 28 0,0-15 0,-6 1 0,0-5 0,3-27 0,-4 28 0,2 2 0,5-19 0,0 30-429,-7-22 1,0 0 428,4 17 0,-11 16 0,1 4-1324,9 11 1324,-17-1 0,0-3 0,13-11 0,-10-24 0,1 5 0,15 10 0,2-4 0,-12-3 0,11 12 0,0 6 0,-8-18 0,-2-5 0,4-11 0,0 0 0,-1 14 0,-1-1 0,-11 18 0,19-29 0,0 2 0,-9-7 0,0 1 0,9 6 0,0-2-829,-15 8 829,7 1 0,1 0 0,-1-1 0,-3 2 0,3-3-210,7-19 210,-4 21 0,0-10 0,-2 4 0,2-8 0,-1 1 0,0 6 0,-2-3 754,-7 10-754,14-21 1303,-14 21-1303,14-16 0,-9 15 0,-2 1 917,4-6-917,1-3 0,1-3 0,0-9 0,1 0 246,5-1-246,-6 1 0,7 0 0,-6 0 0,6 18 0,-1 5-803,-15 19 803,15-19 0,-1 0 0,-18 19 0,18-16 0,-18 21 0,18-1 0,-18 1 0,13-15 0,2 1 0,-1-23 0,-1 0-295,-4 23 1,2-1 294,7 15 0,-8 0 0,0-1 0,8-20 0,-18 16 0,17-16 0,-13 0 0,15 15 0,-5-36 0,1 6 778,4-14-778,-3-7 0,4 0 0,-6 7 0,4-7 0,-4 10 0,6 20 0,0 6 0,-10 21 0,8 0-69,-9-35 0,0 1 69,8 39 0,-9-30 0,-1 3 0,5 10 0,1 0 0,0-16 0,-1 3-533,-1 6 0,-1 7 0,3-13 533,3 9-334,-6-13 0,1-7 334,8-24 666,-3 24-666,-6 15 0,7 8 0,-16 10 0,16 11 0,-13-24-350,15-21 0,1 0 350,-17 16 0,16-12 0,0-2 0,-9 5 0,4-9 0,2 0 0,2 4 0,-18 35 0,17-1-4744,-6-20 4744,1-4 0,2-2 0,3-15 215,-3 14 1,-2 1-216,-2-5 0,8 32 0,-8 0 0,0 0-319,7-1 319,-6-20 514,9-15-514,0-14 6592,0 14-6592,0-6 81,0 16-81,0-21 498,0-15-498,0 1 0,0-3 0,0-3 0,0 3 0,0 3 0,0-11 0,0 8 0,0-11 0,0-1 0,0-2 0,0 7 0,0-8 0,0 19 0,0-12 0,0 8 0,0-7 0,0 7 0,0-8 0,0 11 0,0-17 0,0 3 0,0-5 0,0 1 0,0-1 0,0 1 0,0-5 0,0-1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2:24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 24575,'5'-5'0,"0"0"0,9 5 0,-4 0 0,4 0 0,-5 0 0,15 0 0,-6 0 0,21 0 0,-17 0 0,62 0 0,15 0 0,-11 0-2262,-18 0 1,11 0 0,0 0 2261,-6 0 0,-1 0 0,-4 0 0,10 0 0,2 0-606,-3 0 0,5 0 1,-8 0 605,-5 0 0,-6 0-562,3 6 1,0 0 561,-1-5 0,1 1 0,-2 10 0,4 0 0,0-9 0,6-4 0,-3 2-707,5 12 1,0-1 706,22-10 0,-2-1 0,-30 4 0,-6 2 0,32 2 0,-39-7 0,0-1 4628,34 9-4628,-28-9 0,6-2 0,-2 1 0,5 0 0,-2 0 324,19 0 1,1 0-325,13 0 0,-4 0 0,-30 0 0,-4 0 0,-6 0 0,1 0 0,10-1 0,0 2 0,-12 3 0,2 2 0,37-5 0,1 0 0,-32 4 0,2 0-169,4-4 0,6-2 0,-6 1 169,2 0 0,-3 0 0,10 0 0,-1 0 0,-10 0 0,-1 0 0,1 0 0,0 0 0,0 0 0,-1 0 0,1 0 0,0 0 0,0 0 0,-1 0 0,-8 0 0,-3 0 896,0 0 0,-2 0-896,35 0 0,-1 0 0,1 0 0,0 0 0,0 0 0,-1 0 0,-33 0 0,0 0-649,39 0 649,-30 0 0,2 0 0,-8 0 0,-1 0 0,0 0 0,1 0 0,7 0 0,0 0 0,-8 0 0,1 0 776,9 0 1,2 0-777,-2 0 0,1 0 0,0 0 0,0 0 370,-1 0 0,1 0-370,10 0 0,1 0-842,1-1 1,1 2 841,10 5 0,1 1 0,-1-5 0,0 0-2402,0 5 0,1-1 2402,-26-5 0,3-1 0,-1-1 0,1 1 0,0 0 0,1 0-716,6 0 0,1 0 0,0 0 716,-1 0 0,1 0 0,-1 0-247,1 0 1,-1 0-1,1 0 247,-1 0 0,0 0 0,1 0 0,-1 0 0,1 0 0,-1 0 0,1 0 0,-1 0 0,1 0 0,-1 1 0,0-1 0,1-1 0,6-3 0,1-2 0,-1 1 0,-5 3 0,-1 2 0,3-2 0,9-3 0,2-1 0,0 2 0,-6 3 0,-1 1 0,2 1-209,6-1 0,0 0 0,0 0 209,-6 0 0,-1 0 0,-1 0 0,0 0 0,0 0 0,-1 0 0,-6 0 0,-1 1 0,0-2 0,0-4 0,1 0 0,-1 0 0,1 3 0,-1 2 0,1-2 628,-1-2 1,0-2-1,1 2-628,-1 3 0,1 1 0,-1 1 0,1-1 0,-1 0 0,1 0 0,-1 0 0,1 0 0,-1 0 0,0 0 0,1 0 0,-1 0 0,1 0 0,-1 0 0,1 0 0,-1 0 0,1 0 0,-1 0-535,0 0 0,0 0 0,1 0 535,6 0 0,1 1 0,0-2 0,-6-3 0,-1-2 0,2 1 312,10 4 1,3 1-1,-2-2-312,-4-7 0,-1-3 0,-1 3 0,2 6 0,-1 3 0,0-1 249,-2-4 0,1-1 1,-1 2-250,1 2 0,-1 3 0,0 0-37,-4-1 1,-1 0 0,0 0 36,-2 0 0,1 1 0,-1-2 0,-1-4 0,0 0 0,-1 0 0,-4 3 0,-1 2 0,1-2 0,5-2 0,2-2 0,0 2 0,-1 3 0,0 1 0,1 1 397,6-1 0,1 0 1,-1 0-398,-4 0 0,-2 0 0,2 0 0,11 0 0,1 0 0,-1 0 22,-11 0 0,-2 0 0,1 0-22,6 0 0,0 0 0,-1 0 0,-6 0 0,0 0 0,-2 0-356,-5 0 1,0 0 0,-2 0 355,1 0 0,-1 0 0,-1 0 0,24 1 0,0-2 528,-24-3 0,1-2 1,1 1-529,-1 3 0,2 2 0,0-2 0,4-2 0,1-2 0,5 2 0,4 3 0,7 1 0,0 0 0,-5 1 624,3-1 1,-5 0 0,4 0-625,-7 0 0,5 0 0,-1 0 0,-6 0 0,0 0 0,-4 0 0,-5 0 0,5 0 0,-4 0 0,8 0 0,-7 0 0,-4 0 792,-15 0-792,7 0 3501,-33 0-3501,54 0 672,-55 0-672,24 0 2461,-31 0-2461,11 0 0,-13 0 0,7 0 0,-10 0 0,-4 0 0,0 0 0,-6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35.7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24575,'9'0'0,"1"0"0,-1 0 0,1 0 0,-1 0 0,1 0 0,-1 0 0,1 0 0,-1 0 0,1 0 0,-1 0 0,1 0 0,-1 0 0,1 0 0,-1 0 0,1 0 0,-1 0 0,1 0 0,-5 0 0,-1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36.5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24575,'9'0'0,"1"0"0,-1 0 0,1 0 0,-1 0 0,1 0 0,-1 0 0,1 0 0,-1 0 0,1 0 0,-1 0 0,1 0 0,-5 4 0,-1-3 0,-4 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37.7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12847,'9'0'0,"1"0"4636,3 0-4636,-2 0 2038,3 0-2038,-5 0 1132,1 0-1132,-1 0 3922,1 0-3922,-1 0 0,1 0 0,-1 0 0,-3 0 0,-2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38.7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 24575,'9'0'0,"1"0"0,-1 0 0,1 0 0,-1 0 0,1 0 0,-1 0 0,1 0 0,-1 0 0,1 0 0,-1 0 0,-3-4 0,2 3 0,-7-3 0,4 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39.7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24575,'10'0'0,"-1"0"0,1 0 0,-1 0 0,1 0 0,-1 0 0,1 0 0,-1 0 0,-3-4 0,2 3 0,-3-3 0,9 4 0,-3 0 0,2 0 0,-3 0 0,-1 0 0,-3 0 0,-2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41.2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24575,'14'0'0,"1"0"0,4 0 0,0 0 0,0 0 0,-5 0 0,0 0 0,-4 0 0,-1 0 0,1 0 0,-1 0 0,1 0 0,-1 0 0,1 0 0,-1 0 0,1 0 0,-1 0 0,1 0 0,-1 0 0,-4 0 0,0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43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24575,'10'0'0,"-1"0"0,1 0 0,-1 0 0,1 0 0,-1 0 0,1 0 0,-1 0 0,1 0 0,-1 0 0,1 0 0,-1 0 0,1 0 0,-1 0 0,1 0 0,-1 0 0,1 0 0,-1 0 0,1 0 0,-1 0 0,1 0 0,-1 0 0,1 0 0,-1 0 0,1 0 0,-1 0 0,5 0 0,-3 0 0,2 0 0,1 0 0,-3 0 0,7 0 0,-4-4 0,1 3 0,-1-3 0,0 4 0,-4 0 0,4 0 0,-4 0 0,-1 0 0,1 0 0,-1 0 0,1 0 0,-1 0 0,-4 0 0,0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46.3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24575,'0'36'0,"0"25"0,0-20 0,0 30 0,0-41 0,0 2 0,0-18 0,0-3 0,0 2 0,0-3 0,0-1 0,0-3 0,0-2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47.1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24575,'0'14'0,"0"1"0,0 4 0,0-4 0,-5 3 0,4-3 0,-3 4 0,4 0 0,0 0 0,0-5 0,0 0 0,0-4 0,0-1 0,0 1 0,0-1 0,0 1 0,0-1 0,0-4 0,0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48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0 24575,'0'10'0,"-10"53"0,7-25 0,-7 33 0,10-42 0,0-14 0,0-2 0,0 1 0,0-3 0,0-2 0,0-5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48.9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0 24575,'0'19'0,"0"-4"0,0 13 0,0-1 0,-4 5 0,3-3 0,-3-14 0,4-1 0,0-5 0,0 1 0,0-5 0,0-1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49.6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1 24575,'0'9'0,"0"5"0,0 1 0,0 4 0,0 31 0,0 10 0,0 34-1262,1-8 1,-2 3 1261,-4-29 0,0-5 0,3 33 0,-8-25 600,10-21-600,0-10 0,4-12 0,1-15 0,1-6 0,-2-4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50.7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24575,'0'14'0,"0"0"0,0 10 0,0 3 0,5 5 0,-4-7 0,3-11 0,-4-5 0,4-3 0,-3 2 0,3-3 0,-4 5 0,0-1 0,5 5 0,-4 1 0,3 14 0,-4-7 0,0 7 0,0 62 0,0-43 0,0 46 0,0-65 0,0-10 0,0-4 0,0-6 0,0-4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51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24575,'0'32'0,"0"7"0,0-17 0,0 17 0,0-7 0,0-1 0,0 9 0,0-19 0,0 4 0,0-11 0,0-4 0,0-1 0,0 1 0,0-1 0,0-4 0,0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52.9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0 24575,'0'19'0,"-10"31"0,7-23 0,-7 23 0,10-31 0,0 0 0,0-4 0,0-1 0,0-5 0,0 1 0,0-1 0,0 1 0,0-1 0,0 1 0,0-1 0,0 1 0,4-1 0,-2 1 0,2-5 0,-4-1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58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60 24575,'5'-9'0,"0"-1"0,4 1 0,1 3 0,-1-2 0,1 7 0,-1-8 0,1 8 0,-1-3 0,1 4 0,-1 0 0,-3 4 0,-2 1 0,-4 5 0,4-1 0,-3 1 0,3-1 0,-4 1 0,0-1 0,0 5 0,0-3 0,0 2 0,0-3 0,-4-1 0,3 1 0,-7-1 0,6 1 0,-2-1 0,0-3 0,3 2 0,-8-7 0,8 8 0,-7-8 0,2 3 0,-3-4 0,-1 0 0,1 0 0,-1 0 0,0 0 0,1 0 0,-1 0 0,0 0 0,5-4 0,1-2 0,4-3 0,0-1 0,0 0 0,0 1 0,0-1 0,0 1 0,0-5 0,0 3 0,4-7 0,1 7 0,5-7 0,-1 8 0,1-4 0,-1 4 0,1 1 0,-1 3 0,1 2 0,-1 4 0,1 0 0,-5 4 0,4-3 0,-8 8 0,7-8 0,-7 7 0,8-7 0,-8 8 0,3-4 0,-4 4 0,0 5 0,0-3 0,4 3 0,-3-5 0,3 1 0,-4 3 0,0-2 0,0 3 0,0-5 0,0 1 0,0-1 0,0 1 0,-4-1 0,3 1 0,-7-5 0,2-1 0,-3-4 0,-1 0 0,5-4 0,-4 3 0,8-8 0,-3 4 0,4-5 0,0 1 0,0-1 0,4 5 0,-3-4 0,3 12 0,-4-2 0,0 9 0,0-1 0,0 1 0,0-1 0,-4 1 0,3-1 0,-8-3 0,4-2 0,-5-4 0,1 0 0,4-4 0,0-2 0,5-3 0,0-1 0,0 0 0,0 1 0,4 3 0,2-2 0,3 7 0,1-8 0,3 4 0,-2 0 0,3-4 0,-5 8 0,1-3 0,-5 8 0,-1 1 0,-4 5 0,0-1 0,0 1 0,0-1 0,-4 1 0,3-1 0,-8 5 0,4-8 0,0 7 0,-4-12 0,8 8 0,-7-8 0,2 3 0,-3-4 0,-1 0 0,0 0 0,1-4 0,-1 2 0,1-6 0,-5-6 0,3 2 0,-3-6 0,9 9 0,-4-1 0,8 0 0,-3 1 0,4-5 0,0 3 0,0-3 0,0 5 0,0-1 0,0 1 0,4 3 0,1 2 0,5 4 0,-1 0 0,-3 4 0,2-3 0,-3 4 0,5-1 0,-1 1 0,1 0 0,-5 4 0,4-4 0,-8 5 0,7-1 0,-7 1 0,3-1 0,-4 1 0,0-1 0,0 1 0,0-1 0,-4-4 0,3 4 0,-7-8 0,7-1 0,-4-5 0,5-5 0,0 0 0,5 1 0,0 3 0,4-2 0,1 7 0,-5-4 0,-1 5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5.4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0 14783,'5'10'0,"-1"3"4107,2 12-4107,-4 28 0,14 15 0,-14 0 0,8 15 1694,-10-46-1694,0 13 918,0 0-918,-12 29 0,5-16 0,-12 18 0,3-29 3073,7-19-3073,-5 16 0,13-34 0,-8-1 0,8 0 0,-3-4 0,4-1 0,0 1 0,0-1 0,0-4 0,0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5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24575,'0'10'0,"4"-5"0,-3 3 0,12-7 0,-7 8 0,8-8 0,10 9 0,3-8 0,36 4 0,26 6 0,5-9 0,-38 8 0,-3 0 0,1-9 0,5 8 0,-32-10 0,15 0 0,-14 0 0,-4 0 0,-15 0 0,1 0 0,-1 0 0,1 0 0,-5 0 0,-1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6.7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1 165 12302,'5'4'0,"3"1"4757,-7 5-4757,8-5 2135,-8 3-2135,7-6 1195,-2 2-1195,3-4 4186,-4 4-4186,4-3 0,0 3 0,6-4 0,4 0 0,10 0 0,-11-4 0,10 3 0,17-23 0,-8 13 0,26-23 0,-35 20 0,0-3 0,-22 7 0,7 0 0,-12 1 0,3-1 0,-8 1 0,3-1 0,-12-4 0,7 3 0,-8-2 0,0 7 0,3 2 0,-3 4 0,5 0 0,3 4 0,2 1 0,4 5 0,0-1 0,0 1 0,0 0 0,0-1 0,0 5 0,0-4 0,6 18 0,-4-14 0,8 5 0,-9-10 0,8-4 0,-8 4 0,20 9 0,-4-2 0,7-1 0,-2-2 0,-11-12 0,7 7 0,-8-7 0,8 8 0,-3-8 0,14 9 0,-7-4 0,17 1 0,-7 4 0,18-10 0,-16 5 0,-5-6 0,-20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7.5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1 24575,'-15'0'0,"2"0"0,3 4 0,0-3 0,1 7 0,-1-2 0,1-1 0,-1 3 0,0-2 0,1-1 0,-1 3 0,5-2 0,1 3 0,4 1 0,0-1 0,0 1 0,0 3 0,4-2 0,1 3 0,5-5 0,13 3 0,5 6 0,14-3 0,0 5 0,0 0 0,-1-4 0,-13 2 0,10-5 0,-10 6 0,34 0 0,-14 2 0,14 2 0,-30-9 0,-7-1 0,-11-4 0,-5-4 0,-4 5 0,0-1 0,-5 1 0,0-1 0,0 1 0,0-1 0,-5 1 0,-4 3 0,-2-2 0,-7 3 0,7-5 0,-2-4 0,-1 4 0,-1-8 0,-4 3 0,4-4 0,1 0 0,4 0 0,-3 0 0,2 0 0,-7 0 0,7-4 0,-17-10 0,19 7 0,-10-5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8.1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24575,'9'19'0,"16"45"0,2 6 0,-12-23-1229,20 43 1,0 5 1228,-17-11 31,2-37 1,0 0-32,1 37 570,-7-53-570,-3-2 0,-6-14 0,4-5 1232,1-6-1232,-1-4 592,1 0-592,-1 0 0,1 0 0,-1 0 0,1 0 0,-1 0 0,-3-4 0,2 3 0,-7-4 0,3 5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8.8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 14067,'4'-5'0,"1"0"4318,5 5-4318,-1 0 1822,1 0-1822,4 0 995,-4 0-995,18 0 3373,-15 5-3373,26-4 0,-26 7 0,11-7 0,-11 8 0,2-8 0,14 9 0,-11-8 0,20 10 0,-21-6 0,8 1 0,-11-3 0,0 0 0,31-3 0,-18 8 0,54 2 0,-54-5 0,19 9 0,-28-14 0,-8 3 0,8 0 0,-7-3 0,2 3 0,-3-4 0,-1 0 0,1 0 0,0 0 0,-1 0 0,1 0 0,-5 0 0,-1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24.8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 24575,'10'0'0,"-1"0"0,1 0 0,-1 0 0,1 0 0,-1 0 0,1 0 0,-1 0 0,1 0 0,-1 0 0,-3-4 0,2 3 0,-3-3 0,5 4 0,-1 0 0,1 0 0,-1 0 0,1 0 0,-1-5 0,1 4 0,-1-3 0,-3 4 0,-2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26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91 0 24575,'10'0'0,"-1"0"0,1 0 0,-1 0 0,1 0 0,-1 0 0,1 0 0,-1 0 0,1 0 0,-24 0 0,10 0 0,-24 0 0,13 0 0,0 0 0,1 0 0,4 0 0,1 0 0,-1 0 0,0 0 0,1 0 0,-1 0 0,1 0 0,-1 0 0,5 0 0,0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35.1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15 24575,'5'-5'0,"0"1"0,0-1 0,4 4 0,-8 1 0,3 6 0,-4 3 0,0 1 0,0-1 0,0 1 0,0-1 0,0 1 0,0-1 0,-4-4 0,3 4 0,-8-8 0,4 3 0,-5-4 0,0 0 0,1 0 0,-1 0 0,5-4 0,1-1 0,4-5 0,4 0 0,1 5 0,0-4 0,4 4 0,-4-4 0,5 3 0,-1-2 0,1 7 0,-1-4 0,1 5 0,-1 0 0,1 0 0,-1 0 0,1 0 0,-1 0 0,-4 5 0,4 0 0,-8 4 0,7 1 0,-7-1 0,4 1 0,-5-1 0,0 5 0,-5-3 0,0 2 0,0-3 0,-4-1 0,4-3 0,-5-2 0,-4-4 0,8-4 0,2 3 0,5 5 0,3 2 0,-4 8 0,0-5 0,0 1 0,0-1 0,0 1 0,0-1 0,0 1 0,-4-5 0,-6-1 0,-1-4 0,-7-4 0,4-1 0,-6-5 0,6 0 0,4-3 0,1 2 0,8-3 0,-3 5 0,8 3 0,2 2 0,3 4 0,1 0 0,-1 0 0,1 0 0,-1 0 0,1 0 0,-1 0 0,5 0 0,-4 4 0,8-3 0,-7 8 0,3-8 0,-5 3 0,1 0 0,-1-3 0,-4 8 0,-5-8 0,-9-6 0,2-1 0,-1-8 0,8 5 0,0-1 0,0 5 0,0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38.1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24575,'9'0'0,"1"0"0,4 0 0,-4 0 0,8 0 0,-7 0 0,11 0 0,-6 0 0,3 0 0,-6 0 0,-3 0 0,-1 0 0,5 0 0,-8 0 0,3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38.9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24575,'10'0'0,"-1"0"0,1 0 0,3 0 0,2 0 0,0 0 0,-1 0 0,-5 0 0,1 0 0,-1 0 0,1 0 0,-1 0 0,1 0 0,-5 0 0,-1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59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1 24575,'0'9'0,"0"36"0,0-12 0,0 30 0,-12 20 0,3 9 0,-5 1 0,8-26 0,6-29 0,0-20 0,-4 11 0,3-14 0,-4-2 0,5-3 0,0-5 0,0-1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0.5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1 164 9527,'5'-10'0,"-1"0"5115,1 5-5115,-4-3 2611,7 2-2611,-7-3 1539,8-1-1539,-8-4 5783,7 4-5783,-2-4 0,3 4 0,1 0 0,-1 5 0,-4-3 0,4 2 0,-4 1 0,5-4 0,-1 8 0,-4-7 0,4 7 0,-4-4 0,5 10 0,-5 0 0,3 9 0,-2 0 0,-1 5 0,-1 0 0,-4 0 0,0 0 0,0 0 0,0 11 0,-6 1 0,0 1 0,-6-7 0,7-11 0,-3-5 0,7 5 0,-8-3 0,8 2 0,-8-7 0,4 2 0,0-3 0,-4 5 0,8-1 0,-7-3 0,2-2 0,1-4 0,1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1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 24575,'0'13'0,"12"54"0,-9-6 0,9 12 0,-12-16 0,0-39 0,0 11 0,0-10 0,0-4 0,0-2 0,0-12 0,0-16 0,13-13 0,-6-4 0,17-15 0,-11 13 0,3-7 0,-3-2 0,-3 20 0,-3-6 0,2 10 0,-4 9 0,0-4 0,4 9 0,-8-4 0,3 4 0,0-1 0,2 2 0,-1 0 0,-1 3 0,-4-3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2.7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64 22088,'0'10'0,"0"-1"1203,4-4-1203,-3 4 419,3-4-419,0 5 213,-3-1-213,8 1 652,-4-1-652,5 1 0,-1-5 0,-4 3 0,4-2 0,0-1 0,-2 3 0,10-2 0,-11-1 0,12 3 0,-3-7 0,4 8 0,-5-8 0,15 9 0,-16-8 0,11 4 0,-15-6 0,1 0 0,-1 0 0,5 0 0,-4 0 0,8 0 0,-7 0 0,3-4 0,-9-2 0,-1-7 0,-8-2 0,-3-15 0,-4 9 0,0-8 0,1 14 0,5-3 0,-4 7 0,4-3 0,0 4 0,-4 1 0,8-1 0,-7 5 0,6-4 0,-2 4 0,0 0 0,-1 5 0,-1 5 0,-10 19 0,12-11 0,-20 25 0,1 15 0,-14 16 0,12-7 0,-1-2 0,24-43 0,-4 11 0,6-13 0,-4 0 0,3 3 0,-4-8 0,5 4 0,0-4 0,5-5 0,-4 3 0,7-7 0,-3 4 0,5-5 0,-1 4 0,1-3 0,-1 3 0,1-4 0,-1 0 0,1 0 0,-1 0 0,1 0 0,-1-4 0,1 3 0,-1-8 0,5 4 0,-3-5 0,3 5 0,-5-4 0,5 4 0,-4-4 0,4-1 0,-4 0 0,-5 5 0,-1 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4.1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158 601 24575,'-9'-5'0,"-6"5"0,-15 1 0,4 7 0,-3-7 0,14 3 0,1 1 0,4-4 0,5 7 0,1-3 0,4 5 0,0-1 0,0 1 0,0-1 0,0 5 0,0-3 0,0 17 0,0-15 0,4 11 0,-3-15 0,3 1 0,1-5 0,-4 4 0,7-8 0,-3 3 0,1 0 0,-2-7 0,0 2 0,-3-9 0,8 1 0,-2-15 0,18-25 0,-4-19 0,8 0 0,-14 15 0,2-7 0,-4 23 0,3-16 0,-3 14 0,-1 7 0,0 0 0,-5 3 0,-3 14 0,1-3 0,-4 3 0,3-4 0,0 4 0,-3 1 0,3 0 0,-4 4 0,0-4 0,5 4 0,-4 1 0,3-1 0,-4 1 0,4-5 0,-3 3 0,3-3 0,-4 5 0,5-1 0,-4 9 0,3 6 0,-4 41 0,-11 18 0,-2 11 0,3 10 0,-1 1-901,-2-3 1,-2-1 900,2 2 0,0-1 0,4-14 0,0-3 0,1-4 0,0 1 0,0 15 0,2-4-396,6 15 396,0-22 0,0-18 0,0-11 0,0-25 0,0 11 1763,0-14-1763,0-1 0,0-4 0,0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39.8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 24575,'14'0'0,"0"0"0,1 0 0,3 0 0,-7 0 0,2 0 0,-3 0 0,-1 0 0,1 0 0,-1 0 0,1 0 0,-1 0 0,-3-5 0,-2 4 0,-4-3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40.9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24575,'14'4'0,"-4"-3"0,4 3 0,-4-4 0,3 4 0,-2-3 0,7 8 0,-3-8 0,12 3 0,-6 0 0,7-3 0,-9 4 0,-5-5 0,4 0 0,-3 0 0,4 4 0,9-3 0,-12 3 0,11-4 0,-17 0 0,4 0 0,-4 0 0,-1 0 0,1 0 0,-1 0 0,1 0 0,-5 0 0,-1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43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1 24575,'-9'0'0,"-1"0"0,5 8 0,-4-1 0,8 6 0,-3 1 0,4-3 0,0 2 0,-4-3 0,2-1 0,2 1 0,1-1 0,4 1 0,-1 4 0,-3-4 0,7 4 0,-6-4 0,2-1 0,-4-4 0,0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44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24575,'5'10'0,"-4"3"0,3-2 0,-4 3 0,0-5 0,0 1 0,0-1 0,0 1 0,0-1 0,0 1 0,0-1 0,0-3 0,0-2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45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24575,'0'14'0,"0"-3"0,0 6 0,0 8 0,0-7 0,0 10 0,0-18 0,0 19 0,0-8 0,0 5 0,0-8 0,0-8 0,4-1 0,-3 1 0,4-5 0,-5-1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49.2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49 24575,'5'-10'0,"4"1"0,9-1 0,-1 1 0,10 3 0,-12 2 0,-1 4 0,-5 0 0,1 0 0,-5 8 0,-5-1 0,-5 11 0,-1-8 0,-2 8 0,2-7 0,-3 7 0,3-4 0,-2 5 0,7-4 0,-8 3 0,8-7 0,-3 7 0,0-8 0,-2 4 0,1-4 0,1-1 0,-1-4 0,4 4 0,-7-8 0,3-1 0,-1-6 0,2-7 0,4 2 0,0-3 0,-4 4 0,3-3 0,-4 2 0,10-11 0,0 10 0,4-6 0,1 8 0,-1-4 0,1 4 0,-5-4 0,4 9 0,-4 0 0,4 5 0,1 0 0,-1 0 0,1 4 0,-5 2 0,-1 3 0,1 1 0,-4 4 0,9 10 0,-8-6 0,4 6 0,-6-15 0,0 1 0,0-1 0,0 1 0,0-1 0,-5 1 0,0-1 0,-4 1 0,3-1 0,-2 5 0,-2 1 0,-1 0 0,2-2 0,0-7 0,4-2 0,-5-4 0,1-5 0,3-4 0,-2-2 0,7-7 0,-8 3 0,8 0 0,-3 2 0,4-1 0,0 3 0,0-3 0,0 0 0,0 4 0,0-8 0,0 7 0,0-3 0,0 4 0,4 1 0,1 4 0,5 0 0,-1 5 0,1 0 0,-1 0 0,5 0 0,5 5 0,-3 0 0,2 0 0,-13 4 0,-1 0 0,-4 2 0,0 7 0,0-4 0,0 1 0,0 3 0,-4-3 0,3 4 0,-7 0 0,7-4 0,-4-2 0,1-3 0,3-1 0,-8-3 0,4-2 0,-5-4 0,1-4 0,4-2 0,-4-3 0,8-5 0,-3 3 0,4-7 0,4 7 0,-3-2 0,7 3 0,-7 0 0,8 5 0,-8-3 0,7 6 0,-7 7 0,8 1 0,-8 8 0,3-1 0,-4-2 0,-4 7 0,-6 5 0,0-2 0,-4 7 0,0-13 0,3-2 0,-3-3 0,5-1 0,-1 1 0,1-1 0,-1-8 0,5-2 0,0-13 0,5 4 0,0-4 0,0 8 0,0 2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56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1 24575,'5'5'0,"0"-1"0,4-4 0,1 0 0,4 0 0,-4 0 0,4 0 0,-5 0 0,1 0 0,-1 0 0,1 0 0,-1 0 0,1 0 0,-1 0 0,-8 0 0,-6 0 0,-10 0 0,-4 0 0,4 0 0,-13 0 0,15 0 0,-11 0 0,14 0 0,0 0 0,1 0 0,-1 0 0,1 0 0,-1-4 0,0 3 0,1-3 0,3 4 0,2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59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97 24575,'-4'5'0,"-1"4"0,-5-4 0,0 0 0,1 4 0,-5-8 0,3 3 0,-3-4 0,5 0 0,-1 0 0,1 0 0,-1 0 0,0 0 0,1-4 0,-1 3 0,5-8 0,1 4 0,-1-1 0,4-2 0,-3 2 0,4-3 0,0-1 0,4 5 0,-3-4 0,8 4 0,-4-5 0,4 5 0,1-3 0,-1 6 0,1-2 0,-1 0 0,1 3 0,-5 1 0,4 1 0,-8 7 0,7-11 0,-7 2 0,12-9 0,-11 1 0,11 3 0,-8 2 0,4 8 0,-3 2 0,-2 3 0,-4 1 0,0-1 0,0 1 0,0-1 0,0 1 0,0-1 0,0 1 0,0-1 0,0 1 0,-4-1 0,3 1 0,-4-1 0,1-3 0,3 2 0,-3-3 0,-1 1 0,4 2 0,-7-7 0,3 3 0,-5-4 0,0 0 0,1 0 0,-1 0 0,0 0 0,5-4 0,1-1 0,0-5 0,3 0 0,-4 1 0,5-5 0,0 3 0,0-3 0,0 5 0,0-5 0,0 3 0,0-2 0,4 7 0,2 2 0,3 4 0,1 0 0,-1 0 0,-3 4 0,-2 1 0,-4 5 0,4 4 0,-3-4 0,3 4 0,-4-5 0,0 1 0,0-1 0,0 1 0,-4-5 0,3-5 0,-3-5 0,8-5 0,-3 1 0,7-5 0,2-1 0,0 4 0,4 3 0,-9 12 0,4 1 0,-8 5 0,3-1 0,0-3 0,-3 2 0,4-3 0,-5 5 0,0-1 0,0 1 0,-5-5 0,4 3 0,-3-6 0,4 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24.9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 22596,'4'-5'0,"1"1"964,5 4-964,-1 0 333,1 0-333,-1 0 168,1 0-168,-1 0 514,1 0-514,-5 4 0,4-3 0,-4 12 0,0-7 0,4 8 0,-8-5 0,3 1 0,-4-1 0,0 1 0,0-1 0,0 1 0,0-1 0,-4-4 0,-2 0 0,-3-5 0,-1 0 0,0 0 0,1 0 0,3-5 0,-2 4 0,3-7 0,-1 2 0,2 1 0,4 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25.6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0 116 24575,'0'-10'0,"5"1"0,-4-1 0,7 0 0,-3 1 0,5-1 0,-1 1 0,1-5 0,-1 3 0,1-3 0,-1 9 0,1 1 0,-5 8 0,-1 1 0,-4 5 0,0-1 0,0 1 0,0-1 0,0 1 0,0-1 0,0-4 0,0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26.6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98 24575,'1'4'0,"-2"2"0,-9-1 0,5 3 0,7-25 0,-1 12 0,18-33 0,-7 20 0,6-7 0,-4 16 0,-4 0 0,-5 12 0,-1-2 0,-8 9 0,3-1 0,-4-3 0,5-2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27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641 912 24575,'-5'10'0,"-4"-5"0,0 3 0,-6-2 0,4 3 0,-2 1 0,4-1 0,-2-3 0,-7-2 0,7-13 0,-39-74 0,16 28 0,-4-6-1445,1-5 0,-3-7 0,0 1 1445,2 7 0,-1 0 0,2 0 0,3 0 0,1 1 0,4 5-37,1 3 1,5 7 36,-2-17 0,21 60 0,4 7 0,0 5 0,0-2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28.2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24 357 24575,'-12'-32'0,"4"-28"0,4 15 0,14-41 0,-1 30 0,11 3 0,-8 33 0,-2 15 0,-2 15 0,-7 15 0,3-4 0,-4 4 0,0-7 0,-4-3 0,3-9 0,-3-3 0,4-12 0,0 3 0,0 2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28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1 24575,'6'4'0,"-2"1"0,-4 5 0,0-1 0,0 36 0,0-12 0,0 29 0,0-30 0,0-3 0,0 0 0,-4-7 0,-2 3 0,-3-16 0,-1-9 0,0-9 0,1-6 0,-16-35 0,15 31 0,-9-20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29.6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476 295 12164,'-6'-5'0,"2"0"4786,0-5-4786,3 1 2159,-8 3-2159,8-2 1212,-12 3-1212,3-5 4254,-19-8-4254,-24-9 0,-36-15 0,16 4 0,4 7 0,30 11 0,22 6 0,-13 1 0,20-1 0,-3 9 0,12-4 0,-3 8 0,4-3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30.3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24575,'5'4'0,"4"6"0,-4 0 0,13 18 0,-11-15 0,5 11 0,-12-14 0,0-1 0,0 1 0,5-5 0,4-9 0,6 2 0,4-11 0,10 12 0,-12-4 0,7 5 0,-10 5 0,-4 4 0,4 2 0,-4 7 0,-1-8 0,-3 4 0,-2-4 0,-4-1 0,0-4 0,0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31.2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10 160 24575,'-4'-14'0,"3"-1"0,-4-4 0,5 4 0,0 1 0,0 4 0,5 5 0,0 1 0,0 8 0,4-3 0,-8 7 0,7-6 0,-7 6 0,3-11 0,-4-3 0,0-8 0,5-6 0,0 1 0,4 9 0,-3-3 0,2 12 0,-7 1 0,3 9 0,-4 2 0,0 3 0,-4-1 0,3-2 0,-8 3 0,8-9 0,-3-1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32.1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74 17363,'-14'-5'0,"3"4"3216,2-7-3216,4 2 1237,10-3-1237,0-5 653,0 3-653,-1-3 2106,1 9-2106,-4 5 0,3 1 0,-4 3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32.7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10 642 24575,'-5'10'0,"0"-9"0,5-7 0,5-9 0,-4-4 0,27-52 0,2-13-1373,18 12 0,7-4 1373,-17 11 0,2 3 0,22 7 0,-2 6 0,-10-4 0,-1 29 0,-34 22 0,-5 2 0,3 10 0,-12 5 0,3 14 0,-4 23 0,-12 37 658,-2-21 0,-2 0-658,4-18 0,-1-1 0,-8 7 0,1-8 0,6-20 0,-8 0 0,12-18 0,-4 0 0,4-6 0,1-4 1430,-1-8-1430,0-3 0,-1-18 0,5 16 0,0-6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33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0 330 8191,'30'-11'0,"-9"1"5063,4-2-5063,-11 7 2818,-9-4-2818,5-11 1719,-4 3-1719,38-64 6784,-10 30-6784,16-24 0,-23 45 0,-14 22 0,-3 12 0,-5 1 0,9 40 0,-1 13 0,-1 1 0,-2 5 0,-16-32 0,0-5 0,-2-3 0,0-19 0,7 0 0,-3-5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33.9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64 24575,'-1'5'0,"2"-5"0,8-6 0,1-7 0,-1 2 0,5-7 0,-8 7 0,7 2 0,-12 9 0,3 5 0,-4 4 0,0 1 0,0 4 0,-4 0 0,3 1 0,-8-5 0,8-2 0,-7-7 0,7 8 0,-4-8 0,5 3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34.3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98 670 24575,'-19'0'0,"4"0"0,1 0 0,4 0 0,5-4 0,1-2 0,4-3 0,0-1 0,0 1 0,-14-78 0,11 58 0,-6-47 0,4-11 0,17 2 0,1 22 0,7 0 0,6 15 0,7 9 0,46 4 0,-11 16 0,-20 19 0,-10 12 0,-29-5 0,14 15 0,-22-7 0,3 4 0,0 0 0,-2-4 0,2-6 0,-4-5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52.7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9886 24575,'5'-5'0,"0"-4"0,4 8 0,15-9 0,-11 4 0,46-21 0,-26 11 0,20-9 0,28-7 0,-49 18 0,29-10 0,0-2 0,-29 7 0,29-6 0,1 0 0,-30 6 0,49-12 0,-29 5 0,-19 11 0,16-10 0,-3 0 0,-20 11 0,19-14 0,0-1 0,-16 11 0,30-27 0,-40 34 0,10-11 0,19-9 0,5-4-2501,17-21 2501,-14 12 0,11-6 0,-8 5 0,-13 11 0,-1 1 0,16-20 0,4-2 0,11 3 0,3 0 0,-19 11 0,2-3 0,0 1-1186,-1 0 1,0-1-1,4-2 1186,2-1 0,5-3 0,-1 1 0,-10 7 0,2 2 0,-5 0-865,-3-2 0,3-4 0,0 1 865,4 1 0,0 1 0,-8 4-903,-14 6 1,1-1 902,31-23 0,12-8 0,-16 12 766,-9 10-766,-3-3 0,11-10 0,-11 10 0,3 3 0,-7 1 0,7-7 0,-10 9 0,-5 6 0,1-1 0,-2 1 2642,-11 10-2642,12-9 0,3-3 0,18-20 1092,-20 20 0,3-2-1092,14-8 0,-2 1 0,10-12 0,-13 19 0,-1-2 0,8-22 0,10 6 0,0-1 0,2-1 0,-30 24 0,1 0 741,34-25 0,-2 2-741,0-1 0,0 0 0,2 1 0,-1-2 0,-5-2 0,-23 22 0,8-4 0,-9 5 0,9-13 0,-5 13 0,11-5 0,-7 4-397,-9 5 0,-1 0 397,11-6 0,7-4 0,-6 3 0,-5-1 0,-3 2 0,1 0 0,0-1 0,0 0 0,1 0 0,-1 0 0,0 1 0,-4 7 0,0 1 0,3-7 0,0 1 0,-2 4 0,-2 3 0,30-27 0,-31 21 0,5-2 0,25-11 0,2-1-976,-17 5 0,3 0 976,-2 5 0,7-2 0,-7 2 0,4-10 0,-5 2 0,0 6 0,0 0-379,7-6 1,0-1 378,-15 10 0,1-2 0,-1 4 0,3-2 0,-2 1 0,4-6 0,0-1 0,-4 7 0,2-1 0,-3 2 0,2-4 0,-2 2 0,5 0 0,0-1 0,5-9 0,-2 0 0,-7 7 0,1 0 0,10-5 0,6-3 0,-2 0 0,4-3 0,-2 1 0,-18 14 0,-1 1 0,3-3-418,5-3 1,6-3 0,-1-1 0,-5 3 417,0-4 0,-5 2 0,1 1 0,7 1 0,1 1 0,0-1 0,-1-4 0,1 0 0,-1 1 0,1 4 0,-1 1 0,1-1 0,-1-4 0,1-2 0,-1 2 0,1 2 0,0 2 0,-1-1 0,-1 2 0,0 1 0,-2-1 0,-3 2 0,-1 0 0,0 1 0,4 2 0,1 1 0,-2 0 0,14-16 0,-1 1 589,8-1 1,-1 2-590,-12 10 0,-2 1 0,-5-1 0,-1 0 84,0 0 0,-1 1-84,-10 7 0,0 1 0,3-8 0,0 2 312,-8 14 0,1 0-312,13-15 0,0 0 0,-12 15 0,0 0 0,12-14 0,0-2 0,-9 8 0,0-1 0,10-1 0,1-1 0,-5-5 0,-1 2 0,2 11 0,-2 1 0,-10-10 0,-2 1 0,43-12 0,-42 12 0,0-1 0,37-22 0,-34 27 0,1-2 0,-4-2 0,-1 0 0,39-24 0,-34 28 0,-1-1 0,22-32 0,-4 24 3176,-22 3-3176,-14 19 169,-14 9-169,-2 3 2123,-3-2-2123,-1 2 1117,1 1-1117,4-4 0,-4 4 0,4-4 0,-5-1 0,-3 5 0,-2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01.9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1657 24575,'18'23'0,"-3"-9"0,0 15 0,6-1 0,-10-11 0,12 12 0,-8-10 0,-1 1 0,8 13 0,-14-15 0,13 10 0,-20-18 0,7-5 0,-6 4 0,6-8 0,-3-1 0,5-10 0,8-13 0,25-50 0,-14 20 0,4-8-1690,11-11 0,6-10 0,0 0 1690,-2 6 0,-1 0 0,0 1 0,-3 0 0,0 0 0,4 3-667,11-2 1,4 2-1,-11 8 667,-21 13 0,0 0 0,23-12 0,9-5 0,-10 10 0,4-16-59,-16 24 0,6-7 0,-4 6 59,-3 6 0,-3 4 0,-1-3 0,-3 2 0,17-21 0,-36 50 4353,-3 2-4353,2-3 2623,-3 4-2623,-5 1 0,-1 4 0,-4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09.0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 70 24575,'0'10'0,"4"22"0,-3-12 0,7 17 0,-7-18 0,8-8 0,-8 6 0,7-11 0,-7 8 0,8-5 0,-4 1 0,5 3 0,-1-6 0,1 10 0,8-3 0,-7 2 0,11 2 0,-3-4 0,-7-3 0,5-2 0,-12 0 0,5-8 0,-1 7 0,1-7 0,-1 8 0,1-8 0,-1 3 0,5 0 0,-3-3 0,2 3 0,-3-4 0,-1 0 0,-3-4 0,6-1 0,11-24 0,9 7 0,2-13 0,-9 17 0,14-22 0,-23 24 0,23-23 0,-28 29 0,7-13 0,-12 12 0,3-8 0,-5 6 0,-3 2 0,7-3 0,-7 5 0,4-1 0,-5 0 0,0 1 0,0-1 0,0 0 0,0 1 0,0-1 0,0 1 0,0-1 0,0 0 0,0 9 0,0 21 0,0-2 0,6 26 0,-5-12 0,5 10 0,1-1 0,-6 1 0,5 0 0,-6-10 0,7 7 0,-6 14 0,5 15 0,-6 20-441,0-32 1,0-2 440,0 19 0,0 11 0,0-42 0,-6 9 0,-1 2 0,3 4 0,-3-6 0,1 3 0,6 29 0,-6-30 0,4 30 0,-4-51 0,6 28 881,-6-23-881,4 46 0,-10-35 0,4 14 0,-6-20 0,2-14 0,-2 10 0,2-11 0,0 1 0,1-4 0,1-15 0,-4 1 0,8-1 0,-7-3 0,-7-2 0,7 0 0,-25-3 0,24 3 0,-14-4 0,-18 0 0,24 0 0,-58-10 0,57 8 0,-58-28 0,58 21 0,-36-24 0,46 25 0,-11-8 0,14 10 0,5-3 0,0-1 0,5 1 0,0-1 0,0-4 0,0 3 0,7-17 0,-6 15 0,10-11 0,19-11 0,-14 19 0,19-19 0,-26 26 0,-3-1 0,-2 5 0,-4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09.8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24575,'9'0'0,"1"0"0,-1 0 0,36 0 0,-12 6 0,29-4 0,-20 10 0,0-10-566,7 7-1,7 2 567,3-9 0,2-1 0,-3 6 0,4-1 0,25-5 0,-8-2 0,-21 1 0,-4 0 0,-4 0 0,-18 0 0,57 0 0,-44 0 0,36 0 0,-51 0 0,-16 0 0,-4 0 0,-6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10.8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12800,'3'0'0,"3"0"4647,44 0-4647,-13 7 2046,26-6-2046,-35 5 1138,10-6-1138,-21 0 3944,23 0-3944,-9 0 0,-3 0 0,0 0 0,-13 0 0,4 0 0,-5 0 0,4 0 0,-7 0 0,3 0 0,-5 0 0,1 0 0,-1 0 0,5 0 0,-3 0 0,6 0 0,-6 0 0,7 0 0,-7 0 0,6 0 0,8 0 0,-7 0 0,10 0 0,-18 0 0,0 0 0,-6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12.4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 9224,'5'-5'0,"-4"5"5120,3 5-5120,-4 19 0,0 24 0,12 41 2660,-9 5-2660,9-5 0,-12-6 1579,0-36-1579,0 6 5992,0-14-5992,0-7 0,0 0 0,0-7 0,0-12 0,0-3 0,0-13 0,0-4 0,0-22 0,10-24 0,-1 6 0,9-14 0,4-1 0,4 5 0,11-31 0,-11 50 0,-14 20 0,7-21 0,-4 17 0,-3-3 0,-2 11 0,-2 9 0,-3 1 0,1 8 0,4 16 0,-8-7 0,11 49 0,4 16 0,1 16-641,-2-23 1,-1 2 640,-8-6 0,-1-11 0,3-24 0,-8 35 0,3-18 0,-4-31 0,4 31 0,-3-39 1281,8-9-1281,-8-3 0,7-16 0,23-18 0,0-13 0,5-6 0,4 6 0,0-1-337,-4-6 0,-3 3 337,17-16 0,-13 26 0,-5-1 0,13-9 0,-25 21 0,1 3 0,-14 14 0,5 1 0,-6 4 674,3 1-674,-4-1 0,4 5 0,-8 5 0,3 5 0,0 9 0,-3 1 0,10 14 0,0 23 0,8 16 0,-7 0 0,4-5 0,-14-21 0,4-11 0,-6-6 0,4-7 0,-3-3 0,3 0 0,-4-6 0,0-4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13.9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0 257 24575,'4'-10'0,"2"1"0,3-1 0,-3 1 0,2-1 0,-3 0 0,5 1 0,-1-5 0,9-1 0,-6-4 0,10 4 0,-11 1 0,7 0 0,-4 4 0,1 0 0,-1 2 0,-5 6 0,1-2 0,-5 8 0,4 2 0,-2 18 0,3-7 0,1 12 0,-6-10 0,6 10 0,0 32 0,4-11 0,-4 11 0,-4-37 0,-7 5 0,0-12 0,0 12 0,0-10 0,0 0 0,-5 0 0,4-4 0,-3-1 0,0-1 0,3 2 0,-8 0 0,4-1 0,-1-5 0,-2 5 0,3-4 0,-1 4 0,-2-4 0,2-1 0,-3 1 0,3-1 0,8-22 0,0 8 0,34-44 0,-17 18 0,26-22 0,-17 11 0,17-10 0,-21 17 0,11-1 0,-23 8 0,6 0 0,-5-4 0,5 3 0,-4 10 0,-8 0 0,7 4 0,-12 1 0,7 0 0,-2-1 0,-1 1 0,3-5 0,-2 5 0,-1-1 0,3 1 0,-7 4 0,4 1 0,-1-5 0,1 3 0,0-3 0,4 5 0,-8-5 0,3 12 0,-4-2 0,-10 49 0,3-22 0,-13 58 0,3-24 0,-5 32 0,8-39 0,1-3 0,0 13 0,-1-5 0,14-37 0,0-4 0,0 1 0,0-1 0,0-5 0,0 1 0,0-1 0,4-3 0,-3 2 0,7-7 0,-2 8 0,3-8 0,1 7 0,8-3 0,8 7 0,-1-2 0,5-3 0,-16 1 0,4-6 0,-7 2 0,3-4 0,-5 0 0,1 0 0,-5 0 0,-1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14.5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24575,'5'4'0,"-1"2"0,0 3 0,2 5 0,-1-4 0,-1 18 0,6 21 0,-8 19 0,8-10 0,-10 23 0,6-45 0,-4 17 0,4-14 0,-6-21 0,4 10 0,-3-18 0,4 4 0,-5-4 0,0-1 0,0 1 0,0-5 0,0-1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15.0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24575,'14'0'0,"32"0"0,12 0 0,10 0 0,4 0 0,-1 0 0,-8 0 0,0 0 0,-3 0 0,-29 0 0,-6 0 0,-11 0 0,-9 0 0,-1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16.6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24575,'0'24'0,"0"3"0,12 57-2027,-10-29 1,-1 4 2026,5 10 0,0 3 0,-6 7 0,0-1 0,6-8 0,0-5 0,-3 29 0,3-31 0,0-1 0,-6 32 0,0-10 0,0-31 0,0-4 1253,0-12-1253,0 11 662,0-24-662,0-10 0,0-4 0,0 4 2138,0-5-2138,0 1 0,0-1 0,0 1 0,0-1 0,0 1 0,0-1 0,0 1 0,0-1 0,0 1 0,0-1 0,4-8 0,-3-2 0,8-12 0,-2-13 0,7 5 0,7-19 0,-5 23 0,1-7 0,-7 10 0,-1 8 0,1-7 0,-1 12 0,-3-8 0,2 8 0,-3-3 0,5 4 0,-1 0 0,1 0 0,-1 0 0,1 0 0,-1 0 0,1 0 0,-1 0 0,-3 4 0,2-3 0,-2 4 0,-1-1 0,3 1 0,2 9 0,-4-4 0,7 4 0,-8-4 0,5 3 0,-5-2 0,3 7 0,-2-8 0,-1 4 0,3 0 0,-7-4 0,8 8 0,-8-7 0,3 7 0,0-8 0,-3 4 0,4-4 0,-5-1 0,0 1 0,0-1 0,0 1 0,-5-5 0,4 3 0,-7-7 0,7 8 0,-8-8 0,8 7 0,-8-7 0,4 8 0,-9-8 0,4 7 0,-19-7 0,16 4 0,-15-5 0,13 0 0,-4 0 0,0 0 0,0 0 0,0-5 0,-1 4 0,-9-9 0,12 4 0,-7-1 0,14 2 0,0 1 0,1 3 0,-1-3 0,1 4 0,-1-4 0,0 3 0,5-8 0,-3 4 0,7-5 0,-8 5 0,8 0 0,-3 5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18.9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24575,'9'0'0,"1"0"0,4 0 0,-4 0 0,4 0 0,0 0 0,-4 0 0,4 0 0,0 0 0,1 0 0,14 0 0,2 0 0,11 0 0,0 0 0,-10 0 0,7 0 0,-7 0 0,10 0 0,21 0 0,-16 0 0,15 0 0,-20 0 0,0 0 0,0 0 0,0 0 0,-10 0 0,-3 0 0,0 0 0,-7 0 0,17 7 0,-18-6 0,19 5 0,-9-6 0,11 0 0,-10 0 0,-3 0 0,-10 0 0,10 0 0,-7 0 0,7 0 0,-10 0 0,0 0 0,-4 0 0,-1 0 0,-5 0 0,-4 0 0,0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19.9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24575,'15'0'0,"3"0"0,-4 0 0,1 0 0,3 0 0,-7 0 0,7 0 0,-8 0 0,4 0 0,0 0 0,-4 0 0,4 0 0,0 4 0,-4-3 0,4 4 0,10-5 0,-11 4 0,23-3 0,-23 7 0,14-7 0,-17 4 0,8-5 0,-7 0 0,7 0 0,6 0 0,6 0 0,2 0 0,-5 0 0,-12 4 0,-1-3 0,-5 3 0,1-4 0,-1 0 0,-3 0 0,-2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23.2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27 24575,'14'0'0,"30"0"0,-18 0 0,73 0 0,-36 0-1700,1 0 1,3 0 1699,27 0 0,-40 0 0,1 0 284,2 0 0,-4 0-284,10 0 669,18 0-669,-29 0 0,-15 0 0,44 0 1740,-44 0-1740,26 0 422,-21 0-422,-15 5 0,12-4 0,9 3 0,-1-4 0,16 0 0,-3 0 0,-23 0 0,21 0 0,-6-10 0,-5 8 0,6-8 0,-14 10 0,-7 0 0,0 0 0,49 0 0,-49 0 0,25 0 0,8 0-967,19 0 967,-16 0 0,-1 0 0,17 0 0,-19 0 0,-7 0 0,-26 0 0,29 0 0,0 0 0,-29 0 0,17 0 0,4 0 0,5 0 0,0 0 0,23 0 0,-54 0 0,33 0 967,-8 0-967,-5 0 0,6 0 0,-1 0 0,-10 0 0,20 0 0,-2 0 0,-28 0 0,39 0 0,-52 0 0,10-7 0,-7 6 0,3-5 0,24 6 0,-31 0 0,31 0 0,-34 0 0,14 0 0,-12 0 0,12 0 0,-15 0 0,1 0 0,-1 0 0,-5 0 0,1 0 0,4 0 0,-4 0 0,8 0 0,-7 0 0,7 0 0,-8 0 0,4 0 0,-5 0 0,1 0 0,4 0 0,-4 0 0,4 0 0,-9 0 0,-1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25.2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24575,'0'9'0,"13"15"0,-6-7 0,15 17 0,-3-4 0,-4-4 0,3-1 0,-8-7 0,-1-3 0,-4-1 0,4-4 0,-8 3 0,7-7 0,-7 8 0,4-5 0,-1 1 0,-3-1 0,3 1 0,0-1 0,-3 1 0,4-1 0,-5 5 0,0-4 0,0 4 0,0-4 0,0 3 0,0 2 0,0 0 0,0 3 0,0-8 0,0 4 0,0-4 0,0-1 0,0 1 0,0-1 0,0 5 0,0-4 0,-5 8 0,4-3 0,-7 4 0,7-4 0,-8 3 0,8-7 0,-3 2 0,4-3 0,-4-5 0,2 3 0,-2 2 0,4 1 0,-4-2 0,3 0 0,-3-4 0,-1 4 0,4 13 0,-7-9 0,7 9 0,-8-12 0,8-1 0,-3 1 0,4-1 0,-5 1 0,4-1 0,-3 1 0,0-1 0,3 1 0,-8-1 0,8 5 0,-7-3 0,7 2 0,-4-3 0,5-5 0,0-1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27.0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1 423 24575,'6'-24'0,"-5"11"0,10-15 0,0-1 0,0 10 0,5-13 0,-11 17 0,4 4 0,-4-6 0,4 7 0,1-5 0,8-14 0,-7 16 0,7-15 0,-9 17 0,1-3 0,8-8 0,-7 9 0,7-9 0,-4 8 0,-8 4 0,7 0 0,-8 1 0,5 8 0,-5-7 0,4 7 0,-4-4 0,4 5 0,-3 5 0,2-4 0,-1 22 0,3-15 0,2 21 0,-7-15 0,4 1 0,2 18 0,0-15 0,1 11 0,-4-15 0,-7 0 0,7-4 0,-6 4 0,2 0 0,-4 0 0,4 1 0,-3 13 0,3-15 0,-4 11 0,0-14 0,0-1 0,0 1 0,0 3 0,0-2 0,0 3 0,0-5 0,0 1 0,0 3 0,-4-2 0,3 3 0,-3-5 0,-1 1 0,4 4 0,-7-4 0,7 4 0,-8 0 0,4-4 0,-1 4 0,-2-5 0,3 1 0,-1-1 0,-2-3 0,7 2 0,-8-3 0,4 5 0,-5-1 0,1 1 0,-1-5 0,5 4 0,-4-8 0,4 3 0,-5 0 0,1-3 0,-1 3 0,0-4 0,1 0 0,-1 0 0,0 0 0,1 0 0,-1 0 0,1 0 0,-1 0 0,5-4 0,-4 3 0,8-8 0,-3 4 0,0 0 0,-2-4 0,1 0 0,-4-2 0,8-3 0,-3 5 0,0-5 0,3 3 0,-8-7 0,8 7 0,-3-3 0,0 5 0,2-5 0,-2 3 0,4-7 0,0 3 0,0-4 0,0 0 0,0 0 0,0 0 0,4 4 0,-3 1 0,4 9 0,-5 1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27.9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 24575,'10'0'0,"-1"0"0,1 0 0,-1 0 0,1 0 0,3 0 0,-2 0 0,3 0 0,-5 0 0,1 0 0,4 0 0,-4 0 0,4 0 0,-5 0 0,1 0 0,-1 0 0,1 0 0,-1 0 0,1 0 0,-1 0 0,1 0 0,-1 0 0,1 0 0,4 0 0,-4 0 0,4 0 0,-5 0 0,1 0 0,-1-4 0,1 3 0,-1-3 0,1 4 0,-1 0 0,1 0 0,-1 0 0,1 0 0,-1 0 0,1 0 0,-1 0 0,1 0 0,-1 0 0,1 0 0,-1 0 0,-3 0 0,-2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31.5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174 0 24575,'-5'6'0,"4"2"0,-12-3 0,7 5 0,-8-1 0,5 1 0,3-1 0,-2-3 0,7 2 0,-8-7 0,4 8 0,-5-4 0,1 0 0,3 4 0,-2-8 0,2 7 0,-3-3 0,-1 5 0,0-5 0,5 4 0,-3-8 0,2 7 0,1-7 0,1 3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32.1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212 0 12159,'-6'4'0,"-2"-3"4787,7 8-4787,-8-8 2160,8 7-2160,-7-7 1212,2 8-1212,-3 0 4257,-1-2-4257,1 5 0,-1-6 0,0 3 0,1 1 0,-1-1 0,-4 1 0,4-1 0,-4 1 0,4-1 0,0-4 0,1 4 0,-1-8 0,5 7 0,-4-7 0,8 8 0,-7-8 0,7 3 0,-4-4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32.6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282 0 24575,'-5'4'0,"-4"2"0,4-1 0,-5 3 0,1-7 0,4 8 0,-8-4 0,6 5 0,-6-5 0,7 3 0,-2-7 0,2 8 0,-3-8 0,3 7 0,-2-2 0,2 3 0,-3 1 0,-5-5 0,8 3 0,-22 6 0,20-3 0,-16 7 0,14-13 0,5 4 0,-4-4 0,4 0 0,-5 4 0,5-4 0,-4 0 0,4 4 0,0-8 0,0 3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33.1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259 0 9968,'-9'5'0,"-1"4"5094,0-8-5094,1 7 2538,-1-2-2538,1-1 1482,-1 3-1482,0-2 5493,1-1-5493,-1 3 0,1-2 0,-1-1 0,5 3 0,-4-7 0,8 8 0,-8-8 0,0 7 0,3-2 0,-7-1 0,3 3 0,0-2 0,-4 3 0,-4 1 0,6-5 0,-2 3 0,5-7 0,8 4 0,-3-5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33.6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193 1 8191,'-19'9'0,"4"1"5063,-3-1-5063,11 1 2818,-5-5-2818,6-1 1719,1 0-1719,-4-3 6784,8 8-6784,-7-8 0,2 3 0,-3 0 0,-1-3 0,5 8 0,-4-8 0,4 7 0,-5-7 0,1 4 0,3-1 0,-2-3 0,3 7 0,-1-7 0,2 4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34.9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 24575,'10'-6'0,"-1"2"0,1 4 0,8 0 0,8 0 0,31 0 0,-20 0 0,11 6 0,5 0 0,31-3 0,10 9 0,-21-8 0,-12-3 0,-35 4 0,20-5 0,-32 0 0,-5 0 0,1 0 0,-5 4 0,4-3 0,-4 3 0,4-4 0,1 0 0,-1 0 0,-3 4 0,-6-3 0,-6 4 0,-3-1 0,-5-3 0,3 3 0,-7-4 0,7 0 0,-2 0 0,3 0 0,0 0 0,1 0 0,-1 0 0,5 0 0,1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36.3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24575,'0'10'0,"0"-1"0,0 5 0,10 32 0,-1-9 0,8 26 0,-3-22 0,0 1 0,-2-10 0,1 7 0,-3-17 0,17 38 0,-17-37 0,13 26 0,-21-35 0,6 5 0,-7 0 0,7-4 0,-6 3 0,2-3 0,0 4 0,-3 0 0,3 0 0,-4 0 0,0-4 0,0 13 0,0-15 0,0 11 0,0-15 0,0 1 0,0-1 0,0 1 0,0-9 0,5-2 0,-4-44 0,9 12 0,1-51 0,2 47 0,4-23 0,-7 38 0,2-3 0,-3 7 0,1 8 0,-1-4 0,1 9 0,-1-4 0,1 4 0,-1-1 0,1 2 0,-1 4 0,1 0 0,-1 4 0,-3 2 0,6 7 0,-1 6 0,8 1 0,-4 4 0,-6-10 0,4 4 0,-11-3 0,6 0 0,-3-1 0,-4-5 0,3 1 0,-4 3 0,0 2 0,0 0 0,0-1 0,0-5 0,0 1 0,-4-1 0,2 1 0,-2-1 0,0 1 0,-1-1 0,-1 1 0,-2-5 0,2 3 0,-8-2 0,4-1 0,-4-1 0,4-4 0,1 0 0,-15-6 0,-4-2 0,1-4 0,-2 1 0,14 1 0,1 5 0,-5-4 0,5 8 0,3-3 0,2 4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51.3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24575,'9'0'0,"1"0"0,4 0 0,36 0 0,-27 0 0,30 0 0,-28 0 0,-3 0 0,7 0 0,0 0 0,3 0 0,0 0 0,-7 0 0,-7 0 0,-8 0 0,4 0 0,-5 0 0,1 0 0,-1 0 0,1 0 0,-1 0 0,1 0 0,-1 0 0,1 0 0,-5 0 0,-1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51.9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24 11485,'4'-5'0,"6"1"4912,0 4-4912,8 0 2278,7 0-2278,-3 0 1293,17-6-1293,-17 4 4607,7-4-4607,-10 6 0,31 0 0,-28 0 0,27 0 0,-38 0 0,3 0 0,-5 0 0,1 0 0,-1 0 0,-4 0 0,0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03.5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24575,'0'24'0,"0"-11"0,0 11 0,0 0 0,0 24 0,6-1 0,-4 16 0,4-21 0,-2-10 0,3 7 0,-1-22 0,5 11 0,-10-17 0,7 7 0,-3-12 0,1 7 0,2-12 0,-3 3 0,5-4 0,-1-4 0,1 3 0,-1-8 0,1 8 0,4-7 0,0-2 0,1-1 0,-1-2 0,-5 3 0,1-4 0,-1 4 0,1-4 0,-1 0 0,3-11 0,-6 7 0,4-6 0,-3 0 0,-1 11 0,6-25 0,-6 25 0,8-26 0,-9 26 0,6-11 0,-10 14 0,15-14 0,-13 11 0,14-15 0,-12 17 0,1-3 0,2 9 0,-7 9 0,3 46 0,-4 31 0,0-31 0,0 2 0,0 4 0,0-2 0,0 35 0,0-31 0,0 2 0,0-29 0,0 11 0,0-10 0,0 28 0,-6-23 0,0 16 0,-7-14 0,3-17 0,2 3 0,0-8 0,3-2 0,-5-4 0,0 1 0,1-2 0,-5 1 0,3 2 0,-7-3 0,3-1 0,-4 1 0,4-5 0,1 4 0,1-8 0,-12 3 0,7-4 0,-10 0 0,17 0 0,-3 0 0,5-4 0,3-2 0,2-3 0,4-5 0,0 3 0,0-3 0,0 5 0,0 3 0,0 2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04.3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24575,'9'0'0,"1"0"0,-1 0 0,5 0 0,-3 0 0,7 0 0,-8 0 0,4 0 0,-5 0 0,1 0 0,-1 0 0,1 0 0,-1 0 0,1 0 0,-1 0 0,-3 0 0,-2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05.0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24575,'3'0'0,"-1"0"0,12 0 0,-4 0 0,-1 0 0,1 0 0,-1 0 0,1 0 0,-1 0 0,1 0 0,3 0 0,-2 0 0,3 0 0,-9 0 0,-1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06.5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7 24575,'0'9'0,"0"15"0,0 3 0,0 5 0,-4 2 0,2-14 0,-2 3 0,4-8 0,0-2 0,0-16 0,0 1 0,13-26 0,-2 10 0,10-21 0,-7 21 0,2-10 0,-6 13 0,8-4 0,-7 4 0,3 1 0,-5 9 0,-4 5 0,4 5 0,-2 19 0,-1-11 0,6 34 0,-4-17 0,0 6 0,-2 2 0,-2-17 0,-3 5 0,3-3 0,-4-13 0,0 4 0,4-13 0,2-2 0,3-13 0,1-1 0,3-4 0,6-10 0,-7 11 0,9-10 0,-11 13 0,5-4 0,-1 0 0,-1 0 0,-6 4 0,10-3 0,-15 7 0,10 2 0,-11 0 0,4 12 0,-1-6 0,-3 16 0,9 7 0,-8 2 0,8 7 0,-9-10 0,8 0 0,-8-4 0,7-1 0,-7-5 0,4 5 0,-1-4 0,-3 4 0,3-4 0,0-1 0,-3 1 0,4-1 0,-5-4 0,0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07.9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1 154 21193,'4'-5'0,"-3"-4"1615,7 8-1615,-7-7 571,8 7-571,-4-8 292,0 4-292,4-5 904,-4 5-904,5-4 0,-1 4 0,1-5 0,3 1 0,-2-1 0,3 0 0,-1 1 0,2-1 0,0 1 0,-1-1 0,-5 5 0,1 0 0,-1 10 0,1 0 0,-5 4 0,5 15 0,-4-6 0,8 29 0,-4-23 0,-3 24 0,-3-31 0,-4 7 0,0-10 0,0-4 0,0 8 0,-4 1 0,3-3 0,-8 2 0,8-8 0,-3-1 0,0-4 0,2 4 0,-2-4 0,4-4 0,4-6 0,2-10 0,3-4 0,9-10 0,-11 11 0,16-25 0,-16 29 0,4-18 0,-2 21 0,-8-7 0,7 12 0,-7-7 0,3 7 0,1 1 0,-4-3 0,3 2 0,0 1 0,-3-4 0,3 4 0,1 0 0,-4 5 0,3 5 0,-16 60 0,9-37 0,-9 53 0,12-55 0,0 0 0,0-8 0,4-9 0,-3 1 0,8 4 0,-4-8 0,0 7 0,4-8 0,-4 4 0,4-3 0,1 2 0,-1-3 0,1 1 0,-1-2 0,1-4 0,-5 0 0,-1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08.4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11 9381,'5'-10'0,"-1"9"5119,-4 2-5119,7 23 2635,-6 4-2635,5 14 1558,-6-15-1558,0 32 5882,0-26-5882,0 30 0,0-21 0,0-15 0,6 11 0,-4-20 0,4 7 0,-6-7 0,0-8 0,0 4 0,0-5 0,0-3 0,0-2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09.1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 24575,'18'-4'0,"8"3"0,-4-3 0,6-1 0,-17 4 0,2-3 0,-3 4 0,-1 0 0,1 0 0,-1 0 0,1 0 0,-1 0 0,1 0 0,-1 0 0,1 0 0,-1 0 0,1 0 0,-1 0 0,-3 0 0,-2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10.2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 1 24575,'0'9'0,"0"15"0,0 4 0,0 21 0,0 4 0,0-11 0,0 16 0,0 4 0,0 12 0,0 20 0,-6-5-591,4-6 591,-4-15 0,-4 25 0,2-24 0,-4-2 0,6-35 0,6-3 0,0-10 0,-4-8 591,3 1-591,-4-19 0,5 5 0,19-45 0,-14 25 0,22-26 0,-19 19 0,6 11 0,6-20 0,-9 25 0,7-16 0,-4 15 0,-4-1 0,8-3 0,-7 11 0,2 7 0,-7 6 0,-2 12 0,0-3 0,1 4 0,1 0 0,2 0 0,-7 0 0,3-4 0,-4 3 0,0-7 0,0 2 0,0-3 0,0-1 0,0 5 0,-4 1 0,-1 0 0,-1-2 0,-2-7 0,7 2 0,-8-7 0,8 8 0,-7-8 0,2 7 0,-3-7 0,-1 3 0,1-4 0,-1 0 0,0-4 0,5-1 0,-4-1 0,8 2 0,-3 4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11.7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 24575,'10'0'0,"8"-4"0,-7 3 0,21-3 0,-4 4 0,4 0 0,28 0 0,-33 0 0,54 0 0,-59 0 0,36 0 0,-11 0 0,-11 4 0,14-3 0,-31 3 0,0-4 0,0 0 0,10 0 0,3 0 0,10 0 0,-11 0 0,9 0 0,-23 0 0,21 0 0,-21 0 0,8 0 0,-7 0 0,-3 0 0,4 0 0,-4 0 0,-1 0 0,-5 0 0,1 0 0,-1 0 0,-4 0 0,0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12.7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24575,'3'0'0,"-1"0"0,12 0 0,-1 0 0,-2 0 0,7 0 0,-8 0 0,8 0 0,-3 4 0,4-3 0,-4 4 0,3-1 0,-3-3 0,4 3 0,0-4 0,10 0 0,23 0 0,-15 0 0,13 0 0,-31 0 0,0 0 0,0 0 0,0 0 0,0 0 0,0 0 0,0 0 0,0 0 0,0 0 0,0 0 0,-4 4 0,3-3 0,-7 4 0,7-5 0,-8 0 0,4 0 0,-5 0 0,1 0 0,4 0 0,-4 0 0,4 0 0,0 0 0,0 0 0,6 4 0,-6-3 0,4 3 0,-7-4 0,3 0 0,-5 0 0,1 0 0,-5 0 0,-1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13.7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495 0 24575,'32'24'0,"20"9"0,6 2 0,13 7-1871,-4-4 1,5 2 1870,-16-8 0,-3-3 0,-6-9 0,0-1 0,9 11 0,-2-2-400,14-7 400,-6 6 330,-30-15-330,7 2 0,-21-4 0,6-3 1769,-11 1-1769,-2-6 1309,3 6-1309,-13 1 0,-51 23 0,-24 8 0,24-1 0,-4 1-592,-17 0 0,-11 1 0,10-2 592,17 1 0,4-3 0,-22-2 0,-1-3 0,17-2 0,0-1 0,-12 6 0,-3 1 0,-9 1 0,5-1-327,28-11 1,2-1 326,-9 1 0,6-5 0,12-9 0,-13 17 0,35-26 0,1 7 604,8-5 1,2-3-1,4 3 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18.4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197 1 24575,'0'53'0,"0"15"0,0 5 0,0 16-1594,0-29 0,0 3 1594,0 13 0,0-8 0,0-21-161,0 26 1,0 0 160,0-31 816,0 39-816,0-59 0,0 7 0,0-14 1570,0 2-1570,0-6 1123,0 3-1123,-4-5 0,3 1 0,-4-1 0,5 1 0,0-1 0,0 1 0,0-1 0,0-8 0,4-6 0,25-41 0,4-11 0,-10 16 0,15-18 0,-2 1 0,-19 22 0,3 3 0,-5 4 0,-9 15 0,2 9 0,-7-4 0,3 17 0,-8-6 0,3 16 0,-8-4 0,-21 76 0,14-54 0,-6 16 0,1-4 0,9-31 0,-8 22 0,10-26 0,-1 15 0,1-18 0,-4 8 0,3-3 0,2 0 0,0-6 0,4-13 0,0-2 0,-4-12 0,-12-28 0,0 9 0,-11-16 0,9 24 0,4 10 0,4 4 0,6 1 0,-4 4 0,11 1 0,-11-1 0,12 1 0,-8-1 0,4 0 0,-1 5 0,2 1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22.6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150 0 24575,'0'10'0,"0"-1"0,-4 14 0,3-7 0,-4 12 0,5-9 0,0 0 0,-4 0 0,3 0 0,-3-4 0,4-2 0,0 1 0,0-3 0,-5 7 0,4-4 0,-3 1 0,4-1 0,0-5 0,0 5 0,-4 1 0,3 0 0,-4-2 0,5-3 0,0 0 0,0 3 0,0-2 0,0 3 0,0-5 0,0 1 0,0-1 0,0 1 0,0-1 0,0 1 0,0-1 0,0 1 0,0-1 0,0 1 0,0-1 0,0 1 0,0-1 0,0 1 0,0-1 0,0 1 0,0-1 0,0 1 0,0-1 0,0-8 0,5-6 0,-4-6 0,7 1 0,-7 2 0,8-2 0,-4-5 0,4-4 0,1 4 0,-1 2 0,1-1 0,-1 3 0,1-3 0,0 5 0,-5-1 0,3 5 0,-7-4 0,8 4 0,-8-5 0,7 5 0,-7-4 0,8 8 0,-12 1 0,1 10 0,-3 0 0,-3 8 0,2-3 0,-3 0 0,-1 3 0,0-4 0,1 1 0,3 3 0,-2-7 0,7 2 0,-3-3 0,-1-5 0,0-1 0,-28-18 0,22 6 0,-20-12 0,26 10 0,-5 1 0,0-1 0,5 0 0,-3 5 0,2-8 0,-3 7 0,3-8 0,-2 9 0,7-4 0,-4 4 0,1-1 0,3-2 0,-3 7 0,4-4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25.7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569 0 12392,'-10'0'0,"1"0"4738,-1 0-4738,0 0 2119,-3 0-2119,-12 0 1185,3 0-1185,-18 0 4141,23 0-4141,-7 0 0,14 0 0,1 0 0,-5 9 0,-1-3 0,-4 12 0,-10 1 0,7 1 0,-7 3 0,10-4 0,4-4 0,1-2 0,4-3 0,5-1 0,1 1 0,4-1 0,0 1 0,0 4 0,0-4 0,0 8 0,0-7 0,4 2 0,1-3 0,5-1 0,-1-3 0,1 2 0,-1-7 0,5 8 0,-4-4 0,8 4 0,-7 1 0,3-5 0,-9 4 0,3-8 0,-2 3 0,-1 0 0,3 1 0,-2 5 0,-1-1 0,3 1 0,-6-1 0,6 5 0,-7-3 0,7 2 0,-6 1 0,2-3 0,-4 2 0,4-3 0,-3-1 0,3 1 0,-4-1 0,0 1 0,0-1 0,0 1 0,0-1 0,-4 1 0,-3 14 0,1-11 0,-5 15 0,6-17 0,-5 7 0,-3-8 0,2 8 0,-17-5 0,10 5 0,-11-5 0,-42 20 0,43-18 0,-37 10 0,51-17 0,3-7 0,-3 3 0,5-4 0,-1 0 0,5 0 0,0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27.1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135 58 24575,'4'-5'0,"-3"-4"0,-1 8 0,-10-7 0,4 3 0,-7-1 0,8-2 0,-5 7 0,1-4 0,-1 5 0,0 0 0,5-4 0,-3 3 0,2-3 0,-3 4 0,-1 0 0,0 4 0,5 1 0,1 5 0,0-1 0,2 1 0,-2-1 0,4 1 0,0 3 0,0-2 0,4 3 0,-3-5 0,4 1 0,-1-1 0,-3 1 0,3-1 0,0-3 0,-2 2 0,6-7 0,-7 8 0,7-8 0,-2 3 0,3-4 0,1 0 0,-1 0 0,1 0 0,-1 0 0,1-4 0,-5-2 0,-1-3 0,0-20 0,2 11 0,-1-16 0,-1 15 0,0 4 0,-2 1 0,2 13 0,-4 7 0,0 8 0,0 5 0,0-4 0,0-1 0,0 0 0,0-4 0,0 4 0,4-9 0,-3 4 0,8-4 0,-8 4 0,7 1 0,-3-5 0,5 4 0,4-8 0,-4 7 0,4-7 0,-5 8 0,5-4 0,-3 0 0,-2-1 0,-5-4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27.7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40 24575,'0'-9'0,"0"-1"0,0 1 0,0-1 0,0 9 0,0 16 0,-7 13 0,6 34 0,-5-14 0,-1 14 0,6-30 0,-5 7 0,6-17 0,0 3 0,0-11 0,0-1 0,0-2 0,0 3 0,0-5 0,0 1 0,0-1 0,0 1 0,0-1 0,0 1 0,0-1 0,0 1 0,0-5 0,0-1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28.9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77 251 24575,'5'-4'0,"0"-1"0,-5-5 0,0 1 0,0-1 0,0 0 0,0-4 0,0 4 0,0-4 0,-5 0 0,4-1 0,-7 0 0,7 2 0,-4 3 0,1 0 0,3 9 0,-8-2 0,4 16 0,-5-3 0,5 5 0,-3-1 0,7-5 0,-8 5 0,8 1 0,-3 4 0,-1 0 0,4-4 0,-3-2 0,4 1 0,0 1 0,0 0 0,0-2 0,0-3 0,4-5 0,-3 4 0,8-8 0,-4 3 0,5-4 0,-1 0 0,1 0 0,-1 0 0,1 0 0,-1 0 0,1-4 0,-1-2 0,1-3 0,5-36 0,-2 12 0,4-30 0,-5 31 0,1-7 0,-7 21 0,5-10 0,-10 18 0,7-8 0,-7 7 0,8 1 0,-8 10 0,3 6 0,-4 7 0,0 2 0,0 14 0,0-11 0,6 38 0,-4-34 0,8 22 0,-9-26 0,9 7 0,-4-4 0,8 19 0,-4-23 0,-3 11 0,-3-21 0,-4 1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29.6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12234,'5'3'0,"-4"-1"4772,7 16-4772,-1 15 0,5 1 2146,2 16-2146,-6-18 1204,-2-7-1204,0 3 4219,-4-15-4219,4 11 0,-6-6 0,0-6 0,0 6 0,0-9 0,0-8 0,0-11 0,0-16 0,10-31 0,-2 10 0,8-5 0,-4 22 0,-3 11 0,1 4 0,-1 1 0,-4 5 0,4-1 0,-8 1 0,7 3 0,-7-2 0,8 7 0,-8-4 0,3 5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30.6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1134 30 10490,'4'-10'0,"-3"1"5049,8-1-5049,-8 13 2450,3-1-2450,8 68 0,-9-47 1415,20 66-1415,-15-60 5171,9 7-5171,-4 3 0,1-26 0,-6 11 0,5-15 0,-3 1 0,9-1 0,-4-4 0,3 0 0,-8-5 0,4-9 0,-8 3 0,15-23 0,-14 16 0,13-25 0,-8 10 0,-5-4 0,0-7 0,-7-1 0,0 10 0,0-7 0,0 26 0,-5-2 0,4 3 0,-7 0 0,7 9 0,-4 2 0,5 44 0,0 9 0,0 14 0,6-6 0,2 1-726,5 15 726,0-2 0,2-1 0,4-2 0,1 11 0,-3-21 0,4 25-901,-8-21 1,0 2 900,0-9 0,0 0 0,1 16 0,0-1 0,-1-17 0,-1-1 0,-4 11 0,-1 0 0,-1-11 0,0 0 0,-6 9 0,0-1 0,0 29 0,-6-28 0,-1-2 0,0-1 0,-14 4 0,6-54 0,-35-7 0,-8 8 0,-31-12-607,15-9 1,-4-5 606,17-1 0,-3-6 0,-9-10 0,-7-6 0,9 3 0,17 9 0,2 0 0,-32-24 0,-5-5-385,8 4 0,1 1 385,10 2 0,0-3 0,5 3 0,-2-3 0,11 4 0,-17-23 0,15-4 0,44 43 0,8 0 0,6 3 0,10-28 0,-8 25 0,8-12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31.7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24575,'9'0'0,"36"0"0,-23 0 0,59 0 0,-58 0 0,57 0 0,-26 0 0,-2 0 0,5 0 0,37 0 0,-37 0 0,-4 0 0,4 0 0,-7 0 0,-31 0 0,0 0 0,-4 0 0,-5 0 0,-6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32.5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 10 23388,'-10'0'0,"0"0"584,1 0-584,-1 0 199,1 0-199,-1 0 100,0 0-100,5-4 304,-4 3-304,4-4 0,4 5 0,6 0 0,20 0 0,-8 0 0,12 0 0,-19 0 0,4 0 0,-5 0 0,1 0 0,-1 0 0,1 0 0,-1 0 0,1 0 0,-1 0 0,5 0 0,-3 0 0,2 0 0,-3 0 0,-1 0 0,1 0 0,-5 0 0,-1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37.1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0 145 24575,'0'-10'0,"4"1"0,2-1 0,-1 0 0,3 1 0,-2-1 0,3 5 0,-4-4 0,4 4 0,-4 0 0,5-4 0,-1 4 0,1-1 0,-1-2 0,1 7 0,-5-8 0,8 8 0,-7-3 0,8 0 0,-5 3 0,1-4 0,-1 5 0,1-4 0,-1 3 0,1-3 0,-1 4 0,1 0 0,3 4 0,-2-3 0,7 12 0,-3-11 0,4 10 0,10 2 0,-8-7 0,4 10 0,-11-16 0,0 7 0,-4-2 0,4-1 0,-9 3 0,4-7 0,-8 8 0,7-4 0,-2 5 0,3-1 0,1 5 0,-1 1 0,-4-1 0,0 4 0,1 7 0,-5-3 0,6 7 0,-17 21 0,3-23 0,-4 19 0,1-18 0,4-11 0,-6 12 0,-6 0 0,7-7 0,-15 17 0,14-21 0,-14 20 0,10-21 0,-11 23 0,7-23 0,-7 21 0,7-20 0,-3 6 0,8-10 0,-3 0 0,3 1 0,0-5 0,1 7 0,5-15 0,4 11 0,4-12 0,7 3 0,7-4 0,-2 0 0,3 0 0,-5 0 0,5-4 0,-3 3 0,2-3 0,1 4 0,-3 0 0,2 0 0,-3 0 0,-1 0 0,1 0 0,-1 0 0,1 0 0,-1 0 0,1 0 0,-1 0 0,1 0 0,14 0 0,-11 0 0,11 0 0,-11 0 0,2 0 0,0 4 0,3-3 0,-7 3 0,7-4 0,-8 4 0,8-3 0,-7 4 0,2-5 0,-3 0 0,-5 0 0,-1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38.0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215 1 24575,'-13'36'0,"4"-3"0,-10 5 0,8-8 0,1-16 0,-8 14 0,7-10 0,-7 11 0,8-14 0,1-2 0,-1-3 0,5-1 0,-4 1 0,4-1 0,0 1 0,-4-5 0,8 4 0,-8-4 0,4 5 0,0-1 0,-4-4 0,8 4 0,-7-8 0,7 3 0,-4-4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38.5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24575,'10'8'0,"3"3"0,6 18 0,1-12 0,7 22 0,-7-22 0,24 33 0,-20-25 0,27 19 0,-30-24 0,4-2 0,-7-4 0,-3-4 0,0-1 0,-2-4 0,-3 4 0,-1-8 0,-3 7 0,2-7 0,-7 8 0,8-8 0,-8 7 0,3-7 0,-4 4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39.9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250 96 24575,'0'-15'0,"-4"-3"0,-2 8 0,-7-8 0,2 7 0,-3-3 0,5 9 0,-1 1 0,0 4 0,-4 4 0,4-3 0,-4 7 0,4-2 0,1-1 0,-1 3 0,0-2 0,-3 3 0,2 1 0,-3-1 0,0 1 0,4-1 0,-4 1 0,8-1 0,2 1 0,0-1 0,3 1 0,-3 3 0,4-2 0,0 3 0,0-5 0,0 1 0,4-1 0,-3 1 0,12-1 0,-11 1 0,15-1 0,-11 1 0,8-1 0,-5-4 0,1 0 0,3-1 0,2-3 0,0 3 0,-1-4 0,-5 0 0,1 0 0,-1 0 0,1-4 0,-1-1 0,5-5 0,-4 0 0,4 1 0,0-5 0,-4-1 0,8-4 0,-7 4 0,3-3 0,-5 7 0,1-7 0,-1 3 0,1-4 0,-5 4 0,3 1 0,-7 5 0,4 8 0,-5 2 0,0 8 0,0 1 0,4 3 0,-3-2 0,7 7 0,-7-7 0,8 2 0,-4-3 0,5 4 0,-1-4 0,-3 4 0,6-5 0,-10 1 0,11-5 0,-8 4 0,5-4 0,3 4 0,-2 1 0,3-1 0,-5-3 0,1 2 0,-1-3 0,1 1 0,-5-2 0,-1-4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41.0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728 87 24575,'0'-9'0,"0"-1"0,-9-4 0,3 3 0,-8 2 0,9 0 0,-4 8 0,4-7 0,-5 7 0,1-8 0,-1 8 0,0-3 0,1 4 0,-1 0 0,1 0 0,3 4 0,-2-3 0,7 7 0,-4-2 0,1-1 0,3 3 0,-3-2 0,4 3 0,0 1 0,0 3 0,0 2 0,4 4 0,-3-4 0,12 3 0,-7-7 0,8-2 0,-5 0 0,1-8 0,-1 3 0,1-4 0,-1 0 0,1 0 0,-1-4 0,1 2 0,-1-6 0,1 7 0,-1-8 0,1 8 0,-5-7 0,4 2 0,-8-3 0,3-5 0,0 3 0,-3-3 0,3 1 0,-4 2 0,0-3 0,0 0 0,0 4 0,6 19 0,-4-5 0,14 42 0,1 9 0,-10-22 0,11 26 0,1 5 0,-7-7-204,-6 7 1,0 3 203,10 11 0,-14 6 0,-2-1 0,6-5 0,-6 22-1540,0-19 1540,0 18 0,0 0 0,0-33 0,0-1 0,0 24-283,0-1 283,0-34 0,0 26 0,0-58 370,-6 39-370,0-40 0,-5 4 0,-3-11 1547,-1-5-1547,-4-3 313,-11 4-313,13-9 0,-82-4 0,57-6 0,-31-13 0,2-4 0,28 7 0,-1-11 0,-4-7-932,3-3 0,2-5 932,0-6 0,2-6 0,-15-17 0,6 0 0,22 26 0,7 2 0,-5-37 0,20 41 0,6 10 0,20-29 0,-15 43 0,15-21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42.4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1 175 24575,'9'0'0,"1"4"0,4-3 0,1 4 0,35-5 0,-24 0 0,24 0 0,0-10 0,-4 1 0,8-7 0,-16 5 0,-23 5 0,-2 2 0,-7 0 0,-2-1 0,-4-5 0,0 0 0,0 1 0,-4 3 0,-2-6 0,-7 5 0,2-2 0,-3 0 0,4 8 0,1-7 0,-15 0 0,11 2 0,-11-4 0,14 9 0,-4-3 0,4-1 0,-4 4 0,0-3 0,3 4 0,-3 0 0,5 0 0,-1 0 0,1 0 0,-1 0 0,0 0 0,1 4 0,-1-3 0,5 8 0,1-4 0,4 5 0,0-1 0,0 1 0,0-1 0,0 5 0,0-4 0,0 8 0,0 7 0,0-3 0,0 7 0,6 0 0,-5-7 0,10 7 0,-6-14 0,4 3 0,1-8 0,4 4 0,-4-5 0,4 1 0,-5-1 0,5-3 0,-3-2 0,7-4 0,7 0 0,-4 0 0,19 0 0,-19 0 0,18 0 0,-17 0 0,7 0 0,-6 0 0,-11 0 0,1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43.5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 24575,'0'94'0,"0"-7"0,-5-14 0,0-2 0,2 8 0,-7-19 0,10-28 0,0-5 0,0 1 0,0-13 0,0 0 0,0 3 0,0-8 0,0 4 0,0-4 0,0-1 0,0 1 0,0-5 0,0-1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44.4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10 24575,'9'0'0,"1"0"0,3 0 0,-2 0 0,7 0 0,-3 0 0,4 0 0,-5 0 0,4 0 0,-7 0 0,7 0 0,-8 0 0,19 0 0,-16 0 0,11-4 0,-11 3 0,-2-4 0,3 5 0,-5 0 0,1 0 0,-1 0 0,1 0 0,-5 0 0,-1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47.7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 0 24575,'-5'28'0,"0"0"0,-4-13 0,3 4 0,-2 0 0,2 0 0,-3-4 0,3-2 0,2 1 0,0-3 0,3 7 0,-8-4 0,8 1 0,-3 3 0,4-3 0,0 0 0,0-2 0,0 1 0,0 1 0,0 0 0,4-2 0,1-3 0,5-1 0,-1-3 0,1 2 0,-1-3 0,5 5 0,1-1 0,14 9 0,-12-11 0,7 10 0,-10-7 0,19 17 0,-13-9 0,16 12 0,-25-20 0,11 19 0,-11-16 0,15 25 0,-14-21 0,1 12 0,-9-9 0,-4-1 0,0-5 0,0 0 0,-4-4 0,3-1 0,-7-4 0,7 4 0,-8-8 0,4 3 0,-9-4 0,3 0 0,-3 0 0,5 0 0,-1 4 0,1-3 0,3 4 0,2-5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48.4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29 24575,'4'-5'0,"-3"-4"0,7 8 0,-2-3 0,3 4 0,1 0 0,3 0 0,2 0 0,56 0 0,-29 0 0,31 0 0,-44 0 0,-9 0 0,-1 0 0,0 0 0,10 0 0,-8 0 0,8-4 0,-14 3 0,3-4 0,-3 5 0,0 0 0,-2 0 0,1 0 0,1 0 0,0 0 0,-2 0 0,-3 0 0,-1 0 0,1 0 0,-1 0 0,1 0 0,-1 0 0,1 0 0,0 0 0,-5 0 0,-1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49.5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3 471 24575,'6'-15'0,"-2"-13"0,-4-60 0,6 31 0,-1 4 0,4 3 0,13 8 0,-3 11 0,-1 10 0,-4 4 0,-4 11 0,8-8 0,-7 0 0,7 7 0,-8-5 0,4 6 0,-4 1 0,-1 1 0,1 4 0,-1 0 0,1 0 0,-1 0 0,1 0 0,-1 0 0,1 4 0,-1-3 0,-4 7 0,4-6 0,-4 6 0,0-3 0,4 5 0,-8-1 0,9 15 0,-2 4 0,10 34 0,-10-25 0,6 13 0,-3 0 0,2-13 0,-2 12 0,0-21 0,-10-14 0,3 1 0,0-1 0,-3 0 0,4-4 0,-5 8 0,0-7 0,-5 7 0,0-8 0,-5 4 0,5-4 0,-8 3 0,7-2 0,-8-2 0,4-4 0,-3-5 0,-33 0 0,23 0 0,-36-7 0,31 0 0,-35-21 0,26 8 0,-8-6 0,31 8 0,4 7 0,5-2 0,-4 7 0,8-2 0,-3 2 0,0 1 0,3-3 0,-4 2 0,5-3 0,0-1 0,0 0 0,4 1 0,2-5 0,-1 7 0,-1-1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50.7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11 183 10002,'0'-9'0,"0"-5"5092,4 3-5092,-3-3 2532,7 5-2532,-7-1 1477,8 1-1477,-4-1 5472,5 0-5472,-1 1 0,1-1 0,-1 5 0,1-4 0,-1 8 0,-4-7 0,4 7 0,-4-8 0,5 8 0,3-8 0,-2 8 0,7-7 0,-3 7 0,-1-3 0,0-1 0,-4 4 0,-1-3 0,1 8 0,-1 1 0,1 5 0,-1-1 0,1 1 0,3 4 0,-2 0 0,3 5 0,-1 0 0,-2 0 0,11 11 0,-11-9 0,9 19 0,-10-10 0,-3-3 0,2-1 0,-8-15 0,3 2 0,-4-3 0,0-1 0,-4 1 0,3-1 0,-8 1 0,8-1 0,-8 1 0,8-1 0,-7 1 0,3-1 0,-1 1 0,-2-1 0,2-3 0,-18-2 0,-33-4 0,8 0 0,-12 0 0,36 0 0,11 0 0,4 0 0,1 0 0,-1 0 0,1 0 0,-1 0 0,5-4 0,-4 3 0,4-8 0,-5 4 0,1-9 0,3 3 0,-2-3 0,2 5 0,1-5 0,-4-1 0,8-4 0,-7 8 0,7-6 0,-4 11 0,5-8 0,0 4 0,0 1 0,0-1 0,0 1 0,0 3 0,0 2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51.9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4 154 24575,'6'-4'0,"2"3"0,-3-8 0,5 4 0,-5-5 0,8-3 0,-7 2 0,12-7 0,-7 7 0,7-7 0,-4 7 0,1-2 0,-1 3 0,-5 5 0,1 0 0,-1 5 0,-3-4 0,2 3 0,-3-3 0,5 8 0,4 6 0,-4 0 0,4 4 0,0 0 0,0 0 0,1 1 0,-1 3 0,-5-7 0,1 2 0,-1 1 0,1-3 0,-5 7 0,4-8 0,-8 8 0,7-3 0,-7 4 0,3 0 0,-4 10 0,0-7 0,0 3 0,0-12 0,0 1 0,0-3 0,-4-2 0,3 0 0,-7-4 0,7 4 0,-8 1 0,4-1 0,-5 1 0,0-1 0,1 1 0,-1-1 0,1-3 0,-1 2 0,0-7 0,1 8 0,-1-8 0,5 7 0,-8-7 0,7 3 0,-8-4 0,0 0 0,-1 0 0,-4 0 0,4 0 0,-3-4 0,7 3 0,-3-3 0,5-1 0,-1 0 0,1 0 0,-1-8 0,0 11 0,1-15 0,-1 15 0,1-11 0,3 8 0,-2-9 0,7 3 0,-8-7 0,8-1 0,-3-1 0,4 1 0,0-30 0,0 30 0,4-30 0,-3 34 0,8-4 0,-2-14 0,-1 14 0,0-9 0,-6 18 0,4 5 0,-3 1 0,3 4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0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10 24575,'-5'-5'0,"0"1"0,-4 4 0,-1 0 0,-4 0 0,3 0 0,-2 0 0,-1 0 0,-1 0 0,0 4 0,-3-3 0,7 7 0,-7-2 0,8 3 0,-9 5 0,9-4 0,-8 8 0,7-3 0,-3 0 0,5 3 0,-1-8 0,5 4 0,-4-4 0,8-1 0,-7 1 0,6-1 0,-2 5 0,4-4 0,0 4 0,0 0 0,4 1 0,2-1 0,3 4 0,1-7 0,3 3 0,-2-5 0,7 5 0,-3-4 0,4 4 0,0-9 0,10 6 0,-8-5 0,9 5 0,-11-1 0,-5-5 0,0 3 0,0-2 0,-4 3 0,4-4 0,-4 4 0,-1-4 0,5 5 0,-4-1 0,4 1 0,-4-1 0,-5 1 0,3-1 0,-6 1 0,6-1 0,-7 1 0,3 3 0,-4-2 0,0 7 0,0-8 0,0 8 0,-12 7 0,4-3 0,-9 3 0,3-7 0,-11 1 0,3 1 0,-7-2 0,14-4 0,-13-3 0,10-1 0,-42-2 0,33-4 0,-23-4 0,21 0 0,11 0 0,-6 0 0,15-4 0,-1 3 0,5-4 0,0 5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1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96 104 15484,'6'-10'0,"-2"1"3883,-4-1-3883,-4 5 1570,3-4-1570,-8 8 843,4-3-843,-5 4 2795,0 0-2795,5 4 0,-3 1 0,7 5 0,-8-1 0,4 9 0,-5-6 0,5 10 0,-4-7 0,8 0 0,-3-2 0,0-3 0,2-1 0,-2 1 0,4 4 0,0-4 0,0 18 0,0-10 0,0 7 0,4-12 0,-3-3 0,8-1 0,-8 1 0,7-5 0,-2 4 0,3-8 0,1 3 0,-1 0 0,5-3 0,-3 3 0,6 1 0,-6-4 0,3 3 0,-5-4 0,1 0 0,-5-40 0,-1 26 0,-14-66 0,-5 47 0,2-19 0,-5 12 0,12 19 0,-1-9 0,-2 15 0,8 2 0,-3 3 0,4 0 0,0 1 0,0-1 0,-4 5 0,2 5 0,-2 9 0,8 2 0,-3 2 0,18 41 0,-3-20 0,1 27 0,8-21 0,-18-19 0,11 9 0,-9-11 0,5 0 0,-4 0 0,4-5 0,-4 4 0,-1-7 0,1-2 0,-5 0 0,3-8 0,-2 7 0,3-2 0,-4-1 0,0-1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2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24575,'0'13'0,"0"-2"0,0 17 0,0-11 0,0 44 0,4-35 0,-3 25 0,-1 0 0,4-19 0,-4 20 0,0-2 0,4-23 0,-3 23 0,4-21 0,5 23 0,-8-19 0,8 16 0,-10-3 0,0-24 0,4 23 0,-3-31 0,3-4 0,-4 8 0,5-7 0,-4 3 0,3-5 0,-4 1 0,4-5 0,-3 3 0,3-2 0,1-1 0,-4-1 0,3-4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3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24575,'4'3'0,"-3"3"0,3 9 0,1 3 0,-4 7 0,3 7 0,-4 30 0,0 6 0,0 0 0,0-20 0,0 12 0,0-28 0,0 21 0,0-14 0,0-17 0,0 3 0,0-12 0,4-3 0,-3-5 0,3-1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4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1 258 18098,'12'-32'0,"-4"16"2931,5-20-2931,-4 25 1108,-4-7-1108,9 7 581,-4-7-581,4 8 0,0-4 0,40-28 1857,-25 29-1857,30-23 0,-40 36 0,0 0 0,0 0 0,0 0 0,0 0 0,10 0 0,-7 0 0,7 4 0,-10-3 0,0 7 0,0-7 0,-4 8 0,-2-8 0,-7 7 0,2 6 0,-3-2 0,5 10 0,-5-7 0,4-1 0,-8 0 0,3 0 0,-4-4 0,0 13 0,0-8 0,-4 4 0,-2-5 0,-3-4 0,-1-1 0,0 1 0,1-5 0,-1-1 0,-4-4 0,-11 0 0,-27 0 0,-16 0 0,-21 0 0,31 0 0,4 0 0,38 0 0,-3 0 0,10 0 0,-1 0 0,5 0 0,1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5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24575,'5'4'0,"-1"1"0,1 5 0,-4 4 0,3 0 0,-4 1 0,0 3 0,0-7 0,0 2 0,0-3 0,0-1 0,0 1 0,0-1 0,0 1 0,0-1 0,0 1 0,0 4 0,0-4 0,0 4 0,0-5 0,0-8 0,0-6 0,4-10 0,-3 0 0,8 1 0,-8 5 0,7-1 0,-3 1 0,5 3 0,4-2 0,-4 7 0,4-4 0,0 5 0,-4 0 0,4 0 0,-9 0 0,-1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6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88 17462,'4'14'0,"3"11"3178,3-8-3178,-2 11 1220,0-13-1220,-3 4 643,9-4-643,-3 3 2072,2-8-2072,-3 4 0,4-9 0,-4 4 0,4-8 0,-5 3 0,1-8 0,-5-1 0,4-9 0,-4 7 0,4-10 0,1 7 0,-5-9 0,4 4 0,-8-3 0,3 7 0,-4-7 0,0 3 0,0-4 0,-12-10 0,4 7 0,-14-3 0,16 11 0,-7 4 0,8 5 0,-5 1 0,0 4 0,5 4 0,1 1 0,4 5 0,-4-5 0,2 8 0,-2-7 0,0 8 0,3-5 0,-3 1 0,-1-1 0,4 1 0,-3-1 0,4 1 0,0 4 0,0-4 0,0 8 0,4-7 0,-3 7 0,8-8 0,-4 0 0,5-2 0,-1-7 0,1 3 0,-1 1 0,1-4 0,3 3 0,-2-4 0,3 0 0,-1 0 0,-2 0 0,38 10 0,-31-4 0,27 5 0,-36-6 0,-3-5 0,-2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6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24575,'0'9'0,"0"1"0,4-5 0,2-1 0,3-4 0,5 0 0,1 0 0,4 0 0,0 0 0,0 0 0,0 0 0,-4-4 0,-2 3 0,-7-3 0,-2 4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7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0 15636,'-8'7'0,"-3"1"3833,-4 11-3833,-13 3 1542,15-11-1542,-36 32 828,28-27-828,-40 44 2736,41-44-2736,-15 15 0,30-23 0,0-3 0,5 5 0,5 4 0,0-8 0,4 2 0,1-3 0,-1 0 0,15 0 0,-6 4 0,21-8 0,-22 3 0,22 2 0,-22 0 0,43 11 0,-37-6 0,26 4 0,-39-5 0,0-1 0,-2 1 0,-7-1 0,3 5 0,-4 1 0,0-1 0,0 4 0,-4-3 0,3 0 0,-8 3 0,4-8 0,0 4 0,-4-4 0,4-5 0,-5 3 0,1-2 0,-5-1 0,3-1 0,2-4 0,4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8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375 10 24575,'-10'0'0,"1"0"0,-1 0 0,1 0 0,-5 0 0,3-4 0,-3 3 0,0-3 0,-1 4 0,-4 0 0,-14 0 0,10 0 0,-6 0 0,15 0 0,4 0 0,-4 4 0,4 1 0,-4 5 0,0 3 0,-1 2 0,-15 35 0,16-13 0,-10 11 0,23-19 0,-3-15 0,4 1 0,0 3 0,0-7 0,0 7 0,8-8 0,-1 4 0,11-9 0,-8-1 0,8 1 0,-7-4 0,11 3 0,-6-4 0,7-4 0,-4-2 0,10-11 0,-7 1 0,7-3 0,-6-9 0,-3 10 0,-1-11 0,-6 10 0,-3 0 0,-1 0 0,-3-1 0,-2 6 0,-4 0 0,0 13 0,0 2 0,0 8 0,4-4 0,-3 4 0,3-4 0,10 51 0,-1 14 0,0-17 0,4 21 0,1-4 0,-6-39 0,-1-6 0,-5-11 0,2-4 0,-3-5 0,5-1 0,-5-8 0,-1 3 0,-4-3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8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24575,'0'13'0,"0"-8"0,0 33 0,12 31 0,-3-6 0,0 10-1730,0-8 0,1 6 0,2 1 1730,3 5 0,2 1 0,-2 2 0,-2 11 0,-1 2 0,1-7-635,9 1 0,-1-1 635,-9-3 0,-3 6 0,3-6 0,9 4 0,1-2 0,-10-15 0,-2 2 0,2-6-387,8 6 1,-1-8 386,0 20 0,-11-57 0,-2-3 811,-2-19 1,-2-1-1,2-4 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16.3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9219 24575,'9'0'0,"1"0"0,-1 0 0,-3-4 0,2 3 0,-3-12 0,9 7 0,1-12 0,4 3 0,21-25 0,24-13 0,-14 6 0,1 9 0,-3 2 0,-19 10-586,37-20 0,5-5 586,-11-1 0,-3 12 0,0 1 0,-5-6 0,3 2 0,1-2 0,14-15 0,-6 5 0,12-9 0,-10 7 0,-21 15 0,-3 0 0,13-7 0,5-5 0,-7 6 0,-18 12 0,1 1-820,22-14 0,10-5 0,-7 2 820,-12 1 0,1 0 0,8 4 0,9-2 0,-4-2 0,-7-6 0,-3-2 0,-2 6 0,11 2 0,1 2 0,-7-2 0,3-5 0,-2 6 0,8-2 0,-3 4-1986,-8 1 1,6-4 1985,1 7 0,10-4 0,3-2 0,-9 4 0,-9 1 0,-5 2 0,6-2 0,12-3 0,9-2 0,1 1 0,-9 2-943,-7 3 1,-6 3-1,0-1 943,2 0 0,-1-1 0,2 1-974,2 0 1,0 1-1,5-6 974,6-6 0,5-7 0,1 0 0,-4 3 0,2-1 0,-4 3 0,5-3-244,-15 12 0,4-2 1,1-2-1,-2 2 1,-6 2 243,9-9 0,-6 2 0,2 1 0,4 2 0,2 1 0,5-5 0,-10 4 0,5-5 0,2-3 0,-1 1 0,-4 4-185,-4 3 0,-5 4 1,3-1-1,6-5 185,-5 5 0,7-5 0,5-3 0,1 0 0,-2 0 0,-4 5 0,-8 4 207,20-15 0,-9 7 0,5-2-207,-13 10 0,7-3 0,1 0 0,-4 2 0,-7 4 396,2-2 0,-8 5 0,1-2-396,7-6 0,0-1 0,0 1 0,-5 4 0,-1 1 0,2 0 0,5-6 0,1-1 0,-1 3 0,-8 9 0,0 3 0,-1-1 546,1-5 0,0-1 1,-1 4-547,13 0 0,-1 2 0,-2-13 0,-1 1 1692,2 14 1,-4 3-1693,19-26 782,-30 28 0,-2 3-782,-3 3 3269,16-11-3269,-1 5 0,15-25 708,-22 23 1,2-3-709,-3-6 0,3-1-175,18-2 1,4 0 174,-2-9 0,2-1-1658,-19 16 1,2 0 0,6-2 1657,3-3 0,7-4 0,-1 1 0,-5 2 0,-5 2 0,-5 2 0,4-1-637,18-11 1,4-1 0,-8 6 636,-10 11 0,-8 1-114,-5-6 1,-2 1 113,2 13 0,-2 0 0,-11-10 0,-1 1 0,11 9 0,-1 0 0,-7-9 0,1-1 0,19 2 0,1-2 40,-11-10 0,-1-1-40,11 5 0,1-1 1328,-2-12 1,1-1-1329,5 3 0,3 2 0,-2 0 0,0-2 0,1-4 0,5-3-588,-20 18 1,7-1 0,1-1-1,-7 3 588,20-19 0,1-1 0,-14 15 0,8-4 0,-2 1 0,-13 9 211,-12 7 0,-5 3-211,12-6 0,-7 5 1005,-18 12-1005,-10 1 1589,-4 12-1589,-1-7 1489,-5 12 1,-4-4 0,0 5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21.3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1 342 24575,'4'-10'0,"-3"0"0,8 1 0,-8-1 0,7 1 0,-7-1 0,8-4 0,-8-1 0,7 0 0,-7 1 0,3 5 0,1-1 0,-4 1 0,3-5 0,0 3 0,-3-3 0,3 5 0,-4-1 0,5 0 0,-4 1 0,3-1 0,0 1 0,-3-5 0,3 3 0,1-3 0,-4 0 0,7 8 0,-7-7 0,3 8 0,-4-5 0,0 1 0,5 3 0,-4 6 0,3 6 0,-4 3 0,0 5 0,0 1 0,0 4 0,-12 51 0,9-27 0,-9 40 0,12-41 0,-6 0 0,5 9 0,0 2 0,-5 5 0,6-5 0,0-2 0,-6-9 0,4 42 0,-4-42 0,6 28 0,0-51 0,0 0 0,0 0 0,0 0 0,0-4 0,-4-1 0,2-5 0,-2-3 0,4-2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25.9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24575,'10'0'0,"3"0"0,2 0 0,0 0 0,13 0 0,-15 0 0,15 0 0,-17 0 0,7 0 0,-8 0 0,4 0 0,-4 0 0,-1 0 0,1 0 0,-1 0 0,-4 0 0,0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26.7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24575,'4'13'0,"1"-2"0,9 3 0,-4-5 0,4 1 0,0-1 0,1 1 0,4 3 0,-4-6 0,-2 5 0,1-6 0,-8 3 0,7-3 0,-8 6 0,5-5 0,-5 6 0,3-3 0,-2-1 0,-1 1 0,3-1 0,-6 1 0,6-1 0,-7 1 0,3-1 0,-4 1 0,0-1 0,0 1 0,0-1 0,0 1 0,0-1 0,-4 1 0,-1-5 0,-5 8 0,0-11 0,1 11 0,-1-12 0,-4 3 0,-11-4 0,8 4 0,-7-3 0,14 3 0,1-4 0,-1 0 0,0 0 0,5 0 0,1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27.3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24575,'10'0'0,"3"0"0,-2 0 0,3 0 0,-1 0 0,-2 0 0,3 0 0,-1 0 0,-2 0 0,3 0 0,-1 0 0,-2 0 0,3 0 0,-5 0 0,-4 0 0,0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28.3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12 154 24575,'6'-5'0,"2"0"0,-3-5 0,5 1 0,-1-5 0,5-1 0,-3 0 0,2 1 0,1 5 0,1-5 0,4 3 0,-4-3 0,-2 9 0,-3 1 0,-5 0 0,4 3 0,-4-4 0,5 5 0,-5 4 0,3-2 0,-7 6 0,12 2 0,-11 0 0,11 4 0,-12-5 0,3 1 0,0-1 0,-3 1 0,4-1 0,-5 1 0,0 12 0,0-9 0,0 9 0,-5-13 0,4 5 0,-7-3 0,2 7 0,1-8 0,-4 8 0,4-12 0,-5 7 0,1-3 0,-1-4 0,1 7 0,-1-8 0,0 0 0,1-1 0,-1-4 0,1 0 0,-1 0 0,0 0 0,1 0 0,-1 0 0,1 0 0,-1-4 0,-12-24 0,9 13 0,-5-22 0,10 26 0,3-7 0,-1 7 0,2-2 0,4 3 0,0-4 0,0-1 0,4-4 0,-3 9 0,3 1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29.5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24575,'5'23'0,"0"-3"0,6 14 0,-5-4 0,6 11 0,-10-11 0,4-1 0,-6 1 0,0-13 0,0 7 0,0-15 0,0 9 0,0-6 0,0 6 0,0-9 0,0 1 0,0-1 0,0-3 0,0-2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30.8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1 24575,'0'15'0,"0"13"0,0-1 0,-4 19 0,3-3 0,-10 3 0,10-14 0,-5-3 0,-1 0 0,6-11 0,-5 6 0,6-15 0,4-4 0,-3-5 0,7-1 0,-2-3 0,3 0 0,23-3 0,-12 1 0,13-1 0,-15 7 0,7 0 0,-3 0 0,3 0 0,-7 0 0,-12 5 0,7-4 0,-8 3 0,4-4 0,1 0 0,-5 4 0,-5-3 0,-9-5 0,2-7 0,-6-4 0,-7-34 0,0-4 0,-8-15 0,17 15 0,0 28 0,10 3 0,-3 18 0,4-3 0,0 52 0,0-4 0,6 24 0,-5-15 0,12 0 0,-6-6 0,1 7 0,8 11 0,-13-29 0,7 26 0,-10-41 0,4 11 0,-3-10 0,3-4 0,-4-6 0,0-5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31.8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107 35 24575,'-10'0'0,"0"0"0,1 0 0,-1 0 0,0-4 0,1 3 0,-1-3 0,1 4 0,3 4 0,-2-3 0,7 8 0,-8-8 0,8 7 0,-3-3 0,4 9 0,0-3 0,0 2 0,0-3 0,0-1 0,0 1 0,0-1 0,0 1 0,0-1 0,0 1 0,0-1 0,4-3 0,1 2 0,5-3 0,-1 1 0,1-2 0,-1-4 0,1 0 0,4 0 0,-4 0 0,4 0 0,-5-4 0,1 3 0,-1-8 0,1 4 0,-1-5 0,-3-4 0,2-1 0,-7-4 0,3-10 0,1 7 0,-4-7 0,3 10 0,-4 4 0,0 10 0,0 14 0,0 17 0,0-4 0,0 6 0,0 18 0,0-20 0,0 23 0,0 4 0,0 10 0,0 26 0,0-35 0,0-4 0,0-8 0,0 29 0,0-21 0,0-27 0,0 36 0,0-46 0,0 11 0,0-19 0,0-1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34.0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1 24575,'-9'9'0,"-9"15"0,6-6 0,-1 7 0,4-3 0,4-6 0,0 3 0,0 9 0,5-11 0,0 12 0,0-14 0,0 3 0,0 1 0,5-3 0,-4 2 0,7-13 0,-3 3 0,5-7 0,-1 8 0,1-8 0,-1 3 0,1 0 0,-1-3 0,-3 8 0,6-4 0,-5 5 0,6-5 0,-3 3 0,-5-2 0,4-1 0,-8 3 0,7-6 0,-7 6 0,8-7 0,-8 7 0,7 2 0,-7 1 0,8 2 0,-8-3 0,3-1 0,0 5 0,-3-3 0,4 7 0,-5-8 0,0 4 0,0-5 0,0 1 0,0-1 0,-9 5 0,7-3 0,-11 2 0,8-3 0,-5 4 0,1-4 0,-1 0 0,0-6 0,1-4 0,-1 0 0,1 0 0,3 0 0,2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34.7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24575,'10'0'0,"-1"0"0,1 0 0,-1 0 0,1 0 0,-1 0 0,1 0 0,-1 0 0,1 0 0,-1 0 0,1 0 0,-1 0 0,1 0 0,-1 0 0,1 0 0,-1 0 0,1 0 0,-5 0 0,-1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35.7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0 549 24575,'10'0'0,"-5"-4"0,-1-1 0,1-5 0,0-4 0,4-1 0,-3 0 0,10-13 0,7-20 0,-6 11 0,12-9 0,-2 2 0,-13 15 0,35-40 0,-37 47 0,5-3 0,18-14 0,-19 23 0,19-23 0,-26 32 0,1-10 0,0 15 0,-1-6 0,-4 3 0,4 4 0,-4-3 0,5 4 0,-1 0 0,1 4 0,-1 2 0,1-1 0,-1 3 0,1-2 0,-5 7 0,3-2 0,-2 3 0,19 30 0,-16-25 0,15 30 0,-19-35 0,4 5 0,1 0 0,-5 0 0,6 15 0,-10-16 0,5 10 0,-6-14 0,0-3 0,0 2 0,0-3 0,0-1 0,-4-3 0,3 2 0,-8-3 0,4 1 0,0 2 0,-8-7 0,7 3 0,-12-4 0,3 0 0,0 0 0,-3 0 0,3 0 0,-4 0 0,-11 0 0,13-4 0,-11 3 0,17-3 0,-3-1 0,5 4 0,3-7 0,2 3 0,4-9 0,0 3 0,0-7 0,0 3 0,0-14 0,0 7 0,6-17 0,0 17 0,1-3 0,2 15 0,-8 6 0,3 4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38.2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24575,'9'0'0,"-3"4"0,2-3 0,-3 3 0,5-4 0,-1 0 0,9 5 0,-2-4 0,7 3 0,-4 0 0,11-3 0,1 3 0,1 1 0,7-4 0,-7 9 0,0-8 0,-7 4 0,-11-6 0,-5 0 0,-4 4 0,4-3 0,-4 3 0,5-4 0,-1 0 0,-4 0 0,0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39.5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 1 24575,'0'7'0,"-6"10"0,4 5 0,-8 6 0,4-17 0,-11 25 0,9-16 0,-9 13 0,16-19 0,-3-5 0,4 1 0,0-1 0,0 1 0,0-1 0,4 1 0,2-1 0,3-3 0,-4 2 0,4-7 0,-4 3 0,5 1 0,3-4 0,-2 3 0,7 0 0,-3-3 0,4 3 0,0 1 0,0-4 0,-5 3 0,0-4 0,-4 0 0,-1 0 0,1 0 0,-1 0 0,1 0 0,-1 0 0,1 0 0,-1 0 0,1 0 0,-1 0 0,-4-4 0,4 3 0,-8-12 0,3 2 0,-8-8 0,3 0 0,-3 4 0,-1-3 0,4 3 0,-3 0 0,0 1 0,3 1 0,-4 2 0,5-3 0,0 4 0,0 9 0,0 7 0,0 19 0,0-8 0,0 11 0,0-13 0,0 4 0,0 10 0,0-8 0,5 9 0,-4-16 0,15 15 0,-13-12 0,10 12 0,-9-14 0,-3-1 0,3-5 0,-4 1 0,5-1 0,-4 1 0,3-1 0,-4 1 0,0-1 0,4-4 0,-3 4 0,3-4 0,1 5 0,-4-1 0,3-4 0,-4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41.0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183 150 24575,'-10'0'0,"1"0"0,-1-4 0,0-2 0,1-3 0,-1-1 0,1-4 0,3 4 0,-2-4 0,2 0 0,-3 3 0,-1-2 0,1-1 0,-5 3 0,3 2 0,-3 0 0,5 8 0,3 1 0,-2 5 0,7 9 0,-4 1 0,5 4 0,0 0 0,5 0 0,0 0 0,6 10 0,-1-8 0,-2 4 0,0-11 0,-3 0 0,5-4 0,-1 4 0,1-4 0,-1-1 0,1 1 0,-1-1 0,1 1 0,-5-1 0,4-4 0,-8 4 0,7-8 0,-3 3 0,5-8 0,-1 3 0,5-8 0,-3 0 0,7-2 0,-8-3 0,4 5 0,-5-5 0,1 3 0,-5-7 0,4 3 0,-8-4 0,3 0 0,-4 4 0,0 1 0,0 5 0,0-1 0,0 0 0,-4 5 0,3-3 0,-4 2 0,5-3 0,0 7 0,0 12 0,6 16 0,-4 31 0,10-10 0,-10 16 0,4-32 0,0 9 0,-4-19 0,4 8 0,-2-10 0,-3 0 0,3 10 0,-4-7 0,0 7 0,0-14 0,0 3 0,0-3 0,5 0 0,-4-2 0,3-3 0,-4-1 0,0 1 0,0-1 0,4 1 0,-3-1 0,3 1 0,1-5 0,-4-1 0,3-4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41.7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 17097,'5'-10'0,"-4"1"3316,3 12-3316,-4 3 0,0 65 0,0-22 0,0 7 0,0 6 0,0 8 0,0-1-221,0 18 1,0-3 220,0-12 0,0-4 1043,0 31-1043,0-77 2036,4 25-2036,-3-28 0,3-4 0,-4-1 1524,5-5-1524,-4 1 0,3-1 0,-4 1 0,0-1 0,0-3 0,0-2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42.6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24575,'6'5'0,"-2"0"0,-4 40 0,5 20 0,2 4 0,-4 9-1598,3 13 1,0 1 1597,-6-8 0,-1-28 0,2 3 0,5 7 0,0-2 749,-3 30-749,9 3 0,-12-32 0,0-15 0,0-18 0,0-7 0,0-16 0,0-4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44.8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1 446 24575,'4'14'0,"-3"-4"0,8 8 0,-8-7 0,7-2 0,-7 0 0,8-8 0,-4-5 0,9-7 0,28-48 0,-12 20 0,18-23 0,2-7 0,-14 36 0,-1-8 0,1 1 0,8 14 0,-1-13 0,-14 22 0,-14 2 0,-1 1 0,-5 9 0,-3-4 0,2 4 0,-7-5 0,8 5 0,-8-4 0,3 8 0,-4-3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47.6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1 24575,'0'9'0,"0"19"0,0-9 0,-7 24 0,6-11 0,-5 10 0,1-11 0,4-6 0,-3-7 0,4-7 0,0 7 0,0-3 0,0-1 0,0 4 0,0-7 0,4-2 0,-3 0 0,4-4 0,-5 5 0,0-1 0,0 1 0,0-1 0,0 1 0,0 3 0,-5-2 0,4-2 0,-3-4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48.8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204 247 24575,'-9'0'0,"-1"0"0,-4-13 0,4 6 0,-13-26 0,12 20 0,-7-15 0,0 3 0,7 3 0,-7-3 0,12 11 0,-2 0 0,7 4 0,-3-4 0,4 4 0,0 1 0,4 3 0,1 2 0,5 4 0,-1 4 0,-4 6 0,4 0 0,-8 8 0,3-7 0,0 3 0,-3 8 0,4-5 0,-5 6 0,0-5 0,0-3 0,0 4 0,-5 0 0,4 10 0,-15 3 0,12-1 0,-20 9 0,20-23 0,-12 11 0,8-3 0,-2-8 0,3 11 0,3-13 0,4 0 0,0-1 0,0-5 0,4 1 0,1-1 0,5-3 0,-1-2 0,1-4 0,-1 0 0,1 0 0,-1 0 0,1 0 0,-1 0 0,1 0 0,-1 0 0,-3-4 0,2-2 0,-7-3 0,3-5 0,-4-1 0,0 0 0,0-3 0,-4 7 0,-1-7 0,-5 8 0,1-4 0,-1 8 0,0-2 0,1 7 0,-1-4 0,1 1 0,-1 3 0,5-7 0,-4 7 0,8-8 0,-8 8 0,8-8 0,-3 4 0,4-5 0,0 5 0,0 1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49.7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1 24575,'-9'0'0,"-1"0"0,1 0 0,-1 0 0,0 4 0,1-3 0,3 7 0,-2-6 0,7 6 0,-3-3 0,4 5 0,0-1 0,0 1 0,0-1 0,4 1 0,1 3 0,5-2 0,3 3 0,-2-5 0,3 1 0,-5-1 0,1 1 0,-1-1 0,5 1 0,-4 4 0,8-4 0,-7 8 0,3-3 0,-5 4 0,-4-4 0,4-2 0,-8-3 0,3-1 0,-4 1 0,0-1 0,0 1 0,0-1 0,0 1 0,0-1 0,-4 1 0,-2-5 0,-3-1 0,-5-4 0,-1 0 0,0 0 0,6 0 0,4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50.3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29 24575,'4'-5'0,"6"1"0,1-1 0,6 4 0,2-3 0,-3 0 0,2 3 0,-8-4 0,-1 5 0,1 0 0,-1 0 0,1 0 0,-5 0 0,-1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54.1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24575,'0'9'0,"4"5"0,-2 32 0,2-19 0,-4 19 0,0 10 0,0-4 0,0 0 0,0 37 0,0-38 0,0 0 0,0 41 0,0-14 0,-1-13 0,2-2 0,3-10 0,-3-4 0,3-38 0,-4-2 0,0-4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54.8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24575,'10'0'0,"3"0"0,2 4 0,4 2 0,10-1 0,-7 3 0,7-7 0,-10 4 0,-4-1 0,11-3 0,-9 3 0,6 0 0,-5-3 0,-3 4 0,0-5 0,-1 0 0,-1 0 0,21 0 0,0 0 0,6 0 0,-15 0 0,-7 0 0,-4 0 0,1 0 0,-1 0 0,-9 0 0,-1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55.6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39 24575,'4'-5'0,"-3"-4"0,4 4 0,-1-5 0,-3 1 0,3 22 0,-4-4 0,0 51 0,0 18-1253,0-23 1,0 5 1252,1 28 0,-2 1 0,-5-15 0,0-2-751,5 8 1,-1-3 750,-4-19 0,0-7 0,6 7 0,0-8 0,0-31 0,0-4 2295,0-1-2295,0-5 1711,0 1-1711,0-1 0,0 1 0,0-1 0,0 1 0,0 8 0,0-7 0,0 7 0,0-8 0,0-1 0,0 1 0,0-1 0,0 1 0,0-5 0,0-1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57.9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214 1 24575,'-14'4'0,"8"1"0,-11 5 0,6 3 0,-3-2 0,0 3 0,-4 8 0,-2 5 0,-9 13 0,8 2 0,2-10 0,8-3 0,1-14 0,5 13 0,1-11 0,8 12 0,1-14 0,5-1 0,-1-9 0,5 8 0,1-7 0,4 8 0,0-5 0,0 1 0,-5-5 0,4 4 0,-7-4 0,3 0 0,-5 4 0,1-4 0,-1 0 0,1 4 0,-5-4 0,-1 4 0,-4 1 0,0-1 0,0 5 0,0-3 0,-4 7 0,-1-8 0,-1 4 0,-2-5 0,2 1 0,-3-1 0,-5-3 0,3-2 0,-3-4 0,1 0 0,2 0 0,-3 0 0,4 0 0,5 0 0,1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58.5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67 24575,'6'-4'0,"-2"-1"0,0-5 0,-3 0 0,8 5 0,-8-3 0,7 7 0,-7-8 0,8 8 0,-4-3 0,4-1 0,1 4 0,-1-3 0,1 4 0,-1 0 0,1 0 0,-1 0 0,9 0 0,-6 0 0,6 0 0,-9 0 0,1 0 0,-1 0 0,1 0 0,4 0 0,-4 0 0,4 0 0,-9 0 0,0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59.5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1 485 24575,'5'-10'0,"3"0"0,-7 1 0,22-9 0,2-29 0,2 21 0,3-24 0,24-4 0,-29 25 0,22-13 0,3-3 0,-4-2 0,18-1 0,-19 9 0,-29 32 0,-3 3 0,-4 9 0,-2 19 0,3-6 0,-3 11 0,17 21 0,-19-23 0,19 23 0,-23-31 0,3-5 0,0 4 0,-2-3 0,2 4 0,-4 0 0,0-4 0,0-1 0,-5-5 0,4 1 0,-3-1 0,0-4 0,3 4 0,-8-8 0,8 7 0,-7-7 0,2 8 0,-3-8 0,-5 3 0,-9-4 0,1 0 0,-5 0 0,8-8 0,4 1 0,1-7 0,4 1 0,5 2 0,-4-3 0,8 5 0,-3-1 0,4-4 0,0 3 0,0-2 0,0 3 0,0 0 0,4 5 0,-3-4 0,8 4 0,-8-4 0,7 3 0,-7-2 0,4 7 0,-5-4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00.2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24575,'10'0'0,"-1"0"0,1 0 0,-1 0 0,1 0 0,-1 0 0,5 0 0,-4 0 0,4 0 0,-4 4 0,-1-3 0,1 4 0,-1-5 0,1 0 0,-1 0 0,1 0 0,-1 0 0,1 0 0,-1 0 0,-4 0 0,0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01.5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126 263 24575,'0'-9'0,"0"-1"0,-4-4 0,-6-1 0,-9-14 0,3 11 0,-2-10 0,9 13 0,3 0 0,-2-3 0,7 8 0,-3-4 0,4 0 0,4 3 0,1-2 0,5 3 0,-1 5 0,-4-4 0,4 8 0,-4-3 0,5 4 0,-1 0 0,1 4 0,-1 5 0,1 2 0,-1 7 0,1-7 0,-1 6 0,1-2 0,-1 4 0,-4 0 0,4-4 0,-8 3 0,7-3 0,-7 0 0,4-2 0,-5 1 0,0-3 0,-5 7 0,0-8 0,-5 4 0,1 0 0,-5 0 0,-1 5 0,-4 0 0,0 0 0,0 0 0,4 0 0,1 0 0,4-4 0,1 3 0,-1-3 0,1 4 0,3 0 0,2-4 0,0 3 0,3-8 0,-4 8 0,5-7 0,0 2 0,0-3 0,5-1 0,0 5 0,4-3 0,1 3 0,-1-9 0,1 3 0,-1-7 0,1 4 0,-1-5 0,1 4 0,-1-3 0,1 3 0,-1-4 0,1 0 0,-1 0 0,-3-4 0,2-2 0,-7-7 0,3 2 0,1-7 0,-4 7 0,3-7 0,-4 3 0,0 0 0,0 2 0,-4 3 0,-2-4 0,-3 8 0,3-7 0,-2 12 0,-2-8 0,0 8 0,-4-3 0,4 0 0,1 3 0,3-8 0,2 8 0,4-3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02.3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 0 24575,'-10'15'0,"5"-1"0,-4 0 0,4 0 0,-1 15 0,-2-15 0,7 13 0,-3-21 0,4 12 0,0-8 0,0 4 0,4-4 0,1-1 0,0 1 0,8-1 0,-7 1 0,12-1 0,7 9 0,-7-7 0,10 7 0,38-1 0,-34-5 0,49 7 0,-59-9 0,38 7 0,-38-10 0,23 3 0,-35-6 0,-1 1 0,-3 5 0,-2-1 0,-4 1 0,0-1 0,0 1 0,0-1 0,0 1 0,0-1 0,0 1 0,-5-1 0,4 1 0,-11-1 0,10 1 0,-11-1 0,7-3 0,-3-2 0,-5-4 0,3 0 0,-3 0 0,5 0 0,4 0 0,0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03.0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24575,'15'0'0,"-2"4"0,41-3 0,-30 3 0,34 3 0,3-2 0,-27-2 0,55 16 0,-71-18 0,20 5 0,-25-6 0,11 0 0,-14 0 0,-1 0 0,1 0 0,-1 0 0,-4 0 0,0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03.7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24575,'0'24'0,"0"-7"0,0 43 0,0-2-928,0 5 0,0 4 928,0 33-575,-1-14 1,2 0 574,9 13 0,-8-4 707,8-36-707,-4-31 0,-4 3 0,4-6 884,-2-11-884,-3-5 1414,4 1-1414,-5-1 0,4 1 0,-3-1 0,3 1 0,-4 4 0,0-4 0,0 4 0,0 0 0,0 0 0,0 1 0,0 3 0,0-7 0,0-2 0,0-4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05.9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1 567 24575,'0'9'0,"4"1"0,-3-1 0,7 1 0,-2-5 0,-1 3 0,3-6 0,-2 2 0,3-4 0,1-5 0,3-8 0,13-34 0,24-24 0,-17 11 0,5 8 0,-3 5 0,-17 18 0,25-40 0,-33 47 0,2-3 0,5-3 0,-5 15 0,8-26 0,-10 26 0,1-11 0,-2 15 0,1-1 0,4-4 0,-4 3 0,0-2 0,-2 7 0,-7 2 0,4 4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09.4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24575,'6'19'0,"-2"10"0,0-8 0,-3 40 0,3-25 0,-4 27 0,7-21 0,-6-10 0,5 7 0,-6-17 0,0 3 0,0-7 0,0-4 0,0 1 0,0-1 0,-4-5 0,3-3 0,-3-2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14.1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12613,'10'0'0,"-1"0"4690,1 0-4690,-1 0 2079,1 0-2079,-1 0 1160,5 0-1160,-4 0 4033,8 0-4033,6 0 0,-8 0 0,11 0 0,-17 0 0,4 0 0,-4 0 0,3 0 0,-2 0 0,11 0 0,-10 0 0,10 0 0,-12 0 0,4 0 0,-9 0 0,0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15.0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24575,'0'19'0,"0"73"-1062,0-24 1062,0 8 0,0-1 0,0-12 0,0-10 0,0-4 0,0-12 0,0 13 0,0 2 0,0 0 347,0 19-347,0-46 177,4-7-177,-3-8 0,4 4 0,-5-4 538,0-1-538,0 1 0,0-1 0,0 1 0,0-1 0,0 5 0,0 1 0,0 4 0,0 0 0,0 0 0,0-5 0,0 0 0,0 0 0,0-8 0,0 3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17.6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336 116 13999,'-9'0'0,"-1"-5"4338,0 4-4338,5-7 1833,-3 2-1833,2 1 1003,-3-3-1003,-1 6 3402,0-6-3402,5 3 0,-3-1 0,2-2 0,-3 2 0,-1 1 0,0 1 0,1 0 0,-1 2 0,1-6 0,-10 3 0,12-5 0,-10 5 0,12 0 0,-5 10 0,0 0 0,-3 9 0,2 0 0,-7 5 0,7 0 0,-7 5 0,12-9 0,-7 8 0,8-9 0,-5 5 0,5 0 0,0 0 0,5-4 0,0 3 0,0-7 0,0 2 0,5-7 0,-4 2 0,7-7 0,-7 8 0,8-8 0,-8 7 0,7-7 0,2 8 0,0-8 0,4 3 0,-5-4 0,1 0 0,-1 0 0,1 0 0,-1-4 0,1-2 0,-5-3 0,4-1 0,-8 1 0,11-10 0,-5 3 0,2-3 0,0 5 0,-4 1 0,0 2 0,-1-7 0,1 7 0,-4-7 0,7 3 0,-7 0 0,8 2 0,-8 3 0,7 0 0,-7 1 0,3-1 0,-4 0 0,5 5 0,-4 5 0,3 5 0,-4 9 0,0 11 0,0 7 0,0 30-6784,0-14 6784,0 4 0,0-13 0,0 14 0,0-16 0,0 13 0,0-31 0,0 0 6784,0-4-6784,0-2 0,0 1 0,0-3 0,0 7 0,0-8 0,0 4 0,0-4 0,0-1 0,0 1 0,0-5 0,0-1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18.9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1 254 24575,'0'-10'0,"0"0"0,0 1 0,0-1 0,0 1 0,0-1 0,4 0 0,-3 1 0,3-1 0,-4 1 0,4-1 0,-3 0 0,16-14 0,-14 11 0,14-11 0,-12 15 0,9-5 0,-4 3 0,4-3 0,-9 5 0,4 3 0,-4-2 0,4 7 0,1-4 0,-1 5 0,1 0 0,-1 0 0,-3 5 0,6 0 0,-5 9 0,6-4 0,1 8 0,-3-7 0,3 7 0,-5-8 0,1 4 0,-1-5 0,-4 1 0,4-1 0,-8 1 0,3 4 0,-4 1 0,0 4 0,0 0 0,0 0 0,0 0 0,0-5 0,0 4 0,0-3 0,0 0 0,0-1 0,0-1 0,-4-2 0,-2 3 0,1-5 0,-3 1 0,6-1 0,-6-4 0,3 4 0,-5-4 0,0 0 0,1 0 0,-1-5 0,-4 0 0,4 0 0,-4 0 0,4 0 0,1 0 0,-5-13 0,3 5 0,-3-14 0,5 11 0,-1-7 0,0 8 0,5-8 0,1 7 0,-1-7 0,4 7 0,-3-7 0,4 8 0,0-9 0,0 9 0,4-4 0,-3 4 0,4 1 0,-5 3 0,0 2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19.7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24575,'10'0'0,"-1"0"0,1 0 0,-5 4 0,8-3 0,-7 3 0,8-4 0,10 0 0,-7 0 0,22 0 0,-17 0 0,7 0 0,-10 0 0,-4 0 0,-1 0 0,-5 0 0,1 0 0,-1 0 0,1 4 0,-1-3 0,1 4 0,-5-5 0,-1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21.0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330 78 8191,'-9'-15'0,"3"1"5063,-2 4-5063,2 1 2818,-3-1-2818,-1 5 1719,0-4-1719,1 8 6784,-1-3-6784,1 4 0,-1 0 0,0 4 0,-3 1 0,2 5 0,-3-1 0,-10 9 0,11-2 0,-15 3 0,-8 20 0,15-19 0,-13 20 0,24-25 0,5-2 0,0 1 0,1 1 0,3 0 0,-3-2 0,4 1 0,0-3 0,0 2 0,4-3 0,1-5 0,0 4 0,4-4 0,-4 0 0,5 4 0,3-8 0,2 7 0,54 3 0,-38-4 0,34 3 0,-37-10 0,-15 0 0,15 0 0,-17 0 0,2-5 0,1 0 0,-8-5 0,3 1 0,-5 3 0,1-6 0,1-9 0,2 3 0,-7-10 0,8 13 0,-8 0 0,9-13 0,-8 11 0,4-8 0,-6 11 0,0 4 0,4-4 0,-3 4 0,3-4 0,-4 4 0,4 1 0,-2 22 0,2-8 0,-4 54 0,0-37 0,0 59 0,0-44 0,0 26 0,0-21 0,0 0 0,0-15 0,0 1 0,0-9 0,0-3 0,0 6 0,0-7 0,0 4 0,-5-4 0,4-1 0,-3-1 0,4-2 0,0 7 0,0-8 0,0 4 0,-4-4 0,3-1 0,-3 1 0,4-5 0,0-1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22.0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1 173 15188,'4'-10'0,"-3"1"3979,8-1-3979,-8 0 1622,7 5-1622,-3-4 875,5 0-875,-1-2 2911,1-3-2911,-1 9 0,1-4 0,-1 8 0,-3-7 0,2 7 0,2-8 0,0 4 0,18-7 0,-14 7 0,24-8 0,-25 12 0,11-10 0,-10 10 0,-4-3 0,4 8 0,-9 1 0,4 9 0,4 11 0,-1-8 0,1 11 0,-9-17 0,0 3 0,-3 9 0,4-9 0,-1 9 0,-3-5 0,3-6 0,-4 6 0,0-4 0,0-4 0,0 4 0,-4-4 0,3-1 0,-8 1 0,4-1 0,-5-4 0,5 4 0,-3-8 0,2 3 0,-8-4 0,4 0 0,-8 0 0,3 0 0,-4-4 0,-1-2 0,6-3 0,-4-1 0,7 1 0,-3-1 0,4 5 0,1-4 0,-1 4 0,5-5 0,-4 1 0,8-1 0,-3 0 0,4 1 0,0-1 0,0 1 0,0-1 0,0 0 0,0 1 0,0-1 0,0 0 0,0 1 0,0-1 0,0 1 0,0 3 0,0 2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22.7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24575,'9'0'0,"-4"4"0,4 6 0,-4 4 0,0 36 0,0-13 0,-5 47 0,-1-29 0,2 0 0,5 23-681,-5-5 0,-1 0 681,7 0 0,-7 1 0,0-25 0,0-34 0,0 0 0,0 3 0,0-8 1362,0 4-1362,0-4 0,0-1 0,0 1 0,0-1 0,0 1 0,0-1 0,4-4 0,-3 8 0,3-7 0,-4 8 0,0-4 0,0-1 0,0 1 0,0-1 0,0-4 0,0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23.8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1 24575,'0'13'0,"0"33"0,0-23 0,0 36 0,0-42 0,0 12 0,0-14 0,-6 13 0,4-15 0,-4 11 0,6 0 0,0-7 0,0 8 0,0-11 0,0-5 0,0 1 0,0-5 0,0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24.5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29 24575,'9'0'0,"5"0"0,-4 0 0,8 0 0,-3 0 0,0 0 0,3 0 0,-3-4 0,0 3 0,-2-4 0,-3 5 0,3 0 0,-2 0 0,7 0 0,-7-4 0,2 3 0,-3-3 0,4 4 0,0 0 0,1 0 0,3 0 0,-3 0 0,0 0 0,3 0 0,-8 0 0,4 0 0,-9-4 0,-1 2 0,-4-2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25.8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0 972 24575,'10'0'0,"-1"0"0,1 0 0,-5 4 0,3-3 0,-7 7 0,4-2 0,-1 3 0,-3 1 0,7-1 0,-2-4 0,28-30 0,-13 9 0,12-21 0,1-6 0,-4 4 0,3 0 0,3-5-1042,1-2 0,0-1 1042,1 1 0,3-3 0,18-25 0,-1 1 0,-17 25 0,-2 1 0,3-13 0,-3 5 0,0 11 0,11-26 0,-26 40 0,17-13 0,-22 18 0,-10 11 0,-5 9 0,-4 1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27.5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1 621 24575,'9'9'0,"-3"-3"0,10 22 0,-8-10 0,5 7 0,-4-12 0,-4-3 0,0-1 0,-1 1 0,1-5 0,-4 4 0,7-13 0,-3 3 0,44-52 0,10-15 0,-21 30-895,13-14 0,14-15 0,-9 15 895,9 15 0,2-10 0,4-1 0,-24 23 0,0 1-319,19-15 0,-2 1 319,9-4 0,-4-1 0,-30 17 0,-22 10 0,8-3 0,-11 10 0,-9 0 0,-1 8 0,-4-3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30.5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24575,'0'14'0,"0"73"0,0-49 0,5 21 0,0 4 0,-3-5 0,14 10 0,-14-5 0,10-21 0,-4-1 0,0-13 0,4 10 0,-11-20 0,12 21 0,-12-18 0,10 9 0,-10-1 0,3-12 0,2 21 0,-4 11 0,10 6 0,-10 0 0,4-22 0,-6-15 0,0-7 0,0 7 0,0-8 0,4 8 0,-3-7 0,3 3 0,1-5 0,-4-4 0,3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42.4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1 205 24575,'4'10'0,"1"3"0,1-2 0,2-2 0,-3-4 0,5-5 0,8-9 0,-2 3 0,7-12 0,-4 3 0,0 0 0,4-13 0,7 6 0,-4-8 0,3 7 0,-14 8 0,-2-3 0,-3 7 0,-1-3 0,-3 5 0,2-1 0,-7 5 0,3 1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43.2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1 482 24575,'5'9'0,"3"1"0,-7 3 0,12 2 0,-11 0 0,7-1 0,-5-9 0,-3 3 0,7-7 0,12-9 0,-7 1 0,46-26 0,16-13 0,-24 14 0,0-1 0,26-16 0,-28 12 0,-1 0-1091,17-12 1091,-16 17 0,2-1 0,-6-4 0,-3 3 0,14 2 0,-16-7 0,-26 33 0,0-7 0,-9 8 0,4-1 0,-8 2 0,3 4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44.1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1 736 24575,'0'9'0,"4"1"0,-3-1 0,8 1 0,-4-5 0,4 4 0,1-8 0,-1 3 0,1-4 0,-1 0 0,15-13 0,33-26 0,22-19 0,-25 13 0,1-3 0,1-1 0,-4 1 0,17-16-315,-28 23 0,-2 3 315,6-4 0,1-8 0,0-4 0,9-11 0,-15 20 0,-4 5 0,-15 14 0,3 8 0,-19 13 0,-1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48.5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24575,'0'10'0,"0"14"0,0 3 0,0 15 0,0-14 0,0 0 0,0-18 0,5 8 0,-4-7 0,3 3 0,-4-5 0,0 1 0,0 3 0,0-2 0,0 7 0,0-8 0,0 8 0,0-7 0,0 7 0,0-8 0,4 4 0,-3 0 0,3-3 0,-4 2 0,0-3 0,0-1 0,5-3 0,-4 2 0,3-3 0,-4 1 0,0-2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52.8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1 106 24575,'4'-9'0,"1"-1"0,5 0 0,3 1 0,6-5 0,2 3 0,2-3 0,-8 9 0,3-4 0,-4 4 0,5 0 0,-4 0 0,3 5 0,-7 0 0,7 0 0,-8 0 0,4 5 0,-5-4 0,5 11 0,-8-5 0,7 6 0,-8-3 0,5-1 0,-1 5 0,1-3 0,-5 3 0,4-5 0,-8 1 0,3 3 0,-4-2 0,0 3 0,0-1 0,-4 2 0,-2 0 0,1-1 0,-4-5 0,8 1 0,-3-1 0,4 1 0,4-5 0,-3 3 0,8-7 0,-4 8 0,0-4 0,12 17 0,-9-9 0,10 13 0,-9-11 0,1 0 0,1 13 0,-5-15 0,4 11 0,-9-10 0,3-4 0,-4 4 0,0-4 0,0-1 0,0 1 0,0-1 0,0 1 0,-4 3 0,-1-2 0,0 3 0,-8-1 0,6-6 0,-11 10 0,8-11 0,-8 8 0,7-5 0,-7-4 0,7 4 0,-7-8 0,7 3 0,-2-4 0,3 0 0,5 0 0,0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53.8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109 2 21145,'-4'-1'0,"-1"6"1636,-13 18-1636,6-1 580,-6 5-580,8-8 297,-5 31-297,8-27 917,-7 26-917,13-39 0,-3 4 0,4-5 0,0 5 0,4-3 0,1 7 0,5-8 0,-1 4 0,1-5 0,14 9 0,-11-6 0,15 5 0,-13-7 0,4-1 0,-5 1 0,4-5 0,-7 3 0,3-2 0,-1 3 0,-2 1 0,3-5 0,-9 3 0,3-2 0,-6 3 0,6-3 0,-7 2 0,3-3 0,-4 5 0,4-5 0,-2 4 0,2-4 0,-4 4 0,0 1 0,-5-1 0,0-3 0,0 2 0,-4-7 0,4 3 0,-5 1 0,1-4 0,-1 3 0,0-4 0,5 0 0,1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54.4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24575,'10'0'0,"13"7"0,5-6 0,55 17 0,-40-10 0,6-2 0,3 1 0,6-3 0,31-4 0,-13 0 0,-25 0 0,-19 0 0,-18 0 0,-4 0 0,4 0 0,-9 0 0,0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55.6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0 289 24575,'0'-24'0,"0"11"0,5-15 0,-4 13 0,9-15 0,-4 13 0,5-11 0,1 3 0,-2 3 0,5-7 0,-4 14 0,7-3 0,-8 7 0,4 2 0,-4 4 0,-1 10 0,5 0 0,1 9 0,4-4 0,0 8 0,-9-7 0,7 7 0,-6-8 0,8 8 0,-4-7 0,-2 7 0,-7-8 0,2 0 0,-7 2 0,3-1 0,-4 4 0,4 3 0,-2-8 0,2 4 0,-4-5 0,0 1 0,-5-1 0,4 1 0,-3-1 0,0 1 0,-1-1 0,-5 1 0,0-1 0,1-3 0,-1-2 0,0 0 0,1-3 0,-1 3 0,1-4 0,-1 0 0,5-4 0,-4-1 0,8-9 0,-7 3 0,6-2 0,-2-1 0,4-5 0,0 3 0,0-3 0,0 10 0,0 4 0,0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33.9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34 281 8191,'0'-19'0,"0"0"5063,0 0-5063,0 0 2818,-7-10-2818,2 7 1719,-3-7-1719,4 10 6784,0 4-6784,3 1 0,-4 4 0,5 1 0,0-1 0,0 0 0,5 5 0,-4-3 0,7 2 0,-3 1 0,5-4 0,-1 8 0,1-3 0,-1 8 0,1-3 0,-5 8 0,4-4 0,-8 9 0,7-4 0,-3 8 0,5 1 0,1 12 0,-5-10 0,5 7 0,-10-17 0,3 7 0,-4-4 0,0 5 0,0-4 0,0 34 0,0-26 0,-4 27 0,-2-31 0,-3 0 0,-1-4 0,0 3 0,-3-4 0,2 5 0,-3-4 0,4 3 0,1-7 0,-1 2 0,5-3 0,1-1 0,4 1 0,4-5 0,1 4 0,5-4 0,-1 0 0,1 4 0,3-8 0,-2 7 0,3-3 0,-1 1 0,-2 2 0,7-7 0,-8 3 0,4-4 0,-13-8 0,2-3 0,-11-4 0,0-31 0,-4 13 0,0-17 0,-15-11 0,14 35 0,-12-25 0,19 37 0,-2 0 0,3 8 0,-1-2 0,2 7 0,4-3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34.8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19 24575,'5'-4'0,"4"3"0,-4-3 0,0 0 0,4 3 0,-4-4 0,5 5 0,-1 9 0,1-3 0,-1 8 0,1-1 0,3 2 0,-2 0 0,7 3 0,-8-7 0,0 2 0,-2-3 0,-2-1 0,-1 5 0,3-3 0,-7 2 0,4 1 0,-5 1 0,0 0 0,0-2 0,0-3 0,0-1 0,0 1 0,-5-1 0,4 1 0,-7-5 0,7 4 0,-8-4 0,4 9 0,-5-8 0,1 2 0,-10-8 0,8 0 0,-12 0 0,8-4 0,1 3 0,-15-9 0,2-4 0,-1 0 0,0-8 0,22 11 0,-3-3 0,9 5 0,0-5 0,0 3 0,0-7 0,4 8 0,-3-4 0,8 4 0,-2-14 0,-1 11 0,4-11 0,-5 10 0,1 3 0,-2 2 0,-4 5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35.8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18220,'3'0'0,"-1"0"2883,16 0-2883,-7 0 1086,2 0-1086,-3 0 569,-1 0-569,1 0 1817,0 0-1817,-1 0 0,1 0 0,-5 5 0,3-4 0,-2 3 0,-1-4 0,-1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36.8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160 1 24575,'-5'19'0,"-16"31"0,8-24 0,-12 24 0,19-35 0,-4 13 0,4-10 0,-1 11 0,-2-10 0,8-4 0,-7 3 0,7-8 0,-4 8 0,5-3 0,0 4 0,0-4 0,0 3 0,0-8 0,0 4 0,0-5 0,0 1 0,0-1 0,5 1 0,-4-1 0,7-3 0,-3 6 0,5-5 0,4 11 0,-4-12 0,4 7 0,-5-12 0,1 3 0,-1-4 0,1 0 0,-1 0 0,-3-4 0,2-2 0,-7-3 0,3-1 0,-4 0 0,0 1 0,-4-5 0,-1 3 0,-5-2 0,-4 3 0,-11-8 0,8 7 0,-11-7 0,17 8 0,-3 1 0,4-5 0,-3 3 0,2-3 0,1 5 0,6 3 0,4 2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37.8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24575,'0'4'0,"0"6"0,0 6 0,0 2 0,0-4 0,4 0 0,-3 1 0,8-5 0,-4-2 0,4-3 0,1 1 0,-1-2 0,1 0 0,4 1 0,0 1 0,1 2 0,-1-7 0,0 12 0,-4-7 0,4 8 0,-5-5 0,1 1 0,-5-1 0,4 1 0,-8 4 0,7 0 0,-7 1 0,3 3 0,-4-7 0,0 2 0,0-3 0,0-1 0,0 1 0,0 0 0,0-1 0,-4-4 0,-1 4 0,-5-4 0,5 5 0,-8 3 0,7-6 0,-4 1 0,6-8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38.4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 24575,'34'0'0,"-12"-5"0,7 4 0,-11-3 0,-7 4 0,3 0 0,-5 0 0,1 0 0,3 0 0,-2 0 0,3 0 0,-5 0 0,1 0 0,-1 0 0,1 0 0,-1 0 0,-3 0 0,-2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39.0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24575,'4'9'0,"2"64"0,1 22 0,3-33 0,1 1-1327,-2 30 0,1 1 1327,4-18 0,-1-9 0,-6-9 844,10 21-844,-10-19 437,-1-38-437,0 3 0,-2-7 0,-3-8 1373,3 4-1373,-4-5 0,4 1 0,-2-1 0,2 1 0,-4-1 0,4-3 0,-3 2 0,3-3 0,-4 9 0,0-3 0,6 17 0,-4-11 0,4 22 0,-6-21 0,4 10 0,-3-18 0,4 0 0,-5-6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56.8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24575,'4'9'0,"-2"23"0,8-2 0,-4 10 0,1 0 0,1-23 0,-7 7 0,8-11 0,-8-2 0,7 3 0,-7-5 0,4-3 0,-5-2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57.7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 0 24575,'-9'18'0,"7"-6"0,-11 6 0,12-9 0,-7 1 0,7-1 0,-4 1 0,1-5 0,3 4 0,-3-4 0,4 4 0,0 1 0,0-1 0,4 1 0,-3-1 0,7 1 0,-2-1 0,3 1 0,1-1 0,-1 1 0,1-1 0,3 5 0,-2-3 0,3 2 0,-5-3 0,1-5 0,-1 8 0,1-7 0,-5 8 0,3-5 0,-7 1 0,4-1 0,-1 1 0,-3-1 0,3 1 0,-4-1 0,0 1 0,0-1 0,0 1 0,-4-1 0,-1 1 0,-5-5 0,0-1 0,1-4 0,3 0 0,2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58.3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65 24575,'9'-9'0,"40"-11"0,-25 12 0,40-12 0,-42 18 0,17-4 0,-17 6 0,2 0 0,-10 0 0,-4 0 0,-1 0 0,-4 0 0,0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01.1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123 1 24575,'0'13'0,"-20"33"0,11-19 0,-32 54 0,26-44 0,-11 16 0,19-24 0,3-15 0,4 0 0,0-4 0,0-1 0,4-4 0,-3 4 0,7-8 0,-2 7 0,3-2 0,15 5 0,-11-1 0,15 2 0,-17-3 0,3-4 0,-5 4 0,5-4 0,-4 5 0,4-1 0,-4-4 0,-5 4 0,3-4 0,-2 9 0,-1-4 0,-1 4 0,0-9 0,-3 8 0,4-7 0,-5 8 0,0-4 0,4 3 0,-3-2 0,3 3 0,-4-5 0,-4 1 0,3-1 0,-8-4 0,8 4 0,-7-4 0,2 0 0,1 4 0,-3-8 0,6 3 0,-2-4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01.8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34 24575,'14'-5'0,"32"4"0,-19-7 0,23 7 0,-21-4 0,-8 5 0,19-6 0,-9 5 0,1-6 0,-7 7 0,-11 0 0,-5 0 0,1 0 0,-1 0 0,1 0 0,-1 0 0,1 0 0,-1 0 0,1 0 0,-1 0 0,-3 0 0,-2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02.4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24575,'5'19'0,"7"31"0,0 10 0,-7 34-650,5-35 0,-1 1 650,-8-6 0,-2-7 0,1-15 0,0 52 173,0-37-173,0 5 0,0-12 0,0-8 276,0-5-276,0-3 0,0-15 0,0-3 0,0-2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03.1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24575,'4'6'0,"55"24"0,20-12 0,-7 9 0,11 2-1646,-12-15 0,5-4 1,1 1 1645,0 4 0,2 1 0,4-1-916,3-4 1,6-1 0,1-2 0,-4 0 915,10-1 0,-3-2 0,1 2 0,-1 3 0,0 2 0,9-4 0,-13-5 0,8-2 0,4-2 0,-2 1 0,-8 1-695,-8 2 1,-7 1 0,1 0-1,8-2 695,1 0 0,8-2 0,5 0 0,0-1 0,-5 1 0,-8-1 0,1 1 0,-7 0 0,-3 0 0,0 0-514,2 0 1,1 0 0,-3 0-1,-7 0 514,27 0 0,-12 0 499,-26 0 0,-8 0-499,5 0 2499,-46-4-2499,11 3 5225,-15-3-5225,1 4 4595,0 0-4595,-1 0 113,-4-5-113,4 4 0,-4-7 0,0 7 0,0-3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07.0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 0 24575,'-4'15'0,"3"-1"0,-10 10 0,5-11 0,-5 15 0,5-3 0,2-8 0,4 7 0,0-14 0,0 3 0,0-2 0,0 3 0,0-5 0,0 1 0,4-5 0,2 3 0,3 2 0,1 0 0,-1 4 0,1-4 0,-1-1 0,5 1 0,1 3 0,-1-6 0,4 10 0,-3-7 0,4 5 0,-4-1 0,3-1 0,-3-2 0,4 7 0,-5-8 0,0 8 0,-4-11 0,-5 10 0,-1-11 0,-4 8 0,0-5 0,0 5 0,0 1 0,0 4 0,0-4 0,-4-2 0,3 1 0,-12 1 0,11 0 0,-11-2 0,8-3 0,-5-5 0,-4 4 0,4-8 0,-8 3 0,7-4 0,-3 0 0,5 0 0,-1 0 0,0 0 0,5 0 0,1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07.6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32 24575,'15'-4'0,"36"3"0,7 1 0,-10-4 0,32 4 0,4 0 0,-11-10 0,6 7 0,-19-6 0,-38 9 0,17 0 0,-22 0 0,7 0 0,-18 0 0,-2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11.1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34 24575,'9'0'0,"5"0"0,5 0 0,11 0 0,-4 0 0,13 0 0,14 0 0,-20 0 0,26-7 0,-46 6 0,11-5 0,-15 6 0,1-5 0,-1 4 0,1-3 0,-1 0 0,1 3 0,-5-4 0,-1 5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11.6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 24575,'10'0'0,"14"6"0,-7-4 0,43 4 0,19-6-957,15 0 957,-39 0 0,-1 0 0,35 0 0,0 0 0,-21 0 235,-16 0-235,-22-4 0,-11 3 0,-5-8 0,0 8 0,-9-7 0,0 7 0,-5-4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12.1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24575,'5'10'0,"0"76"0,-5-18 0,0-2 0,0 0 0,0 6 0,0-9 0,0-32 0,0-2 0,0-14 0,0-1 0,0-5 0,0 1 0,0-1 0,0-3 0,0-2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13.0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 8191,'15'-6'0,"-1"2"5063,-5 4-5063,1 0 2818,-5 4-2818,3 2 1719,-2 3-1719,3 1 6784,1-1-6784,-1 5 0,5-4 0,-4 8 0,4-7 0,0 7 0,-4-8 0,4 4 0,-4-4 0,-1-1 0,1 1 0,-5-1 0,3 1 0,-7-1 0,4 1 0,-1-1 0,-3 1 0,3-1 0,-4 5 0,-4 1 0,-1 4 0,-1 0 0,-2-4 0,2 2 0,-3-6 0,-1 3 0,0-5 0,5 1 0,-3-5 0,7 4 0,-8-8 0,4 3 0,-5-4 0,-4 0 0,4-4 0,-9-2 0,13-3 0,-7-1 0,8-4 0,0-1 0,-6-14 0,10 7 0,-10-7 0,10 10 0,-3 4 0,4-13 0,0 10 0,0-11 0,0 0 0,0 7 0,4-3 0,1 7 0,5 3 0,-1 0 0,-3 1 0,-2 9 0,-4 1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13.4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14.5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0 115 8191,'6'-15'0,"2"2"5063,-3 3-5063,5 5 2818,-1-8-2818,1 11 1719,4-11-1719,11 6 6784,-8-4-6784,11 4 0,-17 3 0,17-2 0,-11 4 0,8-4 0,-11 10 0,-5 1 0,1 5 0,-1-1 0,1 5 0,3 1 0,0 14 0,1-7 0,-2 3 0,-3-7 0,1-8 0,-5 8 0,3-3 0,-7 0 0,4 3 0,-5 1 0,0 1 0,-5 3 0,-2 6 0,-3-7 0,-2 7 0,3-19 0,-3 17 0,2-18 0,-6 19 0,6-13 0,-4 0 0,0 3 0,3-8 0,-2 4 0,3 0 0,0-3 0,1 2 0,22-7 0,-8-2 0,33-4 0,-11 0 0,15 0 0,-14 0 0,10 0 0,-21 0 0,13 0 0,-11 0 0,-5 0 0,0 0 0,-4 0 0,-5 0 0,-1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18.6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73 184 24575,'6'10'0,"-2"-1"0,0 5 0,-3-3 0,3 7 0,-4 7 0,-4-4 0,3 19 0,-9-9 0,2 11 0,0 21 0,-4-16 0,10 16 0,-4-36 0,6 11 0,0-24 0,0 14 0,0-18 0,0 4 0,0-5 0,0 1 0,0-1 0,0-8 0,0-6 0,0-10 0,0-4 0,-8-26 0,-2-10 0,6-36 0,-6 33 0,2 2 0,8-14 0,0 40 0,4 13 0,3-22 0,-1 26 0,11-34 0,-11 32 0,18-32 0,-12 30 0,5-8 0,-3 7 0,-3 11 0,-2-6 0,0 12 0,-4 1 0,0 6 0,8 12 0,-5 8 0,8 10 0,2 13 0,2 4 0,6 4 0,11 35 0,-20-67 0,-12-12 0,4-3 0,-4-1 0,5-3 0,-1-2 0,1-4 0,-1-4 0,1-6 0,-1-5 0,16-35 0,-11 23 0,11-23 0,-14 21 0,7-45 0,-9 32 0,7-29 0,-8 42 0,-3 11 0,6-1 0,-6 19 0,0 5 0,4 4 0,-8 9 0,9 8 0,-8 31 0,10-10 0,-10 37 0,4-37 0,-6 36 0,0-50 0,0 16 0,0-34 0,0 0 0,0-6 0,0-5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19.6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96 86 24575,'6'4'0,"2"2"0,-7 3 0,3 5 0,-4-4 0,0 39 0,0-16 0,-10 51 0,8-48 0,-18 46 0,13-56 0,-3 25 0,-3 0 0,2-23 0,-9 52 0,15-63 0,-6 8 0,10-11 0,-3-5 0,8-12 0,1-3 0,20-44 0,-11 27 0,26-57 0,-24 47 0,17-30 0,-4 0 0,8-5 0,-12 10 0,14-23 0,-21 44 0,17-26 0,-15 32 0,-3 6 0,-7 7 0,-1 11 0,-3 3 0,2 5 0,-7 7 0,8-2 0,-8 3 0,7 1 0,-7-1 0,8 5 0,-2 11 0,-1-4 0,0 4 0,6 45 0,3 10 0,0 3 0,4 12 0,-2-7 0,-11-41 0,6 23 0,0-9 0,-8-46 0,-3 13 0,8-15 0,-8 11 0,7-18 0,-7-2 0,3-4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20.1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24575,'10'0'0,"4"0"0,31 0 0,34 12 0,13-9 0,-14 9 0,21-12 0,-67 0 0,19 0 0,0 0 0,-14 0 0,11 0 0,-24 0 0,-14 0 0,-1 0 0,-4 0 0,0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20.7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56 24575,'14'-4'0,"52"3"0,-3-14 0,16 13 0,2-8 0,-44 4 0,15 4 0,-27-4 0,-15 2 0,-6 3 0,-4-4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21.6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0 24575,'-4'5'0,"3"4"0,-3-4 0,4 5 0,0-1 0,-5 1 0,0 8 0,0-2 0,1 7 0,4-4 0,0 10 0,0-12 0,0 42 0,4-40 0,-3 25 0,9-20 0,-4-11 0,7 26 0,-7-26 0,5 6 0,-10-6 0,3-7 0,0 8 0,-3 4 0,3-6 0,1 6 0,-4-5 0,3-2 0,0 3 0,-3-5 0,8-3 0,-8 2 0,7-7 0,-7 8 0,8-8 0,-4 3 0,9-4 0,0 4 0,5-3 0,11 3 0,1-4 0,11 6 0,-10-4 0,28 4 0,-37-6 0,26 4 0,-39-3 0,4 4 0,-5-5 0,1 0 0,-1 0 0,-3 0 0,-2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22.2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24575,'28'0'0,"31"0"0,-41 0 0,41 0 0,-10 0 0,-12 0 0,13 0 0,-31 0 0,-4 0 0,-2 0 0,-7 0 0,-2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22.7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32 14505,'10'0'0,"-1"0"4191,1 0-4191,-1 0 1743,1 0-1743,4 0 949,-4 0-949,18 0 3187,0 0-3187,3 0 0,9 0 0,-19-4 0,9 3 0,-11-3 0,10 4 0,-8 0 0,39-10 0,-33 7 0,23-7 0,-39 10 0,-3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23.1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24575,'9'0'0,"5"0"0,1 4 0,55-3 0,-20 1 0,5 1-774,21 3 1,10 1 773,0-5 0,8-3 0,-11 3-685,-17 5 1,-2 0 684,13-6 0,7-1 0,-20-1 0,-22 1 687,27 0-687,-45 0 0,-15 0 0,-3 0 0,-2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8:51:15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24575,'6'0'0,"-2"0"0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7:44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56 24575,'9'0'0,"44"0"0,-5 0 0,28 0 0,9 0 0,13 0 0,-24 0 0,-8 0 0,1 0 0,7 0-1428,-5 0 0,4 0 1428,-17 0 0,-1 0 0,0 0 0,-1 0 236,0 0 0,-5 0-236,6 0 0,28 0 0,-21 7 0,3 0-1043,-13-5 0,3-1 1043,37 6 0,1 0 0,-26-7 0,-5 0-587,-12 3 0,1 0 587,16-2 0,1 0 0,-1 8 0,0 0 0,7-7 0,7-2-615,-1 4 1,6 0 0,-5-1 614,2-2 0,-2-2 0,21 1 0,-7 0 98,-7 0-98,-27 0 0,0 0 0,9 0 0,10 0 0,20 0 0,-48 0 0,6 0 0,2 0 0,9 0 0,-19 1 0,5-2 479,20-5 0,-1-1-479,-23 5 0,5 0 0,14-1 0,14-1 0,1 0 0,-10 2-1267,7 2 1,-3 0 1266,11-3 0,7-2 0,-8 2 0,-18 1 0,4 1 0,11-1 0,16-2 0,3 1 0,-12 1-679,-17 2 0,-6 0 0,11 0 679,5 0 0,15 0 0,9 0 0,-1 0 0,-8 0 0,-16 0 0,-8 0 0,-11 0 0,7 0-240,11 0 1,12 0 0,3 0 0,-7 0 0,-18 0 239,-8 0 0,-6 0 0,6 0 0,5 0 0,-8 0 0,31 0 123,-37 0 0,-1 0-123,37 0 0,-34 0 0,-3 0 0,-1 0 2700,4 0-2700,-21 0 5562,-8 0-5562,-16 0 2624,16 0-2624,-21 0 1065,0 0-1065,1 0 0,-1 0 0,0 0 0,1 0 0,-1 0 0,0 0 0,17 0 0,3 0 0,29-8 0,3 6 0,17-14 0,11 14 0,-20-6 0,-19 2 0,-1 2 0,16 2 0,11-8 0,-27 5 0,-22 3 0,-4-3 0,-12 5 0,1 4 0,-8 8 0,-4 15 0,0 36 0,8 2 0,-8 3 0,2 5-679,7-14 1,1 1 678,-4 13 0,0 3 0,7 7 0,-1-4 0,1 10 0,-1-26 0,4 8 0,-5-7 0,-4 31 0,16-6 0,3 7-866,-17-8 1,1-4 865,11-15 0,1 1 0,-7 26 0,0-7 0,13-5-430,-16-25 1,-2 0 429,9 20 0,0 13 0,-8-41 0,-1 1 0,10 39 0,-9-38 0,0 1 0,6 8 0,-1 0 0,-1 34 0,7-28 0,-1 2-781,-11-2 0,-2-2 781,8-7 0,1 1 0,-4 28 0,0 3 0,6-11 0,0 2 0,-7-10 0,-3 4 0,3-4 0,7 14 0,0-4 0,-6-7 0,-2-1-2125,1 3 1,0-5 2124,7 20 0,-9-23 0,0 10 0,-1-2-164,4 21 0,1-2 164,-1-9 0,-1 0 0,-4 12 0,1-8 0,9 0 0,-12-22 0,-1 11 0,2-7 0,4-7 0,1 4 0,-3 13 0,0 18 0,0-1 0,0-16-931,3-13 1,0 2 930,-4 2 0,-1 16 0,1 6 0,0-4 0,0-15 0,4 9 0,1-5 0,-3 14 0,0 9 0,1-14-105,0-28 1,1-2 104,-2 20 0,-1 9 0,1-7 0,2-12 0,0 1 0,-3 13 0,1 9 0,1-2 0,3-13 0,2-2 0,-1-7 0,-1 0 0,-1-2 0,-1 1 0,0 4 0,-1-11 4089,5 11-4089,-7-12 0,1-9 0,0-1 1667,0 6-1667,1 33 3962,-2-17-3962,-1-30 0,3 27 2382,-6-43-2382,-5 7 56,0-9-56,7 9 0,-5-7 0,4 0 0,-6-11 0,0-7 0,0 8 0,0-7 0,0 7 0,0-1 0,0-5 0,0 5 0,0-7 0,-11 6 0,5-9 0,-27 11 0,-9-16 0,3 6 0,-49-6 0,-22-2-1947,32 2 0,-2-1 1,-8-1 1946,10-2 0,-5-1 0,-5 0 0,-5-1 0,-5 2 0,10 1 0,-7 2 0,-6-1 0,-2 1 0,-1 0 0,2 0 0,3 0 0,6-2 0,-5-1 0,5 0 0,3-1 0,0 0 0,-1 1 0,-3 1 0,1 2 0,-4 1 0,-2 1 0,0 1 0,2-1 0,3 1 0,5-2-920,-6 0 1,3-2 0,4 1 0,3 1 0,1 1 919,-2 4 0,5 2 0,-1 1 0,-5-2-666,-3-2 1,-5-2 0,-2 0-1,1 2 1,3 1 665,9 3 0,2 2 0,1 1 0,2 0 0,-1-1 0,-15-1 0,1 0 0,1-1 0,6 2-391,-3 5 1,4 1-1,1-2 391,-6-4 0,1 0 0,12-2 818,26-2 0,1 0-818,-50 7 0,6-3 0,30-7 0,2 6 0,0 0 0,-10-8 0,0 8 0,-4 1 0,24-8 0,-1-2 0,-15 6 0,-2-1 0,1-5 0,2-2 0,6 1 0,-3 0 0,-28 0 0,-6 0 670,29 0 0,-2 0 0,-1 0-670,-7 0 0,-2 0 0,-2 0 685,-8 1 0,-2-1 0,4-1-685,15-1 0,4-2 0,2 1 0,-21 3 0,1-3 0,-5-8 0,-2-2 0,31 7 0,-1 1 0,-3-3 0,-22-6 0,-4-3 0,5 3 0,-9 3 0,4 0 503,25-3 0,-1-1 1,10 4-504,-13 8 0,3-7 0,4-1 846,24 3-846,-54-13 0,41 5 1889,-3 5-1889,4-4 3440,42 13-3440,-13-5 1285,17 3-1285,4-1 264,1-4-264,8 3 0,-3-2 0,10-13 0,-3-9 0,7-16 0,-6 0 0,7-18 0,2-6-3487,-2-25 3487,-1 9 0,2-16 0,-3 7 0,-6 9 0,-3-1 0,0 11 0,0-9 0,-1 1 0,-2 11 0,0-2 0,-4-2-1126,0 6 0,-2-13 0,0-6 1,-1 3-1,0 11 1126,-1 5 0,0 8 0,-1-10 0,0-13 0,0-15 0,-1-4 0,1 2 0,0 12-976,1-3 1,1 10 0,0-3 975,-2 10 0,0-4 0,1 3 0,1 8-251,4-13 1,-1 4 250,-6 12 0,-2-1 0,2 1-43,7-16 1,-1-2 42,-6-1 0,-3-6 0,2 0 0,2 7 0,2 1 0,-1 3 0,-3-16 0,0 0 0,4 12 0,1-4 0,-1 13 0,-3-23 918,7 26 1,1-10 0,-1 11-919,-7-14-352,7 24 1,3-9-1,-3 2 352,-6-16 0,0 2 0,6 0 0,-1-2-288,-6 11 0,-3-3 0,3 3 288,6-12 0,1 4 920,-10 4 0,1 0-920,9 4 0,0 2 0,-8 13 0,-1 4 0,7-31 0,-9-4 0,0 1 645,9 15-645,-9-15 0,-1 2 5535,10 25-5535,-2 10 0,-2 3 2823,0 5-2823,6-19 0,-6 10 105,7-10-105,0-28 0,0 52 0,0-52 0,0 42 0,0 0 843,0 0-843,0-6 0,0 25 0,0-17 0,5 23 0,-3-1 0,3 0 0,-5-36 0,0 28 0,6-28 0,-5 36 0,4 0 0,-5-10 0,7-2 0,-5 6 0,5 5 0,-7 17 0,0-8 0,0 6 0,0-12 0,0 12 0,0-21 0,0-10 0,0 2 0,0-6 0,5 21 0,-4 1 0,5-22 0,-6-6 0,0 0 0,0-4 0,0 29 0,8-28 0,-6 25 0,6-26 0,-8 36 0,0-13 0,0 22 0,0-5 0,0 7 0,0 3 0,0 2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7:45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13260,'5'5'0,"0"7"4427,3 27-4427,-6 45 0,6-24 0,-7 0 0,-3 13 0,3-6 438,4-12 0,1-1-438,-5 34 0,0 5 0,5 5 0,-1-10 0,-5-17 0,4 5 0,0-4 1313,-2-33-1313,6 19 3514,-8-12-3514,0 0 77,7 0-77,-5-17 1108,5 13-1108,-7-12 0,0 15 0,0 13 0,0-9 0,9 36 0,-6-20 0,6 11 0,-8-30 0,-2 11-1696,1 24 0,0 21 0,0 5 0,0-13 1696,0-20 0,0-7 0,0 9 0,0 8 0,-1 14 0,1 3 0,0-8 0,1-19-349,3-10 1,0-9 348,-3 1 0,0 2 0,3 15 0,0-1 0,-4 23-682,0-15 0,0 13 1,0-12 681,0-24 0,0 0 0,4 31 0,2 14 0,-1-16 0,-1 13 0,3-10 0,1 11 0,-2-20 0,1 3 0,-3-7 0,-2-6 0,1 3 0,3 12 0,4 15 0,0 0 0,-2-16 0,-2-16 0,1-1 0,1 5 0,1 11 0,0 0 0,-1-12 0,-2-6 0,1-2 0,1 6 0,2 6 0,-2-8-468,-3-12 1,2 1 467,7 19 0,3 10 0,-2-6 0,-6-2 0,-1-1 651,5-4 0,2 4 1,-1 3-652,0 10 0,-2 4 0,0-4 0,-3-19 0,0-3 0,1 4-320,5 18 0,2 4 1,-2-6 319,-3 10 0,-2-5 0,4 10 0,-1-6 0,-1-30 0,-1-1 0,-3 23 0,1-1 0,8-21 0,-1-6 2056,-10 14-2056,10-18 0,-1-1 0,-14 3 1219,13-9-1219,-12-1 0,15 40 0,-14-40 0,8 42 0,-3-32 3592,-6-9-3592,6 0 0,-1-6 2599,-6-7-2599,6 22 0,-7-9 0,0 0 0,0-15 0,0-10 0,6 1 0,-5 10 0,4-7 0,-5 7 0,0-17 0,0 5 0,5-27 0,-4-9 0,1-44 0,0-10 0,-2 19 0,0-6 0,0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7:47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24575,'0'16'0,"0"37"0,0 25 0,0-8-3228,0 22 3228,0-6 0,0 18 0,0-7-1802,0-2 0,0-2 1802,0-19 0,0 3 0,0-1 0,0-1 0,0 1 0,0-1-252,0 4 1,0 1 0,0-6 251,0 6 0,0-3 0,4 10 0,2-2 0,-1-22 0,2-2-326,3 1 0,2 0 326,-1-6 0,0-1 0,2 42 0,-3-45 0,-1-4 0,-7 4 1096,8 21-1096,-10-36 3259,7 6-3259,-6 6 2847,6 12-2847,-7 0 0,0-3 1036,0-22-1036,0 8 0,8 4 0,-6 1 0,6 21 0,0-9 0,-6 27 0,7 4-507,-9-22 507,0-10 0,0-5 0,0-17 0,0 25 0,0 7 0,0 22-700,0-19 0,0 0 700,0-21 0,0-2 0,0 40 0,0 0-736,8-20 736,-7 6 0,0 6 0,3-22 0,0-1 0,-4 6 0,0 4-680,-1 12 0,2-4 680,7 9 0,-7-15 0,0-1 0,7 7 0,-8 3 0,0 4 0,5-32 0,0 3-753,-5 25 1,0 12 0,2-10 752,7-19 0,1 2 0,-5 6 0,0 13 0,-1 0 0,1-14 0,1-9 0,1-2 0,-1 13 0,-1 6 0,0-9 0,5 22 0,-10 4 0,2 4 0,8-35 0,-1 0 0,-8 28 0,0 9 0,7-16 0,3 3 0,-2-8 0,-7-8 0,0 0 0,6 11 0,3 8 0,-3-12 0,-7-22 0,0-8 1072,9 43-1072,-2-4 0,-8-13 0,2-1-553,14 18 553,-14-15 0,-2-5 0,8-11 1215,1 10-1215,-7-23 0,2 13 0,0 1 3003,-4 0-3003,0 0 0,0-2 0,0-11 0,5-2 0,-3-4 1521,3-16-1521,-5 7 2,0 0-2,0 15 0,0-10 0,0 1 0,0-18 0,0-4 0,0 0 0,0 5 0,0 4 0,0 0 0,0 7 0,0-16 0,0-2 0,0-7 0,0-4 0,0-1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7:48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 12877,'-5'20'0,"1"18"0,-2 23 0,-2 15 0,-1 16 0,0 9 0,5-29 0,0 4 0,0 3 0,-1-1 0,-2-1 0,-2 0 0,1 0 0,2 1 0,3 4 0,3 2 0,0-1 0,-1-2 0,-4 14 0,-1-2 0,2-5 0,3-15 0,2-3 0,-1-4 1282,0 13 0,0-6-1282,0-13 0,0 1 0,0 12 0,0 11 0,0-3 0,0 14 0,0 0 0,0-9-1089,0-15 0,0-6 0,0 7 1089,0 14 0,0 11 0,0-2 0,0-15 0,0-6 0,0-9 570,0-2 0,0 1-570,6 26 0,0-4 1629,-3 3-1629,4-19 0,-1 4 0,-6-1 0,0-1 0,0-14 0,0 0 0,0 16 0,0-4 0,0 0 0,0 28 0,0-32 0,0 3 0,0-9 0,0 3 0,0 25 0,0-5 0,0-3 0,0-13 0,0 3-277,-1-18 1,2 3 276,2 10 0,3 8 0,-2-1 0,-3-4 0,0-1 0,0-2 0,6 18 0,0 2 0,-3-11 0,1 3 0,-1-3 0,5 11 0,-1-2 0,0 1 0,1 0 0,2-10 0,0 0 0,-2 14 0,-1-1 0,-2-11 0,0 0 0,1 17 0,0 2 0,0-5 0,-1-2 0,-5-5 0,1-4 0,7-12 0,1-1 2417,-9 10 0,-1-6-2417,7-9 0,-7-10 0,0 3 0,5 3 0,1 0 0,-5-5 0,1-2 0,8 40 0,-10-53 1601,9 18-1601,-7-25 839,6 16-839,-8-12 2557,0-7-2557,0 17 354,0-24-354,0 5 0,0-9 0,0-5 0,0 22 0,0-13 0,0 34 0,0-15 0,0 2 0,0-16 0,0-15 0,0-1 0,0 0 0,0-3 0,0-2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7:50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24575,'0'16'0,"0"38"0,0 7 0,0 9-4916,1 7 1,-2 6 4418,-3 2 1,-2 8-1,1-7 497,3-4 0,1 2-156,-3-13 1,0 8 0,0 2 0,1-4 155,1 7 0,2-3 0,2 5 0,1 1 0,2 5 0,-1 2 0,0-1-358,-3-2 0,-1 0 0,0 0 0,3 3 358,2-10 0,2 1 0,2 2 0,-1 1 0,-2-1 0,0 2 0,-2-1 0,0 1 0,1 2 0,0 1-393,1-6 1,1 3 0,1 1 0,-1 0-1,0-2 1,0-4 392,-1 17 0,-1-4 0,1 0 0,0 5 0,0-16 0,0 5 0,1 3 0,0-2 0,-1-3 0,0-7 0,-1-1 0,0-9 0,-1 2 0,2 7 0,0 6 0,1 9 0,1 5 0,0 0 0,0-6 0,-1-10 0,4 16 0,0-11 0,0 4 78,-2 1 0,-1 6 0,1-5 0,0-16-78,2-14 0,0-5 0,-1 13 0,-1 6 0,1-9 0,0-20 0,0-1 0,3 40 0,-1-1 2305,0-1-2305,4-15 0,-14 15 0,6-40 0,0 33 3650,-6-36-3650,6 28 5458,-8-28-5458,9 21 0,-7-21 3452,13 16-3452,-14-19 551,6-10-551,-7-14 0,0 16 0,0-7 0,0 16 0,0-23 0,0 49 0,0-42 0,0 56 0,0-32 0,0 1 0,9 30 0,-6-48 0,6 27 0,-9-27 0,0 29 0,0-19 0,0 53 0,0-54 0,0 20 0,6-29 0,-5 0 0,5 15 0,-6-10 0,0 8 0,0-1 0,0-23 0,0 21 0,0-33 0,0 5 0,-5-6 0,4 6 0,-3-5 0,4 12 0,0-6 0,0 8 0,0 9 0,0 29 0,0-20 0,0 18 0,0-36 0,0 0 0,0-8 0,0-9 0,0-9 0,0-15 0,0 5 0,0-1 0,0 8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7:54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24575,'10'0'0,"-1"0"0,0 0 0,1 0 0,-1 0 0,7 0 0,-5 0 0,21 0 0,-2 0 0,28 0 0,3 0 0,0 0 0,9 0 0,-13 0 0,0 0 0,8 0 0,2 0 0,1 0 0,2 0-253,-18 4 0,3 1 253,-1-4 0,-2 0 0,28 9 0,5-10 0,-53 0 0,22 0 0,-24 7 0,16-6 0,12 6 0,3-7 0,-10 0 0,43 10 0,-21-8 0,17 7-465,-32-8 0,2-2 465,1 1 0,-1 0 0,-7 0 0,1 0 0,37 0 0,-6 0 0,-23 0 0,-9 4 0,4-1 0,-2-2 0,1 0 75,7 2 0,1 1-75,3-4 0,5 0 0,-7-1 0,4 0 0,-1 3-1108,17 4 0,-2 1 1108,-1-6 0,3 2 0,-8 5 0,2 3 0,-10-3 0,23-5-304,-27 5 1,9 2 0,-11-2 303,11-5 0,-4 3 0,-2 0 0,-16-6 0,33 0 0,-36 0 0,11 1 0,3-2 0,11-7 0,-14 7 0,6 0 0,22-11 0,-1 0-584,-30 10 1,0 1 583,33-7 0,-2 1-1204,0 7 1204,-15 0 1163,0 0-1163,-10 0 0,0 0 658,12 0-658,-19 0 0,-2 0 0,4 0 0,-9 0 0,19 0 0,19 0 0,-10 0-60,-26 0 1,-1 0 59,23 0 0,9 0 0,-14 0 0,2 0 718,-10 0-718,1 0 678,-14 0-678,-13 0 199,12 8-199,-16-6 2375,16 6-2375,-12-8 1111,-7 0-1111,17 0 0,-8 0 0,10 0 0,0 0 0,-10 0 0,8 0 0,-8 0 0,10 0 0,20 0 0,-3 0 0,6 0 0,2 0 0,-22 0 0,21 0 0,-9 0 0,12 0 0,0 0 0,0 0 0,1 0 0,-1 0 0,-12 0 0,-13 0 0,-14 0 0,-9 0 0,-7 0 0,-2 0 0,-7 0 0,0 0 0,7 0 0,-5 0 0,6 0 0,8 0 0,-12 0 0,13 0 0,-10 0 0,-5 0 0,5 0 0,10 0 0,-13 4 0,13-3 0,-17 3 0,0-4 0,0 0 0,1 0 0,-1 0 0,0 0 0,1 0 0,-1 0 0,0 0 0,7 0 0,-5 0 0,5 0 0,-6 0 0,27 0 0,-13 0 0,22 0 0,-22 0 0,-6 0 0,5 0 0,-5 0 0,-1 0 0,6 0 0,-12-4 0,12 3 0,-5-3 0,0 4 0,4 0 0,-11 0 0,12-6 0,-12 5 0,5-4 0,0 5 0,-5-5 0,1 4 0,-8-3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00.5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43 24575,'4'5'0,"1"3"0,11-2 0,11 0 0,22-1 0,44 6-2036,-27-9 1,13-2 0,7 0-1,-2 1 2036,-5 1 0,1 1 0,1 1 0,4-2 0,1-2 0,5 0 0,2-1 0,-2 1 0,-4 1-530,-1 1 1,-4 2 0,-1 0-1,6-1 530,3-2 0,5-1 0,3-1 0,-3 2 0,-6 2 0,-7 2 0,-5 3 0,0 0 0,5-1 0,6-3 0,7 0 0,0-2 0,-4 1 0,-13 1-601,24 5 0,-10 1 601,-24-2 0,1 2 0,-4-3 0,6-5 0,-3-1 0,-3 6 0,-3-2 0,32-5 0,-72 5 4170,-18 6-4170,-4 28 0,0 44 1106,0-20 0,0 7-1106,0 25 0,0 5 0,0-1 0,0-1 135,0-16 0,0-2-135,0-1 0,0 1 0,0 10 0,0 2 0,-1 0 0,2 0 0,1-25 0,1 2 0,1-2 0,3 26 0,1-4 0,-2-21 0,0-2 0,0 5 0,0 7 0,2 3 0,1 8 0,-1-1 0,-1-13 0,0-1 0,0 4 0,0-7 0,0 3 0,0 2 0,0 3 0,0 17 0,0 6 0,-1-3 0,0-13 0,-1-4 0,-1-2 0,-1-3 0,-1 11 0,1-3 0,2-17 0,11 21 0,-14-25 0,-3 9 0,2-4 0,9 1 0,1-1 0,-9 18 0,-2-2 0,5-22 0,1-2 0,0 3 0,-1-4-954,-2 24 954,1-16 0,2-1 0,3 2 0,-9-3 0,2 6-814,7 5 0,3 3 814,-6-15 0,-1 2 0,1 2 66,3 5 1,1 2 0,0-6-67,2 8 0,-1-6 412,-4-15 1,0-3-413,11 36 0,-11-33 0,1 8-419,1 13 1,1 9 0,1-3 418,3 13 0,-1-3 0,-6-25 0,-2 0 0,2-8 800,2-7 0,1-5-800,-4 3 0,1 0 0,3 6 0,1 1 0,-4 4 0,0-2 0,10 33 0,-5-9 0,-3-33 2252,0 21-2252,-9-36 0,11 51 0,-8-41 0,7 11 0,0 2 0,-8-8 814,8 33-814,-5-45 0,-3 15 0,12 9 0,-11-12 0,1-2 0,1 0 0,2 2 0,-5 21 0,5-27 2956,-7 0-2956,6 0 0,-4 44 0,5-42 0,-2 30 0,-3-17 0,3-27 0,-5 27 0,0-43 0,0 5 0,4-12 0,-3 5 0,3-7 0,-4 0 0,0 1 0,0-1 0,0 0 0,0 0 0,-4 1 0,-12-1 0,8 0 0,-28 3 0,11 8 0,-33-2 0,-18 7 0,20-9 0,-41-5 0,54-6 0,-6 0 0,-2 0 0,-14-3 0,-23 7 0,15 0 0,-1-7 0,-14 6-825,-4 1 825,0-6 0,16 6 0,28-9 0,4 0 0,17 0 0,-7 0 0,0 0 0,-15 0 0,17 0 0,-35 0 0,8 10 0,-33-8 0,22 7 0,-1-9 0,8 0 0,19 0 0,-53 0 0,54 0 825,-21-5-825,30 4 0,0-5 0,7 6 0,-17 0 0,17-5 0,-28 3 0,25-3 0,-53 5 0,49 0 0,-27 0 0,27 0 0,-30 9 0,21-6 0,-54 6 0,63-4 0,-37-3 0,44 3 0,-28 3 0,25-6 0,-10 7 0,17-9 0,12 0 0,-5 0 0,6 0 0,1 0 0,-7 0 0,5 0 0,-5 0 0,-1 0 0,6 0 0,-5 0 0,7 0 0,-1 0 0,1 0 0,-7 0 0,-2-6 0,0 0 0,2-4 0,4-16 0,-1-4 0,-4-28 0,-2-35-1729,12 29 0,3-6 1729,-1-1 0,2-6 0,0 4 0,2-8 0,2-4 0,-2 7 0,1-9 0,-1-4 0,3 7 0,2-2 0,1 5 0,2-11 0,0 13 0,1-10 0,0-6 0,1-1 0,-1 3 0,0 5 0,-2 4 0,-2 4 0,1 2 0,0 0 0,2-4-994,4-13 0,2-2 1,1-2-1,-2 2 0,-4 5 994,-4 1 0,-3 5 0,-2-1 0,1-8-571,2 13 1,0-6 0,1-5-1,-1-1 1,1 1 0,-1 5 0,-1 8 570,0-10 0,-1 10 0,-1 0 0,1-8 0,0-4 0,1-11 0,-1-4 0,1 4 0,-2 11 0,0 21-111,-2 12 1,-1 6 110,-1-47 0,-4 1 0,-1 45 0,0 2 0,2-24 0,1 3 0,-10-15 0,16 5 1556,-5 44-1556,6-10 3873,-8-7-3873,6 4 6572,-6 1-6572,8 5 0,0-16 0,0 7 0,0-21-722,1 5 1,-2-4 721,-4 19 0,-1 0 0,5-18 0,-1 3 72,-8-20-72,10 18 0,0 20 0,0-46 0,0 46-463,0-15 1,0-2 462,0 8-232,0 6 0,0 1 232,0-3 0,0 2 0,0-2 0,0-28 0,0 25 0,0-4 0,-6-11 0,-2 3 0,-3-20 0,3 17 0,0 3 0,0 12 0,1-11 0,0-2 904,-4-6-904,3 4 0,0 3 0,0 12 0,-6-12 0,1 0 0,6 5 0,-11-7 0,1 4 0,15 22-95,-13-9 95,13 12 0,-7-9 0,-1-1 0,0-6 0,3 9 0,0 4 944,0 15-944,7 10 511,-5-1-511,3 7 1027,-3-14-1027,5 11 108,0-6-108,-5 0 0,3 15 0,-3-15 0,5 16 0,-5-6 0,4 1 0,-3 5 0,4-5 0,0 11 0,0 1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02.0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15 221 24575,'4'-10'0,"-3"1"0,8-7 0,-7 5 0,3-12 0,-5 12 0,5-12 0,2 1 0,11-4 0,-6 4 0,4 10 0,-6 4 0,-1 6 0,0-6 0,0 7 0,1-3 0,6-2 0,2 5 0,-1-4 0,-1 5 0,-6 0 0,-1 0 0,0 0 0,1 0 0,-5 4 0,3 1 0,-3 4 0,5 0 0,8 17 0,-6-13 0,16 29 0,-20-22 0,9 8 0,-16-12 0,9 0 0,-9-5 0,5 5 0,-6-7 0,0 0 0,0 1 0,0-1 0,-5 0 0,4 0 0,-7 1 0,3-1 0,-5 0 0,1 1 0,0-5 0,-1 3 0,1-7 0,-1 7 0,1-7 0,-7 4 0,5-5 0,-22 0 0,24 4 0,-16-3 0,20 3 0,-4-8 0,4-2 0,-5-10 0,3-2 0,-5-10 0,-9-8 0,-1-4 0,1 10 0,-22-29 0,31 41 0,-16-25 0,28 33 0,0 5 0,0 1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03.2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119 81 24575,'5'-9'0,"-1"0"0,-4-7 0,4 9 0,-3-9 0,3 11 0,0 0 0,-3-3 0,8 7 0,-4-4 0,8 5 0,-3 5 0,11 1 0,1 9 0,3-2 0,4 4 0,-11-6 0,-6-1 0,-4-5 0,-3 4 0,0-4 0,3 4 0,-7 7 0,8-5 0,-8 5 0,8 0 0,-7-5 0,3 12 0,-5-12 0,0 9 0,0-9 0,0 2 0,0-4 0,-5 7 0,-2 2 0,-6 7 0,7-7 0,-4-7 0,9-2 0,-7-4 0,6 4 0,-6 0 0,3-3 0,0 2 0,-4-7 0,4 3 0,-4-4 0,-1 0 0,-42 0 0,31 0 0,-47-14 0,54 11 0,-13-21 0,17 17 0,-2-16 0,7 12 0,-5-6 0,9 1 0,-8-2 0,3 5 0,0-9 0,-3 19 0,8-12 0,-3 10 0,4-1 0,0 2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03.9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24575,'0'18'0,"0"14"0,0-2 0,0 6 0,0 20 0,0-26 0,0 25 0,0-18 0,0 19 0,0-23 0,0 19 0,0-38 0,0 18 0,0-21 0,0 1 0,0-8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04.4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24575,'5'57'0,"-1"-20"0,-4 52 0,0-49 0,0 15 0,0-6 0,0 0 0,0 9 0,0-12 0,0 0 0,0-17 0,0 13 0,0-22 0,0 7 0,0-11 0,0-6 0,0-5 0,0-1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05.3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167 313 24575,'5'-4'0,"0"-1"0,-1-5 0,-3-6 0,16-11 0,6-21 0,-1 16 0,9-12 0,-20 33 0,5-1 0,-7 4 0,1 7 0,0 8 0,-4-1 0,13 27 0,-10-13 0,11 14 0,-9-9 0,1-1 0,-7-6 0,5-2 0,-9 0 0,3-5 0,-4 5 0,0 0 0,0-5 0,0 5 0,0-7 0,-4 1 0,-1-1 0,-1 0 0,-2 1 0,3-1 0,-5 0 0,1-4 0,0 4 0,-1-4 0,-6 0 0,5-1 0,-5 0 0,6-3 0,1 3 0,0-4 0,-1 0 0,5-4 0,-28-44 0,-2-6 0,-2 6 0,0 1 0,-1-5 0,-13-7 0,41 29 0,-11-6 0,13 2 0,2 16 0,6 2 0,0 6 0,0 5 0,0 1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06.3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8 228 24575,'0'-10'0,"0"1"0,5 4 0,2-20 0,3 16 0,5-33 0,-5 28 0,2-11 0,-2 9 0,16-5 0,-15 3 0,13-1 0,-19 14 0,5 0 0,-5 1 0,3 3 0,-7 1 0,14 12 0,-8-1 0,16 6 0,-16 0 0,24 4 0,-22-2 0,24 6 0,-22-14 0,6 12 0,-7-12 0,1 12 0,0-5 0,-4 0 0,4 15 0,-4-12 0,0 14 0,2-17 0,-8 5 0,3-12 0,-4 5 0,0-7 0,0 1 0,-4-5 0,-1 3 0,-11-2 0,-12 0 0,8-1 0,-12 1 0,14-5 0,-7 5 0,1-6 0,6 0 0,2 0 0,6 0 0,5-5 0,-10 4 0,12-7 0,-19 2 0,8-6 0,-10 0 0,-3-15 0,1 5 0,6-5 0,8 4 0,3 12 0,8-16 0,-3 15 0,4-15 0,0-1 0,0 8 0,0-1 0,0 16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06.8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1 24575,'0'9'0,"0"29"0,0 7 0,-9 28 0,7-22 0,-6 17 0,8-28 0,0 45 0,0-33 0,0 21 0,0-15 0,6-19 0,-5 1 0,9-24 0,-9-7 0,7-4 0,-7 4 0,3-8 0,-4 3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07.7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299 304 24575,'0'-10'0,"4"5"0,1-3 0,4 7 0,1-8 0,-1 8 0,0-3 0,1 4 0,6 0 0,-1 0 0,9 0 0,-9 0 0,1 0 0,-7 0 0,0 0 0,7 0 0,-3 11 0,10 13 0,-1 13 0,0 23 0,12 15 0,-21-19 0,12 5 0,-24-37 0,10 1 0,-10-7 0,5 4 0,-6-11 0,0 5 0,0-6 0,-4-5 0,-2 3 0,1-3 0,-3 1 0,3-2 0,-5-4 0,1 0 0,-17 0 0,6 0 0,-8-5 0,6 4 0,4-8 0,0 3 0,2 0 0,-10-12 0,13 10 0,-20-17 0,21 7 0,-1-7 0,2 1 0,-18-28 0,-16-33-1937,-6 10 1937,6-7 0,0-1 0,2 6-38,10 21 0,3 5 0,13 18 0,13 28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15.7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1 396 24575,'5'-10'0,"-1"1"0,-4 0 0,0-1 0,0-6 0,0 5 0,0-5 0,0 6 0,0 1 0,0 0 0,0-5 0,4 4 0,-3-4 0,9-2 0,-9 5 0,5-5 0,5-1 0,-9 6 0,19-16 0,-15 15 0,9-8 0,-10 10 0,4 5 0,-8-3 0,7 2 0,-3-3 0,0 0 0,3-1 0,-2 1 0,3-1 0,-4 1 0,3 4 0,-7-4 0,8 4 0,-8-4 0,7 4 0,-7 11 0,7 1 0,-7 26 0,9-13 0,-9 7 0,10-4 0,-10-5 0,16 17 0,-15-15 0,15 14 0,-16-23 0,4 5 0,0-6 0,-4-1 0,3 0 0,-4 0 0,0 1 0,0-1 0,4 0 0,-3 1 0,3-1 0,-4 0 0,0 1 0,0-1 0,0 0 0,0-4 0,0-1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16.3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24575,'9'0'0,"29"0"0,-15 0 0,17 0 0,-24 0 0,-7 0 0,0 0 0,0 0 0,8 0 0,-6 0 0,5 0 0,-7 0 0,0 0 0,1 0 0,-1 0 0,0 0 0,0 0 0,-3 0 0,-2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17.0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11341,'0'15'0,"0"-10"4936,6 37-4936,-4-29 2303,5 29-2303,-2-22 1310,-3 7-1310,3-4 4685,-5-12-4685,0 9 0,4-9 0,-3 2 0,3-8 0,-4-1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18.1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76 24575,'4'-5'0,"-3"-4"0,8 4 0,-4-4 0,4-1 0,0 1 0,1 4 0,-1-4 0,0 8 0,-4-7 0,4 7 0,-4-3 0,4 4 0,-4 4 0,4-3 0,-8 7 0,7 1 0,-2 8 0,4-1 0,-4 0 0,-1-7 0,-5 0 0,0 0 0,0 5 0,-5-8 0,-1 13 0,-4-12 0,-1 9 0,2-6 0,0-1 0,-1-4 0,5 3 0,1-3 0,8 5 0,1-1 0,21 3 0,-6 5 0,14-2 0,4 15 0,-17-21 0,16 20 0,-26-22 0,11 16 0,-11-12 0,1 5 0,-3-7 0,-4 0 0,0 1 0,3-5 0,-7 3 0,7-3 0,-7 5 0,4-1 0,-5 0 0,0 0 0,-5-3 0,4 2 0,-3-3 0,0 0 0,-8 5 0,1-5 0,-5 2 0,6 1 0,-6-2 0,-2 0 0,0-1 0,-5-5 0,-4 0 0,7 0 0,-6 0 0,17 0 0,-7 0 0,-2 0 0,0-4 0,2-1 0,6-4 0,1-1 0,4-6 0,-4 9 0,8-15 0,-3 19 0,4-8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18.7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24575,'0'0'0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19.0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24575,'0'0'0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19.3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12545,'5'0'0,"-1"0"0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30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24575,'16'0'0,"2"0"0,6 0 0,10 0 0,-14 0 0,22 0 0,-12 0 0,6 0 0,-2 0 0,-9 0 0,-1 0 0,-6 0 0,-2 0 0,10 0 0,-6 0 0,14 0 0,0 0 0,-7 0 0,0 0 0,5 0 0,-12 0 0,14 0 0,0 0 0,3 0 0,-1 0 0,8 0 0,-24 0 0,34 0 0,-22 0 0,17 0 0,-6 0 0,6 0 0,12 0 0,-9 0 0,-6 0 0,-12 0 0,-7 0 0,7 0 0,-10 0 0,-6 0 0,-2 0 0,-7 0 0,1 0 0,-1 0 0,0 4 0,1 1 0,-1 5 0,-4 6 0,3-5 0,-1 12 0,2-12 0,14 44 0,-11-36 0,6 36 0,-9-37 0,-2 7 0,0-1 0,-2 1 0,5 36 0,-8-27 0,8 36 0,-10-43 0,0 16 0,0-16 0,0 17 0,0-17 0,0 16 0,0 6 0,0-10 0,0 7 0,0-21 0,0-1 0,0 1 0,5-1 0,-4 10 0,5-7 0,-6 7 0,0-9 0,0 9 0,0-7 0,5 7 0,-3 0 0,3-7 0,2 16 0,-6-16 0,6 17 0,-7-8 0,0 10 0,0 0 0,7 0 0,-5 12 0,5 3 0,-7 0 0,0 9 0,0-21 0,0 21 0,0 23 0,0-33 0,0 28 0,0-61 0,0 7 0,0-9 0,0-1 0,0 1 0,0-1 0,0-6 0,0 5 0,0-12 0,0 5 0,0-7 0,0 7 0,0-5 0,0 5 0,0-6 0,0-1 0,0 7 0,0-5 0,0 5 0,0-7 0,-6 7 0,-1 2 0,0 0 0,-4 5 0,6-12 0,-6 5 0,6-7 0,-3 0 0,2 1 0,-3-5 0,-7 4 0,-2-2 0,-7 0 0,-9-2 0,-47-5 0,24 0 0,-34 0 0,46 0 0,-14-8 0,27 6 0,-13-6 0,27 8 0,0 0 0,2 0 0,7 0 0,-1 0 0,1 0 0,0 0 0,-1 0 0,1 0 0,4 4 0,-4-3 0,4 3 0,-4-4 0,3-4 0,-2 3 0,3-7 0,-11-4 0,-6-5 0,-4-2 0,-12-5 0,6 5 0,4 3 0,8 2 0,10 9 0,1 0 0,4-3 0,-4 7 0,4-4 0,0 1 0,-4 3 0,4-7 0,-4 3 0,-1-1 0,1-2 0,0 7 0,-1-7 0,1 7 0,4-8 0,-4 8 0,8-7 0,-7 7 0,7-8 0,-8 4 0,4-4 0,-4-1 0,4 1 0,-4 0 0,1-17 0,-6-16 0,0 3 0,-1-8 0,-3-31-430,1 3 430,-2-13 0,8-9 0,-3 41 0,4-43 0,-6 45 0,7-3 0,-5 10 0,12 17 0,-13-26 0,7 9 0,-10-29 0,-1-14 0,7 20 0,-7-28 430,17 64-430,-8-36 0,10 43 0,-7-17 0,6-19 0,-12 19 0,12-26 0,-15-11 0,13 33 0,-15-40 0,16 61 0,-9 0 0,2-29 0,3 37 0,-2-30 0,8 40 0,-4-5 0,3-3 0,-4 2 0,5-6 0,0 4 0,0 2 0,-4-1 0,3 6 0,-3 1 0,4-7 0,0 5 0,0-10 0,0 11 0,0-4 0,0 5 0,0-1 0,0 1 0,0 4 0,0 1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33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72 24575,'0'13'0,"0"5"0,0 3 0,0 13 0,0-13 0,4 4 0,-3-16 0,3 8 0,0-6 0,-3 5 0,3-7 0,-4 7 0,0 2 0,6 6 0,-5-6 0,4 27 0,-5-22 0,0 32 0,0-18 0,0 9 0,0-17 0,0 3 0,0-14 0,0 7 0,0-7 0,0-2 0,0-7 0,0 0 0,0-8 0,0-6 0,-5-33 0,4 11 0,-12-27 0,11 27 0,-4-8 0,-1 1 0,5-2 0,-5-1 0,7 3 0,0 10 0,0-1 0,0 7 0,0-5 0,0 12 0,0-12 0,0 5 0,0 0 0,0-5 0,4 12 0,-3-5 0,4 7 0,-1-1 0,-3 1 0,3 0 0,0-1 0,1 5 0,5 5 0,-5 5 0,15 22 0,-10-7 0,13 16 0,-11-12 0,2 11 0,-3-15 0,2 12 0,-2-14 0,-4-1 0,2 0 0,-4-8 0,1 0 0,-2 0 0,0 1 0,-3-1 0,7-4 0,-7-5 0,8-1 0,-8-7 0,27-58 0,-16 34 0,17-40 0,-22 49 0,8 5 0,-12 0 0,12 2 0,-14 7 0,7-1 0,-7 1 0,7 0 0,-7-1 0,8 5 0,-8-3 0,7 2 0,-3-3 0,0 0 0,3 3 0,-6-2 0,6 7 0,-7-7 0,7 7 0,-7-8 0,7 8 0,-7-7 0,8 3 0,-4-5 0,4 5 0,-4-3 0,4 7 0,-8-8 0,3 12 0,0-2 0,5 57 0,4-20 0,2 31 0,-7-35 0,5 0 0,-12-7 0,10 0 0,-10-11 0,3 0 0,-4 2 0,4 0 0,-3 5 0,4-12 0,-5 12 0,0-6 0,0 1 0,5 5 0,-4-12 0,5 5 0,-6-7 0,0 1 0,0-1 0,0 0 0,0 0 0,4-3 0,-3 2 0,3-3 0,-4 4 0,0-3 0,0-2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34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 11842,'10'0'0,"6"0"4849,-5 0-4849,5 0 2215,-7 0-2215,0 0 1250,1 0-1250,-1 0 4419,7 0-4419,-5 0 0,5 0 0,0 0 0,2 0 0,0 0 0,14 0 0,-12 0 0,7 0 0,-4 0 0,-5 0 0,0 0 0,14-7 0,-12 6 0,14-6 0,-16 7 0,5 0 0,4 0 0,0-6 0,7 5 0,0-4 0,2-2 0,1 5 0,-10-5 0,5 7 0,-2 0 0,6 0 0,8 0 0,-8 0 0,10-7 0,-16 6 0,2-6 0,-5 7 0,0 0 0,61 0 0,-50 0 0,50 0 0,-39 0 0,-10 0 0,44 0 0,-49 0 0,63 0 0,-54 0 0,21 0 0,-21 0 0,6 0 0,-1 0 0,1 0 0,21 0 0,-26 0 0,55 0 0,-46 7 0,20-6 0,-15 6 0,-9-7 0,18 0 0,28 0 0,4 0 0,-17 0-204,-18 0 0,1 0 204,18 0 0,17 0 0,0 0 0,-17 0-1286,-14 0 0,-7 0 1286,30 0 0,-1 0 0,-23 3 0,-3 1-291,5-4 0,-7 2 291,-5 4 0,36-6 0,-25 0 0,-17 0 0,-3 0 0,-10 0 0,16 0 0,-28 0 344,0 0-344,-4 0 2537,4 0-2537,22 0 681,-1 0-681,10-6 0,-12 4 0,0-5 0,0 7 0,0 0 0,0 0 0,0-7 0,12 5 0,-10-4 0,23 6 0,-22 0 0,9 0 0,-22-6 0,-2 5 0,-10-5 0,-6 6 0,-6 0 0,-8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3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24575,'9'0'0,"0"0"0,17 0 0,-13 0 0,41 0 0,-21 0 0,37 0 0,-9 0 0,27 0-439,4 0 439,-22 6-6639,13-5 6639,-32 5-306,22-6 306,-12 6 0,-3-4 0,-21 5 286,6-7-286,-23 0 6629,22 0-6629,-12 7 469,28-6-469,-9 6 0,9-7 0,0 0 0,-19 0 0,17 0 0,-20 0 0,10 0 0,12 0 0,3 0 0,12 0 0,-21 0 0,4 0 0,-8 0 0,-8 0 0,27 0 0,-15 0 0,9 0 0,-12 0 0,-15 0 0,0 0 0,2 0 0,-6 0 0,11 0 0,-11 0 0,6 0 0,-2 0 0,0 0 0,-7 0 0,29 0 0,-26 0 0,52 0 0,-38 0 0,28 0 0,-35 0 0,33 0 0,-27 0 0,57 0 0,-57 0 0,28 0 0,-44 0 0,7 0 0,27 0 0,-28 0 0,65 0 0,-65 0 0,28 0 0,-36 0 0,-1 0 0,33 0 0,-14 0 0,16 0 0,-25 0 0,27 0 0,-18 0 0,30 0 0,-27 0 0,0 0 0,0 0 0,-1 0 0,-8 0 0,-3 0 0,-10 0 0,1 0 0,-7 0 0,4 0 0,-4 0 0,0 0 0,-2 0 0,10 0 0,15 0 0,-1 0 0,15 0 0,-28 0 0,17 0 0,-17 0 0,0 0 0,-11 0 0,-7 0 0,1 0 0,-5 0 0,-1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38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 24575,'10'0'0,"-1"0"0,29 0 0,21 0 0,33 0-1255,-14-3 0,14-2 0,-9 1 1255,-20 3 0,2-1 0,24-2 0,13-1 0,-6 2 0,0 2 0,-4 2 0,-1-1 0,1 0 0,10 0 0,-6 0-413,-31 0 0,-6 0 413,33 0 0,-32-4 0,6 3 0,-43-3 0,45 4 2616,-38 0-2616,16-6 1975,-22 5-1975,1-5 0,-7 6 0,14 0 0,-12 0 0,24 0 0,-8 0 0,10 0 0,12 0 0,-19 0 0,17 0 0,-8 0 0,13 0-298,26 0 1,1 0 297,-11 0 0,12 1 0,-8-2 0,-52-4 0,27 3 0,-7-3 0,12 5 0,-10 0 0,32 0 0,-56 0 0,32 0 595,-32 0-595,-7 0 0,22-7 0,-24 5 0,8-4 0,-12 6 0,-5 0 0,7 0 0,-5 0 0,5 0 0,0 0 0,2 0 0,0 0 0,-2 0 0,9 0 0,-11 0 0,11 0 0,-15 0 0,-1 0 0,0 0 0,0 0 0,1 0 0,-1 0 0,0 0 0,1 0 0,-5 0 0,-1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39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0 209 24575,'16'0'0,"2"0"0,7 0 0,-1 0 0,37-10 0,9 8 0,10-8-1082,11-5 0,4 1 1082,-35 10 0,-1 0 0,26-15 0,1 2-490,-16 14 1,-5 4 489,19-8-465,4 7 465,-28 0 0,-13-8 0,-17 6 0,25-6 0,-14 8 1993,-4 0-1993,1 0 1065,9 0-1065,-8 0 0,9 0 0,23 0 0,-28 0 0,24-6 0,4-1 78,-9 4-78,0-3 0,-1 0 0,-12 6 0,1 0 0,2 0 0,5 0 0,33-7 0,-53 6 0,33-6 0,-36 7 0,36 0 0,-43 0 0,7 0 0,45 0 0,-41-6 0,50 5 472,-52-5-472,10 0 0,-9 4 0,6-5 0,20 7 0,-10-7 0,20 6 0,-27-6 0,0 7 0,-10 0 0,7 0 0,-16 0 0,7 0 0,13 0 0,-18 0 0,18 0 0,-23 0 0,1 0 0,-1 0 0,10 0 0,-7 0 0,7 0 0,-16 0 0,5 0 0,-12 0 0,5 0 0,-7 0 0,0 0 0,1 0 0,-1 0 0,0 0 0,7 0 0,-5 0 0,6 0 0,-8 0 0,0 0 0,0 0 0,-3 0 0,-2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40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 24575,'10'0'0,"-1"0"0,16 0 0,5 0 0,60 0 0,-6 0-957,4 0 957,-32-5 0,3-1 0,10 5 0,1-1 0,-8-3 0,2-1 0,22 5 0,-4 2 0,-5-1 235,-18 0-235,-5 0 0,-24 0 0,16 0 0,0 0 0,-17 0 0,13 0 0,-29 0 722,41 0-722,-37 0 0,49 0 0,-21 0 0,28 0 0,-1 0 0,-21 0 0,30 0 0,-11 0 0,10 0 0,20 0 0,-48 0 0,17-3 0,0 0 0,-7 1 0,-12-2 0,2 1 0,36 3 0,-41 0 0,44 0 0,-19 0 0,-29 0 0,23 0 0,-41 0 0,-3 0 0,1 0 0,-12 0 0,5 0 0,-7 0 0,7 0 0,-5 0 0,5 0 0,10 0 0,-6 5 0,7-3 0,-4 3 0,-5-5 0,6 0 0,23 0 0,-13 6 0,13-5 0,-25 4 0,-6-5 0,0 0 0,-5 0 0,5 0 0,-7 5 0,-4-4 0,0 3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41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0 108 24575,'6'-4'0,"6"3"0,-6-3 0,14 4 0,2-4 0,4 3 0,12-4 0,-2 5 0,16-5 0,7-2-354,-6 6 0,1-1 354,13-4 0,0 0 0,26 6 0,-30-6 0,-3 0 0,2 3-747,23-4 1,6 1 746,-37 6 0,-2 0 0,9 1 0,0-2-450,-6-2 1,-7-2 449,-9 3 0,7-6 0,-21 8 622,9 0-622,-7 0 1471,7 0-1471,-17 0 1007,16 0-1007,-20 0 0,19 0 0,-14 0 0,28 0 0,-16 0 0,16 0 0,15 0 0,-17 0 0,28 0 0,-26-7 0,0 6 0,45-6 0,-34 7 0,33 0 0,-32 0 0,-9 0 0,21 0 0,-21 0 0,2 0 0,0 0 0,6 0 0,24 0 0,-37 0 0,-17 0 0,7 0 0,0 0 0,14 8 0,1-6 0,0 6 0,-15-8 0,-10 0 0,1 0 0,4 0 0,-11 0 0,3 0 0,-12 0 0,0 0 0,0 0 0,1 0 0,-5 0 0,-1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42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1 114 15222,'4'5'0,"1"-1"3968,11-4-3968,11 0 0,22 0 0,12 0 0,1-6 0,2 0 770,10 3-770,-7-3 0,4 0 0,-13 0 0,1-1 0,5 0 0,6 0-255,5 3 1,7-1 0,-4 0 254,4-7 0,0 2 0,-10 8 0,4 2 0,-9-1 0,-15-4 0,-3-1 0,12 6 0,-4 0 0,7 0 2488,24-8-2488,-26 6 0,-14-6 0,-14 8 699,-9 0-699,-8 0 2191,10 0-2191,-8 5 0,10-3 0,-11 3 0,14-5 0,-19 0 0,20 0 0,6 0 0,21 0 0,15 0 0,-6 0 0,-11 0 0,-12 0 0,0 0 0,0 0 0,-10 0 0,8 0 0,-17 0 0,0 0 0,-11 0 0,10 0 0,-6 0 0,7 0 0,-4-5 0,-12 3 0,12-3 0,-12 5 0,11 0 0,-11 0 0,12 0 0,-5 0 0,0 0 0,-2 0 0,-7 0 0,0 0 0,1 4 0,-1-3 0,7 3 0,2-4 0,0 0 0,5 0 0,-6 0 0,1 0 0,14 0 0,-12 0 0,15 0 0,-11 0 0,1 0 0,-8 0 0,-1 0 0,1 0 0,-7 0 0,7 0 0,-8 0 0,0 0 0,0 0 0,1 0 0,-1 0 0,0 0 0,1 0 0,-5 0 0,-1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43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24575,'57'16'0,"-13"-2"0,-22-8 0,33 17 0,-12-11 0,30 15 0,-18-16 0,0-1-8503,19 8 8503,-10-7 0,-2 0 0,-1 6 680,10-7-680,-5 0 0,4 0 0,-17-8 0,1-1 0,23 6 0,-1 0 0,-24-7 0,-1 0-339,3 0 0,1 0 339,-3-1 0,7 2 0,9 2 0,14 3 0,1 0 0,-11-2-899,4-2 1,0 1 898,18 3 0,11 2 0,-16-3 0,-32-5 0,-8 0 4342,43 8-4342,-4-6 0,-15 6 0,0-8 0,-19 0 0,-2 0 1127,8 0-1127,28 7 0,-52-6 885,0 6-885,-2-7 0,-16 0 2919,5 0-2919,-12 0 939,12 0-939,-12 0 86,5 0-86,-7 0 0,7 0 0,-5 0 0,12 0 0,-5 0 0,6 0 0,1 0 0,0 0 0,-1 0 0,1 0 0,-1 0 0,21 0 0,-15 0 0,15 0 0,-21 0 0,1 0 0,-1 0 0,-6 0 0,-2-4 0,-7 3 0,1-3 0,-1 4 0,4 0 0,-2 0 0,2 0 0,-8 0 0,-1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0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13533,'8'27'0,"-6"-3"4225,6 25-4225,3 39 0,-10-36 0,0 3 0,10 11 0,-1 0 987,-9-7 0,0-6-987,13 4 1091,-13-25-1091,3-14 3575,1 7-3575,-3-8 0,3-5 0,-5-7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0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1 241 24575,'4'-5'0,"-3"-3"0,7 3 0,-2-5 0,4-6 0,0 5 0,0-5 0,16-3 0,-13 7 0,33-27 0,-15 15 0,9-9 0,-6 12 0,-16 15 0,-2-4 0,-7 9 0,0-3 0,1 4 0,-1 0 0,0 4 0,1-3 0,2 23 0,4-13 0,-2 15 0,3-9 0,-7-6 0,21 25 0,-17-21 0,16 14 0,-20-13 0,0-5 0,-4 5 0,-2-6 0,1-1 0,2 17 0,-1-13 0,1 19 0,-7-14 0,0 0 0,0 5 0,0-6 0,0 17 0,0-7 0,-5 7 0,-2-9 0,-7 9 0,1-7 0,-8 16 0,1-16 0,-1 0 0,-15 10 0,17-23 0,-12 16 0,18-25 0,3-1 0,1-4 0,-18 0 0,6 0 0,-14 0 0,10 0 0,7 0 0,2 0 0,7 0 0,3-4 0,2 3 0,4-3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1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1 211 24575,'9'0'0,"0"0"0,1 0 0,-1 0 0,0 0 0,1 0 0,-1 0 0,0 0 0,7 0 0,2 0 0,7 0 0,-1 0 0,10 0 0,-7 0 0,16 0 0,-6-6 0,9-3 0,0-6 0,-1-1 0,1 1 0,-9 1 0,-14 2 0,-8 5 0,-14-1 0,3 3 0,-4-5 0,0 1 0,0-1 0,-4 1 0,-1 0 0,-5-1 0,-6-1 0,-2 0 0,-7-1 0,-3 5 0,9 2 0,-2 5 0,12 0 0,0 0 0,-1 0 0,1 0 0,-1 4 0,1-3 0,4 7 0,-4-3 0,4 5 0,-11 0 0,5 0 0,-5 0 0,1 11 0,-3-3 0,0 11 0,1-4 0,10-8 0,-3 0 0,9-8 0,-3 0 0,4 7 0,0-5 0,0 5 0,5 0 0,1-5 0,4 1 0,-4-3 0,9-3 0,-2 5 0,12-4 0,-7-2 0,-2-1 0,21-3 0,-13 3 0,22-4 0,-22 0 0,10 0 0,-14 0 0,13 0 0,-16-5 0,1 4 0,9-9 0,-15 9 0,8-3 0,-14 4 0,-2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2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0 24575,'-9'9'0,"0"1"0,-2 6 0,1-5 0,-1 5 0,2-7 0,-3 17 0,2-13 0,-3 19 0,3-21 0,-1 10 0,2-11 0,3 3 0,2-3 0,0-5 0,3 10 0,-3-8 0,4 9 0,0-7 0,0 0 0,0 1 0,4-1 0,1 0 0,11 2 0,2 0 0,7 1 0,-1-5 0,10 5 0,-7-5 0,17 8 0,-8-1 0,0-6 0,-2 5 0,-16-12 0,-2 4 0,0-5 0,-5 0 0,5 0 0,-6 0 0,-1 0 0,0 0 0,0-4 0,-3 3 0,-2-3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3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24575,'5'4'0,"0"2"0,-5 10 0,0 23 0,5-9 0,-4 20 0,9-31 0,-9 8 0,7-20 0,-7 8 0,9-3 0,-5-5 0,2 8 0,1-14 0,-7 7 0,7-7 0,-2 7 0,3-7 0,0 8 0,0-8 0,-3 7 0,2-7 0,-3 3 0,0-4 0,-1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3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24575,'-5'0'0,"1"0"0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3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9 14810,'-4'-5'0,"-1"1"4098,-5 8-4098,1-3 1689,4 8-1689,-4-8 916,8 7-916,-3-3 3062,0 0-3062,3 3 0,-3-2 0,4 3 0,0 0 0,0 0 0,0 1 0,4-1 0,1 0 0,4 1 0,7 6 0,-5-5 0,12 12 0,4-3 0,0 5 0,17 5 0,-17-10 0,16 8 0,-16-14 0,0 5 0,-11-12 0,-6 1 0,-5-3 0,3 1 0,-7 2 0,-1 8 0,-1-4 0,-7 8 0,2-11 0,-3-3 0,4 2 0,-4-7 0,4 3 0,-4-4 0,-1 0 0,1 0 0,4 0 0,1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4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24575,'5'9'0,"6"16"0,-5-11 0,8 28 0,-3-22 0,3 25 0,-3-25 0,-5 14 0,3-27 0,-8 8 0,3-10 0,0 4 0,-3 0 0,7-3 0,-7-2 0,3-4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4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5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98 24575,'-4'9'0,"3"1"0,-7-1 0,7 0 0,-3 1 0,-2 10 0,5-8 0,-5 8 0,6-11 0,0 1 0,0-1 0,0 0 0,4 1 0,-3-1 0,4 0 0,-1 0 0,2 8 0,4-6 0,0 5 0,0-11 0,-1 3 0,0-7 0,1 7 0,-1-7 0,7 3 0,-5 1 0,12-4 0,-12 7 0,5-7 0,-7 3 0,0-4 0,1-4 0,-5-1 0,-1-5 0,-4 1 0,0-7 0,0-24 0,-5 10 0,-4-26 0,-2 36 0,-1-6 0,-18-3 0,9 8 0,-17-12 0,13 10 0,7 14 0,6-6 0,4 14 0,3-7 0,0 7 0,0-3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6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24575,'5'4'0,"-1"1"0,-4 33 0,0-22 0,0 29 0,5-27 0,-3 16 0,9-7 0,-10 0 0,4 5 0,0-23 0,-4 8 0,3-29 0,23-75 0,-15 45 0,7-7 0,1 4 0,-6 20 0,2 12 0,-9 6 0,1 12 0,-7 11 0,17 11 0,-9 0 0,11 7 0,-7 0 0,0-7 0,-5 1 0,3-6 0,-4-4 0,4 4 0,-5-5 0,-2-3 0,-4-9 0,0-1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7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887 1 14431,'-53'9'0,"26"-6"1912,-29 2 0,-3-1-1912,11-4 1854,-33 6-1854,38-5 1015,16 4-1015,-1-5 3175,-4 0-3175,18 0 276,-11-4-276,15 3 0,1-3 0,4 0 0,-4 3 0,-12-3 0,7 4 0,-11-5 0,9 4 0,-2-3 0,0 4 0,-5 0 0,12 4 0,-12-3 0,16 8 0,-8-8 0,3 8 0,-6 3 0,0-3 0,2 6 0,11-10 0,-4 4 0,4 0 0,0 7 0,-4-5 0,3 12 0,-5-5 0,4 16 0,-4-7 0,3 16 0,1-6 0,-7 29 0,12-15 0,-4 6 0,12-14 0,-4-16 0,10 7 0,-5-9 0,5-1 0,-1-6 0,20 18 0,-17-21 0,17 21 0,7-13 0,-13-8 0,30 8 0,9-2 0,-21-4 0,48 10 0,-5-9 0,-9-9 0,13 2 0,-17-11 0,-30 0 0,28 0 0,-44 0 0,7 0 0,-10 0 0,23 0 0,-18 0 0,18-5 0,-30-1 0,28-9 0,-12 2 0,25-10 0,20-2 0,-24 0 0,24 2 0,-41 9 0,-3 6 0,-17 2 0,6 1 0,-12 3 0,1-3 0,-8 5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8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312 89 24575,'-10'0'0,"1"0"0,-1 0 0,1 0 0,0 0 0,-1 0 0,-6 0 0,-2 0 0,4 4 0,-1-3 0,10 3 0,-4 0 0,-1-3 0,-6 9 0,5-9 0,-12 10 0,12-10 0,-5 9 0,0-9 0,4 7 0,-4-7 0,7 3 0,4 0 0,-4-3 0,4 8 0,-4-8 0,3 7 0,2-3 0,4 4 0,0 1 0,0-1 0,4-4 0,6 8 0,16-5 0,-8 7 0,24 6 0,-29-9 0,19 2 0,-21-6 0,12-1 0,-8-2 0,9 1 0,-9-2 0,1-3 0,-6 3 0,-1-4 0,0 0 0,0 0 0,1 0 0,-1 0 0,-4-11 0,-1 4 0,-10-25 0,-7 12 0,-21-28 0,6 20 0,-24-24 0,24 24 0,-10-10 0,20 20 0,-5 1 0,12 7 0,-5 4 0,11-3 0,1 8 0,4-3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9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47 12286,'0'-9'0,"0"-1"4761,-5 5-4761,4-3 2137,-3 3-2137,0-1 1197,-1 2-1197,-5 4 4194,1 4-4194,0 1 0,3 5 0,-2-1 0,7 0 0,-3 1 0,4-1 0,0 0 0,4-4 0,-3 4 0,7-4 0,4 5 0,-1-4 0,5 3 0,0-2 0,-5-2 0,5 5 0,-6-5 0,-1 0 0,0 4 0,0-4 0,1 4 0,-5 0 0,3 1 0,-7-1 0,3 0 0,-4 0 0,0 1 0,0-1 0,0 0 0,-4-3 0,-1-2 0,-4-4 0,-8 5 0,6-4 0,-5 5 0,11-6 0,1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10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24575,'0'10'0,"0"6"0,4-5 0,-3 16 0,3-8 0,1 2 0,-4 2 0,3-12 0,-4 5 0,4-6 0,-3-1 0,3 0 0,0-4 0,-3 4 0,3-4 0,-4 4 0,4 0 0,-2 1 0,2-1 0,0 0 0,-3 1 0,3-5 0,-4-1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10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81 24575,'10'-6'0,"4"2"0,20-3 0,26-8 0,-9 5 0,18-11 0,-39 20 0,-5-6 0,-15 7 0,-5-4 0,-1 3 0,-4-4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11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24575,'0'9'0,"-4"0"0,-2 7 0,0-5 0,-4 5 0,9-6 0,-3-1 0,4 0 0,0 1 0,0-1 0,0 0 0,8 0 0,-1 1 0,13 0 0,-9 0 0,12 2 0,-6 4 0,8-2 0,9 5 0,-14-8 0,6 1 0,-17-7 0,-4 4 0,3-8 0,-7 7 0,4-3 0,-5 4 0,0 1 0,0-1 0,-5 0 0,4 0 0,-7-3 0,-14 5 0,-7-3 0,-1 0 0,-2-1 0,14-7 0,0 0-1696,2 0 0,11 0 0,0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13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16767,'0'10'0,"0"1"3438,0 27-3438,5-11 0,7 61 0,-4-50 0,10 50 0,-16-61 1342,10 7-1342,-11-16 712,5 4-712,-6-11 2316,0 5-2316,0-6 0,0-1 0,0 0 0,0 1 0,0-1 0,0 7 0,0-5 0,0 5 0,0-11 0,0-1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14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1 282 24575,'0'-10'0,"0"1"0,0-7 0,4 4 0,2-11 0,7-4 0,1-9 0,10-12 0,-9 18 0,7 3 0,-13 18 0,1 3 0,6-3 0,-5 7 0,11-9 0,-4 10 0,7-4 0,-1 5 0,-6 0 0,5 0 0,-12 0 0,5 4 0,0 2 0,2 11 0,6-4 0,1 10 0,-7-10 0,-2 7 0,-7-14 0,-4 6 0,-1-6 0,-4 3 0,0 0 0,-5 7 0,-1-5 0,-4 5 0,-7-5 0,0 0 0,-8 1 0,-9 2 0,7-7 0,-17-1 0,8-6 0,6 0 0,-2 0 0,21 0 0,-6 0 0,12 5 0,-3-4 0,7 3 0,-3-4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14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24575,'22'-36'0,"-7"8"0,-10 20 0,0 9 0,4 57 0,-3-36 0,10 64 0,-10-58 0,9 19 0,-10-18 0,1-5 0,-6-6 0,5 5 0,-3-12 0,3 5 0,-5-15 0,0-2 0,-5-15 0,3-2 0,-3-7 0,5 0 0,5 1 0,1 6 0,6-5 0,4 5 0,-4 0 0,4 2 0,3-10 0,-1 12 0,3-12 0,2 14 0,-6-5 0,1 5 0,-2 0 0,-6 3 0,-1 4 0,0 0 0,0-3 0,1 7 0,-5-4 0,-1 5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15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22 11331,'24'-7'0,"-6"2"4937,5 5-4937,-12-5 2305,5 4-2305,-7-3 1312,1 4-1312,-1 0 4690,0 0-4690,-4 4 0,4 1 0,-4 1 0,0 2 0,3-7 0,-1 14 0,-2-1 0,6 10 0,-3 10 0,5-3 0,2 14 0,-3-14 0,-4 3 0,-2-17 0,-2 0 0,-3-1 0,3-5 0,-4 5 0,-4-11 0,3 3 0,-8-7 0,4 3 0,-4-4 0,-17 0 0,-3-7 0,-17-1 0,9-6 0,3 0 0,9 2 0,7 1 0,2 0 0,11 2 0,1-1 0,4 1 0,4-11 0,-3 8 0,7-9 0,-1 5 0,-2 9 0,1-4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16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8546,'4'-6'0,"-3"13"5097,3 16-5097,4 26 0,-6 0 0,6 36 0,2-6 0,-10-26 0,2 1 2765,16 38-2765,-16-17 0,14-4 1670,-14-39-1670,11 13 6497,-11-34-6497,3 5 0,-5-7 0,4-4 0,-3-5 0,3-21 0,22-69 0,-13 30 0,7 5 0,1 4 0,-5 15 0,3 8 0,-8 12 0,-2 7 0,0-1 0,0 5 0,-3-3 0,2 7 0,-3-4 0,0 10 0,4 0 0,-8 4 0,14 7 0,-7 2 0,11 16 0,-7-7 0,1 0 0,-7-4 0,4-5 0,-9-1 0,4 0 0,-5-8 0,-4 0 0,-1-4 0,-4-1 0,-8-4 0,6 0 0,-5 0 0,7 0 0,4 0 0,0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37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0 936 24575,'0'9'0,"10"12"0,-4-9 0,9 8 0,-10-4 0,3-5 0,-3 5 0,5-7 0,-1 1 0,0-1 0,1 0 0,-5 1 0,4 6 0,-3-10 0,4 5 0,0-11 0,-5-4 0,10-8 0,36-60 0,-18 32 0,1-1-727,0-3 0,2-2 727,19-21 0,-3 4 0,-12 13 0,1 6 0,2-3 0,19-31-891,-17 30 891,-7-1 0,-1 1 0,-5 7 0,27-38 0,-35 48 0,16-15 0,-26 23 0,9 3 0,-11 3 0,4 0 1385,-6 8-1385,-1 0 960,0-1-960,0 1 0,1-1 0,-5 1 0,3 4 0,-7-4 0,8 8 0,-8-7 0,7 7 0,-7-7 0,3 7 0,-4-4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02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24575,'0'16'0,"0"-5"0,0 12 0,0-5 0,0 6 0,0 1 0,0-1 0,0 1 0,0-1 0,0-6 0,0 5 0,0-5 0,0 0 0,0 4 0,0-4 0,0 7 0,0-7 0,0 4 0,4 0 0,-3 4 0,3 3 0,-4-12 0,0 6 0,0-5 0,0 0 0,5 5 0,-3-6 0,3 8 0,-5 9 0,6-7 0,-5 0 0,4-4 0,-5-5 0,0 6 0,0 1 0,6-1 0,-5-6 0,5 5 0,-6-12 0,0 5 0,0-7 0,0 1 0,0-1 0,0 0 0,0 0 0,4-3 0,-3 2 0,3-3 0,-4 4 0,0 1 0,0-1 0,0-4 0,0-1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04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1 109 24575,'17'0'0,"-1"0"0,-6 0 0,6 0 0,2 0 0,-1 0 0,6 0 0,6 5 0,-2-3 0,18 3 0,-18-5 0,16 0 0,-6 0 0,21 0 0,3 0 0,12 0 0,-12 0 0,-3 0 0,0 0 0,-18 0 0,27 0 0,-27 7 0,18-5 0,-22 10 0,12-11 0,-20 10 0,10-10 0,-14 5 0,1-1 0,0-3 0,9 10 0,-14-11 0,12 6 0,-21-7 0,12 0 0,-12 4 0,12-3 0,-6 4 0,1-5 0,-2 0 0,-6 0 0,-1 0 0,-8 0 0,-35-9 0,10 7 0,-27-11 0,27 6 0,-1-6 0,0-4 0,1-2 0,-10-9 0,13 10 0,-11-8 0,25 15 0,-8-5 0,14 6 0,-7 5 0,11 1 0,-2 4 0,8 0 0,4 0 0,-2 0 0,9 0 0,-9 0 0,12 5 0,-6-3 0,8 9 0,-7-10 0,25 23 0,-11-12 0,25 15 0,-21-7 0,-1-5 0,-18 1 0,-1-5 0,-6-6 0,-1 3 0,0-7 0,-4 7 0,4-7 0,-8 8 0,-8-8 0,0 7 0,-52-7 0,22 3 0,-26-4 0,15 7 0,27-1 0,-9 2 0,20 0 0,1-3 0,0 0 0,3 3 0,-2-7 0,7 8 0,-3-8 0,4 3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05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10 24575,'1'-6'0,"-2"2"0,-4 8 0,-4 2 0,8 3 0,-7 0 0,7 0 0,-3 1 0,8-1 0,-3 0 0,7-4 0,-3 4 0,5-4 0,-1 4 0,0 0 0,2 8 0,-2-6 0,9 6 0,-7-7 0,12 7 0,-6-5 0,1 5 0,5-6 0,-11 6 0,11-4 0,-10 4 0,3-7 0,-11 0 0,5 6 0,-9-5 0,4 5 0,-1-7 0,-2 0 0,2 12 0,-4-9 0,-5 8 0,0-11 0,-4 0 0,-1-3 0,-6-2 0,-2-4 0,-16 0 0,-2 0 0,-1 5 0,3-3 0,16 3 0,2-5 0,11 0 0,1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06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24575,'9'20'0,"1"-8"0,0 15 0,3 0 0,7 10 0,-5-8 0,13 13 0,-17-29 0,9 20 0,-10-22 0,7 12 0,5-7 0,-3 2 0,1-8 0,-10-2 0,-1-7 0,0 4 0,7-5 0,2-6 0,0 1 0,-2-6 0,-6-5 0,1-2 0,3-16 0,-7-3 0,0 1 0,-7-8 0,0 24 0,0-6 0,0 17 0,0-1 0,0 9 0,0 6 0,0 6 0,7 18 0,-2-15 0,9 18 0,-1 8 0,-1-17 0,25 58 0,3-28 0,1 15 0,2-7 0,-17-23 0,2-1 0,-5-9 0,0-5 0,-5-5 0,0-4 0,-6 1 0,-4-10 0,-3 0 0,0-1 0,-1-4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06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0 204 18065,'0'-10'0,"0"1"2944,0 0-2944,0-1 1114,0 9-1114,4 6 584,4 54-584,5-17 0,1 10 0,-1 2 0,-1-2 1868,13 21-1868,-19-43 0,2 2 0,0-21 0,-7 5 0,3-7 0,0 1 0,-7-9 0,-15-72 0,8-16-971,-1 33 0,0-2 971,8-5 0,6 4-80,15-6 80,-7-13 0,13 35 0,-12 16 0,-3 15 0,0 5 0,-3 1 0,-2 4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07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1 383 8191,'4'-5'0,"-3"-4"5063,7 8-5063,-7-7 2818,3 11-2818,2 5 1719,-5 3-1719,10 12 6784,-4-6-6784,-1 8 0,5-1 0,-5-6 0,6 5 0,-3-12 0,2 5 0,-2-7 0,-4 1 0,4-1 0,-4-4 0,4 3 0,0-7 0,1 4 0,-1-5 0,0 0 0,1-5 0,-1-4 0,0-1 0,-4-20 0,9-27 0,-5 4 0,10-32 0,-2 24 0,2-12 0,-3 12 0,0 12 0,-3 15 0,0 9 0,-7 7 0,0 6 0,-6 8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08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8191,'9'5'0,"-4"3"5063,3-6-5063,-7 6 2818,8-3-2818,-2 20 1719,-1-4-1719,7 13 6784,-12-17-6784,11 16 0,-5-9 0,7 11 0,-7-13 0,2-6 0,-8-7 0,7 1 0,-7-1 0,8-4 0,-8 3 0,7-3 0,-7 5 0,7-1 0,-7 0 0,8-3 0,-8-2 0,3-4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08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12888,'0'-10'0,"0"1"0,0 4 0,0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09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1 146 24575,'5'4'0,"3"-3"0,-2 7 0,10 4 0,-4 6 0,14 16 0,-7-7 0,3 7 0,-5-17 0,0 1 0,-6-9 0,5 2 0,-11-2 0,3-3 0,-7 2 0,8-7 0,-4 7 0,4-7 0,-4 7 0,4-7 0,-4-1 0,0-12 0,7-38 0,-3 8 0,9-40 0,-4 43 0,-4-1 0,-5 24 0,-1 11 0,-3-3 0,8 2 0,-8-3 0,7 4 0,-7-4 0,7 4 0,-7-4 0,9-7 0,-9 5 0,5-1 0,-6 7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10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77 24575,'9'0'0,"-3"-4"0,-2-1 0,-4-4 0,0-1 0,0-6 0,0 5 0,0-5 0,-4 11 0,-2 4 0,-3 3 0,0 2 0,-1 0 0,1 1 0,-1 0 0,1 3 0,0-2 0,3 3 0,-2-4 0,7 3 0,-3-3 0,0 5 0,2-1 0,-2 0 0,4 1 0,0-1 0,0 0 0,0 0 0,4-3 0,-3 2 0,8-3 0,-4 4 0,4 1 0,0-1 0,1 0 0,-1-4 0,0 0 0,1-1 0,-1-3 0,0 3 0,1-4 0,-1 0 0,0 0 0,-4-4 0,4 3 0,-4-8 0,4 4 0,0-4 0,-4-1 0,4 1 0,-8-1 0,14-6 0,-12 5 0,7-5 0,-5 11 0,0 5 0,0 5 0,3 4 0,-1 7 0,9 13 0,-4-9 0,4 7 0,-6-17 0,-1-5 0,-4 3 0,3-7 0,-3 7 0,5-7 0,-1 4 0,-4-5 0,-1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10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13058,'0'-9'0,"0"0"4585,0 8-4585,0 6 2001,4 5-2001,-3 10 1108,3 7-1108,2 0 3823,-5 29-3823,13-4 0,-7-1 0,2-2 0,2 2 0,7 24 0,1 13 0,-9-27 0,15-1 0,-21-26 0,22 37 0,-17-35 0,6 10 0,-7-17 0,-1-3 0,0 4 0,-1-16 0,2 16 0,-4-21 0,0 0 0,-3 1 0,3-1 0,0-4 0,-3-1 0,3-4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14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0 24575,'-8'30'0,"-13"12"0,8-18 0,-7 4 0,4-1 0,10-16 0,-3 5 0,8-6 0,-8-1 0,8 0 0,-7 1 0,7-1 0,-8 0 0,8 0 0,-3 1 0,4-1 0,-4 0 0,3 1 0,-3 6 0,4 2 0,0-1 0,0-1 0,0 0 0,0-5 0,0 22 0,0-13 0,0 14 0,0-16 0,0 4 0,4-11 0,-3 6 0,3-1 0,0-5 0,-3 5 0,8-7 0,-8 0 0,8 7 0,-3-9 0,0 8 0,2-10 0,-7 5 0,14-5 0,-8 3 0,9-7 0,-6 3 0,-5 0 0,3-3 0,4 4 0,-1-5 0,1 4 0,-4-3 0,-3 3 0,5-4 0,-1 0 0,0 0 0,1 0 0,-5-4 0,-1-2 0,-13-3 0,7 0 0,-10-1 0,7 5 0,-5-3 0,1 2 0,-7-10 0,5 5 0,-12-6 0,10 0 0,-10 4 0,11-4 0,-5 6 0,8 2 0,0 4 0,-1-4 0,5 8 0,1-3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15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 19751,'10'0'0,"-5"-4"2250,3 3-2250,-3-4 820,5 5-820,-1 0 424,0-4-424,7 3 1330,-5-3-1330,12-1 0,-5 3 0,6-3 0,1 5 0,0 0 0,-1 0 0,1 0 0,-1 0 0,1 0 0,-1 0 0,-6 0 0,9 0 0,-15 0 0,8 0 0,-15 4 0,-1 1 0,1 0 0,-4 20 0,3 0 0,-4 21 0,5-10 0,-3 8 0,3-8 0,-5 1 0,0-10 0,0 5 0,0-18 0,0 27 0,0-27 0,-7 27 0,5-11 0,-4 0 0,6-5 0,0-9 0,-6 2 0,5 0 0,-5 5 0,6-12 0,0 5 0,0-7 0,0 0 0,-4 1 0,3-1 0,-3 0 0,4-4 0,0-1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16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21087,'0'-9'0,"4"4"1663,-3-4-1663,7 8 589,-3-3-589,11 4 302,-5 0-302,12 0 934,-12 0-934,5 0 0,-7 0 0,1 0 0,-1 0 0,0 0 0,1 0 0,-1 0 0,0 0 0,0 0 0,1 0 0,-1 0 0,0 0 0,1 0 0,-1 0 0,0 0 0,-4 0 0,0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17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5 24575,'5'-4'0,"-1"14"0,-10 9 0,-18 61 0,4-12 0,-3 7 0,-4 12 0,0 2-1973,-1 0 0,0-3 1973,3-12 0,1-4 0,8-16 0,-1-2 572,-4 3 0,2-3-572,5 18 0,-12 1 662,12-24-662,4-15 0,-2 5 0,12-28 0,0-4 0,0-1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17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18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24575,'0'9'0,"0"1"0,0-5 0,0-1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7:53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1 471 24575,'0'9'0,"0"-24"0,4 10 0,3-37-8503,13 12 8503,4-16 1719,6 0-1719,-8 10 0,4 1 0,-4 1 0,3 7 0,-3-7 6784,-4 10-6784,-7 6 0,-5 1 0,2 8 0,-7 0 0,8-1 0,-4 5 0,0-3 0,3 7 0,-7-8 0,7 4 0,-2 0 0,-1-3 0,3 6 0,-7 31 0,3-1 0,-4 57 0,8-20 0,-7-10 0,0-2 0,13 4 0,-13 10 0,5-50 0,-6 0 0,0-8 0,4-4 0,-3 3 0,3-7 0,-4 3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7:53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24575,'13'0'0,"4"0"0,5 6 0,12-5 0,-14 5 0,22-6 0,-28 0 0,27 0 0,-27 0 0,18 0 0,-21 0 0,5 0 0,-7 0 0,1 0 0,-5 0 0,-1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7:54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10 24575,'-4'-5'0,"-2"1"0,-3 4 0,0 0 0,-1 0 0,5 4 0,-3-3 0,2 7 0,-3-7 0,0 7 0,-1-2 0,1 3 0,-1 0 0,5 0 0,-3-3 0,1 9 0,2-8 0,-6 15 0,5-11 0,0 12 0,-4-5 0,9 7 0,-5-1 0,6-6 0,0-2 0,0-7 0,4-4 0,6-5 0,7-6 0,5-11 0,12-5 0,-13-3 0,25-16 0,-30 20 0,13-8 0,-19 19 0,-5 1 0,3 4 0,-7-4 0,3 4 0,-4 4 0,7 18 0,-5 3 0,11 24 0,-11 4 0,5-8 0,-1 15 0,-4-28 0,5 7 0,-2 2 0,-3 0 0,3 12 0,-5-12 0,-13 8 0,2-8 0,-8-6 0,6 2 0,-18 1 0,-1-3 0,-1 4 0,7-16 0,16-12 0,1 2 0,-7-7 0,5 3 0,-23-4 0,20 0 0,-13 0 0,18 0 0,-1 0 0,-6 0 0,5-4 0,-5-1 0,5-12 0,5-10 0,1 11 0,5-4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7:55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 24575,'17'0'0,"-7"0"0,7 0 0,-1 0 0,1 0 0,8 0 0,-7 0 0,-2 0 0,-7 0 0,0 0 0,-3-4 0,2 3 0,-3-3 0,4 0 0,1 3 0,-5-8 0,3 8 0,-7-7 0,7 7 0,-18 2 0,8 5 0,-10 4 0,-4 6 0,3-3 0,-6 10 0,1 7 0,5-3 0,2 2 0,5-13 0,2 0 0,4-5 0,0 5 0,0-7 0,4 1 0,1-5 0,4 3 0,1-7 0,-1 3 0,29 4 0,-15-6 0,16 11 0,-6-12 0,23 12 0,-3-4 0,10 3 0,-29 0 0,-16-11 0,-2 5 0,-11-6 0,-1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7:56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368 10 24575,'-5'-5'0,"0"1"0,-20 4 0,7 0 0,-9 0 0,-3 0 0,17 0 0,-29 7 0,29-6 0,-20 12 0,22-12 0,-21 11 0,18-6 0,-11 2 0,8 7 0,6-13 0,-5 14 0,11-11 0,-3 0 0,7 3 0,-9 4 0,8-1 0,-3 5 0,5-7 0,0 1 0,0 6 0,0-5 0,5 12 0,1-12 0,17 17 0,-4-14 0,11 9 0,-12-12 0,4 6 0,6 3 0,-8-1 0,12 6 0,-15-3 0,1 4 0,-1 2 0,-6-10 0,0 5 0,2 4 0,-6 0 0,5 7 0,-11-16 0,5 5 0,-6-12 0,0 12 0,0-12 0,-6 11 0,1-11 0,-13 7 0,0-2 0,-6-2 0,-1 4 0,7-12 0,2 4 0,7-9 0,-1 7 0,1-7 0,0 3 0,-1-4 0,1 0 0,-1 0 0,5 0 0,1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7:57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1 178 24575,'9'0'0,"7"-6"0,-5 5 0,12-10 0,-5 4 0,0-4 0,4-1 0,-4 1 0,0 4 0,-6-2 0,3 2 0,-8-3 0,5 0 0,-4 4 0,-3-2 0,0 3 0,4-5 0,-8 1 0,3 0 0,-4-1 0,0 1 0,-4 4 0,-2 0 0,-3 5 0,0 0 0,-1 0 0,-6 0 0,5 0 0,-5 0 0,6 0 0,5 4 0,-14 7 0,10 7 0,-12-2 0,3 7 0,6-5 0,0-1 0,6-1 0,6-6 0,0-1 0,0 0 0,0 1 0,0-1 0,4-4 0,2-1 0,3 0 0,16 4 0,-11 2 0,18-2 0,-21 0 0,12-7 0,-5 9 0,-1-5 0,6 2 0,4-3 0,0 1 0,1-3 0,4 10 0,-19-10 0,20 4 0,-22-6 0,1 0 0,-8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7:58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5 14876,'6'-5'0,"-2"8"4078,-8-2-4078,-2 9 1677,-4 6-1677,-10 11 908,6 0-908,-8 16 3036,10-16-3036,3 1 0,-7-6 0,13-11 0,-12 5 0,10-6 0,0-1 0,1 0 0,-1-3 0,4 2 0,-3-7 0,4 3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7:58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24575,'0'10'0,"4"-5"0,6 7 0,0-6 0,10 9 0,15 19 0,-12-17 0,10 16 0,-23-23 0,-5-1 0,3 0 0,-7-4 0,3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7:59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88 24575,'6'-10'0,"-2"1"0,-4-1 0,0 1 0,0 0 0,-4 3 0,2-2 0,-6 7 0,-4-9 0,1 9 0,-5-9 0,6 9 0,1-3 0,-5 4 0,4 0 0,-4 0 0,5 0 0,0 0 0,-1 0 0,1 4 0,-1-3 0,1 8 0,0-4 0,3 4 0,2 0 0,0 1 0,3-1 0,-3 0 0,4 0 0,0 8 0,0-6 0,0 5 0,0 0 0,4-5 0,-3 5 0,3 0 0,0-5 0,1 5 0,5-7 0,-1 0 0,-4 1 0,3-1 0,-2-4 0,-1 3 0,3-7 0,-3 4 0,5-5 0,-1 4 0,0-3 0,7 8 0,-5-7 0,12 9 0,-12-6 0,5 6 0,-7-2 0,1-4 0,-1 3 0,7-1 0,-4 9 0,5-3 0,0 4 0,-6-7 0,6 7 0,-7-6 0,-3 5 0,1-7 0,-3-4 0,0 4 0,-1-4 0,-4 4 0,0 0 0,0 1 0,-4-1 0,-1 0 0,-5 1 0,1-5 0,0 3 0,-1-7 0,-15 3 0,11-4 0,-18 0 0,-8 0 0,1 0 0,-3 0 0,0 0 0,28 0 0,-11 0 0,9 0 0,5 0 0,-6 0 0,12 0 0,1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8:00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62 23139,'5'-10'0,"-4"1"705,3 0-705,-4-1 240,0 1-240,0-1 122,4 5-122,-3 12 369,3 7-369,-4 10 0,-7 10 0,6 2 0,-6 31 0,0-16 0,5 15 0,-5-30 0,7-2 0,0 0 0,-5-7 0,3 17 0,-3-24 0,5 22 0,0-29 0,0 12 0,0-15 0,0 6 0,0-5 0,0 5 0,-5 0 0,3-5 0,-3 5 0,5 0 0,0-5 0,0 12 0,-6-5 0,5 6 0,-5-6 0,6-2 0,0-7 0,0 1 0,0-1 0,-4 0 0,3 1 0,-3-1 0,4 0 0,0 0 0,0 1 0,0-1 0,0 0 0,0 1 0,0-1 0,0-4 0,0-1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8:01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0 24575,'0'10'0,"-6"6"0,5 23 0,-11 1 0,2 30 0,1-31 0,-5 7 0,13-12 0,-5-7 0,1 7 0,4-9 0,-5-1 0,6 1 0,-4-11 0,3 7 0,-3-7 0,4 11 0,0-8 0,0 6 0,0-5 0,0 0 0,0-2 0,0-7 0,0 7 0,-6 2 0,5 0 0,-5 5 0,6-12 0,0 11 0,0-11 0,0 12 0,0-12 0,-4 1 0,3-4 0,-3-2 0,4 3 0,0 0 0,-4 1 0,3-5 0,-3-1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04:21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 24575,'0'9'0,"16"18"0,-5 3 0,11 1 0,11 15 0,-12-25 0,30 30 0,-9-9 0,8 2 0,-9-11 0,-14-14 0,5 1 0,-12-7 0,14 7 0,-16-13 0,5-1 0,-12-6 0,5 0 0,-7 0 0,1 0 0,-1 0 0,0-5 0,1 0 0,6-11 0,-5 5 0,5-5 0,-6 0 0,0 4 0,-4-20 0,3 19 0,-8-13 0,10 0 0,-10 6 0,6-7 0,-7 4 0,0-5 0,0 1 0,0-7 0,-8-12 0,6 23 0,-12-26 0,13 37 0,-5-9 0,2 12 0,3 0 0,-3 14 0,4 18 0,0 15 0,0 24 0,8 10 0,2 4 0,7-4 0,-7-2 0,4-21 0,-13 9 0,6-12 0,-3-17 0,-3 24 0,3-37 0,-4 27 0,0-32 0,0 12 0,0-12 0,0 5 0,0-6 0,0-1 0,4 0 0,-3 0 0,4 1 0,-5-1 0,0 0 0,4-4 0,-3 0 0,3-5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04:22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0 293 24575,'0'16'0,"0"2"0,0 16 0,0 13 0,0-8 0,0 6 0,0-27 0,0-2 0,0-7 0,0 8 0,0-6 0,0 5 0,0-7 0,0 0 0,0-26 0,0-4 0,8-39 0,-6 11 0,17-13 0,-9 15 0,2 6 0,1 7 0,-7 9 0,7 1 0,-7 6 0,0 2 0,-2 10 0,1 6 0,0 6 0,13 19 0,-10-12 0,20 29 0,-10-22 0,12 24 0,-12-24 0,11 22 0,-17-22 0,8 7 0,0 5 0,-8-11 0,8 6 0,-9-4 0,0-6 0,0-3 0,1-14 0,-6-7 0,15-37 0,-3 11 0,8-25 0,-10 28 0,4-12 0,0 0 0,4-7 0,-1 1 0,2-8 0,-9 16 0,6-2 0,-9 10 0,-3 17 0,-4-2 0,-1 7 0,-5 6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04:24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1 184 24575,'13'18'0,"3"-2"0,-10 0 0,10-3 0,6 19 0,3-10 0,-4 1 0,11 1 0,-19-16 0,13 6 0,-17-10 0,1-4 0,-1 0 0,0 0 0,0-4 0,-3-1 0,-2-4 0,0 3 0,-3-9 0,8 2 0,-7-12 0,3 0 0,-5 7 0,0 2 0,0-9 0,0-5 0,0 0 0,0-12 0,0 22 0,0-7 0,0 11 0,0 6 0,0 1 0,0-1 0,0 1 0,0 0 0,0 14 0,0 5 0,0 7 0,0 28 0,0-12 0,7 45 0,3-15 0,8 33 0,-1-20 0,1 0 0,-4-29 0,-6 8 0,2-31 0,-9 20 0,7-33 0,-7 5 0,3-11 0,-4-1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04:26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0 148 24575,'0'9'0,"0"7"0,0 12 0,8 40 0,-6-23 0,14 43 0,-14-65 0,7 31 0,-9-24 0,0 6 0,0-9 0,0-10 0,0-23 0,5-4 0,-4-24 0,13-15 0,-4-12 0,8-12 0,-1 12 0,-7 12 0,2 15 0,-10 0 0,9 7 0,-10-7 0,8 16 0,-7 2 0,2 6 0,-4 1 0,4 4 0,-3-4 0,3 12 0,9 15 0,-5-5 0,23 41 0,-9-21 0,22 29 0,-11-15 0,-1-14 0,-7-1 0,-7-14 0,0 0 0,5 5 0,-12-12 0,5 1 0,-11-4 0,3-3 0,-3 0 0,0 4 0,4-8 0,-4 3 0,4-4 0,0 0 0,-3-4 0,-2-2 0,-4-10 0,6-11 0,-4 7 0,10-78 0,-10 64 0,3-56 0,-5 72 0,7-14 0,-5 18 0,4-28 0,-6 29 0,5-13 0,-4 17 0,3 4 0,-4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04:27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95 24575,'10'0'0,"3"4"0,-3 1 0,4 4 0,-5 1 0,0-1 0,-4 0 0,4 0 0,-4 1 0,4-1 0,2 7 0,-6-5 0,5 5 0,-4 0 0,11 2 0,4 16 0,-1-7 0,6 1 0,7 9 0,-12-21 0,8 13 0,-13-18 0,-5-2 0,5-2 0,0 3 0,-5-9 0,12 4 0,-12-5 0,5 0 0,22-16 0,-22 12 0,29-18 0,-25 0 0,-1 8 0,1-19 0,-15 15 0,6-6 0,-10 6 0,5-27 0,-6 22 0,0-33 0,-6 29 0,1 0 0,-2 4 0,-2 5 0,3 0 0,0-5 0,-3 16 0,8-8 0,-7 10 0,7 4 0,-3 9 0,9 9 0,6 44 0,5-5 0,-1-7 0,0 4 0,0 4 0,-1-4 0,13 15 0,-13-17 0,-2-4 0,1-14 0,2 15 0,0-4 0,-4-24 0,-3 22 0,0-33 0,-7 16 0,3-20 0,-4 4 0,5 0 0,-4 1 0,3-1 0,0-4 0,-3 3 0,3-2 0,0-1 0,-3 3 0,3-3 0,0 4 0,-2 1 0,2-1 0,-4 0 0,6 17 0,0-13 0,2 13 0,0-17 0,-7-4 0,3-1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04:29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 24575,'0'9'0,"19"44"0,-14-27 0,27 45 0,-9-24 0,-1-14 0,9 10 0,-20-36 0,5 3 0,-7-5 0,1-4 0,-1 3 0,0-4 0,1 0 0,-1 0 0,4-9 0,4-4 0,5-9 0,-4 4 0,5-4 0,-3-6 0,-1 8 0,1-12 0,-9 14 0,1-7 0,0 0 0,-1 7 0,-5-4 0,3 6 0,-8-1 0,7 3 0,-7 5 0,3 24 0,-4-10 0,0 60 0,0-17 0,0 51 0,0-23 0,0 13 0,6-38 0,-5 5 0,4-8 0,-5-8 0,0 15 0,0-28 0,0 7 0,6-9 0,-5-7 0,5-2 0,-6-7 0,0-4 0,0-1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04:30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1 211 24575,'5'5'0,"-1"11"0,3 12 0,-5 3 0,12 25 0,-3-5 0,-1 10 0,6 9 0,-14-21 0,12 0 0,-8-15 0,1-16 0,4 5 0,-10-13 0,9 7 0,-9-8 0,3 0 0,-4-8 0,0-9 0,0-3 0,0-5 0,0-42 0,0 8 0,0-22 0,0 16 0,0 7 0,0 17 0,0-23 0,0 42 0,0-29 0,0 22 0,0-7 0,0 10 0,0 8 0,0 0 0,0-1 0,-4 5 0,3-3 0,-3 2 0,0 1 0,3-3 0,-8 3 0,8-5 0,-3 1 0,9 14 0,2 5 0,38 41 0,-17-10 0,24 8 0,-22-7 0,16-7 0,-14-3 0,13-1 0,-27-24 0,-2-2 0,-11-1 0,3-3 0,-2 3 0,3-4 0,-4 4 0,3 2 0,-3 3 0,5-4 0,-5 3 0,3-7 0,-7 8 0,7-8 0,-7-1 0,4-6 0,-5-3 0,0-17 0,0-5 0,0-6 0,-10-35 0,8 39 0,-15-38 0,16 44 0,-6-7 0,7 16 0,0-14 0,0 18 0,0-12 0,0 10 0,0 5 0,0-5 0,0 7 0,0 3 0,0 2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09:34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12381 270 24575,'9'0'0,"7"-5"0,2-2 0,16-7 0,-7 7 0,28-8 0,12 4 0,-12 0 0,42-8 0,-27 7 0,1 0 0,-5 8 0,12 1 0,-10 1-618,17 2 618,8 0 0,-5 0 0,-32 0 0,-8 0 0,-8 0 0,16 0 0,-8 0 0,1 0 0,36 0 0,-32 0-663,5 0 1,1 0 662,-2 0-252,33 0 252,1 0 0,-44 0 0,20-5 0,-1-1 0,-28 3 0,50-8 0,-25 2 0,-20 1 568,28-3-568,-44 6 0,43-5 0,-36 8 0,36-15 1348,-6 16-1348,-12-6 279,12 1-279,-21 5 0,-6-4 0,-1 5 0,52-11 0,-41 8 0,44-8 0,-45 11 0,0-7 0,-1 6 0,1-6 0,8 6 0,3 2 0,17-1 0,12 0 0,1 0 0,-2 0-295,-24 0 0,-1 0 295,13 0 0,0 0 0,1 0 0,1 0 0,18 0 0,-25 0 0,0 0 0,-14 0 0,-5 0 0,20 0 0,-15 4 0,-2 0 0,9-2-165,9 6 165,-21-1 0,9-5 0,-12 4 0,11 1 0,-18 0 585,15 8-585,-27-2 170,7-5-170,-9 3 0,-1-4 0,1 5 0,-1 0 0,1 6 0,-1-5 0,1 5 0,-7-7 0,5 1 0,-6 4 0,8-2 0,9 12 0,-7-7 0,16 11 0,-6-2 0,9 2 0,-1 1 0,1-1 0,-9-7 0,-3-3 0,-10-8 0,21 14 0,-15-10 0,15 10 0,0-2 0,-16-3 0,16 10 0,-27-13 0,-1 5 0,2 4 0,-3 9 0,6 10 0,-7 0 0,10 12 0,9 23 0,-4-2 0,2 2 0,-17-32 0,0-6 0,-8-16 0,5 7 0,-10-9 0,3 9 0,-5 2 0,0 0 0,0 8 0,0-8 0,0 10 0,0 12 0,-8 3 0,-2 12 0,-17 1 0,7-1 0,-7 0 0,9 0 0,0 1 0,-1 1-798,-13 17 798,13-24 0,0 1 0,4-14 0,1-7 0,-1-1 0,-2 32 0,10-55 0,-7 23 0,7-7 0,-7 3 798,7-10-798,-1-22 0,7 5 0,-7-6 0,1 6 0,-12 11 0,6-7 0,-13 12 0,15-21 0,-14 22 0,6-13 0,-8 14 0,2-10 0,-2 10 0,2-7 0,-16 21 0,13-20 0,-24 23 0,5-2 0,-4 0 0,-26 12 0,28-16 0,-6 5 0,7-7-852,-25 11 852,22-16 0,1-1 0,-3 5 0,-5-9 0,12-2 0,0-1 0,0-6 0,10 2 0,-8-3 0,8 5 0,-10 3 0,-12 2 0,-3 1 0,-5 10 0,-5-5 0,6 6 0,-8-9 0,-1 1 0,9 8-425,-6-7 425,18 4 807,-17-6-807,21-5 0,-9 2 0,-1 1 0,6 8 0,-18-4 0,18 4 0,-5-9 0,0 0 0,9-1 0,-21 4 0,21-5 0,-9-5 0,12 3 442,-12-3-442,9 5 0,-10 3 0,13-4 0,-12 3 0,9-1 0,-9 1 28,8 8-28,-9-5 0,2 17 0,-6-7 0,0 1 0,6 6 0,-20-2 0,11-4 0,-13 2 0,1 0 0,-12-7-834,42-11 1,-1 0 833,-4-9 0,-1 1-396,1 7 0,0 1 396,-8-2 0,-3 1 0,-14 14 0,-2 2 0,5-8 0,-4 3 0,-1 5 0,-6 5 0,3-5 0,21-15 0,1-3 0,-1 2 0,-14 15 0,-3 5 0,2-6 0,12-14 0,1-3 0,4 2 0,-15 21 0,2 1 0,-10-12 0,2 1 0,17 8 0,3-1 0,-2-11 0,0 0 0,10 3 0,2 1 0,3-7 0,2-3 0,-34 22 0,9 5 0,-6-6 0,23-6 0,14-15 0,-1 0 1597,-27 19-1597,26-18 0,-1 2 0,0-1 0,1 0 0,-1 0 0,0 0 431,1 0 0,-1 0-431,-4 0 0,-1 0 0,5-1 0,-1 2 0,-12 6 0,0 0 0,8-5 0,-2 0 0,-19 15 0,-2 1 0,12-8 0,-1 0-576,-15 4 1,-2 0 575,9-3 0,1-2 0,2-6 0,1-1 0,5 0 0,3 0 0,10-8 0,3-1 0,-36 24 0,6-12 0,-1-1 0,13-2 0,3-1 0,22-10 0,-8 5 0,6-3 0,-8 6 1151,8 0-1151,-6-1 0,17-5 0,-41 29 0,22-9 0,-16 5 0,-3 1 0,1 1 0,5-7 0,-1-1-1528,-8 5 1528,-3 11 0,30-29 0,0 0-323,-31 29 323,-8-8 0,9 5 0,8-10 0,25-13 0,1 0 0,-10 11 0,-11 1 0,33-23 1501,0-4-1501,1 6 350,-10 2-350,7-2 0,-17 5 0,17-5 0,-17 5 0,17-5 0,-1 2 0,5-8 0,3 5 0,-14-3 0,5 14 0,-16-3 0,16 3 0,-15-5 0,17-5 0,-7 2 0,0 0 0,-3 1 0,-2 9 0,-5-4 0,1 15 0,5-18 0,-13 22 0,13-22 0,-5 18 0,-1-15 0,12 11 0,-3-15 0,8 5 0,2-9 0,-2 9 0,1-7 0,-1 7 0,0 0 0,1-7 0,-4 16 0,5-16 0,-2 7 0,2-9 0,6-1 0,-15 12 0,12-9 0,-14 3 0,12-7 0,-1-4 0,0 6 0,1-1 0,-1 1 0,0-1 0,1-5 0,-1 5 0,0-5 0,1 0 0,-10 7 0,-3-4 0,1 0 0,-8 7 0,8-7 0,-10 9 0,-12 2 0,9-9 0,-10 1 0,14-3 0,8-6 0,-7 5 0,8 0 0,-22-3 0,18 3 0,-15-4 0,28 1 0,-17-9 0,17 7 0,-7-9 0,9 5 0,-9 2 0,-15 1 0,0 1 0,-9 0 0,12-7 0,-32 13 0,12-11 0,-28 14 0,0-6 0,16-9 0,-16-2 0,33-8 0,-9 0 0,8 8 0,-11-6 0,0 6 0,-15-8 0,11 0 0,25 0 0,1 0 0,-26 0 0,17 5 0,-1 1 0,-35-3 0,27 7 0,-4 1 0,0-3 0,-3-1-1044,-8 1 0,-3-2 1044,-9 0 0,0 0 0,9 0 0,2-1 0,9-4 0,3 1 0,17 3 0,3 1 0,-35-6 0,14 0 0,13 0 0,13 5 0,13-4 0,11 5 0,-1-6 0,0 0 2088,1 0-2088,-10 0 0,7 0 0,-17 0 0,8 7 0,-10-6 0,-21 6 0,16-7 0,-15 7 0,8-5 0,18 4 0,-16-6 0,20 0 0,0 0 0,1 0 0,11 0 0,-10 7 0,-3-5 0,-9 5 0,0-7 0,0 0 0,10 0 0,-8 0 0,17 0 0,-7 0 0,0 0 0,7 0 0,-17 0 0,17 0 0,-27 0 0,15 0 0,-9 0 0,-8 0 0,26-6 0,-52 5 0,38-12 0,-29 12 0,37-12 0,-35 3 0,28-5 0,-30-3 0,0 0 0,30 3 0,-18-1 0,36 3 0,1 1 0,6 1 0,-27-12 0,29 15 0,-29-14 0,14-4 0,3 9 0,-3-13 0,14 20 0,2-11 0,3 2 0,-4-9 0,-10-33 0,2 17 0,-5-29 0,-15 1 0,24 19 0,-9-7 0,2-1 0,6 4 0,-6-37 0,22 38 0,3 2 0,2-9-714,-1-24 0,2-1 714,6 26 0,-7 8 0,2-3 0,7-1 0,1 5 0,-7-9 0,2 5 0,2 3-318,0 8 318,-6-12 0,13 9 0,4-21 0,-7 30 0,9 1 1405,-3-6-1405,0 0 0,6-7 0,3-15 0,0 15 341,-1 0-341,9-16 0,-24 38 0,23-38 0,4-7 0,-7 4 0,3 1 0,-1 3 0,-9 18 0,-9 15 0,21-27 0,-16 18 0,17-21 0,0-6 0,-16 27 0,17-30 0,-18 36 0,4-6 0,7-1 0,3-1 0,17-19-695,-18 15 0,4-1 695,15 3 0,-1 3 0,6-16 0,-4 13 0,0 3 0,-1 0-150,-8-4 150,5 4 0,-8-4 0,0-3 0,24-16 0,-18 15 0,0 0 0,22-16 0,-33 32 0,2 0 0,5-6 0,1-2-2194,0-4 0,5-5 2194,11-8 0,9-6 0,-5 2 0,-3-7 0,1 0-464,2 8 0,5-3 0,-9 6 464,-11 7 0,-5 6-720,-2 11 1,3-2 719,0-8 0,3-7 0,-1 6-1941,2 7 0,2-1 1941,3-14 0,4-8 0,-7 12 0,14-3 1093,-11 2 1,-5 4-1094,-17 23 0,21-24 0,-14 18 1868,-10 4-1868,10-11 0,24-8 0,-28 16 429,21-17 0,3-1-429,-12 9 0,-4-1 0,6-7 0,19-14 0,-3 0 0,-26 25 0,-1-1 2275,29-28 0,3-2-2275,-15 20 0,-5 4 0,8-16 150,-15 24 1,-4 2-151,-12 1 0,-14 16 0,11-8 977,14-27-977,-14 21 1896,18-21-1896,-28 28 4,10-1-4,-3 0 0,31-26 0,-20 25 0,21-24 0,-28 30 0,1 1 0,0-4 0,10-2 0,8-11 0,3-4 0,15-5 0,-17 12 0,1-4 0,-1-2 0,-4 2-1411,6 3 1411,20-19 0,7-7-1148,-16 15 1,-2 3 1147,-1 5 0,4-3 0,0-4 0,4-4 0,-9 8 0,11-4 0,-3 0 0,-2 3 0,-13 10 0,34-29 0,-35 25-284,11-10 1,-1 0 283,-20 13 1199,42-21-1199,-50 29 0,50-29 0,-41 21 0,10-6 0,2 1 0,-7 5 0,13-10 0,7-3 2381,-30 16-2381,30-16 0,-34 20 0,17-5 0,26-28 693,-16 20-693,-12 2 0,0 1 0,17-1 0,-2-17-2378,19 2 2378,-24 12 0,6-7 0,-4 2 0,0-1 0,0-1 0,4 1 0,5-2 0,-6 4 0,-8 5 0,-3 2 0,-3-1 0,1 1-624,4 2 1,-1 1 623,-7 2 0,0 1 0,0-1 0,4 1 0,13-7 0,1 2-337,18-13 337,-24 15 0,-5 2 0,-11 10 0,8-2 0,-18-1 2170,8 9-2170,-9-3 1382,9-2-1382,-7 6 410,27-19-410,-15 9 0,18-10 0,-11 10 0,0-5 0,17-10 0,-22 13 0,11-9 0,-28 22 0,1 1 0,17-15 0,2-2 0,-4 6 0,4-6 0,-1 3 0,-9 12 0,-7 1 0,7 0 0,-9 0 0,-1 1 0,1 0 0,-1 5 0,1-4 0,9-4 0,-7 6 0,28-21 0,-25 21 0,26-16 0,-29 7 0,16 2 0,38-30 0,-24 25-815,11-8 1,-1 2 814,-10 8 0,34-11 0,-55 16 0,-2 0 0,-9 2 0,21-4 0,-5-2 0,29-9 1629,-29 12-1629,15-8 0,-20 7 0,10-1 0,0-5 0,-17 14 0,13-6 0,-29 8 0,29-2 0,-28 0 0,18 7 0,-14-9 0,-1 9 0,16-11 0,-20 10 0,19-10 0,7-2 0,12-3 0,-1-3 0,18 3 0,-38 9 0,16-6 0,-21 8 0,21-9 0,-7 0 0,46-4 0,-42 4 0,18 4 0,-27-1 0,3 3 0,36-18 0,-21 15 0,11-12 0,8 13 0,-37-2 0,27 2 0,-37 0 0,10 9 0,-14-7 0,22 8 0,-12-10 0,17 4 0,-10-7 0,8 7 0,-9-5 0,0 5 0,-2-2 0,-9 4 0,-7 1 0,-2 3 0,0-9 0,2 9 0,6-5 0,1 1 0,-1 3 0,1-3 0,-7 1 0,14 3 0,-12-9 0,14 9 0,-9-5 0,-1 1 0,1 3 0,-8-3 0,-1 5 0,-6 0 0,-1-4 0,0 3 0,-3-4 0,-2 5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09:59.32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9 0 24575,'0'18'0,"0"14"0,0-12 0,0 19 0,0-21 0,0 3 0,0-12 0,0 0 0,0 0 0,0 1 0,0-1 0,0 0 0,0 1 0,0-1 0,0 0 0,0 1 0,0-1 0,0 0 0,0 0 0,0 1 0,0-1 0,0 0 0,0 1 0,0-1 0,0 0 0,0 0 0,0 1 0,0-1 0,-4 0 0,3 1 0,-3-1 0,4 0 0,0-4 0,0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00.67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85 19 24575,'0'-9'0,"-4"3"0,-2 2 0,1 8 0,-3-3 0,3 12 0,-5-7 0,1 7 0,4-3 0,-8 3 0,11-3 0,-11 4 0,12-1 0,-3-2 0,4 2 0,0-4 0,0 1 0,0-1 0,0 0 0,4 1 0,2-1 0,3 0 0,0 0 0,0-3 0,1 2 0,-1-3 0,0 4 0,1-4 0,-5 4 0,3-8 0,-3 7 0,5-3 0,-5 4 0,3-3 0,-3 2 0,4-3 0,1 4 0,-1 1 0,0-1 0,1 0 0,-5 1 0,3-1 0,-7 0 0,7 0 0,-3 1 0,1-1 0,-2 0 0,0 1 0,-3-1 0,3 0 0,-4 0 0,0 1 0,0-1 0,-4 0 0,-1-3 0,-9 6 0,4-6 0,-4 8 0,5-5 0,-1 0 0,1-4 0,-1 4 0,1-8 0,4 7 0,-4-7 0,8 3 0,-3-4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01.60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66 24575,'4'-9'0,"-3"-1"0,7 5 0,-7-3 0,8 7 0,-4-3 0,4 4 0,0 0 0,1 0 0,-1 0 0,-4-5 0,3 4 0,-2-3 0,3 4 0,0 0 0,0 0 0,1 0 0,-1 0 0,0 0 0,1 0 0,-1 0 0,-4-4 0,3 3 0,-2-3 0,3 4 0,0 0 0,0 0 0,1 0 0,-1 0 0,-4-4 0,3 3 0,-7-4 0,4 5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03.06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14 322 24575,'0'-9'0,"0"-7"0,0 5 0,7-33 0,-1 28 0,7-27 0,-2 25 0,5-11 0,-2 3 0,1 4 0,-3-1 0,-3 12 0,2-1 0,-2 4 0,-4 3 0,3 0 0,-2-4 0,3 8 0,-4-7 0,3 7 0,-2-3 0,3 4 0,-4 4 0,3-3 0,-3 3 0,5 0 0,6 8 0,-5-5 0,5 8 0,-7-10 0,21 25 0,-16-16 0,16 15 0,-5-10 0,-12-7 0,13 6 0,-15-1 0,-2-6 0,9 11 0,-7-11 0,0 5 0,-1 1 0,-4-11 0,0 9 0,-2-9 0,0 3 0,-3 0 0,3 0 0,-4 1 0,0-1 0,0 0 0,0 1 0,-4-1 0,3 0 0,-7 1 0,7-1 0,-8 0 0,4 0 0,-4 1 0,-1-1 0,5 0 0,-3-4 0,7 4 0,-8-8 0,8 7 0,-7-7 0,7 7 0,-7-7 0,2 4 0,-3-5 0,0 4 0,-1-3 0,1 3 0,-1-4 0,1 0 0,0 0 0,-1 0 0,1 0 0,-1 0 0,1 0 0,0 0 0,-1 0 0,1 0 0,-7 0 0,5 0 0,-12 0 0,12-4 0,-12 3 0,11-8 0,-4 8 0,7-7 0,-1 7 0,-3-8 0,2 8 0,2-7 0,1 7 0,2-7 0,-3 2 0,0 1 0,-1-3 0,5 3 0,-3-1 0,7-2 0,-8-1 0,3-9 0,0 3 0,-5-12 0,10 8 0,-9-3 0,9 6 0,-3-10 0,-1 6 0,3-24 0,-3 24 0,5-5 0,0 15 0,0 1 0,0 3 0,0 2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17.89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29 1 24575,'0'13'0,"0"4"0,0-2 0,0 8 0,0-5 0,0 6 0,0 1 0,0-1 0,0 1 0,0 0 0,0-1 0,-5-6 0,4 5 0,-3-5 0,4-1 0,0-1 0,0-6 0,-4 6 0,3-5 0,-3 5 0,4-7 0,0 7 0,0-5 0,0 5 0,0-7 0,0 1 0,0-1 0,0 0 0,-4 1 0,3-1 0,-4 0 0,5 1 0,0-1 0,0 0 0,0 0 0,0-3 0,0-2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19.67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0 179 24575,'0'-10'0,"0"1"0,0 0 0,0-1 0,0 1 0,4 4 0,-3-4 0,3 4 0,0-4 0,-2-1 0,6 1 0,-7-1 0,7 5 0,-7-3 0,7 3 0,-2-5 0,3 1 0,0-1 0,0 5 0,-3-3 0,2 7 0,-7-8 0,7 8 0,-3-3 0,0 8 0,4-3 0,-4 8 0,4-4 0,-4 4 0,4 0 0,-8 1 0,7-1 0,-7 0 0,7 1 0,-7-1 0,3 0 0,-4 0 0,4 1 0,-2-1 0,2 0 0,-4 1 0,0-1 0,0 7 0,0-5 0,0 5 0,0-7 0,0 1 0,0-1 0,0 7 0,0 2 0,0 0 0,0-2 0,-5-7 0,4 0 0,-3 0 0,0 1 0,-1-1 0,0 0 0,0 1 0,1-1 0,-1 0 0,0 1 0,-4-5 0,8 3 0,-7-7 0,7 7 0,-7-7 0,7 8 0,-8-8 0,8 7 0,-7-3 0,3 0 0,-1 3 0,-2-7 0,7 8 0,-7-8 0,7 7 0,1-7 0,5 3 0,4-4 0,7 0 0,-5 0 0,5 0 0,-7 0 0,1 0 0,-1 0 0,0 0 0,1 4 0,-1-3 0,0 3 0,1-4 0,-1 0 0,0 0 0,0 0 0,1 0 0,-1 0 0,0 0 0,1 0 0,-1 0 0,0 5 0,0-4 0,-3 3 0,-2-4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21.08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0 179 11654,'5'-5'0,"-4"-4"4883,7 4-4883,-7-4 2249,7-1-2249,-7 1 1272,7 4-1272,-7-4 4517,8 4-4517,-8-4 0,7-1 0,-3 1 0,4-5 0,1 4 0,-1-4 0,-4 5 0,3 4 0,-6-4 0,6 8 0,-3-7 0,4 7 0,1-3 0,-5 0 0,3 2 0,-3-2 0,9 8 0,-4 2 0,3 3 0,-3 0 0,-1 0 0,2 8 0,-2-6 0,8 11 0,-6-11 0,7 12 0,-7-5 0,0 0 0,1 5 0,-3-12 0,3 16 0,-2-15 0,-4 8 0,2-11 0,-7 0 0,4 1 0,-5-1 0,0 0 0,0 1 0,0-1 0,0 0 0,0 0 0,0 1 0,0 6 0,-5-5 0,0 5 0,-5 0 0,0-5 0,3 5 0,-1-7 0,3 1 0,-5-1 0,1-4 0,-1 3 0,1-7 0,-7 9 0,5-9 0,-5 5 0,6-6 0,-6 0 0,5 0 0,-5 0 0,6 0 0,1 0 0,0 0 0,-1 0 0,1 0 0,-1 0 0,5-4 0,-3 3 0,7-8 0,-8 4 0,8-4 0,-8-8 0,2-1 0,-5-6 0,5-1 0,-4 1 0,4-1 0,0 7 0,-3 2 0,9 6 0,-3 1 0,0 0 0,3-1 0,-3 1 0,4-1 0,0 1 0,0 0 0,0-1 0,0 1 0,0-1 0,0 1 0,0 4 0,0 1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30.68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71 24575,'5'-4'0,"4"3"0,-4-3 0,11-1 0,-5 3 0,12-9 0,-6 4 0,1 1 0,-2 0 0,0 1 0,-5 3 0,5-3 0,0-1 0,-5 5 0,6-5 0,-8 6 0,0 0 0,7 0 0,-5 0 0,12 0 0,-12 0 0,5 0 0,-7 0 0,1 0 0,-1 0 0,0 0 0,1 0 0,3 0 0,-3 0 0,4 0 0,-5 0 0,-4 5 0,3-4 0,-2 3 0,-1 0 0,-1 1 0,-4 4 0,4-4 0,-3 4 0,3-4 0,-4 4 0,0 7 0,-5 2 0,3 16 0,-9-7 0,3 16 0,-4-16 0,3 7 0,-7 5 0,8-12 0,-5 5 0,1 0 0,6-18 0,-6 11 0,7-16 0,1 1 0,0-1 0,2 0 0,-6 1 0,7-1 0,-7-4 0,7 3 0,-4-3 0,1 5 0,3-1 0,-7-4 0,7 3 0,-7-7 0,6 8 0,-2-8 0,4 3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31.35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19 24575,'10'0'0,"10"0"0,-8 0 0,8 0 0,-11 0 0,1 0 0,-1 0 0,7 0 0,-5 0 0,5-4 0,-7 3 0,1-3 0,-1 4 0,0 0 0,1 0 0,-1 0 0,0 0 0,0 0 0,1 0 0,-1 0 0,4 0 0,-2 0 0,2 0 0,-4-5 0,1 4 0,-1-3 0,0 4 0,-3 0 0,-2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32.65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41 38 14260,'4'-6'0,"-3"-2"4263,7 7-4263,-2-3 1787,-1 0-1787,3 3 975,-3-8-975,5 8 3290,-1-3-3290,0 4 0,0 0 0,1 0 0,-1 0 0,0 0 0,1 4 0,-1 1 0,0 5 0,0-1 0,1 0 0,-5 0 0,3 1 0,-3-1 0,6 7 0,-1-5 0,1 12 0,-5-12 0,4 5 0,-4 0 0,-1-5 0,1 5 0,-2-7 0,-3 1 0,3-1 0,-4 0 0,0 1 0,0-1 0,0 0 0,0 1 0,0 6 0,0-5 0,0 5 0,-4-7 0,3 0 0,-3 1 0,0-1 0,3 0 0,-4 0 0,5 1 0,-4-5 0,3 3 0,-3-3 0,0 1 0,3 2 0,-8-3 0,8 4 0,-7-4 0,7 4 0,-7-4 0,2 4 0,-3-4 0,0 4 0,-1-4 0,1 0 0,-1 3 0,1-7 0,0 7 0,-1-7 0,1 4 0,-1-1 0,1-3 0,0 3 0,-1-4 0,1 0 0,-1 0 0,1 0 0,0-4 0,3-2 0,-2-3 0,7 0 0,-3-7 0,-2-2 0,5-7 0,-10 0 0,10-9 0,-10 7 0,9-7 0,-3 9 0,5 1 0,0-1 0,0 7 0,0-5 0,0 12 0,0-12 0,0 12 0,0-5 0,4 7 0,-3-1 0,3 1 0,-4-1 0,4 5 0,-3-3 0,3 7 0,-4-3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42.646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47 42 24575,'-4'5'0,"3"3"0,-3-3 0,0 5 0,3-1 0,-3 0 0,-1-4 0,4 4 0,-3-4 0,0 0 0,3 3 0,-3-3 0,4 9 0,-4-8 0,3 7 0,-4-8 0,5 4 0,0 0 0,5-4 0,-4 4 0,7-8 0,-3 3 0,8-4 0,-2 0 0,2 0 0,3 0 0,12 0 0,-2 0 0,2 0 0,4 0 0,-2 0 0,-1 0 0,4 0 0,-22 0 0,5 0 0,-11 4 0,3-3 0,-7-1 0,3-5 0,-9-11 0,3 4 0,-9-10 0,10 4 0,-4 0 0,5-5 0,0 12 0,0-5 0,0-1 0,0 6 0,0-5 0,0 7 0,0-1 0,0 9 0,0 13 0,0 16 0,0 13 0,0-12 0,0 25 0,0-21 0,0 25 0,0-28 0,0 11 0,0-16 0,0 3 0,0-8 0,0-10 0,0-1 0,0 0 0,0 0 0,0 1 0,0-1 0,0 0 0,0 1 0,0-1 0,0 0 0,0 0 0,0 1 0,4-1 0,-3 0 0,3 1 0,-4-1 0,0-4 0,0-1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43.99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95 13880,'4'-10'0,"-3"1"4371,8 4-4371,-8-4 1854,7 4-1854,-3-4 1017,4-1-1017,1 1 3453,-1 4-3453,-4-4 0,3 8 0,-2-3 0,3 4 0,-4-4 0,3 3 0,-2-3 0,3 4 0,0 0 0,0 0 0,1 0 0,-1 4 0,0-3 0,1 7 0,-1-3 0,0 0 0,-4 4 0,4-8 0,-4 7 0,4-3 0,-4 4 0,3-3 0,-6 2 0,6-3 0,-7 4 0,7 1 0,-7-1 0,9 7 0,-9 2 0,4-1 0,-5 6 0,5-12 0,-4 5 0,3-6 0,-4-1 0,0 0 0,0 1 0,0 6 0,0-5 0,0 5 0,0-7 0,-4 0 0,3 1 0,-8-1 0,8 0 0,-7-4 0,3-1 0,-1 1 0,-2-4 0,3 7 0,-5-7 0,1 3 0,0-4 0,-1 0 0,1 0 0,-1 0 0,1 0 0,0 0 0,-1 0 0,1 0 0,-1 0 0,1 0 0,0 0 0,-1 0 0,1 0 0,-1 0 0,5-4 0,-3-1 0,7-5 0,-8 1 0,8-1 0,-7 1 0,7-7 0,-3 5 0,-2-12 0,5 12 0,-5-12 0,6 5 0,0 0 0,0-5 0,0 12 0,0-5 0,0 6 0,0 1 0,0 4 0,0 1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52.24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1699 24575,'9'9'0,"10"17"0,4 15 0,2 8 0,6 9 0,-14-12 0,17 27 0,-15-20 0,17 32 0,-19-46 0,4 0 0,-14-23 0,-3-6 0,0-5 0,1-5 0,5-5 0,-1-5 0,2-6 0,10-23 0,-6 9 0,31-53 0,-12-5 0,5 23 0,5-7-1757,-15 11 0,-1-5 0,3 2 1757,5 5 0,3 1 0,-3 1 0,5-22 0,0-1-447,-6 21 1,2 0-1,-2 1 447,6-16 0,2-3 0,3 0 0,4-6 0,-4 5-813,-1-1 1,-1 1 812,0 4 0,2-4 0,-3 8 0,-5 13 0,-3 3 0,5-12 0,-2 4 0,13-2 0,-31 32 0,-14 21 1061,3-5 0,-8 10 0,3 2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1:04.36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111 835 24575,'10'0'0,"-1"0"0,0 0 0,1 0 0,-1 0 0,7 6 0,11-5 0,-7 9 0,6-9 0,-1 3 0,-4-4 0,13 0 0,0 0 0,2 0 0,10 0 0,16 0 0,-12 0 0,12 0 0,-16 0 0,-10 0 0,-2 0 0,-9 0 0,-1 0 0,1 0 0,0 0 0,9 0 0,-8 0 0,18 0 0,-24 0 0,12 0 0,-4 0 0,20 0 0,-15 0 0,33 0 0,-50 0 0,50 0 0,-49 0 0,27 0 0,-33 0 0,34 0 0,-22 0 0,43 0 0,-36 0 0,8 0 0,-15-6 0,4 5 0,-7-4 0,6 5 0,0 0 0,-13 0 0,12 0 0,-8 0 0,-6 0 0,5 0 0,0-6 0,-5 5 0,12-5 0,-12 6 0,5 0 0,-7 0 0,0 0 0,0-4 0,8 3 0,-6-3 0,5 4 0,-7 0 0,0 0 0,0 0 0,1 0 0,-1 0 0,0 0 0,1 0 0,6-6 0,-5 5 0,5-4 0,-7 5 0,0 0 0,1-5 0,-1 4 0,0-3 0,1 4 0,-1-4 0,0 3 0,0-3 0,1 0 0,-1 3 0,0-4 0,1 1 0,-1 3 0,0-3 0,1 4 0,-5-4 0,3 3 0,-3-3 0,4 4 0,1 0 0,-5-5 0,10 4 0,-8-7 0,9 7 0,-7-3 0,-4 0 0,4 3 0,-4-4 0,0 1 0,-1-1 0,0 0 0,-3-4 0,3 4 0,-4-4 0,4-1 0,-3-6 0,4 5 0,-5-5 0,0-10 0,0 2 0,0-21 0,0 21 0,0-9 0,0 22 0,0-5 0,0 0 0,0-16 0,0 11 0,0-15 0,0 18 0,0 0 0,0 2 0,0-10 0,0 13 0,0-13 0,0 10 0,-6-2 0,5 0 0,-5 2 0,6 6 0,0-6 0,0 5 0,0-5 0,0 2 0,0 4 0,0-4 0,0 5 0,-4 4 0,3-4 0,-3 4 0,4-4 0,-4 4 0,-2 0 0,-3 1 0,0 3 0,-1-3 0,1 4 0,-1 0 0,1 0 0,0 0 0,-1-4 0,-6 3 0,-2-3 0,-6 4 0,-1 0 0,-9 0 0,-3 0 0,-9 0 0,-12 0 0,-3 0 0,-12 0 0,12 0 0,-10 0 0,10 0 0,-12 0 0,12 0 0,-10 0 0,22 0 0,-9 0 0,12 0 0,0 0 0,10 0 0,-8 0 0,17 0 0,-7 0 0,10 0 0,-1 0 0,-9 0 0,7 0 0,-1 0 0,6 0 0,4 0 0,-16 0 0,7 0 0,-8 0 0,1 0 0,-2 0 0,-10 0 0,9 0 0,-6 0 0,16 0 0,-7 0 0,16 0 0,2 0 0,-1 0 0,6 0 0,-12 0 0,12 0 0,-5 0 0,0 0 0,5-5 0,-12 4 0,12-3 0,-12 4 0,12 0 0,-12 0 0,5 0 0,-7 0 0,1 0 0,6-4 0,-5 3 0,12-3 0,-5 4 0,-1 0 0,6 0 0,-12 0 0,12 0 0,-5 0 0,7 0 0,-1 0 0,5 20 0,-3-11 0,7 24 0,-4-6 0,-1 9 0,4 10 0,-5-16 0,7 12 0,0-29 0,0 12 0,0-15 0,0 6 0,0-5 0,0 5 0,0-7 0,0 0 0,0 1 0,0 6 0,0-5 0,0 12 0,0-12 0,0 11 0,0-11 0,0 16 0,0-15 0,0 15 0,0-9 0,0 0 0,0 5 0,0-12 0,0 12 0,0-6 0,0 8 0,0 0 0,0-1 0,0-6 0,0-2 0,0-7 0,0 1 0,0-1 0,0 0 0,0-4 0,0-1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1:29.61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 24575,'9'0'0,"1"0"0,-1 0 0,0 0 0,1 0 0,-1 0 0,0 0 0,7 0 0,-5 0 0,12 0 0,-5 0 0,6 0 0,1 0 0,9 0 0,2 0 0,1 0 0,6 0 0,-23 4 0,13-3 0,-27 7 0,9-7 0,-13 7 0,6-3 0,-7 5 0,3-1 0,-4 7 0,0 6 0,0 4 0,-4-9 0,3-2 0,-9-3 0,5-5 0,-6 8 0,1-10 0,1 0 0,0 4 0,-1-8 0,5 7 0,-3-7 0,2 3 0,-3 0 0,0-3 0,-1 4 0,5-1 0,5 1 0,12 5 0,6 7 0,20 15 0,-17-11 0,33 33 0,-32-31 0,13 12 0,-19-19 0,-5 0 0,-1-5 0,-4 5 0,2-11 0,-7 4 0,3-4 0,-4 4 0,0 0 0,0 1 0,-4-1 0,-1 0 0,-4 0 0,-13 13 0,3-8 0,-11 9 0,5-11 0,0-5 0,-9 5 0,7-10 0,-7 4 0,5-6 0,4 0 0,-4 0 0,11 0 0,2 0 0,6 0 0,1-4 0,4 3 0,0-3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1:30.82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0 186 24575,'6'-9'0,"2"4"0,-7-10 0,7 8 0,4-16 0,0 5 0,5 0 0,-5-5 0,4 11 0,-4-5 0,4 6 0,-6 2 0,-1 4 0,0 1 0,1-1 0,-1 4 0,0-3 0,0 4 0,1 0 0,6 0 0,2 6 0,16 2 0,-7 4 0,7 7 0,-10 0 0,1 6 0,-1 0 0,3 9 0,-1-8 0,-5 9 0,-3-11 0,-7-6 0,-1-2 0,-4-7 0,2 0 0,-7 1 0,3-1 0,-4 7 0,0-5 0,-4 5 0,-3 0 0,-2-5 0,-3 12 0,2-16 0,-1 8 0,2-10 0,-1 0 0,1 4 0,0-8 0,-8 3 0,0-4 0,-1 0 0,-19 0 0,6-7 0,-3 5 0,9-5 0,15 7 0,1-4 0,0 3 0,-1-3 0,1 4 0,4-4 0,-4 3 0,4-8 0,0 4 0,-4-4 0,8-1 0,-7 1 0,7 0 0,-7-1 0,7-6 0,-9-2 0,4 0 0,0-5 0,-15-16 0,17 9 0,-16-10 0,19 17 0,-8 12 0,8-5 0,-3 7 0,4-1 0,0 1 0,-4 4 0,3-4 0,-3 8 0,4-3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1:31.666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5 14418,'5'-5'0,"3"8"4217,-7-2-4217,10 25 1759,-2 4-1759,6 15 957,0 1-957,0 0 0,-1-9 3224,-6-3-3224,3-10 0,-9 1 0,8-1 0,-8-6 0,3 5 0,-5-12 0,4 5 0,-3-7 0,3 7 0,-4-5 0,0 5 0,0-6 0,0-1 0,0 0 0,5-4 0,-4 8 0,3-7 0,-4 7 0,0-3 0,4-1 0,-3 0 0,3 1 0,-4-1 0,0-4 0,0-1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1:32.69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0 108 24575,'5'-5'0,"-4"-3"0,7 7 0,-7-8 0,7 8 0,-3-7 0,0 3 0,4-5 0,3-1 0,-1 2 0,5-2 0,9-1 0,-11 2 0,11 2 0,-16 8 0,-3 5 0,9 11 0,-7 2 0,18 16 0,-13-18 0,8 25 0,-11-32 0,9 23 0,-7-14 0,6 7 0,-6-1 0,-1-6 0,1 5 0,-1-5 0,1 6 0,-5 10 0,-2-14 0,2 22 0,-6-29 0,6 13 0,-7-10 0,0-5 0,0 5 0,0-7 0,-4 1 0,3-1 0,-7 0 0,7 1 0,-8-5 0,8 3 0,-7-7 0,7 7 0,-8-7 0,8 8 0,-7-8 0,3 3 0,-5-4 0,1 0 0,0 0 0,-1 0 0,1 0 0,-1 0 0,1 0 0,0 0 0,-1-4 0,1-2 0,-2-10 0,6 5 0,-8-21 0,7 18 0,-8-28 0,8 22 0,-6-14 0,6 16 0,-17-27 0,9 22 0,-10-33 0,13 36 0,3-5 0,4 15 0,4 1 0,0-1 0,-5 1 0,4 0 0,-3-1 0,4 1 0,0-1 0,0 1 0,0 0 0,0-1 0,0 5 0,0 1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1:56.424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38 24575,'9'-5'0,"1"1"0,-1-1 0,0 4 0,1-3 0,-5 0 0,10 3 0,-8-7 0,9 7 0,-7-4 0,0 5 0,1 0 0,-1 0 0,0 0 0,0 0 0,1 0 0,-1 0 0,0 0 0,-4 5 0,4 0 0,-8 4 0,3 0 0,-4 1 0,0-1 0,0 7 0,-6 2 0,1-1 0,-7 6 0,2-12 0,-1 5 0,2-6 0,4-1 0,-4-4 0,8 3 0,-7-7 0,7 8 0,-3-4 0,8 4 0,1-4 0,4 4 0,8-3 0,0 10 0,8-2 0,-7 2 0,-2-5 0,0 5 0,2-4 0,-1 5 0,-1-7 0,-10 0 0,2-1 0,-7 0 0,3 1 0,0-1 0,-3 0 0,3 0 0,-4 1 0,0-1 0,0 0 0,0 1 0,-5 6 0,-1-5 0,-4 5 0,0-7 0,1-4 0,4 3 0,-4-6 0,4 6 0,-15-7 0,7 3 0,-14-4 0,16 0 0,-5 0 0,7 0 0,-1 0 0,1 0 0,4-4 0,-4 3 0,4-3 0,0-1 0,1 4 0,4-3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1:57.41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46 57 24575,'4'-5'0,"-3"-3"0,3 2 0,0-3 0,-3 0 0,8 3 0,-8-2 0,7 7 0,-3-3 0,0 8 0,3 1 0,-2 0 0,-1 3 0,3-2 0,-3-1 0,0 3 0,-1-3 0,1 5 0,-4 6 0,3-5 0,1 11 0,-3 6 0,3-8 0,-5 12 0,0-21 0,0 12 0,0-5 0,0 0 0,0-2 0,0-3 0,0-3 0,0 4 0,-4-5 0,3 0 0,-8-3 0,8 2 0,-7-7 0,7 7 0,-7-7 0,2 3 0,-3-4 0,0 0 0,-1 0 0,1 0 0,-1 0 0,1 0 0,0 0 0,-1-4 0,1 3 0,4-7 0,-4 7 0,8-8 0,-3 4 0,4-4 0,-4-1 0,3 1 0,-3-1 0,4 1 0,0-7 0,0 5 0,4-10 0,-3 11 0,3-4 0,0 9 0,-3-3 0,3 3 0,-4-1 0,0 2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1:58.08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327 0 24575,'0'10'0,"-5"-6"0,4 16 0,-16 26 0,-3 1 0,-14 34 0,7-20 0,-8 9 0,19-30 0,-7 6 0,9-12 0,-4-7 0,-5 16 0,3-16 0,-6 7 0,18-16 0,-7-2 0,10-7 0,-1 1 0,-2-5 0,7 3 0,-3-7 0,4 3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1:59.46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87 1 24575,'0'16'0,"-5"1"0,-2 8 0,-6-1 0,0 10 0,6-7 0,-6 7 0,6-9 0,1-1 0,0-6 0,2-2 0,3-6 0,-3-1 0,4 0 0,4-4 0,1-1 0,4-4 0,1 5 0,6-4 0,-5 3 0,12-4 0,-12 0 0,5 0 0,-7 0 0,0 0 0,0 0 0,-3 4 0,2-3 0,-3 3 0,4-4 0,1 0 0,-1 0 0,0 0 0,1 0 0,-5-4 0,-1-1 0,-10-11 0,0-2 0,-1-16 0,1 9 0,6-8 0,0 17 0,0 0 0,0 15 0,0 2 0,0 13 0,0-4 0,4 3 0,-3-3 0,10 15 0,-9-12 0,5 20 0,-7-22 0,4 5 0,-3 0 0,3-5 0,-4 12 0,0-12 0,4 5 0,-3-7 0,3 7 0,-4-5 0,0 5 0,0 0 0,4-5 0,-3 5 0,4 5 0,-5 7 0,4-4 0,-3 2 0,3-17 0,-4 0 0,4-4 0,-3 0 0,3-5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00.40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96 57 24575,'5'-4'0,"-1"-2"0,0 1 0,-3-3 0,7 7 0,-7-8 0,8 4 0,-4 0 0,0-3 0,3 7 0,-3-4 0,5 5 0,-1 4 0,0 2 0,-3 10 0,2-5 0,-2 12 0,5-6 0,1 8 0,-5-1 0,3-6 0,-9 5 0,7-12 0,-7 5 0,3-7 0,-4 1 0,0 3 0,0-3 0,0 4 0,0-5 0,0 0 0,0 1 0,-4-5 0,3 3 0,-7-7 0,7 7 0,-8-7 0,8 8 0,-7-8 0,3 7 0,-9-7 0,4 3 0,-4-4 0,5 0 0,-1 0 0,1 0 0,-1 0 0,-17 0 0,13 0 0,-19 0 0,21-4 0,-4 3 0,7-3 0,4 0 0,-4 3 0,8-8 0,-7 4 0,7-4 0,-3-1 0,4 1 0,0-7 0,4 5 0,-3-12 0,8 5 0,-7-7 0,10-9 0,-5 7 0,1-7 0,-2 20 0,-6 3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01.17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0 24575,'9'0'0,"7"0"0,2 0 0,-1 0 0,6 0 0,-5 0 0,0 0 0,-2 0 0,-7 0 0,0 0 0,1 0 0,-1 0 0,0 0 0,1 0 0,-1 0 0,-4 0 0,-1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01.69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 24575,'9'0'0,"7"0"0,-5 0 0,12 0 0,-12 0 0,21 0 0,-18 0 0,15 0 0,-18 0 0,2 0 0,-8 0 0,-1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02.604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1 129 24575,'20'-5'0,"8"-3"0,25-16 0,8 5 0,-10-5 0,17 7 0,-28 2 0,18 5 0,-29 4 0,4 6 0,-23 0 0,2 4 0,-7 1 0,-5 20 0,0 5 0,0 6 0,0 8 0,-6-17 0,5 7 0,-5-10 0,6 1 0,-5-1 0,3-6 0,-3 5 0,5-12 0,0 5 0,0-7 0,0 1 0,0-1 0,-4-4 0,3 3 0,-3-2 0,4 3 0,0 0 0,0-4 0,0-1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03.17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87 24575,'4'-5'0,"1"-3"0,11 7 0,2-3 0,7-2 0,9-2 0,-3-5 0,-3 1 0,-8 5 0,-10-1 0,-1 7 0,0-3 0,1 4 0,-1 0 0,-4-4 0,3 3 0,-3-4 0,1 5 0,-2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03.98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11 1 24575,'0'7'0,"-4"-4"0,3 15 0,-3-9 0,4 0 0,0 0 0,0 1 0,0-1 0,0 0 0,4 1 0,-3 6 0,7-5 0,-3 5 0,4-7 0,1 0 0,-1 1 0,0-1 0,1 0 0,-1 1 0,-4-1 0,3 0 0,-1 7 0,-2 2 0,5 0 0,-4 5 0,0-12 0,3 5 0,-8-7 0,4 0 0,-5 1 0,0-1 0,0 0 0,0 0 0,0 7 0,-5-5 0,4 6 0,-7-8 0,3 0 0,-5-4 0,-6 10 0,5-12 0,-5 8 0,6-11 0,1 0 0,0 0 0,-1 0 0,1 0 0,-1 0 0,5 0 0,1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04.60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67 24575,'0'-10'0,"0"1"0,4 4 0,-3-4 0,7 8 0,-3-7 0,5 7 0,-1-3 0,0 4 0,0-5 0,7 4 0,2-3 0,0 4 0,-2-4 0,-7 3 0,1-3 0,-1 4 0,0 0 0,1 0 0,-1 0 0,0 0 0,-4 0 0,-1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05.31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255 1 24575,'-5'4'0,"-5"8"0,1 27 0,-18 28 0,6 10 0,1-25 0,0-1 0,2 4 0,-3-3 0,-1-1 0,5-7 0,-12 25 0,15-35 0,7-9 0,-2-12 0,8 2 0,-4-13 0,5 2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05.604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10 24575,'0'-5'0,"0"1"0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05.90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0 8191,'9'6'0,"-4"2"1265,4-7 1,-8 3 0,3-4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46.40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124 60 15514,'5'-4'0,"-1"-1"3873,0-1-3873,-3-2 1564,8 7-1564,-4-7 841,4 7-841,7-9 2783,2 9-2783,0-9 0,4 9 0,-4-3 0,0 4 0,-2 0 0,-7 0 0,1 0 0,-1 0 0,0 0 0,1 0 0,-5 4 0,3 1 0,-3 0 0,0 3 0,-1-2 0,-4 3 0,5 0 0,-4 1 0,3 6 0,-10 1 0,-2 17 0,-10-7 0,3 7 0,-2-16 0,11-2 0,2-7 0,4 1 0,-4-5 0,2 3 0,2-7 0,1 7 0,8-7 0,-4 8 0,4-8 0,7 14 0,-5-12 0,5 12 0,-6-10 0,-1 4 0,-4 0 0,3-4 0,-2 4 0,-1-4 0,-1 4 0,-4 0 0,0 1 0,0 6 0,0-5 0,0 5 0,0 0 0,0-5 0,-4 5 0,-2-7 0,1 1 0,-3-1 0,-4 7 0,1-5 0,-5 5 0,-10-4 0,12-2 0,-11 2 0,15-7 0,1-1 0,-7 2 0,-2-5 0,-28 4 0,16-5 0,-17 0 0,23 0 0,6 0 0,-5 0 0,12 0 0,-5 0 0,10 0 0,2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47.55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23 206 12739,'4'-5'0,"-3"-4"4661,7 4-4661,-7-4 2057,8-1-2057,-3-6 1145,0 5-1145,3-5 3973,-2 0-3973,3-2 0,1 0 0,0 2 0,-2 6 0,-4 1 0,4 4 0,-4-4 0,4 4 0,-4-4 0,4 3 0,-4 2 0,4 4 0,0 4 0,1 2 0,6 10 0,-5-5 0,5 5 0,-7-11 0,7 10 0,-9-8 0,8 9 0,-7 9 0,2-11 0,2 11 0,-7-9 0,3-5 0,-7 34 0,7-29 0,-6 29 0,2-14 0,-4-10 0,0 9 0,0-21 0,0 1 0,0-1 0,0 0 0,-5 0 0,4 1 0,-7-1 0,-1 4 0,-2-2 0,-2 2 0,3-4 0,-3 1 0,2-5 0,2 3 0,0-7 0,4 3 0,-4-4 0,-1 4 0,1-2 0,0 2 0,-1-4 0,1 0 0,-1 0 0,1 0 0,0-5 0,-1 4 0,1-3 0,-1 0 0,1-1 0,-2-11 0,-5 3 0,3-3 0,-4-2 0,7 7 0,-2-12 0,1 5 0,4 1 0,-2 0 0,8 8 0,-3 0 0,4-8 0,0 6 0,0-5 0,0 0 0,4 5 0,-3-5 0,3 6 0,-4 1 0,4-1 0,-3 1 0,3 4 0,-4 1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08.76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2824 24575,'0'10'0,"5"6"0,-3-5 0,10 21 0,-10-12 0,23 51 0,-10-1 0,-1-18 0,2 2 0,1 1 0,-3-3 0,0 18 0,8 8 0,2 2-1644,2 6 1644,-6-3 0,1 1 0,9 8 0,-12-16 0,-1-18 0,-2-12 0,-7-17 0,-1-3 0,-3-17 0,-3 0 1644,3 1-1644,-4-1 0,5 0 0,-4 1 0,16-26 0,0-5 0,15-26 0,2-5 0,-3 3-1234,6-10 0,14-20 0,4-7 1,-5 9 1233,-4 6 0,-2 4 0,5-9-859,-9 12 1,4-7 0,2-4 0,1-2 0,1 0 0,0 4 858,-1 2 0,2 1 0,-1 1 0,1 0 0,-1 0 0,-2 1-689,4-8 0,-3 2 0,0-1 1,2-1-1,3-2 689,2 0 0,3-3 0,3-1 0,0-1 0,1 1 0,-2 2-350,-3 4 1,2 0 0,-1 0-1,-1 2 1,-1 2 0,-2 4 349,8-14 0,-3 6 0,0 0 0,1 0 0,-5 11 0,2-3 0,0 1 0,-4 4 0,-6 7 0,10-16 0,-5 7 218,6-2 1,2-1-219,3-15 0,-4 8 2588,2 12-2588,-9-5 3904,-35 50-3904,-5 2 5088,-2 7-5088,-4-1 3518,4 5-3518,-8-3 22,7 3 0,-7-1 0,3 2 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09:50.56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76 24575,'4'-10'0,"1"1"0,0 0 0,4-1 0,-4 1 0,4 4 0,-4-4 0,4 8 0,-4-3 0,0 0 0,3 3 0,-3-3 0,5 4 0,-1 0 0,0 0 0,1 0 0,-1 0 0,0 4 0,0-3 0,7 8 0,-5-7 0,6 7 0,-8-8 0,0 8 0,0-8 0,1 7 0,-1-7 0,-4 7 0,3-3 0,-2 5 0,-1-1 0,-1 0 0,1 7 0,-3-5 0,3 12 0,-5 4 0,0 10 0,-5-1 0,-4 8 0,-5-8 0,-1 10 0,0 0 0,1-10 0,-5-2 0,5-9 0,-4-1 0,7-6 0,0-2 0,6 0 0,-3-5 0,3 5 0,-1-7 0,-2 1 0,27-5 0,-14-1 0,28-4 0,-16-6 0,8 5 0,0-10 0,-1 10 0,1-5 0,-8 6 0,6-5 0,-12 3 0,5-3 0,-6 5 0,-1 0 0,0 0 0,0 0 0,1 0 0,-1 0 0,0 0 0,-3 4 0,2-3 0,-3 3 0,11-4 0,-5 0 0,5 0 0,-7 0 0,-3 4 0,2-3 0,-7 4 0,3-5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09:51.73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0 113 20918,'4'-5'0,"-3"-3"1738,7 3-1738,-2-5 619,-1 1-619,3-1 317,-3 1-317,5 0 983,-1-1-983,0 5 0,-4-3 0,4 7 0,-4-4 0,0 1 0,3 3 0,-3-3 0,5 4 0,-5-4 0,3 3 0,-3-3 0,4 4 0,1 0 0,-1 0 0,0 4 0,1-3 0,-1 3 0,-4 0 0,3-3 0,-2 7 0,-1-2 0,3-1 0,-7 3 0,9 4 0,-5-1 0,7 12 0,-7-6 0,6 8 0,-9 0 0,9-1 0,-10 1 0,10-1 0,-10-6 0,5 5 0,-6-12 0,0 5 0,0-7 0,0 7 0,0-5 0,0 12 0,-5-12 0,4 5 0,-3-7 0,0 1 0,3-1 0,-7-4 0,1 10 0,-3-12 0,-2 19 0,3-15 0,-2 9 0,1-11 0,1 3 0,0-7 0,-1 3 0,1-4 0,-1 0 0,1 0 0,-7 0 0,5-4 0,-5-1 0,6 0 0,1 1 0,-1-1 0,5 0 0,-3-4 0,3-1 0,-1 1 0,2 0 0,4-1 0,0 1 0,0-1 0,0 1 0,0 0 0,0-1 0,0 1 0,0-1 0,0 1 0,0-7 0,4 5 0,4-22 0,-2 20 0,6-20 0,-10 22 0,7-5 0,-8 7 0,3-1 0,0 1 0,-3-1 0,4 5 0,-5 1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09:53.10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18 110 24575,'5'-4'0,"4"3"0,-4-7 0,4 7 0,0-8 0,1 8 0,-1-3 0,0 0 0,1 3 0,-1-3 0,0 4 0,0 0 0,1 0 0,-5 4 0,3-3 0,-3 7 0,5-7 0,-1 7 0,0-2 0,1-1 0,-5 3 0,3-3 0,-2 11 0,5 2 0,0 4 0,-4-5 0,2 3 0,-7-2 0,7 0 0,-8-2 0,3-7 0,0 0 0,-2 17 0,2-13 0,-4 13 0,0-17 0,0 7 0,0-5 0,0 5 0,0 0 0,0-5 0,0 5 0,0-6 0,0-1 0,0 0 0,0 1 0,0-1 0,0 0 0,-5 0 0,4 1 0,-3-1 0,0 0 0,3 1 0,-7-5 0,7 3 0,-8-3 0,4 5 0,0-1 0,-4-4 0,4-1 0,-4-4 0,-1 0 0,1 0 0,-11 0 0,8 0 0,-9 0 0,12 0 0,-7 0 0,5 0 0,-6-4 0,8 3 0,0-7 0,-1 7 0,5-8 0,-3 4 0,2-4 0,1-8 0,-3 6 0,7-12 0,-3 5 0,-2-6 0,5-10 0,-5 7 0,6-7 0,0 9 0,0 0 0,0 1 0,0-1 0,0 0 0,0 1 0,0 6 0,0-5 0,0 12 0,0-12 0,0 12 0,0-5 0,0 6 0,0-6 0,0 5 0,0-12 0,0 12 0,4-5 0,-3 6 0,4 1 0,-5 4 0,0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09.31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264 1 24575,'-10'0'0,"1"0"0,0 0 0,-8 5 0,0 2 0,-1 0 0,1 2 0,1-2 0,5 2 0,-12 3 0,-4 7 0,5 1 0,-4 0 0,14 3 0,3-12 0,2 5 0,3-7 0,0 1 0,3-1 0,-3 0 0,4 1 0,0-1 0,0 0 0,0 1 0,4-5 0,1 3 0,4-7 0,0 7 0,1-3 0,6 6 0,2 0 0,6 1 0,1 0 0,-1-5 0,-6 3 0,-2-5 0,-7 0 0,1 3 0,-1-3 0,7 6 0,-5-5 0,1 3 0,-2 3 0,-5-1 0,6 5 0,-2-7 0,-4 1 0,5 6 0,-5-5 0,2 12 0,-3-12 0,1 11 0,-4-11 0,5 12 0,-6-8 0,0 3 0,0 2 0,0-9 0,-4 5 0,-1-7 0,-5 0 0,1 1 0,-1-1 0,1 0 0,-7 2 0,-12-6 0,1 6 0,-7-9 0,10 3 0,6-5 0,2 0 0,10 0 0,2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10.18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10 24575,'9'0'0,"4"0"0,-2 0 0,2 0 0,-4 0 0,1 0 0,-1 0 0,0 0 0,0 0 0,1 0 0,-5-4 0,3 3 0,-3-3 0,1 4 0,-2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11.534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0 152 24575,'10'0'0,"-5"-4"0,3-1 0,-3-5 0,5 1 0,-5-7 0,10 4 0,1-21 0,2 18 0,1-6 0,-10 12 0,1 8 0,6-9 0,-5 9 0,5-4 0,-7 5 0,0 0 0,1 0 0,-1 0 0,4 4 0,-2 1 0,2 4 0,-3-4 0,3 8 0,-3-7 0,4 7 0,-4 3 0,0-5 0,-4 12 0,4-5 0,-2 16 0,3-14 0,3 13 0,-3-16 0,2 17 0,-6-14 0,0 6 0,-3-17 0,-3 1 0,3-1 0,-4 0 0,0 0 0,0 1 0,0-1 0,0 0 0,0 1 0,0-1 0,0 0 0,0 1 0,-4-1 0,3 0 0,-9 7 0,5-5 0,-6 5 0,2-6 0,4-1 0,-4 0 0,4-4 0,-11 5 0,5-5 0,-5 6 0,10-2 0,-2-4 0,3 4 0,-5-8 0,1 3 0,0-4 0,3 4 0,-2-3 0,3 3 0,-5-4 0,-6 0 0,5 0 0,-5 0 0,0-5 0,5 3 0,-6-3 0,8 5 0,-7-6 0,5 1 0,-5-2 0,10-1 0,-2 7 0,7-7 0,-7 6 0,7-6 0,-4 3 0,5-4 0,0-1 0,0 1 0,0-1 0,0-6 0,0 5 0,0-5 0,0 6 0,4 1 0,-2-17 0,2 13 0,0-13 0,-3 10 0,3-2 0,-4 0 0,0-5 0,0 12 0,0-5 0,0 0 0,0 5 0,5-12 0,-3 12 0,3-5 0,-5 6 0,0 1 0,0-1 0,0 1 0,4 0 0,-3-1 0,3 5 0,-4 1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24.55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135 28 24575,'10'0'0,"3"-4"0,-3-1 0,10 0 0,-9-3 0,12 6 0,-12-2 0,5 4 0,-6 0 0,-1 0 0,0 4 0,1-3 0,-5 8 0,3-8 0,-7 7 0,7-7 0,-7 7 0,8-3 0,-8 5 0,3-1 0,0 0 0,-3 7 0,3 2 0,-4 0 0,0 5 0,0-5 0,-5 6 0,-10 10 0,-5-7 0,-17 10 0,10-18 0,-7 7 0,9-12 0,7 2 0,2-9 0,7 1 0,14-2 0,-2 0 0,13 3 0,-6-3 0,-1 3 0,7 2 0,0 9 0,-2-7 0,-1 8 0,-8-12 0,5 0 0,-1 0 0,-4 8 0,3-6 0,-6 5 0,6-7 0,-7 7 0,7-5 0,-7 5 0,3-7 0,-4 1 0,0-1 0,0 0 0,0 1 0,-4-5 0,3 3 0,-7-3 0,2 0 0,1 4 0,-10-3 0,8-1 0,-9 5 0,7-9 0,-1 7 0,-6-7 0,5 4 0,-5-5 0,0 5 0,4-4 0,-4 5 0,7-6 0,-1 0 0,1 0 0,0 0 0,-1 0 0,1 0 0,-1 0 0,1 0 0,0 0 0,-1 0 0,1-4 0,-1-2 0,5-3 0,1 4 0,4 1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25.99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208 94 11251,'6'-4'0,"-2"-1"4950,-4-5-4950,0 1 2319,0-1-2319,0 1 1321,0 0-1321,0-1 4734,4 5-4734,-3-3 0,7 7 0,-7-8 0,8 8 0,-4-3 0,4 4 0,0 0 0,1 0 0,-1 0 0,7 5 0,-5-3 0,5 7 0,-7-8 0,1 8 0,-1-4 0,0 0 0,-4 3 0,8 2 0,-11 0 0,10 3 0,-7-3 0,5-1 0,-5 7 0,3-5 0,-3 5 0,0-7 0,5 7 0,-9-5 0,5 5 0,-6 1 0,0 0 0,0 1 0,0 5 0,0-5 0,0-1 0,0 0 0,-6-1 0,1-5 0,-7 11 0,2-11 0,-2 12 0,2-12 0,0 5 0,-7 0 0,0-3 0,-1 3 0,-5-4 0,12-2 0,-6 0 0,8-5 0,0-1 0,-1-4 0,1 0 0,-7 0 0,-2 0 0,-7 0 0,3 0 0,5-4 0,-3-2 0,2-11 0,-7 4 0,7-4 0,2 11 0,5-10 0,2 10 0,-2-11 0,6 8 0,-4 4 0,8-4 0,-3 4 0,4-4 0,0-1 0,0 1 0,0 0 0,0-1 0,0 1 0,4 4 0,-3-11 0,3 9 0,0-9 0,-3 0 0,8 5 0,-8-12 0,8 5 0,-2-6 0,0-1 0,2 7 0,-7 2 0,2 6 0,0 5 0,-3-3 0,7 3 0,-7-1 0,3 2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36.90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160 0 24575,'-9'9'0,"-10"17"0,6-6 0,-16 24 0,7-8 0,-2 10 0,3-10 0,9-9 0,5-4 0,3-12 0,4 5 0,4-6 0,1-1 0,5-4 0,6 5 0,-5-5 0,5 6 0,0-1 0,-5 0 0,12 2 0,-12-2 0,12 1 0,-6 0 0,1 0 0,-2-4 0,-11 1 0,4-7 0,-8 7 0,7-3 0,-3 5 0,0-1 0,-1 0 0,-4 1 0,0-1 0,0 0 0,0 1 0,0-1 0,0 0 0,-4 0 0,-1 1 0,0-1 0,-4-4 0,4 3 0,-4-7 0,-1 4 0,1-5 0,0 0 0,-1 0 0,1 0 0,-1 0 0,1 0 0,0 0 0,-1 0 0,5 0 0,1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37.64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9 24575,'4'-5'0,"1"1"0,4 4 0,1 0 0,10 0 0,-8 0 0,8 0 0,-11 0 0,1 0 0,-1 0 0,4 0 0,-2 0 0,2 0 0,-4 0 0,1 0 0,-5 0 0,-1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38.80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0 254 24575,'9'-4'0,"-3"-1"0,2-5 0,0-15 0,-3 11 0,13-18 0,-10 14 0,20-11 0,-8 4 0,8-4 0,-10 11 0,-2 2 0,0 10 0,-5-2 0,5 3 0,-6 0 0,-1 0 0,0 5 0,-4 5 0,4 0 0,-4 4 0,11 7 0,-5-5 0,5 5 0,0 0 0,-4 2 0,5 0 0,-5 5 0,-7-12 0,5 5 0,-4 0 0,5 2 0,-4 16 0,-2-14 0,-5 21 0,0-20 0,0 6 0,0-4 0,0-6 0,0 1 0,0 5 0,0-12 0,0 5 0,0-7 0,-4-3 0,3 2 0,-7-3 0,7 4 0,-8 1 0,4-1 0,-4 0 0,-1 0 0,1-3 0,0 2 0,-8-2 0,6 0 0,-12-1 0,5 1 0,1-5 0,0 5 0,8-6 0,0 0 0,-8 0 0,6 0 0,-5 0 0,7 0 0,-1 0 0,1 0 0,0 0 0,-1 0 0,1 0 0,-1-5 0,1 4 0,0-7 0,-2-4 0,-6-6 0,4-7 0,-5-20 0,11 16 0,1-16 0,6 20 0,0 0 0,0 1 0,0 6 0,0-5 0,0 7 0,0-1 0,0 4 0,0 7 0,0 2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09.76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5175 24575,'11'24'0,"7"25"0,3 1 0,3-13 0,6 28 0,-3 3 0,-10-19 0,17 27 0,-14-6 0,6-36 0,-8 20 0,0-33 0,-6 7 0,-5-12 0,1-7 0,-3-4 0,5-5 0,0-12 0,44-68 0,-20 22 0,4-8 0,12-11 0,8-8 0,-6 4-2729,-7 2 0,5-6 2729,-9 21 0,9-8 0,5-8 0,2-2 0,-1 1 0,-5 3-974,1-3 0,-5 3 1,1-1-1,3-4 1,5-5 973,-12 22 0,3-3 0,3-3 0,2-3 0,2-1 0,0-1 0,1 0 0,-1-1 0,0 1 0,-2 2-337,0-1 1,-1 0 0,1 0-1,-1 0 1,0-1 0,1 1-1,-1 0 1,-1 0 0,1 1-1,-1 1 337,3-3 0,-1 0 0,1 1 0,-1 0 0,-1 1 0,1 0 0,0 0 0,0 1 0,0-1-282,6-8 1,2-1 0,1-1 0,-1 2 0,0 0 0,-3 4 0,-4 2 0,-3 6 281,2-6 0,-6 6 0,-2 3 0,0 0 0,2-2-57,9-9 0,3-2 1,0 0-1,-3 4 1,-7 5 56,-2-4 0,-7 6 0,3-2 323,12-11 0,2-1 0,-6 5-323,-6-6 0,-6 11 1294,-7 23 1,-4 9-1295,-5 3 0,-15 27 0,-3 8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10.72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2693 12063,'0'5'0,"4"-2"4792,19 74-4792,-4-9 0,11 19 0,-15-36 0,-1-4 2180,3-4-2180,12 42 0,-13-36 0,10 21 0,-10-31 1226,6 1-1226,-16-24 4303,2-11-4303,-2-1 11,-1-8-11,10-3 0,16-36 0,15-20-2586,-6 6 0,4-8 2586,-3 10 0,3-2 0,1-1 0,8-10 0,1-1 0,0 2-586,-6 11 1,1 2 0,4-4 585,5-9 0,5-6 0,2-1 0,0 3-1123,-5 7 1,-1 4 0,3-2 0,4-5 1122,-5 6 0,3-3 0,3-3 0,2-1 0,0-1 0,0 0-429,-7 8 0,0-2 0,1-1 0,1 1 1,-1 0-1,0 2 0,1 1 429,6-3 0,0 2 0,1 1 0,-1 1 0,-1 0 0,-2-1-69,8-9 1,0-2-1,-2 1 1,-2 3 0,-3 6 68,1 3 0,-1 5 0,-4 3 0,-7 4 171,11-15 1,-8 6-172,2 5 0,-11 8 3003,-26 13-3003,21-13 4490,-29 24-4490,-11 2 0,-2 11 0,-4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11.634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4955 8363,'0'18'0,"0"-2"5081,0-7-5081,0 0 2793,4-3-2793,1 13 1695,4-11-1695,2 19 6643,-1-16-6643,-4 5 0,2-11 0,-7 3 0,12 1 0,-7-2 0,7 1 0,-3-8 0,15-7 0,13-24 0,5-12 0,5 4 0,3-7-2022,5-10 1,4-10-1,1-4 2022,-9 6 0,1-6 0,2-1 0,1-1-955,-3 9 0,1 1 0,1-2 0,2-2 0,-1-2 955,-3 1 0,0-3 0,1-2 0,0 0 0,1 0 0,0 1-533,0 3 1,1 2 0,0 0 0,1-1 0,1-2 0,2-4 532,-3 2 0,3-3 0,2-4 0,1-1 0,-1 0 0,-1 1 0,-3 4 0,-4 4-428,8-9 1,-5 6 0,-2 2 0,1-2 0,6-7 427,-9 10 0,3-4 0,3-4 0,1-1 0,1-2 0,-1 2 0,0 1 0,-3 4-31,1 1 0,0 1 1,-1 2-1,-1 1 0,0 0 1,-1 1-1,0 0 31,4-6 0,-1 0 0,0 1 0,-1 1 0,1-1 0,1 0 151,-4 5 1,2-3-1,2 0 1,-1 1-1,-3 2 1,-3 6-1,-6 6-151,15-16 0,-9 9 0,-5 6 0,-4-2 0,-7 9 0,-3 7 0,-28 38 0,-1 1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55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0 8191,'-36'0'0,"2"0"1265,16 0 1,6 0 0,8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10.8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248 599 6993,'-56'-16'1979,"5"-1"-1080,-5-14-359,22 7 180,-2-22-540,25 19-91,8-11 1,8 11 0,9-1 0,4-1 0,7 1 0,5 0-3392,4 0 3392,1 1 0,3 0-224,2 2 224,0 1 0,1 1 90,0 2-90,-5 2 90,5 2-90,-5 2 89,5 3-89,7 0 90,9 4 90,8 6-180,-9 6-27,-4 9-153,-16 2 360,-1 6-360,-1 3 3178,3 19-3088,-7 10 0,-10 1 8,-13 0-8,-15-16 0,-3-1 0,-8 0 0,-4-1 0,-11-3 90,4-1 90,-4-5 0,2 0 0,1-7 90,-6 0-1,1-5 181,-1-2 400,-12-2-580,-2-7-181,-14-7-347,16-7 258,5-7 0,14-2 226,2-2-406,3-4-629,-2-10 269,11 5 180,3-8-449,12 12-271,8 1 271,3 0-631,3 4-179,6 0-989,2 3 2608,4 4 0,-12 7 0,-2 2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11.4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414 455 6633,'-57'0'3418,"-7"-2"-3058,5-8-90,7-1 0,19-5-90,8 0 89,3-3-179,4-2 90,5-2 0,4-3 0,7 1-90,5-4 0,5 2 0,3-2-90,5 3 0,4 0-577,5 2 577,5 1 0,0 2 0,6 1 0,-2 3-87,4 2 87,-1 3 0,2 2 0,16 4 0,2 6 0,16 13-533,-20 5 533,-8 10 0,-22-1 0,-8 4 0,-8 2 615,-7 1-615,-12 2-90,-6 0 270,-8-1-1220,-6-1 1130,-2 0 90,-7-4-141,-1-3 230,-24 6 1,14-12 270,-10 3 281,12-10-551,-5-8-180,-5-8-339,9-6 339,9-9-90,17-1 1452,6-3-1632,3-4 590,9-2-500,3-1-270,8-2-90,6 2-90,5 0-179,5 3-1,4 2 139,5 3-498,2 4-3328,2 2 4407,14 4 0,-27 5 0,10 3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11.9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161 436 6723,'-27'-10'2069,"1"-2"-1529,1-2-91,3-3 91,5-3-90,4-2 179,5-2-359,4-2 180,4-1-270,6 0-90,7 0 0,5 0 0,6 1-90,6 1-432,5 2 432,9 1 0,-8 2 0,10 4 0,-8 0 0,10 4 0,-4 1 0,4 4 0,13 3 0,-13 4 0,10 5 270,-18 6-270,-7 2-3040,-4 6 2951,-8 2 268,-9 5-269,-9 2 90,-8 2 0,-9 2 90,-6-1 270,-9 1-68,-8 0-202,-2 1 90,-8-2 0,0-1 449,-28 6-359,19-11 90,-15 3-392,28-15 571,3-3-269,-9-2-360,-21-18 0,24 1-43,-7-17-227,45 2 90,4-2 2788,8-2-5217,31-25 1350,-10 21-456,24-16-894,-20 28 2699,4 6 0,-16 5 0,-3 5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12.3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50 252 7443,'-31'-9'3148,"13"-8"-2968,19-4-90,15-4-90,13-1-361,7 5 271,6 0-443,8-1 353,4 2 0,4 1 0,3 3 0,2 3 0,-1 3 90,1 3-90,-1 3 180,-3 3-179,-3 5 179,-7 3 0,-4 4 0,-8 4 179,-7 4-89,-9 3 180,-9 3 0,-8 1 347,-10 1-167,-6 1 90,-9 0-90,-7-1 636,-5-1-7,-29 10-1304,12-13 765,-19 7 0,21-16-1,1-1 271,2-4-270,-12-2-271,6-6-269,-3-10 0,22-3-179,10-8-271,17 3 0,7-2-270,7-2 676,9 0-1036,9-1-89,3 0-360,7 4-3508,14-6 5037,-9 10 0,-6-1 0,-21 10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14.5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475 14 936,'-25'-13'5757,"-4"13"-3412,14 5-2076,-2 15-269,11 2 270,2 5-270,-4 4-2110,3 2 2110,-2 2 270,0 2 717,-1-1-897,1 2-90,-1-2-941,0 1 1031,-1-3-90,-3 0-47,-11 24 47,5-23 90,-4 19 2053,11-32-2053,4-2-54,-3 1-36,4-2 3223,5-37-3223,2 7 511,10-36-511,-7 17 0,3-2 0,-3-2 0,-8-3 0,19-15 0,-13 13-1246,22-10 1246,-8 19 0,-2 2 0,0 2 90,-5 5 0,-1 2 0,2-2 90,-2 4-180,0-3 1246,11 15-1246,10 4 0,6 10 90,26 10-90,-20-6-379,16 8 469,-15-6-90,2 1 0,1 1 0,3 0-3266,42 16 3266,-30-12 0,31 12-512,-42-17 512,-4 1-279,0-3 279,-3-1 0,-2 0-90,-3-2 230,-4 0-50,4 0 3258,-10 0-3078,-13 6-180,-28-3 90,-14 1 89,-18-4-89,6-2 287,-7-1-197,-1 0-1,-5 0 1,-2 0-90,-17 2-481,14-1 0,1-1 480,-8 1 1,1 0 0,3-1 0,2 0 270,-20 2-996,19-3 906,-14 2 115,11-4-25,10 1 823,-9 0-1543,13-1 270,6 0 0,-4 1 836,7 2-9831,-6-1 7231,58-6 1764,30-2 0,7-3 0,2 1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15.3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628 102 6363,'-24'-11'2969,"-8"-4"-1800,1-1-90,-6 0 720,5 3-1619,-3 10-90,11 5 0,-4 11 0,11 3 0,-2 3 0,-2 2 0,-2 2 0,-2 0-3392,2 2 3392,-3 0 0,6 1-206,-36 20 206,29-13 0,-27 11-1,35-22 1,2-4-90,-4 1-269,5-2 3425,23-11-3156,5-13-90,20-10 90,-6-6 712,-7 4-712,8-12-1196,-5 6 1196,6-9-90,-9 8 90,-2 0-90,0 1 90,-2 0-90,2 1 90,-1 2-90,1 1 90,-3 1 1106,-2 2-1196,4-3 0,-3 3 180,10-1-90,0 14 90,10 11-90,-2 8 0,3 5 90,-6-2-180,2-1 180,0 1-90,2 0 0,0 1 0,0-3 0,1 2 0,-1-3 0,0 3 0,2-2 0,-2 0 0,0-2 0,12 5-90,0-3 90,2 1 450,-7-3-271,-45-5 1,-17-2 180,-31-2-90,-18-2-2420,14-1 2420,-8 2-90,11 0 0,2 1 90,-4 1-90,-1 2 360,-28 3-361,22-2 91,-19 4-90,32-3-1243,3-1 1333,7 0-1,-8 1-179,7-2-4333,-7 1-2683,46-6 6926,17 0 0,12-4 0,-1 1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16.2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698 55 6723,'-24'-19'4048,"0"4"-1799,-6 2-1350,-6 6-719,0 9 0,-4 3-90,14 11 90,2-3-3482,8 5 3302,-3 1 180,-9 12-1,5-6-89,-6 10 0,7-9 0,-1 1 270,-2 0-270,-1 1 0,0 0-2268,-1 0 2357,2 0-372,-2-1 283,3-1 2128,-1-1-2128,4-3 90,-6 4-360,8-6 3002,-4 2-2912,20-18 634,15-11-454,8-11-180,12-6-90,-9 1 90,1-2 0,-4-3 0,2 2 0,-3-4 0,4 4 0,-4-3-662,1 1 752,-5 1-90,2 3 90,-4-1 0,1 5 0,-1 0 0,-2 1-90,-2 1 90,1-2 0,1 4 842,12 2-752,-2 13 0,12 9-90,-4 11 90,-5-2 0,6 6 0,-10-9-90,8 9 0,-1-6 0,6 0 0,-1 0-90,4-5 90,-4 0-90,8-1 0,5-3 90,3-4 360,6 2-180,-21 4 0,-18 1 90,-48 14 0,-2-7-1596,-18 4 1506,19-9-90,-2 0-90,1 1 90,-1-2 0,2 1 90,-13 2-90,12-5 180,-25 6-90,20-7 179,-9 1 1326,2-4-11516,0-3 9163,10 4 0,10-5 0,17 3 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37.1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3373 0 6453,'-38'7'1889,"6"2"-1529,6 2 90,3 2 0,2 3-1,-1-1-89,3 3-90,-1-2 0,0 1-180,-1 3 90,-2 1-1,1 3-89,1 2 0,6-4-90,0-2 90,7-4 90,-2-1-90,0 8 90,1-6-90,0 12 90,1-12 0,2 13 0,0-6 0,-1 8-90,7-1 179,-9-6-179,8-2 180,-10-6-270,4-1 270,-4 1-360,3 0 90,0-1 0,-1 1 0,0-2 0,2 2 0,-2-1 90,2 2-90,-3-2 0,0 2 0,0-2 90,1 2-90,0-1 90,-5 8 0,-5-7-90,4 7 90,-2-9 0,9 2-90,-3-2 90,1 0 90,-10 13-90,4-3 0,-6 11-90,6-8 0,2 0 89,4-6-89,0-2 0,15-5 90,-16 1-90,13 0 0,-16 0 90,6-1 0,-4 6 0,-1 0 0,-2 6 90,-1-1 0,-2 1 0,0 0-180,-1 1 90,5-6 0,-2-2 0,8-5-90,-7 6 90,6-3 0,-6 10-90,6-11 0,-4 4 90,4-4-90,1-1 0,0 2 90,2 0-90,-2 1 90,4 0-90,-4 1 89,2-2-89,1 2 90,-2-1 0,4 2-90,-3-1 90,1 1 0,-3-1 0,3 1 0,-2-1 0,1 1 0,-1 1 90,-3 11-90,0-6 0,-1 7 90,3-9-180,-3 0 90,4 0 90,-4 0-90,6-1 179,-3 1-179,1-1-90,-3 1 180,-7 24-90,5-18 0,-7 17-90,8-24 90,-1 1 0,-1 0 0,0-1 90,-15 24-180,11-19 90,-12 19 0,15-25 0,-1 1-90,1-1 90,-4-1 90,-6 13-180,10-11 90,-10 9-90,12-11 0,-4 0 89,1 1-89,-1 0 0,1 0 90,-1 2-90,1-2 90,-1 1 0,-1 0-90,-2 2 90,2 0 0,4 1-90,-9 1 90,6 1 0,-11-1 180,1 1-270,0 0 270,-3 0-270,3-1-90,0 0 180,0 1 180,3 1-270,-2-1-3212,-9 17 3481,8-13-269,-7 13 106,13-13-106,-3-1 180,3 2-180,-2 1 90,1 1-90,-1 1 270,0-1-270,-1 2 270,1 0-360,-1 1 360,1 0-360,-1 1 360,1-1-90,-22 35-180,17-26-90,-15 25 180,20-36-90,0-1 0,0-1 90,0-1-2215,-8 17 2215,6-12 0,-10 15-120,11-19 120,-3 3 0,3-3-90,0 1 90,-4-1 0,-9 17-90,6-11 992,-7 10-992,12-16 90,-2-2-70,4 0 70,-3-1-90,4-1 0,-11 13 90,9-10 2566,-5 9-2566,9-13-90,1-1 0,-1 2 0,0-1 0,1 1 0,-10 14 0,6-11 54,-6 10-144,10-14 90,1-1 0,2 2 1871,1-4-1961,-5-2-360,3 7-809,1-12-603,8 12-1466,5-12 3328,11 0 0,-7-9 0,6-5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26.0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232 431 12750,'-47'0'809,"-3"-1"-629,10-5-90,1-1 0,12-4-90,9-2 0,8-6 0,10 2 0,8-4-90,6 2 90,12 0 0,-14-1 0,18 1 0,-16 1 0,12 2 0,-2 2 0,0 1 0,-2 1 0,0-1 0,-2 0 0,3-2 0,0 1 270,6-2-360,1-1 0,2 1 0,-1 1 90,2 0 90,-4 3-90,0 0 90,2 2 180,4 1-360,7 3-90,2 4 180,0 4 90,4 3-3392,-9 4 3392,1 0 90,-9 1-90,0 2 180,-7-1-91,-4 7-89,-9-2 0,-7 3 90,-5 0-90,-7-1 3392,-8 5-3302,-5-5-3482,-9 4 3482,-1-4 0,-9 1 0,-5-1 90,-1 0-181,-1-2 181,4-2-90,8-3 90,-3-1 3302,-1-3-3212,-4 0-180,-9-3-90,5-5-90,-3-1-180,-3-3-810,8 0-3057,-12 2 4047,11-2 0,15 3 0,9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27.6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276 429 6903,'-50'3'3958,"1"-2"-3329,-1-3-359,8-4 180,6-3-360,11-5-90,9-1 90,8-4 0,8 2-360,7-3 180,5 1 0,6-2 90,5 1 0,0 0 0,5 0 0,-2-1 0,3 2 0,-4 1 0,0 3 90,-2-3-90,2 3 0,0-2 0,-1 2 90,-2-1-90,3 2 0,-2-1 90,-1 1-90,5 1 0,-1 2 0,8 1 450,-4 10-360,3 4 180,-7 8 89,4 2-179,-6 1 0,1 1 0,-4 1-90,-3 1-180,-2-1 0,-7 2 90,-4 1 0,-11 1 90,-3 3-90,-13-1 90,6-2 0,-15 0-90,8-5 90,-10 1 0,5-1 0,-3-3 90,-4-1-90,-2-2 89,-1 0-89,0-3 360,2 2-720,-8-5-1709,5-3 91,6-7-1261,8-6 3149,14-4 0,4 7 0,3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28.6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419 315 7173,'-11'17'3148,"-3"-1"-2338,-2-2-1,-8 0-539,-6-5-90,1 2 270,-15-5-1,2-1-89,-12-3-180,3-4-90,7-4-90,11-4-90,15-6 90,9-2 0,13-4 0,7-3-90,2 5 90,7-7 0,-4 12 0,7-9-90,0 5 90,4-3 0,-3 1 0,-1 3 0,-1 0 0,9 3 0,-7-2-90,5 2 90,-6 0 0,6 3 0,7 3 0,7 2 0,1-1-90,5 0 0,-1 1 180,-1 0-90,-3 2 90,4 4 0,-11 3 90,8 6-90,-15 6 90,-2 0-90,-7 4 0,-8 0 0,-3 0 90,-5 4 90,-3-3-181,-6 1 271,1 2-90,-15-1-270,-5 2-3302,-19-2 3302,2-4 0,-3-1 90,-9-4-90,12-2-90,-14 1-989,-27 0-271,22-5-898,-37 2-2789,31-7 5037,3-3 0,27 1 0,8-1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29.9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687 17 11490,'0'21'1080,"-1"-2"-990,-12 3 90,2-4-90,-2 1 90,-4 1-91,1 0 91,-1 2-90,-5-1 0,3 2 180,-15 6-180,11-6 0,-17 12 90,19-16-90,-9 8-90,13-12 0,-3 2 90,20-15-180,14-12 90,10-6 0,9-9-90,-2 0 0,-7 5 90,8-7 0,-13 7 0,6 0 0,-18 1-90,14 0 90,-2-13 0,1 6 0,11-5 0,-13 5 0,1 6-90,1-1 90,0 3 0,7 7 0,1 8 0,7 6 0,1 6 0,4 3 90,3 0-90,-1 3 0,1 1 0,-7-3 90,-5 3-90,-5-4 90,-2 5 0,4-2 0,-3-1 90,1 1-90,-18 0 90,-3 5-1,-42 0-89,11-2-90,-37-1 90,27-8 0,-11 2 0,7-4-3212,-23 4 3302,11-3 0,-15 3-385,18-3 384,1-1-180,1 2 181,0-2 90,3 1 90,-20 3-180,16-3 180,-12 1-91,9-1 1,9-2 180,-10 1 952,8-2-3021,-8-1-159,-2-1 1778,-7-1 0,28 0 0,8-2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31.2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588 1 8252,'-15'4'5217,"-3"3"-5127,-4 18 0,-1-6 0,5-4 0,-1 1 0,0 0 0,0 1-90,-1-1-3302,0 1 3392,-1 0 0,0-1 0,-1 0 0,0-1 0,2 0 0,-1-1 269,-6 5-179,-1-1 0,0 3 3482,5-4-3842,8-2 0,17-15 90,8-5-180,30-23 181,-13 8-1,7-6 90,-17 10-90,-2 0 90,4 0-90,-4 0 90,11-8-90,-10 6 90,8-8 0,-6 9 0,2-5 0,-1 6 180,-3-1 0,2 4-180,3 12 0,2 1 0,7 14 89,4-4-89,-2 3 0,5 0 90,-6 1-90,2 1 0,-5-2 0,1-1 90,-3 0 0,-1 1 0,-6 2 90,-2-1 0,-15 3 0,-5-1 0,-14-1 180,-36 6-360,19-9 270,-26 6-91,12-9-1639,10 0 1730,-15-1-158,-1 2 68,-4 0 0,-15 3-90,6-3 90,3-1 90,10-2-90,-2-2-2519,8-2 2701,2-4 0,20 1 1,9-3-1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32.5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764 0 13469,'-45'7'540,"-3"5"-360,14 1-90,-2 4 90,5-3 180,-11 5-1,-8 5-269,3-2-441,-3 1 441,24-7 0,-10 0 116,12 0-116,-11-1 0,3-1-90,-2-1 180,1-1-180,-2 3 0,3-3-590,0 2 500,37-15 15,13-3-14,20-11-1,-1 1-3482,17-11 3572,-19 10-90,19-9-531,-26 12 531,-2 0 90,-3 0-90,0 1 90,3-2-90,-1-2 3174,6-3-3084,-5-1 929,0 2-929,-7-1 90,2 6 0,3 6-90,0 7 90,6 8-90,-8 5 90,7-4 0,-6 5 90,0-4-91,-1 5 91,-11 0-90,1 5-90,-13-3 90,-2 3 0,-6-4 0,0 2 0,-3-1-90,0 1 180,3-1-90,-4-2 90,-7 0-180,-10-4 180,-7-2 0,-6-1-90,3-1 0,-3-2-90,3 1 0,0-2 90,-11 0-1,3-2 1,-21 0 90,14-3 90,-13-1-180,13-1-8185,6-3 8095,23-3 0,11 3 0,19-2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40.5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 0 6183,'-29'9'9830,"29"-1"-8326,3 0-874,24 2-181,-7 3-179,-5 4 0,-6 0-180,2 1 0,-4-1 0,1-1-90,2 0 0,3-1 90,6 0-90,-2-1 0,4 0 0,-2 0 90,2-1-90,0 0 0,-1 0 90,-1-1-90,4 1 0,1 0 0,2 1 0,-3 1 0,5 1 90,-5 0-90,7 2 0,-1 0 0,6 1 90,-2-1-90,-3 1 0,-6 0 0,-4-3 0,1 2 0,0-2 0,-1 0 0,-1-1 0,-1-1 0,3-1 0,-1 1 0,3-1 0,-3 1 0,1-2 0,-1 2 0,3-1 0,0 1 90,-1-1-90,-8 3 0,4-2-1619,-8 2-8212,4-2 9770,-31-3 0,15-4 0,-22-5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42.7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5182 1 13739,'-22'14'900,"1"0"-631,-7-2-179,4 3 90,-8-1-90,7 3 90,2-3 0,-2-1 0,2 2 0,-1-1 0,2 3 90,1-2-180,6 0 89,-3 2 1,3-1 0,-2 2 0,-1-3-90,1 3 0,0-3 0,0 1 270,0 1-180,0 1 0,-8 8-1,7-3-89,-3 5 0,4-6-180,2 1 90,-1 0 90,1 1-90,6-1 90,-5 0 0,2-1 0,-6-2 90,-1 1-90,2 0 0,-2 0-90,0 1 90,0 1 0,-3 0 0,0 2-90,2-1 90,0 0 0,8 1-90,-2-1 0,1 0 0,-3 1 90,-2 1-90,0 0 0,0 2 90,-1 0-90,5 0 90,-6 1-90,8-6 90,-14 11-90,10-10 90,-8 5-90,7-2 0,-1-5 0,3 1 89,1-2-89,4-5 0,-3-1 0,2 0 0,-2 1 0,3-1 0,0 1 90,-11 14-90,8-10 0,-6 10 0,8-13 0,1 0 270,-1 0-360,2 0 360,-2-1-180,-4 10-180,4-7 90,-5 8-90,7-10 90,-2 0 0,3 0 0,0 0 0,0 0 0,-2 1 0,3-1 0,-3 0 0,2 1 0,-1 0 0,2 1 0,-1-1 0,0 1 0,-2 1 0,1-1 0,-2 2 90,2-1-90,4 2 0,-3 1 0,-5-1 0,2 1 0,-6 0 90,5 1-90,1-1 0,-3 2 0,0-1 0,1 1 0,-1 2 0,-1-2 0,0 0 0,0-1 0,-1-1 0,1 0 0,2-1 0,-3 1 90,5 0-90,-4-1 0,2 0 0,0 0 0,-1 1 0,0 0 0,-2 1 0,1 0 0,0 0 0,0 0 0,0-1 270,0 1-360,0-1 270,0 1-90,-7 11-180,5-8 0,-8 8 90,9-10-90,-1-2 90,1 2 0,-1-1 0,-1 0 0,-6 11 0,4-7 0,-5 7 0,8-11 90,1 0-90,2-1 90,-2 2-90,2-2 90,-1 1-90,2-2 0,0 0 0,6-1 90,-7 1-90,3-1 0,-9 10 90,3-8-90,3 8 0,3-9 90,-1 0-90,-2 0 0,1-1 90,1-2-90,-1 2 0,0-1 0,-2 1-180,0 0 180,3-1 90,-3-1-90,3 0 90,-3 0-90,1 1 0,2-1 90,-2 0-90,2 1 269,-2 0-269,0-1-90,1 0 360,-2 0-270,2 0 180,-1 1-270,1 0 270,-1-1-270,2 1 270,-1 0-270,-1 0 270,0 1-360,-1 0 360,2-1-270,0 1 270,0-1-270,-1-1-180,-17 16 270,13-12 0,-11 11-90,18-16 90,0 0 0,0 0-90,2 1 90,-14 20 90,8-13-90,-13 14 0,14-18 0,-3 1 0,3-2 0,-2 1 90,-1-2-90,1 1 0,-2-1 0,1 0 0,0-1 0,-1-1 90,4 0-90,-3-1 0,5 0 0,-2-1 0,1-1 90,1 1-90,-1-1 0,0 2 0,2-2 0,-2 2 0,-2 5 90,-2 3-90,2-1 0,0-1 0,3 0 0,1-6 0,-6 10 90,4-6 0,-5 5 0,5-2 180,0-3 0,-1 11-180,-1-8-1,-2 10 1,0-10-359,2 2 448,1 3-89,2-2 90,3 1-90,0-2-270,0 0 90,3-1 0,-3 1 90,1 0-89,-2 1 89,0 2 0,0 1 0,0-1-90,0-1 90,2-3-360,0-3-450,2-1-1259,-1-2 360,1 1 720,-3 0 179,-1 0 271,-2-1 89,-7-4 90,5 2 720,-5-4 4857,9 4-4767,-16-12-360,-1-3-180,-15-10 90,-5-4 0,0 0 0,5 0 0,0-1 0,4 1 0,-2-2-90,0-2 90,-10-6 0,16 5 0,-13-7-90,13 6 90,-12-8 0,4 2 0,-3-1 0,7 4 0,3 1 0,-1 2 0,1 2 90,-2 4-90,-6-2 0,-2 4 0,-9-1 0,2 2-90,-2 0 90,4 1-90,5-1 0,7-1 90,2-2-90,7-2 0,-1-1 0,11-2 0,-1 2-450,7-1-9291,-3 2 9770,26 8 0,-12 0 1,21 8-1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39:16.1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307 1 5914,'-36'74'269,"2"-2"-448,-7-3-1676,0-4 1855,-8-2 0,-2-3 0,-3-2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0:00.7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8830 4 7713,'-46'-3'1799,"-2"2"-1620,0 1-179,5 5 0,0 3 90,10 2-90,0 2 90,1 1 0,0 0 0,-1 2 0,1-2-90,0 0 90,3 0 0,-4 1 0,3 1-90,-2 1 90,2 1 0,0 0-90,0 0 90,0 1-90,1 0 90,1 0-90,6 0 0,2 0 90,3 1-90,-4 2 0,-1 0 90,0 1-90,-3-2 90,0 1 0,1-1 0,3 0 0,1-1-1,5-1 1,-9 0-90,12 0 0,-9 0 90,7 0-90,-5-3 90,-2 1-90,1 0 0,-2 1 0,2 5 0,4-3 90,-1 3-90,1-5 0,-2 3 0,-1-1 0,2 3 90,0 1-90,-1 0 0,0 2 0,1-6 0,2 6 90,-1-3-90,1 5 0,-2 0 0,0 0 0,1 0 0,-3-2 90,1-1-90,1 1 0,-4 8 0,5-5 0,-5 0 0,3-2 90,-12 8-90,8-3 0,-11 7 90,13-12-90,-2 0 0,3-7 0,0 5 0,4-2 0,-5 12-90,11-2 90,-11 3 0,14-6 0,-6-2 0,-1-6 0,4 3 0,-6-6 0,6 5 0,-1-1 0,0 1 0,-3 0 90,5 1-90,-5 1 0,-4-2 0,4-1 90,-9-3-90,12-1 0,-2-1 90,-1 1-90,1 0 0,1 1 0,-4-3 0,6 4 0,-10 2 0,2 3 0,-1 4 0,0 4 0,3-6 0,2 1 0,5-9 0,0-1 0,-1 0 0,0-1 0,-2 1 0,-3 6 0,0-3 90,-2 4-180,3-7 180,1 1-90,2-1 0,-2 0 0,1 0 0,-9 7-90,5-5 90,-6 6-90,8-8 180,-3 0-180,5 1 180,-5-2-90,3 1 0,1-2 0,-2 0 90,2 0-90,0-1 0,-4 7 0,4-6 0,-12 18 0,8-10 0,-5 10 0,5-6 0,4-6 0,-1 5 90,1-6 0,1 7-90,0-6 0,-1 7 90,3-11-90,-2 5 90,4-4-180,-1-1 180,0 2-90,0 0 90,-2-1-90,1 1 0,0 1 0,-1-2 90,1 0-90,0 0 90,1-1-90,-2 1 0,1 0 0,-1 0 89,-1 0-89,0 0 0,-4 10 90,4-7-90,-2 8 0,3-11 0,0 2 0,2-1 0,0 1 0,0 0 0,1-1 0,0 1 0,0-1 90,3-1-180,1 0 90,0-1 90,-1 8-90,-1 2 0,-2-1 0,2 8 0,-1-13 0,2 5 0,0-8 0,-1 1 0,-2 7 0,0-6 90,-2 6-90,3-8 0,-2 0 0,2-1 0,-2 2 90,1 0-90,-11 19 0,7-12 0,-9 14 0,8-16 0,0-3 90,-1 2-90,2-2 0,2-1 90,1-1-90,-2 0 0,0 0 90,0-1-90,0 0 90,-1-2-90,3 1 0,-2-1 90,3 1 0,-2 5-90,2-4 0,-1 5 0,1-8 0,-1 1 0,0 1 90,-3 1-90,2 1 0,-1 0 0,1 0 0,0 2 0,-2 0 0,0 0 0,0 0 0,-2 0 0,-4 0 90,-1 11-90,0-9 0,2 9 0,-1-12 0,2 0 0,3 0 90,-5-1-90,1 8 0,-2-8 0,-3 7 270,7-10-270,2 2-90,-2-2 90,3 2 0,-2-1 0,-11 17-90,7-12 180,-8 13-90,11-16 0,0 1 0,1 1 0,-1-1 449,-10 20-539,9-15 270,-9 15-270,11-19 0,1 0 90,-2 1-89,-1 1-1,-13 23 90,2-16 90,-4 18-90,6-21 0,9-1 0,-5 2 0,2-1 89,-15 11-89,8-9 270,-6 8-270,9-11 0,0 0 0,0-2 0,0 0 0,1-2 90,-6 10-90,5-8 0,-3 7 0,6-11 0,2 1 0,1-1 90,-2 1-90,3 1 0,-9 9 0,8-6 0,-10 8 0,11-9 0,-2-1 0,6 2 0,4 0-3302,-7 12 3302,6-7 0,-7 8 0,-3 2 0,6-10 90,-7 10-90,8-11 0,-4 0 0,-6 15 0,2-10 90,-4 11-90,4-13 90,0 0-90,-2 0 0,1 0 0,-2-2 90,-3 0-90,0-1 90,-2 1-90,4-2 90,0 1-90,0 1 0,-2-2 2749,-1 1-2659,-1-1-90,1 2 0,0-1 0,0 1-148,3 0 148,-4 1 0,2 0 0,1 0 0,0 3 0,5 2 0,-2 1 0,0 3 0,4-1 90,-2 1-90,4 0 0,3 1 0,-4 2 90,3 0-90,-2 2 90,-8 20-90,7-15-516,-8 15 516,10-19 0,1-1 90,2 3-90,-4 0 0,-4 2-2869,-3 1 2869,-2-1 90,-3-2 8,3-4-8,-5-2-90,3-3 269,0-2-334,2-1 65,-1-1-1758,0 0 1758,-2 0 0,3-2 1179,-5 2-1179,3-1 270,-7-1-270,1 0 0,0 0 242,-2 0-242,2 1 0,-1-1 2631,2 1-2541,0-1-90,0-1 0,1 0 90,1-1-90,1 2 90,-1-1-90,3 2 0,0-2 0,1 2 90,1 0-90,-2 0 90,3 3-90,-3 0 90,-2 0-90,0-1 90,-11 12-90,12-13 90,-3 9-90,11-16 0,2 0 0,1 0 1447,-2 1-1357,-11 29-592,8-21 502,-9 24 90,13-28 0,0 2 0,-2-1-90,1-1 90,0-2 0,1-1-90,0-1 0,0 1 90,-1 0-90,-3 0 0,-1 1 90,-1 1 206,-4 0-296,-15 19 0,7-11-1862,-14 15 1862,13-17 90,-2 1 38,1-2-38,2-1-90,-1-2-2467,-5 14 2557,5-11-90,-6 11 0,8-14 90,-17 18-90,11-12 1463,-11 13-1373,-6 8-90,22-23 0,-15 18 0,29-28-329,1 0 419,5 0 2984,-3 1-3074,4-2 0,1-1 0,-1-1 0,4-1 0,0 0 0,3 0 0,1 1 960,-1 1-960,3 1 0,-12 29 0,7-17-343,-9 23 343,3-25 0,-2-2 0,-2 0 0,0-2-3278,-12 15 3278,5-10 0,-11 12-338,5-14 428,-2 0-90,-1-1 90,3-2 0,-5-2-90,7-2 0,-4-1 90,3-1-90,3 2 0,-2-2-128,1 2 128,-2-1 0,1-1 90,0 0-90,-1-1 0,2 0 0,-1 0 90,1 1-90,2-2 0,1-1 213,1-2-123,5-2 3064,1-4-3154,1 1-28,5-2-3210,-8 1 1197,36-11 692,-2-5-1620,24-10-898,-2-4 3867,-12-3 0,-8 7 0,-6-1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0:07.0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490 548 6723,'-42'-11'8905,"1"1"-8725,31 11 0,4 4 90,30 12-180,-5 2 90,2 4-90,7 4-1,-1 1 1,6 2 0,-2 0-3392,2 2 3392,16 14-90,-8-13-333,13 11 333,-17-17 0,2 0 0,-3-3 0,1-1 0,-1-1 0,0-2 0,0 0 90,-3-3-180,1-2 90,-8-1-90,1-2 0,1 1 270,-2-2 2957,-28-10-3137,-2-3 498,-32-14-588,4-1 90,-6-4-596,-7-6 596,-3-3 0,-6-5-90,0-2-841,-2-4 931,-2 0-90,1-2 90,1-1 0,0 1 0,2 1 0,-22-17 0,23 16 0,-21-10 0,29 20 0,-6 3-85,12 2 85,-1 4 0,10 2-2978,0 3 2978,2 2 0,5 2 214,3-2-394,3 3 649,12-3-559,18 7 156,20 5-66,27 8 0,-7 3 1662,12 4-1752,-18-1 90,-3 3 0,5-1-366,-4 3 366,8-1 0,-3 1-2697,0-1 2697,-3-1 0,-3-1-81,-3-1 171,-4 0-90,-3-2 911,4 1-1181,-2-1 560,-6-13-200,-16-6 3251,-19-11-3431,0-1 90,-4 4 0,8-1 242,0 0-242,-3-1 0,2-1-90,1-2 90,0 0 0,2 1 0,3 1 0,-1 1 0,4 3 0,2-5-90,6 3 90,7-4 0,7 5-90,6 2 90,5 3 0,-5 1 0,13 7 180,-6 1 0,15 9 180,-1 4-270,1 6 90,-10-1-90,-5 0 0,-12-2 89,-2 0 1,0 2-369,-2 0 369,4 2-1,-2 1 1,0 0 0,-2 0 0,0 0 0,0 1 360,24 15-360,-19-9-1,24 9 1,-33-14 370,1 0-460,-4-1 90,0 1-90,3-1 0,1-1 0,-1 0 0,-2-2-90,-1 4-90,9-3-450,-2 3-450,8-3-1708,-4-3-3149,8-1 5847,3-2 0,-13-4 0,-5-2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0:45.2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1129 1 6813,'-14'1'4138,"-4"2"-4048,0 16-90,-4-3 90,-2 0-90,1-2 90,-2-1 0,0 3-1,1-3-89,0 2 180,3-2-90,-5 1 90,-4 0-180,-2 0 90,3-2-90,2 1 90,9 1-90,-2 1 0,3 2 90,-2 1 0,0 0-90,0 2 90,1-2-90,-1 1 90,1-3 0,-1-1 0,2-1-90,-4 2 90,3 1 0,-4 2-90,4-2 90,2-1-90,4 0 0,-3 1 90,2 0 0,-2 0-90,-1 1 90,2-2-1,-2 0-89,2 0 90,-2-1 0,-1 1 0,-2 0-90,0 1 90,3-1-90,-5 1 90,2 0-90,-3 0 90,2 0 0,0 0 0,-1-1 90,-1 0-180,4-1 90,-3-2-90,5 1-180,-4-1 90,7 6-180,1 0-1079,10 4 360,4 1-1350,3-4-719,-3 1 3058,-4-3 0,0-8 0,-2-1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25.44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238 1 6183,'-24'17'1350,"0"0"-901,2-2-89,3 1 90,2-3-180,-6 5-180,2-1-270,-2 4-450,7 0-719,5 1 270,0 3 1079,-2-4 0,6-7 0,0-7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25.5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139 1 7443,'-30'17'3058,"2"-2"-1889,-5 0-6925,9-3 5756,9 4 0,6-9 0,14-1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40.0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258 1 6723,'-29'19'2249,"0"0"-1709,3-2 179,-9 5-449,10-5 0,-5 4-360,14-8-450,-1 7-1079,1 12 450,3-7-270,2 7 1439,5-15 0,4-7 0,0-3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40.1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267 1 7803,'-31'28'2878,"0"-1"-1799,1-2-539,3-1 180,1-4-451,3-1 181,1-2-450,2-1-899,-2 2-3239,5-3 4138,6 6 0,5-13 0,7 1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24.9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350 0 6363,'-20'21'2249,"1"0"-1799,7 4 0,-4-7-91,2 4 361,-2-7-270,-10 3-180,5 1-91,-5 3 91,2-1-270,9 2-539,-1 0-451,4 2 1,-3 1 539,-3 3-270,4-6-359,-5 0 0,8-4 1079,-7 1 0,10-9 0,-1-1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25.0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331 0 0,'-19'16'285,"-1"-1"3261,3-1-2916,-4 3 1361,-2 1-1631,1 4 726,-6-3-906,8 1 2963,-4-1-3413,6 1-360,-1 2-89,3 1-451,-3 2-1348,0 1 2518,-3 0 0,9-11 0,2-3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25.2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258 0 6183,'-25'26'1799,"0"-3"-359,-4-3-631,2-2-179,-6 4-270,12-3-181,0-3-448,11 0-271,-2 2-180,8 0-89,-2 4-361,3 1-808,-6 3 1978,-5 3 0,5-13 0,0-2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8.9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539 1 6363,'-27'17'2069,"2"0"-1619,6-2 539,-2-1-89,0 3-360,-2 2-1,2 3 1,1 3-270,4-4-90,1 1 0,4-4-90,1 0-90,0 4 0,-1 1 89,-7 4-358,3-5-1,-2 2-180,4-7 0,-2 1 90,-2 1-359,-2 2-91,0 2 1,-2 1-630,-1 3-270,-4 2 1709,-2 2 0,0-1 0,-3 2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9.2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342 1 6453,'-19'16'3958,"4"0"-2969,-1 2-359,5-1-90,2 1-90,0 2-360,7 2 179,-9-3-179,2 6-90,-4-9 90,-2 4-90,3-6-270,-5 6 91,3 4-3483,-3-2 3572,4 1-360,1-8 270,2 2-450,-2 1 271,4 0-361,-2 2 270,-1 0-269,1 2-1260,-7 11 630,5-6 1349,-8 7 0,12-20 0,-1-3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0:38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589 1 24575,'0'9'0,"-4"0"0,-1 1 0,-5-1 0,1 0 0,-1 1 0,-6 6 0,4 1 0,-11 2 0,10-2 0,-23 14 0,14-10 0,-29 30 0,23-23 0,-10 10 0,-23 4 0,32-13 0,-24 6 0,36-17 0,6-9 0,-5-2 0,11 1 0,-4-7 0,8 7 0,-14-1 0,8 2 0,-9-2 0,7 1 0,-1-3 0,1 1 0,-7 9 0,4-13 0,0 9 0,8-11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0:39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0 24575,'-5'5'0,"4"4"0,-7-4 0,3 4 0,-5 0 0,0 7 0,0-5 0,-7 7 0,4-2 0,-5 3 0,1 6 0,-3-1 0,-7 10 0,-4 15 0,0 0 0,-2 9 0,2-12 0,7 0 0,-2-10 0,6-2 0,1-10 0,-5 1 0,16-11 0,-3-3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18.4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0 228 10501,'42'-7'2069,"-4"-2"-1979,-15-5 0,0 2 0,10-3-90,-6 3 270,5 0-181,-7 1-89,-1-2-89,-2 1 358,-1-2-1348,-4 0 0,0 1 179,-1-4-539,2 3-1529,3-1 2968,5 3 0,-12 5 0,-2 2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20.3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0 201 6363,'14'-20'2249,"2"0"-1709,1 1-270,4 1-90,5 3-1,-7-2-448,11 1-361,-11-2-1259,3 0 1889,-5-1 0,-8 9 0,-3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18.9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0 401 6543,'15'-20'3238,"1"-1"-2608,-4-2-270,-3-2-90,1 2 0,-3-2 179,2 5-269,2-3 0,0 5-180,4-2 90,9-1-270,-3 4 90,10-4 90,-10 6-90,5 0 90,1 1-450,1 1-719,3-2-1979,-6 0 3148,0-3 0,-16 9 0,1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19.3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0 482 6363,'14'-21'2429,"3"-1"-1979,0 3-90,4-1 179,-4 5 181,-2-3-360,1-1-181,5 2 1,-4-3-90,8 1 0,-3 0-90,2-2 90,5 1-90,-2-1 0,4 0 90,-3 3-180,-1 0 90,-2 2-90,-6-1-809,-1 0-271,-4-4-269,-1 1-899,-8-2 2338,-7 2 0,-1 8 0,-2 3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19.7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0 523 6273,'11'-17'2609,"2"-2"-1979,2 2-1,4-2 1,0 1-90,2 1-91,-2 1-89,2 1-180,-3 0 180,0-2-360,5 1 180,-2-2-180,7 0-180,-4 3 0,4-3 90,-3 1-90,6-2-180,-1-2-90,1-1-179,1 1-1,-5-4-89,1 5-1,-6-2-90,-3 2-89,-7 1-180,-7-2 1079,-4 1 0,-2 8 0,-1 3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20.1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1 913 6453,'12'-19'2789,"2"-2"-2340,2 2 91,5-1-180,0 2-90,7-1-90,2-2 0,4-1-3572,3-2 3482,-9 3-90,7-1 89,-7 4-178,2-1-181,1 1-90,-8 0-90,0 0 3213,-1-1-3303,0 0-90,0-1 1,2-2 89,0 0 180,2-2 90,-2 0 90,-1 1 270,-1 1 0,-2 1 270,-1 2 180,-2-3 89,-1 1 1,-2 0-90,1 0-1,-1 2-89,5-1 0,1-2-360,8 0 90,-2 1-180,8-3 0,-7 5-270,2-3-90,-7 4-719,-4-1-1260,-2 1 2339,-11-7 0,0 13 0,-8-2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0.5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9871,'57'2'1170,"-4"1"-1080,6 3 0,-2 1 0,4-3-1,-2 1 1,5-2 90,1-1-90,8 0 810,-2-2-1,-9 6-1079,-51-2 180,-2 10 0,-35 0-3302,16 8 3302,4 1 0,2 0 0,2 3 0,6-3 90,4-1-90,7-3 90,3 3 3302,4-6-3212,-1 4-90,6-5 90,-3 0-90,12 1 90,-9-1-90,16 0 90,-5 2-90,3 0 0,-1 1 89,-5 2 1,-1 0-90,2 1 90,-3-1-90,1-1 0,-4 1 0,-1-4 90,-5 1-90,-3-2 90,1 0-90,-1 0 0,6 2 90,0 1-90,6 3-1,1 2 1,2 0 0,0 2 0,1 2-90,-9-6 90,4 3 90,-6-2 0,5 3 0,-4 2 90,2 0 0,-3 0-1,-2 0 1,2-1 0,-5-1 0,-4-3-90,1 0-5127,1-5-3598,-25-2 8545,-6-5 0,-8-5 0,0-2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1.8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389 321 6004,'-29'-12'989,"-2"0"-1169,-1 0 90,-6-1 0,5 1 180,-6-1 90,4 2 90,1-1 360,1-1-91,7-2 361,-5 2 4677,7-1-5488,21 14 1,7 3 0,30 13 0,-9-1 0,14 3 0,-7 1-90,3 0 90,4 2-90,-9-3 0,6-1 720,-7-3-990,-25-11 180,-28-17 0,-13-2 0,-6-20 0,15 17 0,9-8 0,-4 7 90,2-2-90,1 1 90,0 0-90,2 2 90,0-5-90,2 2-269,2-5 269,38 18 270,-1 4-1,40 17-269,-13 2 90,-6 0 0,-5-1 0,-12-1 0,13 5 90,-2 0-90,6 2 0,-7-3 540,-6-2-720,-26-14 90,-4-3 0,-23-13 90,2-3-90,-3-8 90,6 3-90,1-4 270,19 6-90,6 4-629,15 2 898,9 12-359,10 5 90,0 10 0,10 1 90,-6 1-90,7 1 90,-4 2-90,6 0-90,-10-1 90,3 0-180,-10-2-9741,-8 1 9815,-36-11 0,10 3 0,-29-12 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2.5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85 75 8072,'-6'-17'5397,"-9"11"-5487,-7 10 90,-1 12-90,13 5 90,7 1-90,-3 0 90,8 1 0,-2 0 0,5 1 0,7-1-89,1-2 89,3-2 0,3-1 89,6-4-89,5-9 90,-4-10-90,-5-9 0,-10-8 0,-5 0-90,-2-5 1,-2-2-91,-7-3 0,1-2 90,-7 1-90,2 3 0,0 3-180,-1 3 360,20 17 0,4 8 0,16 12-3302,21 17 3392,-20-12 0,18 10-90,-22-14 90,1 0 0,4 3 0,2 0 90,3 0-1979,0-2 3932,-21-16-3123,-12-4-89,-26-17-540,-8-4 1619,-4-1 0,14 11 0,4 4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2.9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23 247 6903,'-14'-17'2699,"6"-2"-1980,12 1 271,9-1-1,8 3-719,9 2-90,5 12 0,6 4 0,2 11-1,1 1-89,-2 3 0,2-1 0,-5 2 540,1-6-540,-19-12-90,6-10-180,-20-18-180,7-3-359,-6-3-271,-1 4-809,-2 4 180,2 3-540,7 4 2159,2 2 0,-2 8 0,-4 3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3.4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36 7713,'5'10'4137,"2"-2"-4137,10 31 90,3-11-90,2-1 0,-1-3 90,3-6 180,-5-3-270,-16-17 0,-5-4 0,-20-19 0,0-1 0,5 2 0,-6-4-90,12 6 90,0-4 0,16 4 0,20 5 90,13 10 0,12 9 180,19 12-180,-20-1-242,9 7 331,-20-6 1,-1 1-90,15 0 90,-12 3 270,47 16-270,-45-11 180,31 13-180,-41-19-91,3 1 1,-7-1 180,0 0-180,-10 5 180,5-4 0,-13 11-90,-8-4 62,-11 0-152,-18-1 90,-24 0-180,10-5-256,-24 4 256,17-8 0,-4-3-90,-1-1 90,0-1-90,0-4-270,0 0 90,-16-5-449,-4-1-361,-8-7 541,13-7-811,24-2 631,24-15-91,18 7 1,14-10-91,4 7-13,10-2-436,4 0 1349,4 1 0,-14 12 0,-6 4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3.7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10 8522,'25'-7'3598,"4"4"-2968,14 13-91,9 2 1,-4 3 0,14 0-360,-5 4-180,7-2-3212,-11-2 3302,-3 1 89,0-3-179,-7 4-7106,6-4 7106,-50-9 0,11-1 0,-33-8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3.9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20 10141,'3'-11'0,"0"3"0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4.4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62 6903,'56'18'2878,"21"6"-2518,-35-6-90,16 4 360,-12-3-181,-11-5-269,21 11 180,-24-11-90,17 8-90,-16-6 0,4 1 719,-1-3-719,-30-12-90,1-8 0,-29-12-360,1-7 90,-1-3 360,-1-5-180,13-2 90,7 0-90,17 5-270,8 3 180,12 7 0,2 5 270,10 3 180,15 10-180,3 6 90,-2 4 180,11 9-181,-29-3-220,17 5 221,-20-4 0,2-1 0,-2 0-91,0-2 91,-3 0-180,-2-1 180,0 1-450,7 0-2518,-1-2 2698,10 0 0,-25-5 0,-4-2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7.4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170 0 6273,'-6'21'2069,"-1"0"-1439,1-1 0,2 1-91,0 2 91,1 2-180,-3 2 89,0 2-179,-3-2 0,3 1-90,0-2-90,-1-1 89,-2 0 91,4 0-90,-5-1-270,7-1 90,-4 0-90,-2-2 0,1 1-450,-4-4-1529,0 1 1979,0-2 0,5-9 0,2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7.8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372 1 6543,'-21'17'2789,"-1"0"-1980,5-1-179,0 1-1,0 2-89,1 1-90,1 2-90,-6 0 0,6 1-91,-1-1-89,3 3 270,9 0-90,-3 2-360,1 1-3212,-1-6 3212,-7-1 180,4-5-270,-4 0 180,3-1-180,-4 6 0,4-4 0,-7 7 3392,6-4-4561,0 0-990,1 1-1079,4-3 3328,-4 3 0,6-10 0,-2-1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8.1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235 1 6723,'-27'23'3148,"1"-1"-2698,4 0 0,4-2-90,3 1-4252,5-2 4162,2-1 859,2 1-949,1-1 90,-1 1-180,2 1 0,-2 1 0,1 1 3392,-2 1-3392,0 2-180,-2 1 0,-2 2-270,1-5 180,-1 7-989,0 5 719,6-6-90,0 4 1,4-15-1,4 1 90,-3 0-180,1 0-1348,2 8 1978,-4-6 0,2-2 0,-2-11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8.3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129 1 6723,'-15'23'3328,"-2"-1"-2608,2-1-91,1-1-89,3-1-270,-1 0 0,3-1-180,0 0 270,4 1-180,4-1-270,5 0-630,-2 1 540,5 1-809,2-1-540,-5 4 809,-2 2-629,-9-3-270,-5 2 1619,-2-5 0,6-9 0,1-2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8.7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635 0 6543,'-18'18'3059,"-6"2"-2340,9 5-359,-10 1-90,12-5 449,-3-1-269,-2 0-180,-1 0 0,-8 6-360,6 0 0,-4 0 90,5 1 0,0-1-90,3-4 90,2-2-3122,3-5 3032,0 1 360,-3 0-360,0-1 270,-2 2-360,1-2 180,-5 10-180,-1-6 0,2 6-90,0-8 0,5-1-90,-1 3 3303,2-2-3393,-1 3 0,1-3 0,1 1-449,-5 7 449,8-6-179,-6 5-1170,6-7 1799,-5 7 0,8-13 0,-1 4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13.8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10591,'42'2'90,"-9"3"0,0 6-90,-9 4 90,6-2-90,-4 3 90,2 2 0,-5 3 0,1 3-90,-1 1 0,-3-1 0,-1-2 0,0-4 90,-3 0-90,3-4 0,1 3 0,0-2 90,2 0-90,4-1 0,2 0 89,5 0-89,6 0 90,3-1-90,6-1 0,28 0 90,-15-3-180,22-1 90,-27-2 90,-3-1 3059,-1 0-3059,-33 5-180,1 4 90,-33 5-90,4 0 90,-3 0 0,0-1-180,0 2 90,6 1 0,1 3 0,4 0 90,13 2 0,-9 0 0,10-1-90,-9 0 90,4-1 0,5 0 0,2 1 0,4-2 0,3 1 0,1-3-90,3 0 180,4-1-90,3-1 0,-3-4 0,0 0 0,9 4 0,-10-7 0,11 7 90,-7-5-90,1 1-90,1 1 90,2 2 90,-9-2-90,6 4 90,0-1-90,3 2 90,-12 0-90,-1 0 180,-17 0 179,1-2 91,-10-2 0,-7 2-90,-15-2-180,-10 2-90,2-4 179,-2-2-179,2-1-180,2-1-1798,-3 2-1081,17 1-2967,9 6 5936,8 2 0,2-7 0,-3-4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23.4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410 0 12210,'-21'13'450,"-5"1"-6201,8 1 5751,-4 0 1409,1 0-1319,2 1 860,1 0-860,-3 1 0,-5 0 0,-4 2 3392,4 0-3482,-9 11-90,15-8-270,-3 6-360,10-10-359,4-1-270,-1 1-2249,-3 3 3598,-5 0 0,8-9 0,-1-1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23.7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345 0 7173,'-24'17'3238,"2"-1"-2698,4-1-91,2 1-89,3 1-90,-3 3 0,0 1-90,-2 0-180,2 0 90,2 0-90,1-1 0,1 1-90,0 1-180,0 2-180,1 2-269,-9 2 359,8 2-360,-8-6 1,10 4-451,-1-6-179,-2 5 1349,0-3 0,6-9 0,1-6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24.0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94 1 6723,'2'21'1529,"-1"3"-989,1-4-90,-3 2 179,-2-3 451,0-1-541,-2 3-89,-4-4 0,2 6-450,-4-5-180,2 1-809,3 0-720,2-2-360,0 5 540,-3-1 1529,-6-2 0,4-8 0,2-5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24.5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924 0 6993,'-11'18'3238,"-1"1"-2428,-2-1-271,0 3-89,-2-1-180,2 0-90,0 1-90,1 0 0,0 0 0,0 1-90,5 0-90,-3 1 0,5 2-180,-6 0-180,0 2-179,-6 0 449,0 0-270,-9-5 180,10-1-270,-3-6 271,11 1-361,-8 7 90,3-5 360,-8 5-3571,6-7 3571,-2 1-90,0-1 0,-1 1-2268,-8 8 2448,5-7 90,-4 6 0,8-9 0,1 0 2448,0-1-2178,-5 4 0,0 1 90,-1 2 3751,4 1-3751,3-3 180,5 1-1,0-1 91,3 1-90,-3 0-1,-1 0-179,-4 1-90,1-1-90,2 0-90,-7 0-90,4 0-360,-6 2-450,3-1-359,0 1 540,1 2-721,2-6-988,-1 8 2338,1-3 0,6-8 0,1-1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24.7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285 1 6273,'-17'18'3508,"-2"0"-2518,0 3-271,-4-2-449,3-2-90,-1 2-90,0-1-180,-1 4-90,3 0-269,-1 4-541,3-2 181,1 2 449,1 0-989,4-5-540,0 7 1889,4 1 0,3-11 0,1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16.35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1154 470 6723,'-1'6'4498,"-1"-1"-4408,-30 15-1,11-7 1,-14-2 0,14 1 0,-10-1 0,5-1 0,0 3 90,-4-3 0,2 1 0,-6-1-90,1 0 0,-1-1-90,2 2 180,0-3-180,-2 1 90,-1-1-90,1 0 90,-3 0-90,3 0 180,-3-1 89,-2-1-89,-17-3-180,5-3 90,-8-2-90,15-2 0,6-3 90,4-1-90,-1-2 0,3 0-90,2 0 90,4-2 0,3-2 0,5-3 0,2-1 0,7-3 0,0 1 0,8-2 90,-3 0-90,5 2 0,-1-1 0,0 1 0,6-1 0,-1 0-90,6 1 90,-3 1 0,5 0 0,-3 0 0,9 2 0,-6-1 0,7 2-90,-2 0 180,1-1-90,4 1-90,-2 0 90,2 3 0,0-1 0,3 0-90,0-4 180,-1 3-90,-2-1 0,-4 2 0,4-1 0,2 2-90,6 0 90,1 3 0,1 0 0,0 1 0,5 1 90,0 1-180,7 0 180,-3 2 90,4 3-90,4 2 0,-9 5-90,3 1 90,-11 3 0,3-1 0,-2 4 0,-2 1 0,-4-1-90,-5 2 90,-7-1 0,1 1 0,-4 3 90,1-1-91,-6 5 1,-5-3 180,-2 15-270,-14-10 90,3 5 0,-11-11-90,6-4-3212,-21 10 3212,13-7 0,-23 12-270,20-15-359,-13 6-631,7-8-3327,-7 5 4587,-1-7 0,19-2 0,2-4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18.18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835 500 8882,'-1'16'1529,"-8"1"-1349,3-1 90,-10-1-90,-2-2 90,-9 0-91,0 0 1,-7-2-90,4-2 90,-6 0 180,-4-1 180,-2 0-450,-10-4 179,6-3-89,-6-4-90,8-3 0,3-1 0,4-2-180,7-1 180,-5-3-180,4-1 90,-7 0 0,6 2 90,4-1-180,1-1 90,6-2 0,2-4-90,7 1 90,9-5 0,3 4 0,7-2 90,-3 3-180,4-2 0,-6-1 90,4 1-90,-4-2 90,4 4 0,1-2 0,6 4-90,0-1 90,11 6 0,-8-3 0,11 4 0,-10-3 0,6 2 0,4-2 0,-4 2 90,7-3-90,-5 2 90,3 0-90,-2 1 90,-1 1-90,0 0 90,6-1 0,-4 1-90,8 0 90,-4-1 90,6 2-90,0 1-90,12 5 90,-2 2 0,5 6 0,0 1 0,-7 3 0,-1 1 0,-5 2-90,-9 0 90,1 0 90,6 0-91,-4 2 91,2-1 0,-9 4 0,-6-1 90,-4 7 180,-4 3-180,-7 6-180,-5-7 89,-3 5 1,-5-7-90,2 5 0,-4-4 90,0-4-720,-2-2-2608,-1-1-1079,-4-1 4227,-4 0 0,9-8 0,-1-1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19.8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5793,'0'0'0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20.3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10 11221,'26'-6'-990,"9"2"1,-9 7-1,-1-1 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21.9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232 122 6004,'9'20'539,"-2"-1"-359,2-2 90,1 0 2249,0-2-1440,-11-2 180,-18-2-989,-5-12-270,-3-5 90,16-10 0,10-3 360,6-1-540,14-16 90,-2 13 0,8-10 90,-3 19 0,1-1 449,4 2 1,2 1-360,5 2 0,1 1 90,8 4 0,0 4 89,-2 3 1,7 5-180,-6 3 0,2 2 0,-6 0 0,-3 2 90,-3 1-91,0 3 91,-6 0 0,-5 3-90,-7 1 0,-4 3 90,-9 3-180,-6 3 0,-4-8-90,-4 0 90,0-8 0,-2 2 0,-1-1-1,0 2 1,-2-2-90,1 0 90,-3-1 0,0-1 90,0 0 0,-2 2-180,-1-4 180,-3 3-180,-4-6 90,0-1 90,-4 0 0,-14 0 0,-5 0 179,-14-1-89,0-4 0,2-3-90,7-4-90,13-2-90,4-4 0,10-5 0,5-1 0,7-3 0,5 3-90,7-1 0,0-3-90,3-5-90,3-1-269,2-5-271,4 4-1079,1 5-1349,2 1 3238,5 4 0,-7 6 0,4 4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22.8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169 281 10231,'5'10'1619,"-4"1"-899,-27 1-1,-6-2-89,-4-1-360,-10-6-180,26-8 0,5-6-180,30-9 180,2 3-180,4-1 0,-1 4 0,0-1 0,5 0 90,2-1-90,3-1 90,3-1 90,4 1-90,-1-1 270,6 1-270,-5 0 36,5 2-126,-1 0-3045,0 1 3135,4 2-2306,-5 2 2306,3 1 0,-6 0 0,17 1 90,-3 1 194,8 6 76,7 12-180,-28 0-90,9 11 90,-24-3 2268,-2 2-2268,-5 3 3392,-4 1-3392,-5 2 0,-2 1-1,-4-1-89,-3 2 90,-4-2 0,-5 0-90,-2 0 90,-8-1-90,0-1 90,-5 0 90,-16 8-90,9-8-1520,-14 6 1520,10-11 0,2-2-268,-1 0 268,2-4 359,4-1-89,-7-1 270,4-2-720,-12-1 1276,10-14-1456,3-4-179,9-11-480,9 3-1769,-2-1 269,11 1 2339,12-3 0,-2 8 0,10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23.6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777 407 4657,'-72'3'3238,"3"0"-1734,-3 3-784,-4-2 0,-7-2-181,-1-4-359,11-5-261,16 0 351,15-3-2991,8-2 2811,9 0-90,-1-4 46,6 0-46,2 0 132,6-2-132,4 0 287,3-1-287,4-2 0,4 0 0,3 0 3235,4 1-3235,1 1 473,9-7-473,-2 8 0,8-5-90,-3 8 90,1 1 0,0 0 0,4 1 0,-4 1 0,4 2-89,8-1-1,2 3 180,15 2-1,-14 8 1,2 4-90,-15 4 90,-1 2-90,0 1 90,1 3 0,-2 2-90,-1 2 90,-5 1-90,-8 2 90,2 0 0,-6 0 0,4 0 180,-6-1-180,-1 0-90,-7-1 90,-1-2 0,-4-1 90,-4-2 0,-14 1 89,-24 2-179,-12-4-180,-17-5 180,10-12-360,15-3-89,9-4-91,16 0-180,4-1-179,7-3-91,1 0-179,9-3-990,2 0-629,11-2 2698,2 0 0,1 9 0,-2 1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24.9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656 807 9062,'-47'8'2698,"-2"-1"-2338,-12-8 0,6-1 0,-1-3-90,10-4-181,2-4 1,13 0-90,1-5 90,11 3-90,2-3 0,0-1 90,7-3-90,-1-2 0,3-3 0,2-1 0,2-2 0,3-1 0,2 0 90,1-2-90,2 0 0,5 0 0,3-1 0,2 0-3302,4 0 3302,1 1 0,8 0-150,0 2 150,6-1 0,-1 3-90,2 1-2129,0 4 2219,-1 1-1214,-4 4 1214,1 1 1483,3 0-1573,-2 3 107,16 4-17,-10 11 0,3 6 0,-4 8 0,-4 1 0,3 4 90,5 3-90,-3 2 1498,1 2-1498,-1 3 0,1 0 2435,-7 1-2435,-2-1 90,-7 1-90,-5-1 0,-12 1 0,0-1 90,-11-3-90,2 0 90,-5-3 0,-9-2 0,-6-1 90,-10-2-90,-6-2 89,0 0-2071,-8-2 1982,3-2 90,-31 1-211,17-4 31,-20 0 90,18-5-554,1-1 554,-2-1-90,2-2 90,2 0-90,0-2-407,-12 1-2292,10-4 3430,-8 4 0,37-3 0,10 3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26.3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48 1 6004,'-4'28'629,"-2"0"-539,0-1 90,0 0 90,-1-1-180,2-1 180,0-1-270,1-1 180,2-2-180,0-2 179,3 0-268,0-1 268,2 1-269,0 0 270,-2 0-360,-2 0 1,7-2-1,-6 1-90,7-1-90,-6 2-180,0 1 91,-4 1 449,-1 2 0,1-11 0,-1-1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28.6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104 6795 6273,'-10'18'810,"2"-2"-810,5 3 90,4-2-90,2 1 90,2 2 0,-5 2 0,-2 2-90,-7-2 90,-5 1 0,0-4-90,2 3 0,1-1 0,3 0 0,1 0 0,1 0 0,1 0 269,3-1 1620,0-1-1619,21-12-270,1-4 180,20-18-90,-2-1 0,-6-1 0,-3 2 90,-7 3-90,0-1 450,23-15-361,-19 9-1142,21-13 1143,-24 15-578,2-2 578,1 0-90,-2 0 90,0-1-90,-3 1 0,0-1 89,-1 1 892,0-1-981,-1 1 180,2 1 380,-2-2-380,0 2-180,18-16 90,-14 12-180,13-11-90,-19 16 90,1 0-90,-1 2 180,0-1 0,14-14-90,-11 11 0,11-11 90,-17 15-90,1 0 0,-3 1 90,2 0 0,6-6-90,-5 4 90,11-9-90,-11 10 0,8-10 90,-7 10 0,14-17-90,-10 14 90,7-9-90,-10 13 0,-2 0 90,1 1 0,-2-2 0,7-4 0,-3-2 0,7-5-1,-3 1 1,-1 2 90,-2-2-180,-2 2 180,1 2-90,-1-4 0,0 4 0,-5-1 0,2 2-90,-4 5 90,7-7 0,-5 4-90,5-5 90,-5 6-90,5-7 90,-5 5-90,3-5 0,-4 7 0,5 2 90,-4-1 0,7-5-90,-7-1 90,6-9-90,-7 7 90,4 0-90,-7 6 0,3 1 0,-1 0 90,0-1-90,3 0 0,-1 1 90,3-2-90,-1 2 0,-2-2 0,0 1 0,2-1 89,6-8-89,-1 6 0,12-13 0,-11 14 0,6-6 270,-8 7-360,1 1 270,11-7-90,-7 7-180,10-6 270,-12 8-270,0 1 0,-4-1 90,2 2-90,-4-1 90,9-5 0,-6 5 90,8-11-90,-10 7 90,4-7-90,-7 1 90,1 3-90,-3 1 0,0 5 0,-1 0 0,-1 0 0,1 0 0,-1-1 0,2 0 0,0 0 0,-1-1 0,2 0 0,-1-1 0,1-1 0,2 3 90,-2-3-90,3 3 0,6-12 0,-1 9 0,1-8 0,-6 10 0,-2 0 90,0 0-90,2-1 0,-3 1 0,2-1 0,-5 0 0,2 0 0,-2 1 0,0-2 0,0 1 0,0-1 0,0 0 0,1-2 0,4-9 0,0 7 0,3-6 0,-3 10 0,-1 1 0,2-1 0,3 1 0,-1 1 0,-1 1 0,-2 1 0,-2 0 90,0 2-90,5-6 0,3-1 0,1-4 0,-2 1 0,-5-1 0,-4 5 0,-2-2 0,2 7 90,0-2-90,3 0 0,-2-1 0,2 0 0,-4-1 0,-1 1 0,2-2 0,-1 2 0,4 0 0,-3 2 0,5-7 90,-1 0-90,2-5 0,-2-1 90,-4 2-90,2 6 0,-6-5 90,4 5-90,-4-7 0,2 6 0,2-2 0,4 3 0,-2 2 0,5-2 0,-5 6 0,3 0 0,-4 0 0,5 1 0,-5-2 0,2 1 90,6-2-180,-5 1 180,4-1-90,-7 1 90,5-6-90,1 0 0,0-7 0,-3 6 0,-2 2 90,-1 5-90,0-7 90,8-8 0,-6-2-90,3 3 0,-3 3 89,4-5 1,1 4-90,2-7 0,-3 11 90,-2 2-90,1-2 0,1-1 90,-3 4-90,1 0 0,-4 5 0,3 0 90,-3 0-90,2 1 90,1-6-90,3-2 0,0 0 0,13-12 0,-14 17 90,13-15-90,-12 12 0,1-4 0,-1 4 90,-5 0-90,-2 6 0,-1-1 0,0-2 0,0-2 0,1-3 90,1 0-180,3-3 90,6-13 90,-4 7-180,4-10 180,-4 14-180,1 1 180,-2 0-180,21-32 90,-18 26 0,14-24 0,-18 35 0,-3 0 0,1 2 0,1-9 0,0 6 0,4-6 0,0 7 0,5 0-90,-1-1 90,4 0 0,0-3 0,3 0 0,4-3 0,0 2 0,2 0-3392,-2-1 3392,1 3 0,0-1-67,-1 2 67,-2 0 0,-1 1 0,-5 2 0,6 1 0,-8 0 0,5 2 90,-8 0-180,0 1 180,-1-1 3269,-1-1-3359,0 1 0,-2-1 90,3 2 10,-5-1-100,1 1 0,-4 0 0,2-1 0,-1 0 0,2-1 0,-1 0 0,-3 1 0,3-2 0,-4 0 0,5 1 0,-6 0 0,5-6 0,-3 6 0,2-10 90,-3 5-180,0-7 90,-2-2 0,-2 1 0,1-1-90,0 1 90,1 2 0,-9 7 0,13-2 0,-8 6-90,15-4 90,-4 1 0,0 0 0,-4 2 90,1 1-90,2-1 0,-3-1 0,1 0 0,-2-1 90,0-2-90,1-1 0,0 3 0,-2-1 90,1 5-90,-1-2 90,9 3 90,-12 0-90,8-6-90,-13-2 90,5-1-90,-1-4 0,3 4 90,-1-3-180,4 1 90,2 4-450,1 1-1349,0 5-809,0-3-2070,-1 5 4678,-1-4 0,-4 12 0,-4 1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30.6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281 1 0,'-64'0'7436,"2"0"-4544,1 0-2982,14 13 90,15 8-90,18 17 1243,13 6-1243,3 3 90,2 0 270,5 2-360,1 0 359,2-1-359,3-3 270,1 4-270,5-5 136,0 3-226,-4-6 360,9-1 2503,-2-4-2503,5-2-360,-2-3 90,-7-3 0,-3-2 0,2-6-90,-4-1 369,3-3-3247,-1-2 3209,-17-10-2400,-1-5-1221,-23-15 3470,-1 0 0,9 6 0,2 2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31.1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0 636 6453,'50'-10'1439,"-3"2"-1079,-14-1 180,3-1-270,-1-2 180,5 0-1105,5 1 1105,2-2-3514,24-7 3244,-16 4 0,15-4 600,-22 6-600,-5 1-226,-4 1 226,-8 0 209,1 1-299,-6 0-90,0-1 3297,-3 0-3297,4-2 571,-9 1-661,6-2 256,-12-1-166,3 0 90,-12-2-180,0 0 90,-2-1 0,-2-1 0,4 0-90,-6 0 180,-2-1-180,-4 1 180,-5 0-90,-11-13 0,7 11 0,-6-10 0,13 15 90,-4 1 270,10 2 90,-32 6-450,64 3 0,-21 11 90,47 4-90,-10 8 89,-14 3 1,4 2 0,-3-1 0,3 2-90,-3 1 90,11 8 0,-13-7-90,10 6 0,-17-12 0,4 1 90,-7-2-90,3-1 0,-9-1 90,7 12-180,-13-6-450,7 9-1348,-18-10-1620,3-2 3508,-17-5 0,10-5 0,-2-5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31.5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31 174 6813,'-17'14'1799,"4"3"-1529,14 5 0,11 3-90,10-1-90,8-1-90,6-4 180,-3-5-91,15-8 91,0-10-180,-2-5 90,-1-8-90,-16 2 90,2-3-3572,-4-2 3572,-2-1-90,-4-1 90,-3-1-90,-6 0 180,-4 0-90,-3 1 270,-3-1-180,-4 1 449,-2 3 3303,-6-1-3302,1 2-630,-4 1 0,8 16 0,1 11 90,11 11-180,0 4 180,5-3-180,-2 2 180,17 16-90,-5-9-309,12 11 309,-3-11-3290,-1-2 3290,7 1 0,-3-2 0,1 0 90,-1-2-90,-1-1-676,0-1 676,-2-2 90,0-1-59,-3-4 149,-2-2 2835,2 3-2655,-5-4-540,1 2-1529,-10-17 613,-11-3-523,-8-18-450,-6 4 2133,0-3 0,7 12 0,0 2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31.8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7803,'12'1'2608,"-4"2"-2338,33 17 0,-13-3-4262,3 3 4352,-1 1-180,4 3 790,0 0-790,2 2 0,-5 0 0,2 3-1,-5-3-89,2 2 90,-2-3-90,-3 1 0,1-2 0,-3-2 0,0-2 0,-1-1 0,-4-1-90,-1-1 3343,-4-2-3253,4 3-2840,-4-3 1041,-27-8 360,-7-10 1349,-32-17 0,26 7 0,3-1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32.1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86 281 6094,'-37'-20'2968,"8"0"-2249,12-3-359,14-4-180,8 4 90,11-2-90,2 6 90,5 0-180,3 0 0,1 2 0,1 0-1,2 4 1,-2 0-90,16 1 0,7 3 0,15 4 90,-10 6-180,-4 6 180,-17 3-1227,1 1 1227,-4 5-90,-1 1 0,-5 2 0,-3 2 90,-3-2-180,-4 2 180,-3-3 0,-5 7 0,-7-2 1047,-4 2-1047,-17-7-90,-13-6-270,-14-6 0,-11-9-179,12-3 89,2-5-180,15-1 1,2-1-91,4-2 0,3-1-539,19-3-90,-3-3 1259,9-2 0,-6 9 0,-3 4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32.7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1 147 6094,'18'22'1888,"4"-1"-1708,6-6 270,2-2 270,1-4-450,16-3-181,-5-4 181,4-6-90,1-7-180,-17-1 90,7-5 0,-5-6-90,-9 4 90,4-15-90,-16 13 360,-4-7 539,-16-3-719,-25 17-90,-10-6-90,-19 20 0,4 0 0,21 7 0,9 4-90,22 6 180,3 2-180,11 7 0,-2-8 90,10 6 90,1-3-180,5-5 180,4 4-90,9-6 90,-1-3 0,19-2-90,-9-9 90,17-12-90,-22-7 0,-1-4 0,-19 2 0,-5-2 90,-11-2 0,0-6 0,-15 7-900,0 4 720,26 13 90,-1 6 0,32 8 0,-9 2 360,9-4-180,-2-7 0,7-8-180,8 2-899,1 0-810,15 8-90,0 0 1799,0 0 0,-31 0 0,-11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33.3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254 1 10771,'0'0'1979,"11"0"-1799,47 14-90,-14 5-332,-12 15 332,-10 1 90,-3 1-4086,1 0 3996,-2-1 0,1 0 607,-5 0-517,4 13-180,-8-14 90,4 9 0,-6-16-90,2-3 226,-3-3-136,2 3 4602,-8-5-4782,-23-9 241,5-8-511,-26-23-269,8-4 179,1-5-449,-16-14 539,18 13-643,-8-12 644,11 9-91,0-1 90,-3-2 0,1 0 90,-3 1-179,-22-28 539,19 27 359,-29-9-359,90 35 0,9 11 0,43 0-90,8 0 90,-25 0-1150,30 0 1150,-20 0-90,17 0 90,-27 0 90,16 0 1349,-11 0-1016,-49 0-423,-35 0-90,-57 0-360,1 0-1619,13 0 1979,5 0 0,28 0 0,5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33.5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10771,'54'0'2698,"12"0"-2518,-6 0 0,13 0-4251,-13 0 4071,4 0-130,-8 0-6976,3 0 7106,-3 0 0,-22 0 0,-10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33.9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452 1 8342,'-68'0'2699,"3"0"-2340,-8 0 1,-2 0-90,-7 0-270,4 0-180,68 0-180,17 0 181,55 0 89,0 0 180,2 0-90,1 0 2338,0 0-2338,25 0-180,-21 0-359,21 0-541,-22 0-2518,-5 0 3598,3 0 0,-34 0 0,-1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35.28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28 24575,'0'-9'0,"0"-1"0,0 5 0,0 1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36.946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700 605 8522,'-48'2'7286,"1"-3"-6926,2-5-180,-1-2-90,4-2 0,0-1-90,-6-1 90,10 2-90,-3-1 89,12 2-89,0-1 90,2 0-90,-4 0 90,4 0-90,-1-1 90,-4-5-90,3-1 0,-3-6-90,10 0 90,9-1 0,10 1 0,5-1 180,7 2-90,2 1 0,5 1 0,2 2-90,0 2-90,1 1 0,0 0-90,2 0 90,1 0 90,3 0-90,-1 2 90,6 0-90,-1-1 180,5-1-90,0 0 0,5-1 0,0 0 0,-2 2 0,-4 0 0,-1 4 90,-2 1 0,15 4 0,-1 3 0,14 3 0,-7 4 0,4-1 0,3 2 0,-1 0-90,7 3 0,-4-1 90,-1 3-90,-3-1 0,-8 1 0,-4 0 270,-10 1 90,-6 1 89,-4 2-269,-10 1 0,-2 4 0,-11-2 90,-5 1-90,-3-3 0,-6 0 0,-1 0-1,-4-2-268,-1 2 89,-2-2 0,1 1 89,-4 0-89,-4-1 0,-5 1 90,-10 0-90,1 0 90,-6-1 90,9-3-90,-3-2-719,-5-4-451,-9-5-629,-10-2 630,-13-3-920,13 2 560,-8 1-3088,16 3 1829,-6 0-900,-3 3 3571,-1 0 0,28-1 1,10 0-1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37.937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576 587 8702,'-25'12'3058,"-6"-2"-2338,-14-2 269,1-1-359,-8-2-180,3-6-91,-1-5-179,3-9 0,9-8-180,4 2 180,4-4-270,8 6 0,0 0 90,3-3 0,-1 1 0,3 0 0,2 1 0,7-2 0,2 2 0,5-3-90,4-6 90,2 5 0,5-5 0,0 9 0,2 0 0,2 2 0,2 0 0,1 1 0,10-5-90,-2 3 90,8-3 0,-2 3 0,2 4-90,5-1 90,2 1 0,1 0-90,0 3 90,4 3 0,-1 3 0,6 2 90,2 3-90,4 1 0,1 1 0,0 1 0,4 1 0,0 4 90,5 3-458,-14 0 458,-6 2-1,-16-1-89,-4 2 90,-2 1 0,-3 3 90,0 11-180,-10-5 90,-3 9 0,-14-7 0,-4 0 180,-7 1-270,0-1 180,-8 0-180,-2 0 270,-8-1-1626,-4-2 1266,-5 1 180,-3-2-305,-6 1 215,0-1 270,-4-3-180,-1 1-2510,0-4 2510,-1-1 270,-22 1-468,20-5 198,-19 1 449,27-6-179,-16-1 0,3-3 583,-2-1-1753,14-5 713,23-4-893,16-5 1662,18-13-2112,12 5-826,11-10-2141,0 10 4407,3-2 0,-13 11 0,-2 2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38.631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1221 436 6903,'9'15'2788,"-16"1"-2338,-16-1 0,-13-1 0,0-3 269,-3-2-269,-3 2-90,1-2 90,-4 0-91,3-2-405,-5 0 586,2-2-271,-22-2 1,13-2-417,-15-1 327,19-3-90,-2-1 90,-1-2-90,-1-2 89,-3-1-89,7 0 0,-3-3-90,8 0 90,0-1-90,5-2-100,6-1 100,2-3 0,8-1 0,2-2 197,4-2-197,12-1-90,4-2 0,14-2 0,10 0 90,7 1-90,6 1 158,6 2-158,2 2 90,6 1-3253,1 3 3253,3 0-90,-2 2-1309,3 2 1399,-6 2-263,2 2 263,-4 2 0,-3 2 100,0-1-190,13 1 0,4-1 90,15 3 2494,-3 3-2494,24 8 0,-35 1-90,31 8 1750,-54-1-1660,13 2-2888,-21 2 2978,-3 0-271,2 12 271,-13-5 0,-4 7-1,-14-6 442,-7 0-441,-8 0 0,-6 1 0,-2-1 0,-11 0 3029,1-2-3119,-11-2 90,-1-1-143,-6-2 53,1-2-90,-7-2-90,1-2-450,-37 0 450,23-5-2384,-25-1 1844,29-6-89,1-1-516,1-4 156,2 1-180,3-3-270,5-1-729,6-1 2348,6-1 0,20 4 0,7 1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39.287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890 502 7892,'-14'20'3149,"-4"1"-2250,-12-1-719,-6 1 90,2-6-90,0-1 90,4-5-90,-2-1 89,-3-1 91,-3-1 0,-19-1-180,-8-4 90,-7-1-180,-7-7 0,25 0-1677,2-3 1677,16 1-90,4-3 0,1-2 0,3-2 0,3-2 0,5-2 0,2-2 0,4-4 0,9-3-90,5-4 0,16-3 90,-1-1-90,13-3 1767,-3 4-1767,9-2 90,4 3-1259,4 2 1259,3 2-90,3 4-388,1 1 388,0 5 90,-1 3 0,1 2-90,-4 4-173,-2 2 173,15 3 90,-2 4 0,2 4 782,-9 5-692,-11 3-90,-1 5 180,20 13-90,-13-3 0,10 13-90,-19-7 90,-2 2-90,-5 2 90,-5-1-90,-9 3-2590,-10 16 2680,-13-11-90,-12 13-284,-11-18 284,-9-2 0,-4-1 90,-8-3-90,-2-3 90,-29 4-90,20-11 90,-20 2-270,27-13-1188,1-4 1099,2-3-271,2-4-24,4-3-1235,-10-9 540,19-2 1950,-4-6-3210,23 2 2519,7 2 0,7 6 0,3 5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40.099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1045 160 6183,'4'18'990,"8"7"-540,-4-6-360,8 11 269,-9-12 91,2 11-90,-10-5 90,-7 5-3662,-6-7 3661,-9-2-179,0-5 270,-3-1-360,-5 0 269,-8 0-179,0-1 180,-7-1-270,3-1-210,0-1 299,-4-1-89,2-2 270,-1-1 0,-14-1 359,-1-2 3199,-14-2-3648,16-4-271,15-8 1,26-8 225,16-5-315,12-2 0,4 1 90,5-1-180,3-3 90,6-1-90,2-2 90,5 0-90,1-1 90,3 2 0,2 1-516,2 3 516,-1 1 0,3 4-90,-1 1 90,1 5 180,2-1-270,0 4 270,1 1-360,0 2 270,-2 3-90,19 2-90,3 6 180,14 8-574,-21 4 484,-11 7 180,-23 1 311,-4 4-401,-7 3 90,-6 3 0,-10 1 90,-14 15-90,-5-10-352,-12 11 352,0-15-1,-5-2 91,-5-1-90,-3-2 90,-4-3 270,-23 5-270,13-10-1604,-18 3 1604,21-10 0,0-4-477,-1-2 387,-2-3 90,-3-4-2449,2 0 2359,-3-3-90,2 1-62,0-3 62,2-2 0,3-1 0,3-1-90,3 0 269,2-1-874,6 1 515,4 0-360,5 0-1621,-1-2-1616,0 1 945,27-4-1756,15 2 4613,30 2 1,-12 4-1,-6 4 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40.874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872 531 11311,'-41'11'1259,"-1"1"-6560,12 0 5661,-8 1-90,-2 1 1094,-6 0-1005,-2 2-89,-3-2 0,0-1 0,0-3 0,2-1 899,-21 0 273,6-4-1262,-15-4 0,26-5-90,12-5 0,15-4 0,2-15-90,10 3 0,0-15 0,14 6 0,4-3 0,4-3 3257,10-2-3257,2 1 90,27-17 90,-7 17-270,24-11-377,-14 18 377,9 2 180,-1 2-3253,7 3 3253,-2 3-270,0 3-193,-1 3 283,-3 5 90,-2 2 0,-1 4-291,18 5 381,-18 4-180,12 5 570,-24 5-570,-3 5 2936,-7 5-2936,-4 4 90,-10 3 716,-7 3-716,-10 1 188,-10 4-98,-24 16 0,-4-10-840,-2-5 0,-3-2 840,-18 5 90,-22 12-799,19-21 799,-1-2-530,0-3 709,0-3-89,2-3 0,1-4 90,3-2-90,3-3 269,3-3-359,-5-2-450,-1-6-89,-7-7-91,15-3-270,8-6-179,16 1 1569,7-4-2109,4-3-1799,3-13 360,7 5 128,-1-7 2750,3 12 0,1 12 0,-1 3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41.693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762 522 7803,'26'12'4137,"-10"1"-3957,-23 7 0,-15-1 0,-10 2 0,-12-4 0,-10-2 90,-14-6-181,-8-5-753,11-6 754,4-3-3232,19-2 3232,-1-2-90,1-2-128,1-3 218,2-1-90,4-2 90,2-1-90,6-1 180,-5-12 404,14 7-584,-1-9 3414,16 8-3325,8 0 118,5-4-117,8 0-90,43-29 270,-13 20-494,-8 7 1,2 3 313,16-2-1060,4 2 1150,2 2-270,1 4 0,-2 1-2952,-3 4 3042,0 3-90,-5 3-63,2 3 243,-8 2-90,21 6 359,-22 2-1655,29 15 1386,-40 0 179,10 10 211,-26-2-300,-6 3-90,-7 3 2295,-11 2-2115,-3 2-90,-10 1 89,-6 0-26,-5 0 26,-6-1 1,-4-1 90,-3-2 90,-1-3-90,-1-3-91,0-3 91,11-3-90,-9-4-90,12-2 3283,-10-4-4182,-5-1-877,1-8 427,-1-8-270,13-5 0,10-7-1800,10 1-953,1 0 4192,-3-2 0,7 10 0,-1 2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58.725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243577.78125"/>
      <inkml:brushProperty name="anchorY" value="-111206.17188"/>
      <inkml:brushProperty name="scaleFactor" value="0.5"/>
    </inkml:brush>
  </inkml:definitions>
  <inkml:trace contextRef="#ctx0" brushRef="#br0">21 19 7083,'-21'-15'7825,"22"11"-7825,7 8 0,17 7 0,1 11 90,-4-7-90,1 5 0,-3-5 0,-1 2 0,2 2 90,-1-1-90,2 2 0,-1 1 0,-1 2 90,-1 0-90,-2 3 0,-1-1 90,-2 2-90,-1 1 90,1-1-90,-2 2 90,1-2 0,-4 0 0,2-1 0,-4-2-90,2 0 90,-2-2-90,0-2 0,0-1 90,0-1-90,0 6 90,3 1-90,0 5 0,2-4 90,3-1-90,-3-3 0,1-3 0,-3 0 540,0-4-540,-14-13 0,2-10-90,-11-11 0,3-5 90,0 2-90,0-2 0,-2-2 0,4-2-180,-5-14 180,4 9 0,-2-9 0,5 14 90,4 1-180,2-6 90,1 3 0,2-4-359,3 9 449,21 18 0,-8 6 0,16 15 0,-13 2 0,3 2-3392,12 12 3481,-7-6-89,9 8-179,-4 1 269,-7-10-90,5 9 90,-10-13-90,5 3 89,1-3-89,3 2 90,-4-6 3393,1-3-4382,6-5-271,2-6-1079,0-5 90,-3-10 2159,-10 4 0,-9 1 0,-5 4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59.526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273826.53125"/>
      <inkml:brushProperty name="anchorY" value="-114897.89844"/>
      <inkml:brushProperty name="scaleFactor" value="0.5"/>
    </inkml:brush>
  </inkml:definitions>
  <inkml:trace contextRef="#ctx0" brushRef="#br0">0 76 13289,'30'18'720,"3"1"-810,-5 0 270,2-2-180,-7-3 180,-1-2-360,0 1 0,8 4 90,-4-1 450,13 1-360,-11-13 0,-7-11 0,-8-16-90,-12-1 90,2-2 0,0 5 0,-20 0 0,10 0 0,-19 2 0,13 1 90,-3-3 90,-4 4 0,-2-4-180,22 19 0,9 6 90,18 10 0,3 3-90,-8-4 90,2 0 179,9 8-89,-7-5 180,6 5-90,-5-2 90,1 0 0,7 3-91,-4-3 1,-2-2 0,-6-3 90,1 0-180,-2 1 0,2 0-90,2 4 0,-4-4-1,2 2 1,-5-3 0,1 3 90,1 2-90,0 1 0,-1 2 0,-1 1 90,2 0-90,-2 1-3392,1 1 3482,-3 1 0,0 0-90,-3 1 269,11 11-179,-11-9 0,7 8-90,-11-11 90,2-2 90,5 9 3212,-3-9-3392,3 6 0,-4-12 0,1-1 0,10 11 0,-3-12-90,13 12 0,-5-14 90,5 2-3239,-4-3 451,-26-2-900,-14-2-2788,-32-1 6386,-10-4 0,19-2 0,5-2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00.198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305020.78125"/>
      <inkml:brushProperty name="anchorY" value="-119274.79688"/>
      <inkml:brushProperty name="scaleFactor" value="0.5"/>
    </inkml:brush>
  </inkml:definitions>
  <inkml:trace contextRef="#ctx0" brushRef="#br0">1 6 8072,'20'-5'7106,"4"8"-6836,6 16 0,2 3 270,4 15-270,-5-10 179,13 25-359,-18-18-246,8 9 336,-11-14 180,21 22-270,-19-19-1,18 16 1,-22-25 90,2-2-7,2-1-83,-5-2 360,8 5-180,-2-3 0,3 3 0,-6-7-91,-1-1 1,-1-2 74,4 0-704,-4-1-4407,-1 3 2158,-15 1-3417,-18-3 6116,-26-1 0,12-8 0,-3-1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00.572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336310.6875"/>
      <inkml:brushProperty name="anchorY" value="-123327.8125"/>
      <inkml:brushProperty name="scaleFactor" value="0.5"/>
    </inkml:brush>
  </inkml:definitions>
  <inkml:trace contextRef="#ctx0" brushRef="#br0">14 293 6273,'-9'-23'1709,"5"1"-1169,3 0 0,5 2-90,1 1-91,2 0 1,3 3 0,4 0-90,2 1 0,3 0-90,6 2 269,14-5-359,-3 5 0,11-3 90,-11 6-180,4 2 90,1 0 0,3 1 180,0 1-180,18 2 90,4 2-90,16 3 0,-4 6 89,-11 3 1,-11 5 360,-16 4-270,-10 4-90,-26 3 0,-10-7 0,-13 1 89,-1-7 181,3 1-90,-10 3 0,-8-3-270,-10 2-180,-4-4-810,3-3-1528,-3-2-4498,6-2 6926,-3 1 0,25-2 0,2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01.272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367259"/>
      <inkml:brushProperty name="anchorY" value="-126793.27344"/>
      <inkml:brushProperty name="scaleFactor" value="0.5"/>
    </inkml:brush>
  </inkml:definitions>
  <inkml:trace contextRef="#ctx0" brushRef="#br0">1 370 7982,'62'-2'2789,"-2"-3"-2429,11-1-270,-9-3-5661,-7 1 5751,-10 0 1096,3-2-1186,-11 2 980,16-6-980,-16 2 90,3-6-180,-11-3 3297,-11-3-3297,-12-3 287,-12 0-197,-4 0 270,-9 4-90,1 4-270,-18 12 0,-1 13 0,-4 7 0,5 11 0,8-4 0,-1 2 270,0 0-360,3 0 269,3 0-268,6-1 268,4 0-179,5-2-179,5 5-1,7-4 180,8 3 449,6-6-449,16-6-90,0-8 180,13-6-90,-1-9 0,-8-2 0,-3-2 180,3-11-450,-16 8-269,8-10-1,-17 6-90,-4 2-359,-4-3-180,-7 2 989,-3 4 360,23 9 89,-1 6 181,25 10-180,-9 2 90,1 2 0,-1 0 179,-5 0 2160,1 0-2249,7-7-91,-6-7-179,13-13 0,-13-2-90,4-5 90,-2 5-90,0-2 0,1 1 0,25-13-90,-21 13-90,15-9-900,-21 14-5306,-4 2 6296,-1 10 0,-11-3 0,-7 11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01.700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399808.625"/>
      <inkml:brushProperty name="anchorY" value="-129904.74219"/>
      <inkml:brushProperty name="scaleFactor" value="0.5"/>
    </inkml:brush>
  </inkml:definitions>
  <inkml:trace contextRef="#ctx0" brushRef="#br0">0 7 9602,'22'-6'4857,"0"5"-4677,10 13 89,-2 2 1,2 5 0,1-1 0,4 5 0,-2 2-455,1 3 455,-1 1-91,1 3-89,-1 0 90,-2 2 0,5 0 0,-6 1 0,6 0-3361,-7-1 3361,1 0-90,-5-3 7,2 0-7,-3-4 90,-1-3-90,-5-2 0,2-2 179,8 5 332,-5-8-3119,4 6 3529,-30-22-2361,-14-3-3353,-17-11 2365,-7 1-1115,1 2 3453,-7 0 0,20 4 0,2 2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01.997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433049.625"/>
      <inkml:brushProperty name="anchorY" value="-133585.51563"/>
      <inkml:brushProperty name="scaleFactor" value="0.5"/>
    </inkml:brush>
  </inkml:definitions>
  <inkml:trace contextRef="#ctx0" brushRef="#br0">1 360 6633,'17'-25'2159,"4"1"-1529,5-2-1,4 1-89,3-1-90,3 2-1,4 0-789,4 1 610,5 0 0,2 2-1,3 1-89,6-1-90,-9 6 90,4 0-90,-11 4 0,1 2 0,-4 0-90,0 2 239,9 0-239,-1 3 0,5 3 90,-6 7-90,-6 9 0,-11 1 90,-6 6 0,-4-4 461,-16 2-461,7 0-90,-17 1 90,3 1 270,-13-2-360,8 1 90,-14-3-90,8 0 0,-7-1 0,-2-3 90,-1-1-630,-4-2-629,-11 2-360,-7-2-450,-9-2-1349,-2-6 3328,8-8 0,19 2 0,13-2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02.304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465976.375"/>
      <inkml:brushProperty name="anchorY" value="-136845.70313"/>
      <inkml:brushProperty name="scaleFactor" value="0.5"/>
    </inkml:brush>
  </inkml:definitions>
  <inkml:trace contextRef="#ctx0" brushRef="#br0">1 9 7353,'35'-6'5936,"-2"4"-5666,17 10 90,-14 1 180,8 4-360,-10-1 359,6 2-359,-2 1 450,18 10-270,-18-5 89,24 16-3546,-32-14 3276,11 7 1,-8-3-270,-10-5 912,6 3-1272,-16-9 499,7 4-1848,-5-3 1799,4 4 0,-12-10 0,-1-3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02.844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499725.625"/>
      <inkml:brushProperty name="anchorY" value="-139937.09375"/>
      <inkml:brushProperty name="scaleFactor" value="0.5"/>
    </inkml:brush>
  </inkml:definitions>
  <inkml:trace contextRef="#ctx0" brushRef="#br0">225 88 7083,'-3'-18'3778,"-5"2"-3149,-15 0-179,-8 4-90,-2 1 0,-8-2-360,5 12 0,11 4 0,5 17 0,19 0 0,-2 4 0,3-5-90,1 0 0,2 7 90,5-1 0,5 5-90,1-6 90,3-4 180,1-5-90,3-12 90,0-5-180,3-14 90,-9 0 0,5-7 0,-6 0 269,1-5-179,-10-6-180,-1 8 0,5 9 90,8 17-90,11 16 0,-1 0 0,-5 6 90,-1-9-90,5 7 0,4-5-450,5 0-4227,-5-2 1889,-20-15 2788,-6-5 0,-10-3 0,1 1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03.249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534423.125"/>
      <inkml:brushProperty name="anchorY" value="-142870.65625"/>
      <inkml:brushProperty name="scaleFactor" value="0.5"/>
    </inkml:brush>
  </inkml:definitions>
  <inkml:trace contextRef="#ctx0" brushRef="#br0">1 75 7803,'39'-5'3328,"3"6"-3059,11 8-179,-9 3 180,-11 1-90,-8-2 0,0 7-90,0 1 90,-1 3-180,-3-3-90,-28-14 0,6-7 90,-22-17-90,15-6 90,-2 2-90,8-1 90,3 6-90,7-5 90,4 3-90,5-3 180,8 7 90,10 10 0,8 10-90,4 11 90,2 8-180,-14-4 90,1 2 0,-15-8 0,0 1 90,-1-2-90,6 3-1,2-3-3147,3 2-1169,-17-17 4227,-7-5 0,-10-4 0,1 2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03.667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569790.125"/>
      <inkml:brushProperty name="anchorY" value="-145646.375"/>
      <inkml:brushProperty name="scaleFactor" value="0.5"/>
    </inkml:brush>
  </inkml:definitions>
  <inkml:trace contextRef="#ctx0" brushRef="#br0">1 158 6993,'59'-2'3598,"6"1"-3058,1 2-181,2-1-179,-5-2 0,-10-5-180,-14-3 0,-6-5-90,-13-2 0,-4-3 90,-13 0 0,-11 0 90,-6 3 450,-5 2-270,-4 3-180,-5 13 0,5 4-90,2 13 90,0 0 0,6 2 0,-5 2 0,7 0 89,2 0 1,2-2-90,5 1 90,2-1 0,4-2 0,5 0 180,2-2 89,17 2 91,5-2 180,23 0-360,7-6-3483,-2-6 3393,1-5 12,-14-4-103,16-4 1,-10 0 0,10-3-90,-16 2-2183,12 0 2273,-22 0-360,18-2-1259,-26-1 1193,-4-5-4341,-21 4 629,-34 4 3958,-9 6 0,6 4 0,12 2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31.021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661401.125"/>
      <inkml:brushProperty name="anchorY" value="-187346.60938"/>
      <inkml:brushProperty name="scaleFactor" value="0.5"/>
    </inkml:brush>
  </inkml:definitions>
  <inkml:trace contextRef="#ctx0" brushRef="#br0">4640 0 11131,'-10'12'809,"-3"1"-629,12 3 0,-10 2 0,0 1-90,-4-1 90,4 2-90,-2-3 0,1 2 0,-1-3 89,3 3-89,-1 0 90,2 1-90,0-1 0,-1 1 0,0 2 0,-5-4 0,4 3 0,-6-4 0,4 1 0,-2 1 0,3-1 0,1 1 0,-1-1-90,5 3 90,-5 0-90,4 1 0,-3-3 90,2 1-90,-2-1 90,16-1-90,-15 3 0,12-6 0,-12 4 0,1-2 90,5 2-90,-1 1 0,-1 0 0,1 0 0,-2 1 89,1 0-178,7 0 89,-5 0 89,5 0-89,-6 1 0,3 0 0,0 1 0,5 0 90,-2 1-90,5 0 0,-5 1 0,3-2 0,-3 0 0,-1-2 90,-2 0-90,-1-2-90,-3 0 90,-1-2 0,1 3 90,-4-3-90,5 4 0,-4-3 360,1 3-360,2-1 0,-1 3 90,4-1 0,1-1-180,0-1 90,2-1 90,0 1-180,3 1 180,-1 1-360,2 3 180,-3 1 90,-1-3-90,-1-1 90,-3-2 0,-2 1 0,-4 0 0,2-1 0,-4-1 0,0-3 0,6 1 0,-3-1 0,7 3 0,-2 1 0,-1 0 0,-1 0 0,1 1 0,1 0 0,1 2 0,-1 0 0,0-1 0,-4 0 0,14 0 0,-13 0 0,14 2 0,-13 0 0,0 1 0,4 1 0,-1-2 0,0 0 0,-1 1 0,-3 2 0,-1-1 0,1 1 0,-2-2 0,0 1 90,-1-1-90,2 0 0,2 1 90,-2-1-90,0 2 0,0-2 270,-3-2-180,8 1 0,-4-2 0,8 0-90,-1 0 0,0-1 90,-1 0-90,0 2 0,0 0 90,0-1-270,1 0 90,-3 0 90,0 0 0,-1 0 0,-1 0 0,-2-1 0,1-1 0,-2 1 0,1-2 90,2 2-90,-4-1 0,6 1 0,-3 1 0,6-1 0,-2 1 0,0-1 0,-6 0 0,6 1 90,-6 1-90,8-1 0,-1 2 90,-2-2-90,2 0 0,-1 0 0,0-1 90,4 2-90,-4 0 0,4 0 0,-4 1 0,-1 0 90,-2 0-90,-1 0 0,-1 0 90,3-1-90,-1-1 90,-3 2-90,2-2 0,-2 1 0,4-3 0,-2 2 0,1 0 90,0 0-90,-2 0 0,1 0 179,-3 2-89,1-2-90,-1 1 90,2-3 0,1 1-90,-1 1 0,2-1 0,-1 1 0,3-1-180,0-1 90,2 3 1,-2 0 89,0-1 0,-1 0-90,4 1 90,-1-2 0,3 2 0,0-4 0,-2 1 0,1 0 0,-4 2 0,-1 1 0,1 1 0,0 0 0,3 1 0,-4 0-3392,2 1 3392,-1-2-90,1 0 180,3-1-90,0 0 0,1 2 0,3-1 0,-2 1 3392,1-1-3392,-1 0 0,1 0 0,-4-1 0,3 1 0,-3 9 0,0-7 0,-2 6 0,1-11 0,-3-1 0,0 2 0,-2-1 0,-2 2 0,1-1 0,-4 3 179,3 1 1,0 2-90,-1 0-90,1 2 0,0 0 90,-1 0-270,1 0 90,-5 0 0,-1 0 90,2-7-89,-1 0 89,4-6 0,0 0 0,-1 0 0,-2 1 0,1 0 0,-6 8-90,5-6 90,-5 5 0,4-8 0,1 2 0,-1-2 0,0 1 0,1-1 90,-8 7-180,9-5 90,-7 4 0,8-6 0,-1 0 0,-1 0 0,1 1 0,-3 0 0,2-2 0,-1-1 0,0 6 0,-1 2 0,-1 6 0,3-6 0,-2-1 0,5-7 90,-1 1-90,-1-1 0,3 1 0,-1 0 0,-2 0 0,1 0 0,-7 8 0,5-5 0,-7 4 0,9-6 89,-4-1-89,3 1 90,-4 0-90,1-1 0,-1 0 0,-2 5 90,-2 0-90,0 6-90,1 0 180,3-2 90,2 1-270,-1-1 90,3 3-90,-5 9 90,5-4 0,-3 0 0,5-9 0,-1 2 0,3-6 0,-7 17 0,3-16 0,-2 7 0,2-10 0,4 0 0,-1 1 90,3-1-90,-2 2 0,2-1 90,-3 1-90,3 0 0,-3-2 0,4 1 90,-3-1-90,3 1 0,-4 1 0,-4 8 0,1-6 0,-2 6 0,2-9 0,3-1 90,-2-1-180,3 0 180,-2 0-180,2 0 180,-4 2-180,2-1 180,-2 0-90,0 6-90,-5 0 90,-7 19 0,4-16 0,-2 8 0,11-19 0,-2-1 0,1 1 0,-7 7 0,6-6 0,-9 5 0,6-1 0,-1-4 0,1 5 0,10-5 0,-7-2 0,3 1 0,-9 5 0,5-4 0,-4 9 0,3-5 0,-1 6 0,0 0 0,3-4 0,-1 4 0,4-3-90,-1-1 90,5 7 0,1-11 0,0 7 0,-1-7 0,-1-1 0,-2 1 0,2-2 0,-2 1 0,-4 7 0,3-4 0,-4 6 90,3-7-180,1 1 90,-2 1 0,1 0 0,2 0 0,2 0 0,0 0 0,2 0 0,-3-1 0,1 1 0,-3 0 0,2-2 0,-3 2 0,1-2 0,2 10 0,-3-8 0,3 5-90,0-7 90,0-3 0,0 2 0,-1-1 0,3 1 0,-5 8 0,6-7 0,-6 7 0,4-8 0,-2 1 0,-1 1-90,-1 1 90,-8 18 0,6-13 0,-6 15 0,10-18 0,-1 0 0,-1 1 0,2-1 0,-5 11 0,3-8 0,-1 9-90,2-11 90,1 1 0,-1 0 90,0-1-90,0 1 0,1 10 0,-7-8-90,3 8 180,-11-1-90,6-9-90,-3 7 90,8-11 0,-1 0 0,0-1-90,-2 1 90,0 0 0,-2 1 0,1 1-89,-1-1 89,-1 1 0,3-1 0,-6 12 0,5-7-90,-4 7 180,4-9-180,1-2 90,3-1 0,-1 2 0,-1-1-3392,-1 0 3392,0-1 0,-4-2 0,5 0 0,-4-1-90,6 0 90,-2 1 90,2-1 3302,-2 1-3392,-3 8 0,4-6 0,-3 6 0,5-9 0,1 1 0,-3 0 0,2-1 0,-3 1 0,-1 0 0,3 1 0,-4 1 0,0 0 0,-4-1 0,3 1 0,-2 0 269,2 0-269,0 1 270,-2-1-360,0 0 270,2 0-270,0 0 270,3 0-360,-3 1 180,1 0-90,-3-1 0,3 0 0,-2 0 90,2-1 0,-2 1 0,1 1 0,-3 0 0,5 0-90,-8 0 360,7 0-360,-3 1 360,3-1-360,2 0 0,-3-2 0,3 3 0,0-1 90,0 2-90,2-1 90,-1 2 0,-2 0 0,4 1-89,-4-1 89,1 0 0,0 0 0,-3 1 269,-3 1-269,0-2-90,2 1 90,-9 10 0,12-9-90,-12 10 90,8-12 0,0 0 0,1 0 0,4 1 0,-5-1 0,5 1 0,-6 1-3481,2-2 3481,1 3 0,2-1 0,6 1 0,2 0 0,3 1 0,4 0 0,1 16 0,1-10-772,-1 10 682,0-15 3100,-4-1-2921,1 0-89,-2-1 0,-3-1 0,-1 11 90,2-11-90,-3 9 0,5-16 90,-3-2-90,0-2 885,-1 2-10716,-4-3 9635,-3-11 0,5-1 0,0-12 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7.5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446 0 6723,'-17'22'2519,"-1"0"-1620,1 3 1,1 2-181,5 3-269,5 1-180,2 2-180,1-5 90,6-2-180,-2-6 90,2 0-90,1 0-3482,-4-1 3392,0 1-93,1-1-357,-3 0-90,3 6 270,-2 1 91,8 1-271,-11 5 180,5-11 0,-13 8 3481,-1-5-3301,1 2 180,-10 11-180,4-8 270,-8 9-180,9-11 180,-2 1-265,2 0 85,-1 0 90,1-1 180,1 0-180,-1-2 270,-2 8-90,6-10 180,-3 4-1,9-5 1,0-2-90,3 2 0,0-2 90,3 1-1,1-1 1,-1 4-90,-1 1-90,-3 5-90,-1 3-90,1-4 0,-2-1 0,4-8-180,-4-1-360,3 0-269,-1 4-361,-1 2 91,3 7-630,0 0 630,0 1 1079,-3-8 0,3-9 0,-1-9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7.7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102 0 6273,'-18'22'3598,"3"-2"-2788,4-2-180,6 2-271,-2 1-89,9 3-90,-3 0-450,7 0-180,2 1 91,-5-2-271,1 2-359,-8-2 449,-3 3-180,-1-6-359,-3 2-90,2-6 1169,-5 1 0,8-8 0,-2-1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7.9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83 0 6813,'-8'18'2339,"2"-1"-1710,-1 0 1,3 1 0,-4 0-1,2 0-179,-4 1 0,3-1-90,-1 3 269,0 8-449,3-6 0,-1 7 0,7-10-180,-2 0 0,4 2-180,0-4 0,3 3-449,2-5 179,7 8-180,-4-6 0,3 5-89,-3-6-181,-3 0-89,1 2-360,-3 1-180,-4 3 1529,-1-1 0,-3-8 0,1-5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8.2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185 1 6903,'-15'17'2249,"-2"0"-1620,6 0 271,-7 7-450,7-6-181,-5 6 1,8-6 0,-5 1-90,5 0 90,-5-2-90,11 8-90,1-1-180,8 2 0,1-4-270,3 2 90,0 1-3392,3-1 3303,-5-2-1,-2-5 90,-5 1 0,10 0 90,-13 0 0,5 0 0,-15 1 3482,9 1-3391,-11-1 89,10 1 0,-17 0 0,3-2 0,-2-1-180,-2 2-270,3-5-630,6 4 1080,25-8 0,-6-2 0,13-6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1.6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0 266 6453,'21'-20'1529,"-9"1"-6829,8 1 5750,-17 0 1228,6 0-1408,-4 0-180,7 1 950,-1 0-951,7 2 1,-4 0-90,6 1 3123,-3 1-3753,6-3-449,1 1 1079,5-3 0,-14 10 0,-3 2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3.3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317 1 6453,'-9'18'2339,"-2"-1"-1170,0 4-719,1 1-90,-2 0 0,5 0-180,-2-7 89,2 3-89,-1-1-90,-1 2 90,-1 1-90,2 1-90,-3 1 0,2 2-90,-2-1 0,3 1-90,-3 0 180,4 1-360,-2-1 1,0 1-91,1 0-90,1 2 91,-1-1 89,1 2-180,0 0 0,3 2-539,-7 1-90,2 0 1169,-14 1 0,2-1 0,-5 1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3.5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132 1 6183,'-10'25'1620,"2"0"-1171,2-1-89,2-2 90,3 1-90,3-1-1,-2-1 1,2-1 0,-3 1-90,-2 0-90,3 1 90,-4 0-180,2 0 89,-2 1-89,1-2-90,-1 0-90,-1 0 0,2 0-179,-1 0-1,0 0 180,0 1-360,-1-2 270,-1 1-359,1-1 179,-1 0-270,1 1-90,-1 0-269,1-1 0,-3 2 989,-1-1 0,3-9 0,2-3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3.6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183 0 6543,'-21'29'1529,"-5"-1"-1079,5-2-180,-3-1 0,5-2-90,1-2-90,3 0 0,1-1-180,5 0 0,1-1-90,4 0 0,1-1-90,4 0-90,1 1-89,3 0-1,1 1-270,-1-1 1,2 2 719,-4-1 0,-1-9 0,-2-2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3.8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345 0 7173,'-52'31'2608,"1"-3"-1978,5-2-180,5-4-90,4-3-91,6-2-628,0 0-811,-1 0-1078,16 2 2248,8-1 0,12-9 0,4-1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1.41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1 352 6183,'5'-28'2519,"3"1"-1979,1-1-91,3 1-179,0-1-90,4 1 0,0 1-270,3 2-270,-3 2-269,1 0-451,0-1 1,-2-3 1079,-1 4 0,-5 7 0,-6 9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9.84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4945 460 7533,'-27'-9'4137,"-1"-1"-3777,-3 1 0,0 1-90,-5-1-90,3-1 0,-5 0-90,1-3-1,2 2-89,1-1 0,3 1 90,-3 1 0,1 0-90,-1 1 270,-3 1 90,4 0-360,-6 2 270,2-1-360,-5 1 270,-3 2-360,-6 1 360,-6 2-180,-7 0-90,5 2 90,-1 0 0,9 0 0,-1 2-90,-3 0 180,-12 3-270,8-1 0,-4 1 90,14-2 0,1 2 90,2-1 0,1 1 90,-1 0 360,1 0-360,-6-4-180,1-4 90,6-3-90,3-4 90,5-1 0,-5-1 0,3-3 0,-4 2-90,6-5 90,-1 1 0,4-1 0,7 1 270,-2 1-90,7 2-180,-1-2 180,-2 1-90,3 0-1,-6 1-448,4 1 629,-19 2-270,5 3-90,-14 4 90,1 6 0,0 3 0,-11 3 0,13-3 0,-5 0 0,8 1 90,-2 0-90,-1-4 0,-4-2 0,-1-6 0,1-4 0,-3 2 0,1-4 0,-6 1 0,-7 0 0,0-1 0,-2 1 0,2 1 0,6-1 269,7 2-89,-3 1-90,8 1 90,-7 1-180,6-1 180,2 1-270,-5 3-90,7-3 270,-8 3-90,12 2-90,-1 5-90,0 6 90,5 1 0,-6 2 90,6-3-90,-6 0 180,2 0-90,-5-1 0,2 0 0,-2-1 0,-1 0 90,1 1-90,-3-2 0,-1 1 90,3-2-90,-7-1 90,-3-2-90,6 0 0,-6 0 0,13 1-4407,-6-1 2248,65-4-719,-4 0 2878,68-6 0,-13-2 0,7-3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01.0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40 223 6633,'-19'-15'5127,"-1"1"-4947,21 10-90,18 20-180,8 0 180,8 11 90,-17-13-180,-8-14 0,-2-8 0,-6-13 0,0-1-90,1 1 90,-4 0 0,4 1 0,0-1 0,-2 2 0,8 0-90,-7 0 0,13 3 90,-6 0-90,25 11 180,-1 3-90,13 11 0,6 3 0,-4 2 0,6 2 0,-2-2 0,-6-2 450,-3-1-450,-29-15-90,-6 0 90,-31-15-90,4 1 90,-7-2 0,6 2 0,2 2-180,2 1 180,37 10 90,4 3-90,36 11 0,-4 1 90,2 1-90,-4-1 90,-3-1-90,-8-2 0,-19-3 0,-9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01.9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295 190 6543,'-22'-14'4048,"-1"2"-3598,-12 3-270,-4 2-360,-11 5 90,6 7 90,7 6-90,11 9 0,15-1 90,4 5-90,9-5 0,4 1 90,9-2-90,0-2 0,9 1-180,3-4 180,4-2 90,3-12 90,-5-3-180,-2-10 180,-7-2-90,-5-2 0,-2 0 90,-9 0 180,-8-1 180,-13 4-540,18 12-3302,1 8 3392,22 9 0,2 2 0,9-1 0,-7-3 90,10 2-90,-10-4 0,2-1 0,12 1 90,1-2-360,8 0 3122,4-7-3571,-18-7-91,-4-7 0,-22-9 451,-14-5-1,-4 4 90,-7 2 0,-1 5 90,0 2 90,-3 0 90,0 2 180,-2 0 90,-9-2 180,-4 2 90,-8-1 179,4 2-719,41 3 90,17 4-90,43 4 90,3 5 0,-2 2 0,-6 2 90,-14 1 1979,-8 3-1710,-48-6-179,-1-3-180,-38-11-90,18-2 0,-1-4-90,12-2-360,4 0-629,9-5 270,11 2-181,10 0-629,11 4 1619,10 4 0,-17 5 0,3 1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02.5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204 107 7982,'-37'3'1530,"19"2"-1620,19 11 90,20 1-90,6 1 0,4-3-90,0-4 90,7-1 90,0-8 0,-6-6 0,-10-10 90,-7-7-90,-10-7 180,5 0 90,-9 1 89,-8 3 1,-6 5 90,-6 4-180,-5 1-270,-8 4-90,11 12 90,14 1-90,16 13 180,17-4-90,-2 1-90,7 2 90,-1-4 0,7 9 0,-5-8 0,5 2 0,2 2 0,-1-4 0,1 4-90,-5-4 90,-5-1 90,-3 0-90,3 6 0,-8-3 90,1 5-90,-11-3 90,-5 8 0,-5-4-90,-9 7 90,-7-7 90,-3-1 89,-34 17-89,16-14-525,-24 11 524,21-19-89,0-2 90,0-1-90,1-3 0,-1 0 90,-13-3-90,-1-2-90,-17-4 0,8-5-180,4-4-90,9-5-179,9-2-271,11-6-269,10 2-271,16-6 886,13 2-615,2 2-180,5 2 1169,-6 6 0,-5 7 0,-1 1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02.9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8972,'36'7'270,"5"2"-270,1 2 90,7 3-90,3 0 0,0 0 90,-3-1 0,-9-2-2429,-2 0 2339,-47 0 0,18-5 0,-33-2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03.1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14 8522,'48'-7'-420,"-29"1"0,15 6 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03.6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58 6453,'17'14'1979,"4"-2"-1979,8-1 90,6-1-90,0-1 0,4-1 90,2 1 630,2-4-450,-12-10-91,-11-7 91,-17-8-90,-8-2 0,-1 4 270,-2 1 0,1 0-450,6 1 0,27 10 0,5 3 0,20 14 89,-14-1 1,7 5 0,-1-1 0,5 0 0,-2 1 90,-6-6-1349,2-1 1169,3-5 0,-17-1 0,-4-3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6.2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304 52 6094,'-14'-17'6026,"-4"2"-4317,-9 2-989,-12 6-540,-2 9-1,3 6-89,5 8-90,12-2 0,2 3 0,5-1 180,0 5-90,2 0-180,-1 3-180,15-5 91,9-3-91,20-4 180,8-3 0,14-3 0,4-6 0,9-2 90,3-2-90,0-1 90,-8 1 360,-4 5-180,-20 9-90,-16 9 0,-15 3 0,-12 3-1,-4-4 1,-1 2 0,-5-1 0,-2 0 0,-2-1 0,0-2-90,1-1 90,0-2-360,-5 1-3508,-2-3 1710,-7-10-1350,16-11 3418,1-17 0,17 10 0,-1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7.2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1 490 8162,'20'-6'2789,"1"5"-2519,17 11-180,6 5 89,-13-5-89,23 5 0,-19-6 0,28 3-90,-12-5 90,13 0-90,-8-5 0,-8-4 90,-11-6-90,-13-8 0,-11-10 0,-12 0 0,-6-4 0,-4 9 0,-4-1 0,-2 1-382,-4 2 382,0 2 90,-4 2 179,0 2 1,-13-2 90,7 4-270,-6-2 0,39 12 382,17 2-472,25 8 90,17 3-90,-18-5 0,10 4 0,-11-5 0,-2-1-269,17 3-91,-4-3-360,9 0-629,-12-6 539,-23-11 451,-22-7-1,-16-3 90,-13 2-180,-11 0 270,6 4 180,-13-2 0,12 7 90,-1 1 450,-10-2 0,-1 1-1,-4 0 901,4 2-1261,48 6 1,12 3-90,33 5-230,-2 4 230,-11 1 89,2 1-89,1 2 90,2 2 90,19 9-90,-11-5 0,14 7 0,-20-8 0,-2 0-90,-2-1 90,0 1-91,-2-1 181,18 6-90,-17-7-338,13 4 248,-21-8 0,-1-1 0,-2-1 0,8 1 223,-4-2-2742,9 2 1890,-27-17-1,-8 0 256,-24-16-256,-6 5 1,-3-2 89,-5-1-270,-24-10 450,7 7 90,0 3 1,-1 0 89,-14-4-955,-24-6 1045,24 10 90,-1-1-2956,2 1 3226,3 2-1768,-20-6 1588,21 6-13,-11-3 13,29 6 705,4 1-435,1-3-180,11 0-90,9-3 2202,28 2-2202,24 3 0,27 4-180,19 6 2424,-13 6-2334,-1 4 0,-26 4 0,-2 1 611,-6 3-611,-3 2 90,-7 2-90,-5 1 89,-6 0-89,-8 2 0,-4-2 90,-7 0 0,-9 5 612,-9-3-1062,-13 0-234,-7-9-486,-5-8 631,-2-13-361,13-3 1,5-8-1,13 1-629,6-1-270,3-1 1619,6 0 0,0 10 0,4 3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7.5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12300,'58'7'1439,"-7"6"-1259,-3 3 360,13 13-1623,-12-7 1353,15 9-3529,-19-7 3439,-1 2 0,2 0 931,-1 0-841,38 18-270,-30-17 90,27 11 0,-40-22-180,-3-2 0,-2-3-2203,6 2-46,-5-4 1033,12-5-763,-36-23 360,1 2 1819,-28-17-110,-4 13 0,11 9 0,-4 2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7.7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100 220 6543,'-25'-12'1709,"2"0"-719,3-1-91,0-5-269,10-2-360,9-6 0,11 5-91,8 0 1,5 7-90,0 1 0,8 0 0,-1 3 0,5 0 0,10 1-90,7 3 90,7 5-90,-5 10 90,-17 2-90,-10 6 90,-14-1 0,-7 9-90,-6-5 90,-7 6 0,-5-9-90,-4 0 90,-2-2 90,-2-1-450,-9 1-540,-6-1-179,-16-5-270,5-8-1,-1-13-1168,19-9 2428,4-6 0,17 11 0,-1 2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8.13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0 290 6004,'43'-13'2698,"0"-3"-2338,-16-2 359,1 0-359,0-4-90,-2 5-90,8-6 90,-12 7-90,11 1 0,-10-1-90,9 2 89,-4 1-89,0 0 90,1 3-90,10-2 90,6 4 90,13 4-90,3 9 0,-14 4-90,-2 6 90,-15-1 0,-4 3-1,-3 0 1,-6 3 0,-4 0-90,-4-1 450,-3 1-360,-5 3 90,-9-2-1,-13 1-179,-15-9-180,-12-9 0,-20-12 180,17-3-269,-5-5-91,28 1-90,-3-2 0,5-4-180,-3-1-89,4 0-1,4 0-89,6 1-1,4 1-899,6 2-1439,8-5 3058,8 3 0,-2 5 0,2 5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8.4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0 271 6723,'34'-12'2879,"2"0"-2160,4 2 91,1 2-271,12 4-269,-5 5 180,0 4-180,-8 5 809,-12 1-899,-11-12-180,-8-9 270,-7-10-90,1-10-360,1 8 0,2-3 0,-1 6-539,0 2-361,2-6-269,-1 3-1979,-2-3 3328,-6 1 0,1 12 0,-3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8.6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90 100 6094,'-21'-20'2068,"3"1"-628,2 2-91,-1 0 810,0 1-1980,38 8 1,-5 6 90,41 12-90,-15 3-460,6 3 549,4 2-89,3 2 90,2 1-90,-1 1-672,3 0 582,-5-1 90,4 0-90,-5-2 0,1 1-3017,-3-2 3017,-3-1 0,-2-2-199,-7-2 19,-1 0-269,-8-2-619,8 0-1900,-6-2 371,-19-8 79,-21-6 3260,-24-6 1,6 4 0,11 3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8.8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18 190 8342,'-17'-10'3148,"18"-3"-2968,27-3-90,11-1-90,-5 3 0,5-3-270,-1 0-840,5 0 391,-1 1-1,-4 1-4769,1 0 5489,-5 3 0,-15 6 0,-6 2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9.2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34 495 7353,'-18'-15'7645,"3"1"-6835,28 0-180,11 4-271,38 3-89,5 4-90,8 1-90,-3 3 0,-11 1 720,-5 1-720,-25-11-90,-15-1 89,-21-12 1,-17 0-90,-3-5 90,-6-1-90,-4-3 0,-4 0 0,1-2-226,0 2 137,4 0 178,2 3-89,2 2-89,5 3-1,3 2-720,4 3-359,-3-1-3778,13 2-720,10-1 5746,21 12 0,-7 0 0,1 10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9.6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0 461 7263,'42'-8'2968,"8"-3"-2608,-21-3 0,10 0-5751,-10 1 5661,2 0-90,2-2 667,0 0-667,1-1 425,0 0-515,-2-3 0,2 3 0,-6-1 90,7-5-90,-12 6 2899,2-5-2899,-16-2 1097,-8-1-1007,-11-5-90,-15 4 1021,1 7-751,-19 4-270,8 6 0,-13 5-90,17 8 0,10 10 90,24 2-90,6 13 90,8-12-90,1 6 90,3-9 0,5-1-90,1-1 0,8 3-180,7-3-90,7-1-270,8-6-269,-10-6 359,4-9 0,-21-4-180,-1-4 91,-12-2-181,-2-1 91,-3-1 89,5-1-90,-8-2-899,3-11 630,-7 7 899,-3-8 0,0 22 0,-2 4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0.1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96 381 7263,'-9'-22'5667,"-2"4"-5487,-2 18-1,0 4 1,1 18-90,3 0 90,-1 3 0,2 1 0,0 1-90,6-2 90,2 0-90,6-2 0,1-1 0,2-2 0,3-2 89,2-3-89,13 1-90,8-3-179,26-5 89,-2-10-244,0-8-26,-14-6 270,-11 1-450,-3-3 91,-2-1-181,-3-1-3251,-5-1 3431,-4-1-270,-5 0 91,-7 0-91,-4 0 91,-7 0-1,-2-1 0,-8 1 181,-1-1 89,-8-1 90,1 0 0,-5 0 360,1-1-2264,-1-1 2263,2-2 121,-10-11 240,11 10 1748,-6-6-1928,15 16 629,2 1 451,0-2 3460,3 1-4270,20 3 1534,9 10-1714,31 9-3327,-12 7 3237,15 3 89,-15 0-224,9 3 225,3 1 270,-1 1-450,5 1-2104,1 1 2104,2 1 0,2-1-313,-1 0 313,0-1-90,-1-1 0,-5-1 0,1-1 0,-6-1-90,-1-1 0,-5-2-220,-6 0-410,8 0-2928,-11-1-1659,-32-4 5337,-31-3 1,-4-6 0,-2 1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0.2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3 276 6903,'-2'-24'3148,"6"5"-2428,14-2-91,4 7-89,2-2-90,1 1-90,7 0 0,3-1-797,6 1 617,1-1-90,3 1-340,0 1 340,1 1-540,-1 0 180,0 1-449,-5 2-810,-1 1 1529,3-1 0,-21 6 0,1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0.5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91 6903,'21'20'1979,"0"-1"-1349,-2-4-91,3 0 1,4-1-90,2 1-91,4 0 1,4-2-90,4 0 0,1-2-90,1-3 180,-1-1-180,13-1 89,3-4-89,5-4-90,-9-9 90,-13-7-180,-21-10 90,-10 4 0,-17-3 90,-3 8 0,-6 0 0,-2 0 90,-1 2-1,-3 0 91,-1 4 450,0 0-91,-8 1 91,2 2-3059,-2-3-269,31 11 2518,12 2 0,9 4 0,-3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0.8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27 437 7982,'-11'-28'3598,"1"1"-2698,4 1-181,6 1-269,13 1-90,10 1-180,16 4 0,9 5-90,9 7 0,5 9-90,-13 2-127,-3 6 217,-17 0 0,-2 2-90,-3 0 90,0 0-90,4 5 899,-3-3-899,-4-14 127,-4-5-397,-16-18 0,0 3 90,-7-1-359,2-1-91,-2-2-89,1-1-181,2-1 270,2 1-359,0 0 0,8 0-631,-2 0-448,12 1 2068,-3 1 0,-2 10 0,-5 3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1.0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 7803,'20'-4'8005,"-4"3"-7645,9 16 269,8 5-359,-3-3 0,15 5 0,-4-7 0,5 1 180,29 7-181,-14-7-89,19 7-787,-20-7 787,-3-3 90,0 3-90,-7-3 89,-3 4 361,23 14-450,-30-10-90,16 11-180,-43-14-270,-3 0-1349,-16 10-1979,-18 2 0,-11 3-1709,-16-4 5245,3-8 0,-10 0 1,-2 2-1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2.4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 1839 6723,'-26'11'7196,"23"-9"-6926,18-5-180,26-8-4072,21-4 3982,9-3 23,17-3-68,-36 7 0,2 1-906,6-3 1,3 0 950,5-2 0,2-1-567,5-1 1,1 0 566,3-1 0,2-1-45,1 0 0,5-2 45,-5 1 0,6-1 0,-3 0 30,-17 5 0,-3 1 0,3-2-98,19-5 0,5-1 0,-6 1 113,9-3 0,-3 1-7,-29 8 1,2-1 0,-1 1-9,0-1 0,0 0 0,0 0 0,0-1 0,1 0 0,0 0 0,-2 1 0,1-1 0,2-1 60,22-8 0,3-3 0,-3 1-74,-19 8 1,-3 1-1,2-2 44,17-7 0,2-1 0,-5 2 75,2-3 0,-4 1 0,-2 0 0,0 0 175,-5 1 0,0-1-175,-6 2 0,2-1-99,20-11 0,-1-1 144,-25 12 0,-1 1 0,17-10 0,-5 1 263,-28 14 0,-4 2-83,37-23 867,-11 6-868,-9 5 1114,-10 6-1203,-8 6 0,-7 4 90,-8 4 2549,2 0-12740,-7 3 8891,-24 10 0,8-1 1,-25 9-1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7.13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 1 6094,'-7'17'2248,"-1"5"-1528,0-1-91,0 5 1,4-1-90,1-2-180,2-1-181,2-2-358,0 1-451,5-1-270,-1 5 271,2 1-91,-3-3-449,-2 2-90,3-3 1259,-4 3 0,4-11 0,-6-1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2.7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0 524 8162,'26'-11'2429,"-1"-3"-2429,-15-6 90,3 0 0,-2 0 0,2 2 90,-1 0-90,-1-1 0,-3 1 0,0-3-1,-4 3 1,1-2 0,-3 1-90,1 0 0,-1-1 0,1 0 90,4-1 0,-6 1-90,3 1 90,-3-1-90,4 0 90,-1 0 180,2 2-90,-6 1-810,7-1-2878,-7-1 3508,6 0 0,-6 9 0,3 2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3.3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0 453 6004,'10'-17'1709,"-3"-2"-1350,-7 1 1,4-2 0,4 1 0,4-3-180,-4 1 90,3 1-181,-4 1 91,3 3 0,-1-1-180,3-1 360,-3 0 719,4 0-899,-10-1-90,2 1-90,-7-2-90,3 2-1079,-3-2-90,3 1 269,0-1-1348,8 3 2338,-1-3 0,0 10 0,-4 1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3.7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36 511 6004,'-14'-19'2698,"2"0"-1978,6-1-630,3 2 89,2 0 91,2-1-90,1-1 0,3 1-180,2 0 0,3 2 0,5-1-90,-1 0-360,1 0 181,1 0 179,-3 0 90,-1 0-90,-2 0 90,-5 1-360,-3-2-270,0-1 180,-1-2 1,7 2-1,1-1 0,4 3-179,-3 0 629,-2-2 0,-4 9 0,-2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4.0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3 344 6813,'-1'-16'2429,"-1"-1"-2069,14-2-1,-2 2 181,6-1-90,-4-1-180,0 1-1,-2 0-89,-7-1-90,4 1 0,-7 0-90,4-2 0,-1 2-90,5 0-359,-5-1-991,6 2-1258,-2-2 2698,8 2 0,-8 7 0,3 2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4.4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0 411 6273,'1'-21'2879,"0"-1"-2429,0 2-181,2-2 1,2 4-90,2-3-90,2 1 0,-3-2 180,6-2-270,-2-2-90,6 0 0,-1-2 0,5 0 0,1 1-90,-2 0-360,-3 5 540,-5 2 0,-6 11 0,0 1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5.7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241 0 11311,'-26'12'719,"3"1"-629,11 8 180,-1-1-90,1 4 0,-2 2-90,3 3 0,-2 0 0,-1-2-90,4-1 90,1-3-270,3-1 0,3-2 90,-1 1 90,3-1 90,2 0-540,2 2-450,1-1 271,-2 1 89,-4-1-179,-1-2 89,-1 0 90,-1 0 90,1 1 1,-4 2 89,2 1 0,-4-1-269,-1 1 629,-2-2 0,4-9 0,4-3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6.1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87 1 6183,'-13'16'1979,"0"2"-1169,0 0-270,-1 2 359,1 0-359,4 2-1,2-2-179,4 1 90,1-2 0,2 1-90,4 3-91,5-2-89,14-3 0,-21-3-90,19 2 0,-25-1 0,11 5 0,-3-2-90,-2 0 0,-4-1 90,-4-1-450,1 2-899,-8-3-450,7 3 719,-3-3-89,4 2 539,1 0-269,10-2 179,-7 3 0,5-1 630,-8 1 0,1-8 0,1-4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6.4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145 0 6543,'-14'18'2879,"0"1"-1980,9 0 1,-10 0-91,11 1 450,-11 0-809,9 2-180,-2 0-360,2 0 360,-1 0-720,1 0-719,0 0-180,3 1 539,-3-1-179,5-1 269,0 3-90,2-6 271,0 7-91,-1-5-179,-5 3-39,-6-2 0,5-9 0,-2-2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6.9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435 0 6363,'-8'20'2609,"1"-3"-1979,-2 6 89,2-6 271,0 3-181,-3-1-269,-4 1-270,0 1-180,-2-3-180,9 1 180,3 0-360,9 1-270,-5 0 90,11-1-89,-15 2 179,1 4 0,-6 5 180,-6 2-1184,7-6 1184,-2 0 0,2-5 90,-2 1 180,0-1-180,-1-1 180,0-2-270,-2 7 90,4-4 180,-4 6-180,-3 3 1365,6-9-1186,-8 12-89,12-12 0,1 3 0,0-3 180,4 2 90,-3-3 180,-3 5-180,3-3 90,-6-1 89,4-1 181,-1-2-270,-2 2 0,-1-1-630,-1 2 0,1-2 0,6 4 180,-7-1-360,19 0-539,-19 0 89,11-1 361,-10 4-541,-1 8 1,5-5-90,-2 2 1169,-2-8 0,4-10 0,0-3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0.5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84 1011 5762,'-31'-9'9534,"-5"2"-9593,24 8 59,8 5 130,30 8-130,0-1 0,4 3 0,-4-1 20,4-1 70,-2 1 61,-1-2 29,0 0 1439,-3-1-1529,-6-13 0,-8-9-90,-6-13 90,-3-6-90,1 2 90,0-5-90,-1-2 0,0-3 0,-1-2 0,2-2 0,-2-3-356,2-2 356,-2-3 0,3 0 0,2-1 0,1 0-3274,7-21 3364,-5 17-818,8-35 728,-6 40-187,0-12 187,-3 23 90,-3 5 0,-1 1 0,-2 5 179,-1 3 296,0-2 245,-1 4 3371,1-2-14012,13 10 5823,-24 12 4008,19 8 0,-23 3 0,13-1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1.8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131 882 6633,'23'-13'9830,"14"5"-8326,-7 6-1504,14 5 0,1 3 0,-6 1 0,2-1 0,-5 1 449,1 0-89,-5-9-180,-14-5-90,-9-17 0,-12 0 0,3-8 0,-1 3 0,1-3-90,-10-2 90,6-1-90,-13-4 0,3-2-388,-6-3 478,-3-1-3354,-13-20 3264,8 15 90,-11-13-366,10 22 366,1 4 0,-1 2 0,4 3 0,-2 2-3,3 5 3,1 1 90,4 4 245,0 2-245,-2-2 3202,1 2-13213,-2-1 8616,1 15 1,11-1-1,0 11 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6.44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66 1 6273,'4'19'2699,"1"-1"-1620,5 0-899,-5 1 90,-7 0-180,-5 1-90,-8-4 0,15 0-180,-11-2 0,12 0-270,-9 4-449,1 2-180,-1 1-810,1 0 1889,-6-2 0,8-9 0,-3-1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6.7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171 1 6273,'-30'23'1709,"-2"-2"-1079,3-1-180,3-3-90,5 0-1,1-3 1,15 3-90,-2-1-180,10 5 0,0 0 90,-3 2-90,2-1-90,-1 0-270,9-5-360,-10 1 1,6-2-631,-10 1 1260,0 3 0,3-9 0,-1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7.03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6183,'7'17'2699,"-1"2"-2159,1 1-271,-2 3-89,1-3-90,-3 0 0,4-2 0,-3 1 0,2 1 0,-3 2-90,-1 1 0,1 2-90,0 1-90,-2 1-3751,0 0 3031,-1-2-629,0 0 1529,0-2 0,0-9 0,-1-3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7.3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88 0 6273,'21'17'1979,"-2"0"-1439,-7 0-90,-4 1-1,-2 2 1,-5 2 0,-5 2-180,-3 3 269,-8-2-89,-2 1-180,-3-2-180,4-2 90,1-2-180,6-1 90,0 0-90,3 1-270,2 1 0,1 1-180,3 2 91,-2 0-271,2 1-539,-2 1-181,-1 1-718,0 0 2068,-7 0 0,6-11 0,-2-4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7.5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42 1 6183,'-10'19'1530,"2"0"-901,2 1-89,3-1-90,3 0 449,3 1-449,-1 2-450,2-1 270,3-2-180,-6 1-630,4-2-449,-9 2-1080,-2 0 2069,-5 2 0,4-11 0,-1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7.8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304 1 6723,'-18'17'2789,"0"1"-2340,1 1 91,-1 3-90,0 1-90,-1 3-181,2 2 1,0-1-90,2 3 0,0-3-90,5 1-360,1-1-269,2-1-181,0 0-89,-4 0 449,-1 3 0,-1-8-449,1 2-540,-2-2 1439,-2 1 0,5-6 0,1-5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8.0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 1 6453,'11'18'3238,"1"0"-2068,-2-2-361,-2 3-179,-1 1-180,-7 1-180,-2 4-450,-3 1 90,-2 2-270,0 3 90,0-6-360,0-2 181,3-5-451,-1 0 1,0 1-540,-2 0-3842,0 1 5281,-4-1 0,7-8 0,-2-2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8.3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191 0 6633,'3'25'2429,"-4"-2"-1800,1 0 91,-7 0-450,0 3 90,0-4-180,-1 0 89,1-4-89,0 0-90,0 0 0,-3 1 0,1-1 0,-2 1 0,4-1-180,-4 6 0,6-5-360,-4 5-179,1-1-181,1 1-359,-4 5 629,1-1-989,1-6 1529,0 5 0,-4-3 0,-1 6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8.5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69 0 6633,'-2'26'2789,"2"-2"-1980,1-4 181,-1-1-451,-2 0-179,1 0-90,-3 1-180,0 2-180,2 2-450,-4-2-269,4 4-451,-4-1 1,0 1-360,-4 2 1619,-1 0 0,4-12 0,1-3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8.6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183 1 6004,'-8'31'2698,"-1"-2"-1978,-1-4-1,-1-4-179,0-1-180,-2-3-90,0 2-270,-4-1-450,3 2-450,-3 0-269,4 1-540,-1 0 1709,-2 1 0,8-9 0,-1-3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8.8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209 1 6543,'-18'16'1619,"0"-1"-1169,3 0 0,-1 1-180,3-1 0,-2 0-1,2 0-89,0 1-90,1 0 90,2 1-270,5 6-180,-7-4 0,7 5-89,-4-6-631,4-1-1438,-1 8 2428,-4-2 0,4-5 0,-1-5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9.0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263 0 6363,'-22'19'2069,"0"1"-1439,-2-2 179,5 0-449,-8 7 0,9-7-180,-4 4 0,10-6 0,-2 0-180,4 0-180,-10-2-540,12 3-1349,-11-2 2069,11 2 0,-2-9 0,2-1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1.23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3 558 6363,'-1'-25'1979,"-1"1"-1529,3-7-180,2 2-90,7-2-90,-1 7 0,4 0-90,-3 6 90,4 0 0,-1 0-90,2-1 0,-4-1-90,11 2-90,-10-1 90,8 1-180,-9-2 0,0 1 0,-1 0 90,-1-1-180,2 0 1,-2 0-91,1 0-180,0 0 91,0-1 539,-2 0 0,-2 9 0,-4 2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19.8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219 270 6004,'50'-8'809,"2"1"-539,3-1-90,2 1 224,2-1 1,3 1-2963,21-4 2648,-17 3 0,0 0 0,15-2 90,1-1-90,2-2-1318,-24 4 1,2 0 1317,29-6 44,-32 6 1,1 0 147,-4 0 1,-2 1-283,28-5 134,-30 5 1,-1 0-135,17-2 180,21-1 90,-24 2-360,16-1 268,-31 4 2,-3 0 89,14 0 91,-1 2 838,11 0-928,-7 4-180,-6 0 90,-4 3 0,-4 0 269,-4 1 3422,1 0-3151,-6 1 995,-9 6-1355,-8 3-84,-11 8-96,-3-2-90,1 2 270,-4-4-270,2 2 180,-1 1-1,7 14-269,-5-7 180,7 9-180,-6-8 0,2 1 90,-3 0-90,2 0-3392,4 14 3482,-4-11-90,7 10 0,-9-15 90,1-2-90,-1 2 90,2-5-90,0 1 270,1 4-180,3 1 3572,-5 2-2763,2-5 1260,-9-5-1979,-27-6-180,-10-2 0,-18-5-165,-3 1 255,6-1-90,-33 6 0,10-3-3044,-22 3 3044,18-4 90,0 0-910,-4 0 730,-4 0 180,-2 1-45,22-4 0,-1 0-806,-34 4 806,34-3 0,0-1 45,-25 3-1656,0 0 1656,2 0 90,0-1 1467,3 1-1332,30-4 0,1 1-225,-23 2 359,-11 2-179,26-5 681,15 0-951,-7-1 1110,34-11-840,3-4 3226,17-24-3227,-4 10-269,-5-10 270,-2 13-128,-2 0 217,-4-2-538,4 0 179,-11-1 0,-9-11 0,0 8 90,-9-9-1454,11 13 1454,1 1-90,0 0 180,1 3-180,2 0-16,-11-4 106,12 6 89,-7-2 1,8 4 0,2 3-450,-2-3-825,5 3-1513,-5-2 1305,-10 0-2655,-13-6 1979,1 6-1259,-6-2-1259,10 8 4497,-4 2 0,20 2 0,5 2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20.8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479 210 14729,'29'-14'179,"1"0"-5749,3 1 5660,5-1-90,6-2 1371,5 0-1281,2-1-90,2 2 516,0 1-426,-1 1-2232,27-2 2142,-18 3 90,22-2 1933,-25 7-2023,-1 1 0,1 2 121,-1 1-121,18 2 179,0 0 91,7 4 90,-13 1 524,-17 6-254,-10 3 3419,-12 6-3689,-7 5 547,-7 1-277,-5 5-181,-2 6-269,-2-9 0,2 5-90,-2-15 0,5 0 0,0 0 0,3 1 0,3-1-3482,1 1 3482,1-1-90,5 2 90,0 0-90,6 1 0,1-1 90,9 2-90,-6-2 0,8 2 90,8 7-288,-11-6 198,13 7 0,-16-8 270,-2 0-270,-1-1 270,-5 1-360,-3-1 90,-4 0 0,-2 0 90,-6-1 90,0 0 0,-5 5 3294,-4-2-3204,-3 4-90,-10-6 0,-13-4 205,-7-1-295,-20-2-90,-4-1-495,-1-2 495,-2-2 89,8-2-89,-3 0-3198,-5 0 3198,-3 1-986,-31 3 986,18-1-623,-22 2 713,23-3-90,1 0 51,0-1-51,4 0 90,3 1 0,-21 3-180,20-4 180,-13 4-90,28-5 90,2 1 2163,3 0-2253,1 0 1485,-11 1-1305,4-1 1275,-5 2-1185,13-9 386,12-4-656,2-11 212,11 0-212,-13-9 0,11 7 90,-11-6-90,-11-2 90,7 3-90,-16-6 0,9 4 0,-22-10-831,11 7 831,-15-8 0,18 10-3207,-1 2 3297,3 0-180,-1 1 180,5 2-180,-9-4 90,18 8-180,-11-6-9651,19 9 4747,-1 11 5084,9 9 0,8 3 0,6 2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22.0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460 370 8072,'-55'-3'7376,"38"-5"-7196,31-4-90,33-3 0,23-2-1470,-6 2 1470,11-2 0,3-1-90,5-2 90,5 0-2537,2-1 2447,3-1 180,-1 0-1228,3-1 1048,-6 2 0,4 1-90,-9 2 90,-3 0 0,-9 3 0,-8 2-90,-8 2 90,-8 4 270,2-1 2124,-6 2-1765,-15 11 2864,-18 4-3043,-14 13 1416,-14 0-1686,12-1-90,0 0-180,12 0 90,10 0-90,2-4 90,4 0 0,-3-5 0,3 1 0,4 1 0,15 8 0,-6-4 0,10 4 0,-9-5 0,-1 1-3392,0 0 3392,4 1 0,-3 0-877,5 1 877,-2-1-159,1 1 159,-9 0 0,5-2 0,-5 1 90,4-2-90,-1-1 0,-3 0 0,-5-1 180,-1-2 2834,1 4-2564,-2-3 1856,-3 6-1856,-14-3-173,-17 2-7,-10-4-270,-10 0 270,-6-4-90,-25 8-270,3-5-422,-13 6 422,10-6 270,1 1-270,-6 0 270,-4 0-270,0 1 270,-4-1-1532,1 0 1532,-2-1-270,1 0-581,0-1 491,2 0 225,20-4 0,-1-1 135,-27 4-180,16-1 0,-1-2-90,-11 2 270,-15 2-360,29-5 242,9-1-62,3-1 688,-3 1-868,7-2 1564,-7 1-1294,6-2 1046,-4-1-1586,-3-3 704,3-2-164,6-3 90,2-9-360,12-1 360,-4-5-360,8 0 360,-4-1-360,1-4 360,-4 0-270,0-3 90,-15-15 180,7 9-860,-10-10 950,14 15-360,0 1 270,2 3-270,3 3 180,-13-6 270,15 9-540,-11-3 90,11 7-7916,3 4 5758,-1 9-1260,10 8-1619,1 10 5127,0 2 0,8-9 0,-1-1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23.0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1 379 11850,'32'-11'1439,"15"-3"-2564,27 1 1215,-5-2 90,8-1-90,-16 3 0,2-1 0,2-1 0,3-2-90,0-2-2793,3-1 2883,1-2-1,1 1-514,1-1 515,3 0-482,-1 1 482,-15 1 0,5 3-90,-11 1 90,5 2 0,-3 2 180,-9 3 494,7 0 46,-9 4 1714,6 4-2164,-19 7 1956,-6 9-2046,-9 5 570,0 5-750,0-5 0,-1 0 0,1-5 0,-2 1-1,6 1-89,4 0 180,19 9-90,-6-5-90,14 6 90,-10-6-90,0-1-389,5 0 479,-3 1 90,45 19-90,-34-15-551,33 14 551,-45-20-1,-2-1 1,-1-1 0,-1-2 90,7 3-90,-11-5 180,6 2 90,-7-2 357,-5-3-87,5 3 492,-8-1-852,-8 2-180,-10 3 90,-17 2-180,-15 2 90,-6-2-90,-6-1 90,4-5 0,-3 0 0,-4-1 0,-31 6 0,9-4-693,-22 4 693,16-6-1110,-4 1 1110,-7 0-1448,-7-1 1358,1 2 90,-4-2-90,6 2 90,-1-1-981,3 1 981,1-2 0,3 0-90,3-1 281,3 0-281,5-2 497,7-2-317,10 0 1213,-5 0-1214,7-2 1069,-6 1-1248,-1-4 208,9-4-208,-2-6 0,13-3-90,3-3 605,5-1-605,-2-2 180,1-5-180,-3-2-137,-1-4 227,-1-4-3317,0-3 3227,3-3 180,0 0-1554,0-2 1824,0 0-607,1 0 517,1 1-360,4 3 269,0 2-268,2 2 268,2 3-151,0 3 152,4 2 2526,0 4-2706,0-2 779,2 4-7165,-2-2 753,-1 17 5633,-8 5 0,8 6 0,0-2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24.3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1 540 9422,'27'-15'2968,"-5"1"-2428,2-2-91,-2 3-89,2-1-90,7-1-90,2-3 90,8-2-2754,6-3 2664,8-2-90,5-2-167,5 0 167,3-2-90,2 0 90,2 0-746,0 0 656,1 2 270,5 0-360,-8 4 270,1 1-180,-16 2 180,-10 4-90,32-3 90,-33 5 1706,37-2-717,-43 8 100,18 3-819,-20 8 1140,12 8-1410,-2 12-90,-10-6 0,7 7 0,-17-11-90,2 2 0,2 0 90,1-2-90,20 8 90,-12-6-544,19 4 454,-10-6 0,-1-1 0,5 0 0,-7 0 0,4-1 0,17 4 0,-13-4 0,13 3 0,-24-6 0,-1 0 90,-4-1-90,-2 0 0,8 4 270,-3-1 90,1 4-1,-10 1-179,-9 4 180,-18-3 0,-7 9-270,-10-8 270,-1 5-360,0-7 723,-4 2-723,-1-1 180,-3 3 0,-12 9-270,8-6 360,-11 6-360,12-9 360,-2 2-360,4-2 270,-3 0-180,-13 10 90,13-11-90,-17 12 90,16-12-270,-19 7 180,12-7-406,-10 2 406,12-8 0,-2 0 0,-11 1 90,3 0 0,-10-1 180,-18 5-90,12-4-514,-20 2 694,-9-3-1217,19-4 1037,-20 3 89,31-8-62,-17 3-27,1-5 0,-9-1 103,9-1-193,11-3-180,6-4 180,5-4-180,14-1 90,1-5 388,14 2-478,-12-11 180,11 4-180,-7-7 1184,12 8-1094,2-1 165,-2 0-255,1 1 270,-1 1-1,-9-5 91,1 2-90,-8-2-90,4 5 180,1 4-180,0 3-5667,0 2 990,-1 0 449,-4 0-2068,2 0 6206,-3 1 0,16 6 0,5 1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25.2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66 254 8432,'-60'6'5757,"55"-6"-5487,41-6-90,41-2-2495,15-7 2405,-11 3 0,3-5 0,8 0-1103,3-2 1013,-45 9 0,0 1 90,47-10-90,1 1 0,-5 1 90,-1 1-90,-7 1-92,-5 2 182,-7 1-556,-10 2 466,-7 1 1002,-10 2-373,6 1 1963,-5 1-1693,2 5 555,-11 7-1364,-7 8 817,-9 3-817,0 1 0,-6-2-90,2 0 90,1 2 0,-1 0-473,3 1 383,0 0 0,2 1 90,1-1-90,0 0 0,1 0 90,3 1-90,6-2 0,-1 1 0,-3-1 0,0-2 0,-7 1 0,8 0 473,-4-2-473,2 1 0,-2-1 0,0 0 0,0 0 0,-2-1 0,-2-1 90,-1 1-90,-2-2 180,6 4-90,-2 0 180,1 4-1,-7-3 181,-7 0-90,-8-1-90,-13-1-270,-15 2 0,-7-5 0,-10 3 0,4-4 90,-7 1-2118,-7 0 2118,-4 2 0,-8-2-751,-1 0 751,-6 0 0,-2 0 0,-4-2 0,-1 1 0,0-1 0,-1 1 0,0-1 0,2 0-1,2 0 1,4-1-90,5 0 90,5-2-447,4 0 447,6 0-90,3-2 90,7 1-90,-7 0 1626,4-1-1716,4-8 90,14-9 0,15-7 889,8-6-889,-1 1 621,0-2-621,-4-2 90,-2-2-90,-2-1 0,-2 0 0,-1 2 90,1 1 0,0 1 0,-1 4-3392,-1 2 3482,-1 2-1,-1 2 1,0 1 0,-7-3-90,1 2-180,-4-3-2518,2 3-4048,8-10 6450,12 1-5101,10-4 5307,12 6 0,-6 13 0,-2 3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26.8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1 184 11221,'31'-9'3508,"10"-1"-3329,5 4-3026,7-1 3027,-9 0-90,5 1 628,-6-3-628,7 1 0,-5-2 0,9 2-90,-1-1 90,-1-1-90,-1 1 90,-3-1 469,-1 1-559,-1 0-185,-4 0 185,-2 1 1538,7-3-1448,-4 2 3746,6-1-3656,-8 10-91,-10 4 1,0 10-90,8 5 226,-4-1-226,12 3 0,-10-5 0,2 0 0,7 0 0,-5 1 90,19 7-90,-15-5-618,12 5 798,-12-7-180,-1-1 180,-2 0-270,-2 1 270,-3-1-270,0 2 270,-3-1-270,-3 2 90,-2-2-90,-3 2 90,-4-2 0,0-1 0,-7 0 180,4 4 191,-5-1 168,-3 4 541,-9-3-720,-12-2 0,-7-1 0,-14-2 0,-1-2-90,-11-2-91,-3 0-269,-7 0 270,8-3-270,-4 1 270,10-1-270,-4 0 270,-1 2-270,-44 11 360,34-7-870,-31 8 780,45-11-360,2-1 360,5 0-90,1-1-180,-3 4 90,1-1-180,-3 1 180,4-1 0,5-1 360,-3 1 150,-2 0-690,1-1 0,-3-1 90,2-2 360,-5 1 90,-1-2-270,5-9 0,5-3-90,2-13 0,3 3 0,-4-4 0,5 4 90,-1 0-180,0-2 180,-1 2-90,0-1 90,-11-5 90,1 7-90,-10-5 89,11 4 1,1 3 90,-3-6-180,0 6 0,4-3 90,-3 0 0,11 1 360,-5 0-1260,2 0-9111,5 2 9163,-7 1 0,16 5 0,-2 3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0.4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0 399 11131,'8'-19'899,"1"1"-719,0-1-180,1-2 90,1 3-270,1-4 90,0 2 0,2-2 0,1 0 0,-3-2-359,2 1-181,-3-3 90,1 3-359,-1-2-1,1 1-539,-3 0 1439,2 0 0,-7 10 0,2 3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0.8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0 491 6453,'6'-25'2789,"3"-1"-2340,3 2 271,2-2-270,2 0-90,1-1-91,1-1-89,1 2-90,-1 1-180,0 4-90,-2 2-359,-1 1-1,-1 1-180,5-4 361,-6-1-181,5 0 0,-11-1-269,0 1-181,-3-2 990,0 0 0,-2 10 0,0 3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1.0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1 427 6183,'4'-24'1709,"0"-2"-1079,1 1-180,2-5-90,3 6-180,0-5-1,3 0-89,1 1 0,-2 2-270,9 5-89,-12-2-181,4 5-180,-11-5-359,2 0-450,-2-1 1439,-2-3 0,-1 12 0,-3 3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2.55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252 0 11940,'7'13'810,"-7"4"-630,-16 4-90,-6 5-180,1 2 270,3-5-270,6 1 180,4-6-3752,-1 1 3572,0 1-1258,-1 0 988,-1 2-81,3 1 81,-3 1-90,3-1 0,0 2 270,1-1-269,-2 2 269,3 0 294,-2 0-293,4-1 192,0-1-103,3-1-2375,1-2 2465,-2-1 1656,-1-1-2106,-3 7-138,0-6-41,-4 9 629,1-11 0,1-4 0,4-6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2.7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189 1 6363,'-12'22'1350,"0"0"-451,-6-1-89,5 4-1,-5 0-179,4 4-91,5-3-179,-1-2-180,4-1-90,3-2-180,1 0-539,1 0-541,0 2 631,-7 3-271,2-3-539,-5 4-180,1-3 1529,-6 3 0,9-11 0,-4-3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2.9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148 0 6004,'-11'20'2608,"2"-3"-1618,3 5-91,5-4-359,3 2-360,1 2-90,-5 0-1,0 4-268,-4-2-181,-2 1-90,0 0-180,-3-2 181,5 1-181,-2 0-269,-1 14 449,1-11 90,-5 9 0,5-18-90,-2-1 181,2 1 269,-1-1 0,4-7 0,0-3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3.1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146 0 6183,'-4'18'2069,"1"8"-1349,2-1-90,2 6-271,3-3 1,-1-4-180,0-2 0,-3-1-90,-6 0 0,-1 2-450,-5 1-90,-2 3 180,1-5-3661,2 3 3481,1-4-270,-1 3-359,-2 1 0,-3 0 1079,-1 0 0,7-11 0,2-3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3.3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0 933 11131,'37'0'2788,"-1"2"-2608,-1 6 180,-2 4-90,3 0-180,-1 3 89,0-2-269,-3 0 900,-3-2-540,-4-15-180,-7-11 0,-4-11 0,-8-8-90,0 4 90,-1-3-90,2-4 90,1-2-90,1-5-319,4-3 409,-4-2 0,5-3-1,-4-3 91,3 1 0,5 0 0,-1 3 0,0 2 90,-1 3 0,-2 2 0,1 4-3257,-2 4 3347,-3 4 179,-4 3-89,0-1 90,-5 5-90,0-2-10281,-6 6 9321,16 13 0,-11 0 1,13 12-1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4.2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148 953 6813,'-32'-9'5037,"-2"-1"-3148,2 1-90,3-3-899,10-2-541,17-2-89,17 1-180,19 4 0,16 3-90,4 5 90,11 3-90,0 4 0,3 2 0,1 0 0,-6 1 0,-7 0 990,-2-2-361,-10-7-269,-15-8-90,-5-7-90,-16-8 90,6 0-91,1-4 1,4-5 0,0 1 0,4-5-311,1 1 310,1-4 1,2-1-3289,-1-1 3199,-1 1 90,-1 0-1316,-1 2 1316,-1 2-325,-4 2 325,-1 4 0,-4 2 0,-2 2 0,-3 3 90,-3 3 75,-4-4-255,-2 4 2601,-5-3-3770,-1 6 479,-7 0-5157,0 3-2052,-8-1 7809,0 4 0,7 4 0,5 5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40.3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279 0 6094,'11'27'1439,"-5"-2"-900,-9-1-89,-9 0-90,-5 1 0,0-5-270,-6 6 180,6-10-181,-9 9 1,8-10 90,-3 4 0,0-7 0,7 5-90,-10 0 0,8 4-180,-6 0-360,5-1-539,5 1-810,6 2 1799,0 1 0,5-10 0,-2-2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40.6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126 1 6183,'-16'13'2609,"-3"6"-2429,3 3 270,1 0-270,5 0 89,3-4-179,-1 1 180,2 1-180,-2 0-90,4 0 0,-3 0 0,5 0 0,0-1 0,3 0 0,12 5-180,-8 1-270,11 6-359,-11-1 449,-3 1-629,-10-8-630,-2 8 1619,-7-6 0,11-7 0,-1-5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40.8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4722,'25'23'2249,"-4"-1"-827,-3-3-792,-7 0 156,-1-1-606,-8 6 125,-3-5-215,-2 4 387,-4-6-387,4 1 0,-5 1-90,5 1 0,-3 1-90,3-1-180,0 1 90,1-2-450,1 3 91,0-1-181,1 1-539,0 2-180,1 1 1439,-2-1 0,2-10 0,-2-4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41.0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353 0 6633,'-8'25'2519,"-2"-2"-1890,1 1 1,-1-4-360,-3 7-90,1-7 0,1 3 0,2-4-90,0 1-1,-2 2 1,-2 0-90,0 1 90,-1-1-90,1 1-90,0-2 0,2 1-179,-4-1-91,4-1-90,-4 0 0,5-3 1,-2 0-1,3-1 0,-2 0 0,0-1 91,1 2-91,-1-1 90,3 2 90,-2 0-180,1 0 181,-1 2 269,-1-1 0,5-7 0,2-4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41.2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462 1 6004,'-20'26'989,"-3"0"-629,3-1-90,-4-2 89,3 0 1,0-1 0,1-1-90,4 0 90,-2-1-90,1 0-1,0 0 1,0-1 0,4 1 0,-1 0 0,3-1-90,-1 0 0,0 1-91,2-1 1,-2 2 0,5 0-90,-4 0 90,4 2-180,-2-2-90,1 0-1079,-8 20 630,7-14-91,-8 14-539,7-20-360,-4 0 1619,-3 0 0,8-9 0,-1-3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41.4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446 1 6543,'-26'26'2069,"-2"0"-3416,1-1 1977,1 0-90,-1-2 522,1 1-792,1-1 89,-3 1 144,3-1-323,-2 1 0,3-1-180,1-1 0,2 1 951,4-3-1221,0 2 0,4-2-89,2 0-91,-1 0 0,4-1 90,-1-2-539,4 1 359,0 6 1,2-4-361,1 7-89,1-6 989,-4 2 0,4-10 0,-3-2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41.5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92 1 6543,'-15'19'1889,"-1"-1"-719,4-1 89,-5 1 90,4-2 0,-3 1-1439,13-1-449,7-2-541,8 2-809,5 2 180,-8 4-629,0-1 2338,-11 1 0,2-12 0,-4-2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3.343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11 1 10681,'1'20'989,"-3"-3"-809,-4 3 0,3-3 0,5 3 90,4-3-90,1 0 180,2 1-91,-5 0 271,3-1-90,-2 3-360,2-3-90,2 3-90,-3-3 0,3 1 90,-1 0 90,6-3 90,0 2-90,-1-3 90,-3 3-90,-12 0-90,19-1 89,-25 0 1,27 0 0,-18 1 0,11 2-90,1 0 0,-3-3 90,-2 2 0,1 0-90,-3 1 90,5-1 0,-2 0-90,2-2 0,-1 3 90,1 0-90,-3 0 0,-1 0 90,2-2-90,-3 2 90,1 0-90,0 1 0,-4 2 0,-1-1 0,-1 0 90,3-1-90,-2 1 90,4 0 0,-4 2-90,1-2 90,-4 2 0,0 0-90,-3-2 90,4 2 0,-2-3-90,0 2 90,2-1-90,1 1 0,1-1 0,2 2 90,0-4-90,-3 2 179,1-4 1,-1 0 0,1 0 0,2 1-180,-3 0 90,-2 0-180,0 1 180,-1 0 0,6-2-90,-1 2 90,2 0-90,1 2 90,2 0-90,-1 0 90,1-1-90,-1-3 90,-4 1 0,0 0 0,-2 1-90,0 1 90,-1 0-90,0 1 0,0-1 0,1-1 0,1-1 90,2 2-90,-3-1 90,4 2-180,-4 1 180,3-3-90,-3 1 0,2-1 0,0 2 89,-2 0-89,0 2 0,4 0 0,-5 0 0,6 0 0,-6 2 90,4-1-90,-1 2 90,2-1-90,0 0 0,-1 1 90,-1 0-90,0 1 90,-2 1 0,3 0-90,-3 0 0,3 2 90,3-1-90,0 0 0,2 0 0,1-1 90,-2 0-90,0 0 0,-2-2 90,0 1-90,-1-1 90,-8-6-90,12 5 90,-17-5-90,19 6 0,-11 1 0,5 0 0,1 0 0,-3 0 0,4-2-3392,-4 0 3482,1 0-90,-4 1 0,0 1 0,-2 0 90,1 2-90,-3-1 0,0 2 3482,-3-1-3392,-1 1-90,4 0 0,-2 0 90,6-1-90,-4-1 90,3 2-90,2-3 0,-4 1 0,4-1 0,-2 0 0,1 1 0,-4-7 0,6 4 90,-5-4-180,10 5 180,-2-1-90,1 0 0,-3 0 0,0-2 0,0 0 0,0-2 0,7 0 0,-7 0 0,3 1 0,-7-2 0,-1 1 90,2-3-90,0 3 0,3 0 0,-2 1 0,-2 3 0,3 1 0,-14 2 0,14 1 0,-13 0 0,13-2 0,-2 1 0,2-3 0,2 1 0,-1 0 0,-2 0 0,4 1 0,-2-5 0,3 5 0,0 0 0,2 5 90,-11 3-90,7-7 0,-13-2 0,8-8 0,-3 8 0,5-6 89,1 20-89,1-10 0,0 5 0,-2-2 0,0-13 90,-1 5-90,3-7 0,-3 8 0,2-7 0,1 8 0,-1-8 0,2 0 0,-3 0 0,4 0 0,-3 0 0,3 0 0,-2 0 0,-1 0 0,1 1 0,-1-2 90,4 10-90,-2-8-3392,4 7 3392,-5-9 0,1 0 0,-2 1 0,2 6 0,2 2 0,1 7 90,0-1 3212,-1-7-3302,-1 3 90,-1-3-90,-3 5-90,3 2 90,-2-8 0,-1 5 90,0-4-90,-1 4 90,0 1-90,3-1 0,1 1 90,-3-6-90,1 7 0,-7-12 90,2 6-90,1-8 0,2 1 0,3 12 0,-3-8 90,1 20-90,-1-18 0,0 9 0,-1-10 0,1 1 0,-3 0 90,2 0-90,-1 0 0,1 0 0,0 0 0,2 0 0,-2 1 0,2 0 0,0 0 90,0 0-90,1 0 0,1 0 0,0 0 0,3-1 0,-3 1 0,3-1 0,-2 0 0,3 11 0,-1-10 0,2 10 0,-1-2 0,0-6 0,0 7 0,0-10 0,-4 0 0,1 0 0,-2 1 0,-4-1 0,10 11 90,-7-8-90,8 8 90,-4-11-90,-1-1 0,3 1-90,-1-1 180,0 1-90,1 0-90,-1-1 180,3 12-90,-3-9 0,3 9 0,-3-12 0,0 0 0,1 0 90,-1 0-180,-1 0 180,2 0-90,-4-1 0,3 0 0,-1 0 0,0 0 0,-1 0 0,4 23 0,-3-17 0,3 16 0,-3-21 0,-1-2 0,0 0-90,0 0 90,3 9 0,-1-9 0,1 8 0,-2-9 0,-1-1 0,0 0 0,2-1 0,-2 1 0,4 7 0,-1-6 0,0 6 0,1-8 0,-5 0 0,2 0 90,-1 1-90,-1-1 0,3 9 0,-2-7 90,1 7-90,-1-7 0,-2 0 0,1 1 90,-6 1-3482,6 11 3392,-4-8-363,7 9 363,-1-11 0,1 1 0,-1 0 0,3 0 0,-3 0 90,7 12-90,-5-10 0,4 10 0,0-11 0,-2 1 0,-3-1 3167,2 1-3167,-1 0 0,7 12 0,2-10 0,-3 10 0,-3-14 0,0 1 0,0 0 0,2 0 678,-1 0-768,6 11 90,-4-9 0,4 8 0,-6-12 0,0 1 0,1-1 0,-1 1 0,12 25 0,-10-18 0,8 17 90,-12-23-90,-5-1 0,4 0 0,-2 1 180,11 20-180,-4-15-90,1 15 90,-5-22 0,0-1 0,-2 1 0,1-1 0,-2 0 0,0 1 0,0-1 0,2 1-90,0-2 90,-1 2 90,1-1-180,-1 0 180,1-1-180,3 10 90,-3-7 0,1 7 0,-3-10 0,0 0 0,2-1 0,-1 1-90,1-1 180,0 0-90,3 1 0,-2-1 0,1 0 0,-1 0 0,-1 0-90,1-1 90,0 0 0,1 1 0,-1-1 0,2-1 0,-2 2 0,1-2 0,-4 2 0,2-2 0,-4 1 0,7 0 0,6 17 0,-4-11 90,3 11-90,-8-16 0,-2 1 0,5-1 0,-4 1 0,5-1-3392,-6 0 3392,-1-2-90,1 1 180,7 10-90,-7-7 90,8 8-90,-11-9 0,2 0 0,3 10 0,0-8-90,1 7 180,-1-9 3212,-2 0-3302,-1 0 0,2 0 0,-2-2-90,5 13 90,-3-9 90,1 10-90,-1-10 0,-2 0 0,2-1 0,-1 0 0,0 0 0,0 0 0,1 0 0,-2 0 0,1 0 90,-1 0-180,-1-1 90,2 0 0,-2 1 0,1 0 0,1 11 0,-1-8 0,1 7 0,-2-9 0,0 0 0,-1 0 0,1 1 0,-1-2 0,2 1 0,-1-1 0,1 0 0,1 0-90,1 0 180,-3 0-180,3 1 90,-4 0 0,2 0-3392,-2-1 3392,1 2-199,0-1 109,-2 0 180,2 2-90,-2-1 90,1 0-90,1 1 3294,0-2-3294,-1 1 0,3-2 297,-4 1-297,4 0 0,-1 0 90,2-1-180,3 10 90,-2-7 0,4 9 0,-4-11 0,-1 0 0,1-1 0,0-1-90,-1-1 180,4 1-180,-3-1 90,3 1 0,-1 0 0,-1-1 0,-2 0 90,1 0-180,-2 0 180,-1-1-180,0 0 180,-2-1-90,-1 1 0,6-1 0,-6 2 0,7-1 0,-8 0 90,1 0-90,-4-1-90,2 0 90,-1-1 0,-2 8 0,4 2 0,-3 1 90,7-2-180,-3-7 180,2-1-90,-2-1 0,1 1 90,-1 10-180,0-7 180,1 7-90,-2-8 0,3 1-90,-2-1 180,-1 0-90,2-1 0,0 0 0,1 2 359,0-2-449,-4 1 360,2-2-360,-1-1 180,2 8 90,2-6-270,-1 6 90,-3-8 270,4 7-540,-4-5 540,4 5-450,-2-7 360,-2 2-360,-1-1 360,0 1-360,-1 0 450,0 1-540,-2 1 450,0-1-360,-4 2 360,3 0-360,-3 0 90,2-1-90,-3-1 180,-1 1-90,0-2 90,-1 2-90,1 0 90,0-1-90,-1 0 90,0-1 0,-1 0 0,0 2-90,-1-1 450,1 2-450,-4 1 270,-4 9 90,3-9-450,-4 5 450,8-10-450,0 1 0,0 1 90,0 2 450,-1-2-540,0 1 90,0-1 0,2-1 0,-2 1 0,4-1 90,1 1 90,0-1-180,3-1 0,-3 0 90,3-1 0,-2 5-269,2-5-721,2 10-3777,-1-7-5064,0 2 9770,-12-5 0,9-8 0,-6-5 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5.531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0 13829,'16'16'1169,"-3"0"-989,-9 6-90,-3 1-90,2 2 90,-4 3-90,3 2-90,-2-5 0,1 0-90,0-4 1,0 0-1,1 0-360,0 1 0,1-1-179,-3 1-1,2-2-89,2 2-1,0-1-179,1 1-541,3-1-538,-6-1 2068,4-1 0,-6-8 0,0-3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5.790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38 1 6723,'-11'19'2879,"1"0"-2250,2 1-89,1 0-180,6-1-1,3 0-179,11 1 0,5 1-180,6 2 180,2 0-360,3 1 180,-7-5-360,0-1-89,-10-4-91,3 0 180,-5 2-179,1 2-91,-3 0 90,-2 2 0,0 0-449,-4 2 0,3-1 989,-3 0 0,0-9 0,-1-3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5.974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0 6273,'11'18'1889,"-2"0"-989,0-1-450,-1 4 269,1-4-179,-2 7-90,-1-5-271,-3 2 181,1 1-270,-1-1-270,-1 2-719,1 2-540,-1 2-1979,-2 2 2570,-3-1 0,1-12 0,0-3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6.199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60 0 7083,'-21'15'3688,"1"-1"-3778,3 3-630,15-1-89,4 1-1440,15-2 2249,1-1 0,-7-5 0,1-4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6.406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68 0 6094,'-20'16'3238,"4"-1"-2339,-3 2-719,6-1-900,14 0-539,8 1 1259,19-5 0,-13-5 0,0-3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6.581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24 0 6273,'-8'20'3059,"0"0"-1710,4 1-360,1-1-899,3 1-1979,7-1-2068,-1-2 3957,10-3 0,-11-6 0,3-4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6.791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5 1 6723,'-4'21'2699,"3"-2"-2070,6 0 1,4-1-360,0 1-270,6-3-270,1 4-450,6-5-89,6 3 359,-2-1-719,6-4-450,-12 4 1619,4-4 0,-17-3 0,1-3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7.040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1 6273,'3'21'1889,"1"-1"-1079,1 1-1,2 5 91,-1 0-181,0 5-89,2-3-90,8 10-450,0-10-90,4 10-90,-4-11 90,2 1-270,-2-6 0,0-2-3482,-12-4 3572,7-2-269,-7 1 269,14-1-270,-3 1-90,2-1 181,-4 1-91,1-1 3482,-2 1-3392,2-1-719,9 15 809,-8-9 0,6 11 90,-12-12-180,-4 0 360,1 2 0,-6-9 0,3-3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7.217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51 0 6273,'-5'26'720,"-1"-2"-450,2-1 90,-1-2-1,1 1 1,-1-1-90,1-1 90,2 0 270,-1-1-361,1 6 271,-6-4 90,9 7-91,-4-4-89,10 2-270,-1 0 90,1-1-180,0-2-90,0-1-270,0 1-450,-1-2-359,7 2-180,-9-3-2069,3 1 2480,-10 0 0,0-10 0,2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7.406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46 0 6723,'-7'26'1619,"1"-3"-1169,2-5 449,0-1-179,-2 6-180,-1 3-180,3 3-181,-1-1-179,7-2-359,-6-5-91,15 3 90,-10-1-90,14-1 1,-4-1-451,6-8 450,4 6-89,1-4-271,-1 5 1,0-4 809,-8 0 0,-4-7 0,-5-1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7.589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128 0 6004,'-6'23'989,"-1"-2"-629,-1 1-90,-1-2 89,1 1-89,-1-1 0,2 2 0,-4-2-90,5 1 0,-2-1-90,3-1 90,-1 0-90,1-2 0,1 1-90,-4 0 89,12 0-89,-8 1 0,10 9 0,-6-5-89,-1 9-1,0-9-90,-3 1-3392,1-1 3302,0 0-90,2 0-90,0 0-89,0 1-271,-1 1 1,0 0 809,-2 0 0,2-11 0,0-3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8.140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81 1 6094,'-3'26'1079,"1"0"-719,-2 0-1,-1-1 1,-1 0 0,0 1-90,-1-2 90,7 2 0,-12-3-91,7 2 91,-8-3 0,5 1-90,5-2-90,-1-1 179,2 0-89,2 4-360,2 1-269,6 5-361,3-4-179,3 0-91,3-3 181,4-1 449,2 0 90,0-5 90,-4 1 90,-3-4 0,-4 3 0,0 0 0,-2 2 180,0 2-180,-3 2 180,-1 0-90,-2 2 90,-1 1 0,0 1 0,-3 2 90,0 0 809,-10 46-719,1-32-1748,-6 35 1838,5-43 0,-1 0 68,-5 29 22,6-24-180,-5 20 90,10-31-90,-1-1-1,1-2-89,3-3 90,0-1-180,2-1 90,0-1 1434,2-1-1524,0 1 695,2-2-785,0 2 0,0-1-180,-1 1-3482,2 7 3392,-2-6-180,2 4 90,2-7-179,0-1 89,3 0-90,-2 0 181,4-1 2941,5 9-2852,1-5-90,1 5 270,-2-6-179,-6 1-1,3 2 90,-3 2 90,0 1-90,0 13 180,-3-9 0,1 23 90,-5-20 0,-1 10 90,-4-13-90,-1 1 90,-1 1 89,-3-1-89,-1 1 90,0 0-90,-3 0 0,1 1 90,-2-1 0,0 0 0,2-1-1,0 0 271,-4 10-360,8-9 0,-4 7-90,8-11 0,-1-1 0,4 10-180,-1-7-360,4 17 180,0-19 90,-1 10-269,1-10-91,-3 1 90,2 2-180,-4 2-359,2 1-3392,1 2 4381,1 1 0,1 1 0,-3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8.314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320 0 6633,'-31'43'1979,"0"-1"-7190,-4-3 5661,5-2-90,-6-2 553,10-3-643,-3-2-90,7-3 0,0-3 697,4-3-1056,3 0-541,5-2-449,1 7 1924,6-2 0,1-6 1,2-6-1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9.850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82 109 5914,'24'-20'989,"5"-4"-629,-5 7-90,6-2 179,-4 3 2700,1 3-2880,-3 15-89,-24 6 0,-3 9 0,-23 3 0,7-4-90,-3 2 0,1-1-3392,1 0 3392,1 0 0,2-1 0,2 1-90,2-2 0,-5 5-180,3-1-540,-3 3-1798,5-3 2518,-1-5 0,9-4 0,-3-5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10.092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431 0 6633,'-56'11'2159,"13"-1"-1619,1 1-91,14 0 1,-3 0 0,3 2 0,-1 0-91,1 0 1,2-1 360,0 11-450,1-10-180,0 12 0,1-10-630,10 5-1529,9-3-2428,9 1 4497,22-13 0,-16 1 0,11-9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10.308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592 3 6094,'-17'-2'4407,"3"1"-4137,-24 17 0,8-1 0,-2 4-91,-3 0 91,-1 2-90,-1 1-90,-2 0 90,1-1-90,-1-1 0,2 0-90,0-3 0,2 1-90,3-3-360,2-2-1169,0 1-720,4-3 361,22-21 1978,-2 2 0,21-13 0,-12 13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10.512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460 1 8972,'-31'18'899,"1"2"-539,2-1-90,-2 2-5661,-3 1 5661,-1 1 0,-1 1 647,-15 8-738,13-9 885,-10 6-884,18-12-360,-5 0-3238,10-2 5006,7-13-3027,16-4 1742,10-16 1,0 10 0,-4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10.688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415 1 6183,'-29'12'1350,"1"1"-901,-1 1 1,-1-1-4342,7 3 4162,-5-2 950,4 1-951,-6-2 181,-2 1-90,-8 1-630,2-1-989,-6-3 359,20-14 271,9-10 3211,19-8-2582,9-14 0,-4 21 0,2-4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10.818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358 0 6094,'-35'16'1619,"0"1"-1080,-3 1 1,1 0-180,-1 0 0,1 0-1,1-2 91,5-1-900,-4 1-1888,9-1 2338,22-1 0,-1-7 0,20-2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14.714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428 104 6453,'-30'-13'1529,"3"1"-1079,0 0 180,0 1 629,-7 1-629,6-3-1,-5 1 721,8 2-1170,-3-1-180,15 15 0,-2 5 0,15 15 0,-8 4 0,2-5 0,-3 3 0,3-8-285,0 2 375,0 0-90,0 1 0,-1 1 0,0 1 0,-1 1 0,1 1 0,-1-1 374,-3 1-194,2 0-180,-3 0 180,5-1-180,0 0-90,3-1 90,2-1-90,-1 1 540,1 30-450,2-23 180,2 23-270,1-31 270,-3-1-270,1 0 180,1 10-180,0-8 90,1 8 0,8-9 0,-12 1 0,8 0 0,-8 0 0,0-1 0,3 0 0,-1-1 90,-1 2-90,-1-1 90,0 9-90,0-6 0,2 7 90,-3-9 180,2 0-270,-2 0 180,2 0-270,0 0 359,2 0-359,-1 0 1,0-1 89,2 2-3482,0-3 3482,1 2-1025,0-2 1025,1 0 0,1 0 0,-1-1 0,1 1 0,2 0 2885,-2 0-2885,3 0 0,-2 0 0,-1 0 0,0-1-1770,-2 0 1770,2 1 0,-2 0 0,0 0 89,0 0-89,0 0 90,3 11-90,-3-8 0,2 7 0,-3-10 0,2 1 0,0 0 0,1-1 90,-2 0-90,5 9 0,-4-6 0,5 6 90,-3-9-90,0-1 0,0 0 0,-3-1 0,1 2 90,-1-1-90,1 2 0,-1-1 90,-2 1-90,1 0 0,0 0 3392,4 1-3302,0 0-90,1 0 0,-6 11 0,-1-7 0,0 7 90,3-11-90,0-1 0,3-2 0,0 2 90,2-1-90,6 9 0,-3-8 0,5 6 0,-5-8 0,2-1 0,-2 1 0,-2 0 0,1 1 90,6 10-90,-6-6 0,8 7 0,-10-8 0,3-1 0,-4 3 0,7-2 0,-6 3 0,7 21 0,-9-16 0,3 15 90,-5-23-90,1-1 0,-3-1 0,3 0 0,0 17 0,0-13 0,0 12 0,-1-16 0,-2 0 0,1 0 0,2 0 0,3 12 0,-3-9 0,-2 11 0,5-11 0,-6 0 0,10 0 0,-3 0 0,-3 1 0,2-1 0,2 1 0,-3 0 0,2 0 0,-2 0 0,-1-1 0,1 0 0,0-1 0,-4-1 0,3 0 0,-3-2 0,5 0 0,-4-1 0,3-1 0,-5-1 0,3 0 0,-1 1 0,0-1 0,-1 0 0,-1 1 0,-3-1 0,0 1 0,0-1 0,0 0 0,-1 2 0,0-1 0,0 1 0,0 1 0,1-1 0,0 1 0,1-1 0,1 1 0,-1-2 0,2 2 0,-2-2-3302,6 11 3212,-4-7 180,4 6-180,-2-8 90,0 0 90,-1-1-90,-1 1-90,-1 0 180,2 0-90,-1 1 3392,2 1-3392,-1 0 0,2 0-90,-1 0 180,2 0-180,-4 1 180,6 1-180,-6 0 90,7 1 0,-5 0 0,4-1 0,-3 0 90,2-1-180,-2 1 180,1 2-90,-4 1 0,2 1 0,-3-1 0,1 1 0,4-2 0,-3-1 0,1 0 0,-2-2 0,-2 0 0,2 2-90,-1-3 90,4 0 0,-1 5 0,2-6 0,-2 7 0,2-8 0,-3-1 0,2 0 0,-2-1 90,6 0-90,-3 0 0,6-1 0,-6 1 0,0-1 0,2 1 0,-3 1-3392,6 7 3392,-1-6 90,2 6-90,0-8 0,-2 1 0,1-1 0,-2 0 270,2 0 0,-2 8-360,0-6 270,2 7-270,-9-8 3661,5 0-3660,-5-1 268,7 1-269,-1-1 180,3 11 90,-3-6-270,0 6 270,-1-8-360,-1 0 90,2-1 0,-2 3 90,0-1-179,3 13 179,-4-8 0,5 9-90,-3-11 90,1 0 0,2-1 0,-5 0 0,4 0 0,-4 1 0,4 0 90,-2-1-90,1 2 0,3-1 0,-1 2 90,3 0-90,-3-1 89,10 15-89,3 3 0,0 1-416,4-3 776,-11-11-450,3 1 359,-2 1-359,-3 1 270,3 1-180,-3 1-90,-1 3 270,-1 0-270,-2 1 270,0 0-360,-1 0 90,-1 0 90,-2-2-90,0 0 1,-2-1 89,-1 0-90,0-3 90,-2 0 0,0-1 0,-1-2 0,0-1-90,-4-1 90,2 11 0,-7-10 0,6 9 0,-2-14 416,7-2-416,-3 0 0,4 6 0,-4 2-90,1 5 90,1-2 360,-4-1-450,1-1 90,-3 2 0,1-1 0,-2-6-90,-2 17 90,5-11 0,-3 6 0,5-9 0,-1-10 0,-2 0-3392,1 0 3392,2 0-90,-1 0 90,4-1 0,-4 1 0,1-1 90,-1 1-180,0 0 3482,1-1-3392,0 3 0,-2-1 0,1 1 0,-1 2 0,0 0 0,1 2 180,-3 0-180,2 1-90,-3 1 0,3 0 90,-1 0-90,0 1 90,1-2 0,-1 1 0,1 0 180,-3 0-180,2-2 180,0 0-270,0-1 90,2-1-90,-1 0 90,0 11-90,0-8 90,1 8 0,-1-12 0,1 1 0,0-1 0,1 2 0,-2 0 0,0 2 90,-2 1-90,1 0 90,-1 3-90,1 0 90,-1 1-90,3 1 90,-2 0 0,2 1-90,-1-1 90,0 1-90,-1-1 90,1-1-90,2 0 0,1-2 90,2 0-90,-1-2 270,2 24-180,1-20 0,-1 18 0,2-26 0,-6 0 0,2-1-90,-2 0 179,1 8-89,2-7-90,-1 6 90,2-11-3392,3 0 3392,-3 1-90,4 0 90,-6 1 0,3 1 0,-9 0 0,16-1-90,-15 2 90,15-1 0,-11 2-90,0-1 90,2 3-90,0 0 90,3 15-90,-2-11 90,2 11-90,-2-12 90,1-2 3302,-2 2-3302,0-1-90,-3 1 90,3 14 0,-4-11-90,2 10 90,-2-14-90,1-2 89,1 0-89,-2-1 0,4-1 0,0 8 0,2-5 0,3 5 0,-4-9 0,5-2 0,-2 2 0,5 1-89,-3-1-1,5 3 0,-2 0-90,5 3 0,1 4 0,4 0-90,4 4-481,1 0 391,6 1-180,-2 0 91,1-1-181,-2 0-90,3-2-89,1-1-270,3-5-181,-1-1-179,-2-2-990,-2-3-719,-12-3 3148,5-5 0,-20-7 0,4-4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15.799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288 0 12660,'-5'22'899,"-1"3"-719,-7-5-90,1 3 90,1-6 90,-2 12-180,0-6 0,-2 7-90,0-9 90,0-1 0,0 1 0,0-3-90,-13 14-180,3-9-900,-10 9 1080,8-12 0,14-9 0,2-4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16.019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385 1 7892,'-43'-1'2969,"0"5"-2430,5 9-179,1 5-90,1 2-90,2 1-270,0-3-540,4-2-899,7-3-1799,-6-2 3328,12-11 0,1 2 0,11-10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16.168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177 1 6993,'-18'16'2069,"-8"6"-1709,4-2-1,-5 4-89,11-6 180,-2 1-180,0 3-1529,0 0-1080,4 0 2339,26-14 0,-8-1 0,15-9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17.213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837 1 11850,'-21'20'360,"-1"-1"-180,3-3-90,1 1 0,-2 1 0,3 0-4342,0 0 4342,1-2-90,0 1 950,4-1-950,-7 4-180,5-2-900,-4 3-1978,3-4 2159,-3-16 3661,8-9-3392,-3-16 361,11-5 179,-1-1 269,0 3 631,0 3 1529,-3 4-2069,-26 13-1,0 9 1,-14 7 0,11 4 0,4 0 0,0 0 0,-3 2-91,1-1 271,-7 4-450,3-2-2878,-1 2 2068,29-18 451,17-8-1,15-11-90,5-8 270,-13 10 180,1-10 450,-7 8 1349,-8-5-1080,-14 8-539,-7 10 0,-10 9 0,-9 13 0,16 0-180,-13 3-630,17-2-1438,-5 2 2068,7 0 0,6-8 0,6-2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00.0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583 0 10501,'2'19'720,"-3"-1"-2051,-13 4 1691,-2 0 180,2 2-270,-6 3-180,2 3 180,-2 1-2645,-19 33 2645,14-22-799,-9 15 1,0 1 618,4-10-43,-3 8 1,2-1 42,9-16 90,-21 41-180,25-49-1488,-22 34 1488,23-41 1578,-15 24-9944,19-29 8707,-24 1 1,27-13 0,-13-8-1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00.4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12390,'49'6'450,"5"2"-360,-13 4 0,5 1-360,-9-1 360,4 1 0,4 0 238,29 9-149,-12-3 1,3 1-135,-17-7 0,1 2-560,29 12 0,-5-1 695,-15-6 90,6 6 0,-1 1-180,-12-6-1296,7 5 0,-3-1 1296,-18-8 491,30 17-401,-37-19-810,7 5-989,-15-6-499,-2-2-2919,2 3 5885,-2-2 0,-6-4 0,-5-2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01.1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437 0 8612,'-7'12'5037,"-2"-4"-4947,4 25-90,-4-7 0,-4 1 90,-1 4-90,-2 1 0,-7 1 0,6 2 90,-8 1-90,-5 18 90,-27 27-90,16-22 0,6-12 0,2-5 0,12-16-90,-19 18-3868,26-26 2519,-5-15 180,14-13-90,4-14 1349,0-1 0,2 14 0,-4 3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01.5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11 7533,'41'-7'2788,"3"3"-2518,17 7 0,-10 3-445,4 2 355,-11 0 359,4 1-359,1 1 449,22 6 1,3 1-450,8 0-1793,11 6 1,-2 0 1702,-26-9 407,6 4 1,0-1-408,0-2 0,-14-2 0,-2-1 0,-3 0-177,27 4-183,-32-8-1824,24 4 2094,-20-7 0,-26-1 0,-1-2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02.2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339 5 9422,'11'-5'3328,"-6"8"-3148,7 14-90,-12 7 0,-3 3 359,-7 5-630,-1 6 271,-8 3 247,-12 25-68,1-12 1,-1 1-180,-11 23 0,7-13 0,2-7 0,12-21 0,-11 31-180,20-40-1349,0 7-1235,3-15 245,-1-20 181,1-9 2248,-1-12 0,7 6 0,-1 7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02.4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 6993,'8'-2'4857,"2"1"-4227,34 11-360,-4 2 90,9 0-91,4 2-89,6 0 180,4 2-135,-18-5 0,7 3-1433,11 4 1,7 2 0,-4-1 1252,-2-1 0,2 0-15,14 5 0,9 3 0,-15-5 739,0 0-1039,1 0 1,-1-1-91,-17-5-855,-3-1 1,-1-1-4632,-5-3 5846,14 5 0,-37-10 0,-9-1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03.9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564 785 6453,'-18'13'3059,"-6"0"-1890,-4-1 180,-4 0-539,-8-6-540,-3-4-181,2-5-89,-2-7 90,15-1-90,1-3 0,7-1 0,0-1 0,-3-3 90,-12-16 0,-14-38-270,13 19-1696,10-9 1,6-1 1785,11 16-196,8-9 1,4 1 195,9 16-45,14-6 0,3 1 135,0 11-90,12-2 0,0 3 90,-5 13-95,54-12 185,-32 21 0,35 3-1370,-29 10 1369,-2 6 1,-15 2 1451,37 19-1451,-29-8-11,-4 4 0,-3 1 280,-4 5-269,2 10 0,-2 3 0,-7-1 45,-2 11 0,-7 0-45,-20-18-208,-29 51 208,0-61-90,-42 26 0,26-36 45,-26 2 0,-5-1-135,8-4 673,-6 0 1,2-1-1033,14-5-2846,-7-5 3295,8-1 0,22-4 0,8 1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04.8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909 517 6813,'25'0'4318,"-19"5"-4138,-5 17-1,-18-4-89,-3 3 90,0-8-90,-1 0 270,-58 16-360,38-15 0,-9 0 0,-3-2 0,-3-7-45,7-6 0,-2-1 45,-15-3-45,-5-10 0,3-5 45,13-1 0,-6-13 0,4-4-90,19-1 45,8-9 0,4-2-45,14 4 45,19-9 0,9 2 225,11 11-1876,17-2 0,5 3 1876,-2 14-1269,14-1 0,1 3 1089,-11 8 90,-2 3 0,1 1 90,4 8 89,39 9-179,-27 4 180,-3 9 0,-3 4-270,-7 4 360,29 18-270,-22 13 2118,-26-19-2028,9 35 3317,-35-38-3137,-26 40-360,1-41 90,-26 6 0,-6-3-90,-1-15-1794,-18 2 0,-1-3 1614,9-10-180,5-3 1,0-1-631,-14-5-2877,-27-3 3904,33-5 1,12 3-1,35-1 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05.9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766 379 6633,'29'-3'5217,"-13"7"-5127,-3 13 90,-19 2-90,-5 4 0,-4-5 0,-3 2 0,-4-1 0,-30 18 0,-31 3 0,12-4-90,-12-6-90,32-19-3482,-39-12 3482,29-1-813,1-15 0,5-7 814,21-3-246,-32-41 156,47 31 44,5-22 0,4-2 45,8 8 225,11-13 0,8 4-225,9 28 270,21-16-270,-16 30 269,17-3 1,-11 7 0,13-1-90,2 8 180,46 5 2509,-27 4-2554,1 9 0,-2 4 1965,-14 4-1920,5 10 0,-3 3 202,-11 0-202,-3 17 0,-7 2-180,-18-6 45,-12 11 0,-8-1-45,-16-13-90,-21 9 0,-5-3 0,1-13-225,-12 2 0,-2-5-675,10-14-449,-37 5 719,28-21 630,-38-29 0,49 18 0,-11-19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34.5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54 0 6363,'-11'19'1350,"4"-1"-991,3 0-89,5 2-90,1 0 0,-1 3 180,-3-2 0,-4 0-360,2-2 90,-3-1-90,7 3 179,-9-4-89,14 4-90,-17-3 90,23 0 0,-11-1 90,13-2 0,3 1 0,-15 1-90,10 1 90,-14 4 0,7-1-90,0 1 0,-2-2 0,3 0 0,-2 1-1,1 0 1,1 2-90,-1-4 90,-2 2 0,1-4 0,-3 4 270,-2 1-90,4 0-90,-1-2-90,3-3 0,-1 2-90,-3 3-90,1-1 180,-1 1-90,1-3 0,-2 1 0,-2 1 90,3-1-90,-1-1 0,6-1 90,-1 3-90,3-1 0,-4 1 0,5-2 0,-6 1 90,8-1-90,-1 3 0,2-2 90,2 3-90,-5-3 0,2 1 89,-4-3 181,0-1-90,1 1-90,-1-1 0,0 1 0,0-1-180,8-1 90,-13 3 90,11-2-90,-14 3 0,8-3 90,-1 2-180,4-3 270,-5 4-360,3 1 180,-7 2 180,4-3-270,-4 1 270,4-2-180,-1 0 0,3-1 0,-2 2 90,3-2-90,-5 4 0,-2 0-270,3 3 180,-4-1 0,7 1 90,1 3 90,-4-4-90,1 3 90,-6-9 0,1 5-90,0-1 90,3 3-90,-1 15 90,1-14-90,-1 22 0,1-24 90,7 7-90,-7-10 0,6 2 0,-5-4 0,2 5 90,2-5 90,1 16-180,-1-11 90,3 10-180,-3-11 180,2 12-90,-5-11 0,0 14 90,-4-17-90,11 15 89,-7-8 1,9 11 0,-9-9-90,-2 0 90,2-2-90,-1-5 0,3 2 0,-3-3 90,2 4-90,-2 7 0,1-6 90,0 18-90,-1-20 0,-2 10 0,1-9 0,-1 13 0,-1-12 0,-2 12 0,2-16 90,-5 14-90,7-11 0,-3 11 0,3-16 0,-1 18 0,1-13 0,1 12 0,3-16 0,-4 22 0,1-17 0,-4 17 0,5-18 0,1 11 0,-1-10 0,1 6 0,-8-9 0,3 15 0,-1-11 90,2 28-90,-1-33-90,2 32 90,4-27 90,-4 17-90,0-18 0,-2 18 0,-7-14 0,7 23 0,-2-19 0,-1 10 0,0-18 0,-3 6 0,0-9-90,-3 18 90,4-7 0,-4 12 0,7-14 0,-3 0 0,5-4 0,2 4 0,-2-7-3392,4 29 3392,-3-28-153,14 42 153,-10-41 0,10 49 0,-11-45 0,7 49 0,-8-50 90,11 40-180,-14-40 90,13 51 90,-13-47-90,3 47-90,-6-52 180,-4 41-180,4-43 180,-3 40-90,5-44 0,-3 39 0,2-39-90,-2 37 90,4-36 0,-9 36 0,6-34 0,-10 41 0,9-41-2217,-9 41 2307,7-42-90,-5 38 0,6-34 2217,2 17-2217,1-22-90,-1 19 0,-6-21 153,6 29-63,-3-32 3302,9 30-3302,-1-26 180,-4 42 0,-2-39 0,16 45-270,-13-47-180,18 42 270,-15-39-180,0 38 180,2-37-90,4 39 90,-3-36 0,5 54 0,-6-50 0,3 47 0,-5-51 270,4 59-360,-5-54 0,2 42 0,-2-53 0,-2 36 90,4-31 0,1 39 0,0-41-3392,2 42 3392,-4-39-1203,-1 55 1203,2-50-595,-3 55 595,1-55 180,-2 35-180,-7-41-90,8 44 90,-6-40 180,14 54-270,-3-55 0,9 55 90,-6-53-1732,10 57 1732,-11-55 0,5 61 0,-8-59 704,1 14 1,2 0-705,0-15 90,10 52-90,-9-57 759,12 37-759,-14-42 0,26 38 0,-20-38-1487,25 35 1487,-21-36 1725,22 36-1725,-22-40-90,25 31 0,-25-35 237,26 22-327,-20-19-270,-1 6 23,-1-4-1911,1 8 2735,-9-9-397,3 9 0,-18-24 0,-2-1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37.2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1 551 6273,'39'-5'1889,"0"-2"-1529,9 1 270,-8-1-450,17 3 0,-3 2-90,8 1-1,6 2 91,0 0-90,0 1 0,-5 0 0,-7 0 0,-6 1 90,-1 1-90,2 0 0,8 1 0,-2-1-90,3-1 90,-7 0 0,-1-1 0,3 0 0,2 0-90,3-1 90,-4 1 0,5 1-90,-8-2 90,7 3-1,-4-3-89,3 4 90,2-1 0,5 0 0,7 1 0,5-3 0,5 1-90,3 0-1019,2-3 1109,-16 2 0,15 0-301,5 3 301,-33-2 0,1 1-90,-2 0 0,0 0-1433,11 1 1,-3 0 1432,12 1-297,-12-1 0,0-1 297,10 0 45,-8 0 0,0 0 45,9 0 140,-14-1 1,1 0-231,10 0 45,-21 0 0,0 0-45,29 0 60,0 1 30,-5-1-90,-21-1 0,1 0 0,31 1 0,-29-2 0,-1 0 2920,27 0-2920,5 2 90,-1-3 719,5 2-719,-1-4-90,-40 2 0,0 0 0,42-1 45,-28 0 0,-2 1-45,18-1 0,5 1 0,-1 0 0,-10-2-535,4 2 0,-1 0 535,-11-1 0,-1 1 0,14 0 0,-9-1 45,-21 1 0,0 0-45,26 0 0,11 0 0,-13 0 0,17 0 0,-17 0 0,13 0 0,-10 0 0,-20 0 0,2-1 0,33 1 0,14 0 0,-15 0 0,-36 0 0,1 0 30,36 0 0,16 0 0,-15-1-30,-32 1 0,-1 0 0,33-1 0,14 0 0,-16-1 0,-37 1 0,-1 0 0,22-1 0,10 1 0,-11-1 0,-25 1 0,1 0 0,29-1 0,12-1 0,-11 1 0,-29 1 0,1 0 0,26-2 0,12 0 0,-13 1 270,20-1-330,-31 1 0,10-1 0,-9 0 60,29 0-30,-21 1 0,12-1 0,-11 1 30,-25 0 0,0 0 0,23 0 0,10 0 0,-12-1 0,20 1 0,-21 0 0,12-1 0,-12 1 0,24-1 0,-24 1 0,11 0 0,-13 0 0,13 0 0,-17-1 0,11 1 0,-10-1 0,16 1 0,14 0 0,-1-1 0,-29 1-1322,8 0 1,0 0 1591,-13 0-682,26-1 0,1-1 322,-17 1-466,19-1 1,-1 0 465,-24 1 0,15-2 0,0-1 693,-10 2-633,-8-1 0,12 0 0,-10 0 30,19-2 30,-18 2 0,12-1 0,-13 1 1791,14-1-1701,-15 0 0,12-1 0,-11 1-120,18-1 135,15-3 0,-2 0 958,-26 1-1093,5 0 0,1-1 3220,-11 1-3265,18-4 0,1 0 45,-6 3 0,14-5 0,0 0-1239,-15 4 1239,-18 1 0,-2 0 0,-3 1-610,2-1 610,1 0 0,-4 1 0,2 0 0,19-4-1267,9-1 1,0 0 1266,-5 1-580,-16 2 1,9-2 0,-8 2 579,23-3-252,-23 4 1,9-2 0,-11 3 521,19-1-625,15-3 1,1 0 354,-17 3 231,-1-1 1,-3 1-232,-15 4 135,10-2 0,2 0-45,2 1 0,-6 0 0,1 1 1288,9 2-1513,-22 0 0,1 1 135,32-1 0,-38 1 0,-2 1 90,16-1-90,-7 0 90,0 1 1927,-1 0-2017,-5-1-1977,2 0-2790,-43 6 5152,-14 3 1,-18-1 0,0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42.4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 1 8072,'-23'12'1350,"13"2"-1170,6 4 359,16-1 361,-22-2-541,14 2 271,-13 0-180,8 4-360,-1-1 90,-1 1 0,1-2-360,2 1 180,-1 0 90,7 0 90,-4 0-90,2-1-1,-1-1 91,-2 0-90,3-1 0,-1 3-90,2-2 90,1 2-90,0 1 90,1-3-90,0 1 90,4-2-90,-2 2 90,4 1 0,-4-1 0,0 3 0,-1-2 0,-1 1 0,-1 0 0,-1-3 90,-1 1 269,-1-1-449,0 1 180,-3 1-270,-1 0 180,0 0 90,2 2-540,2-2 270,0 3 90,1-5 0,-2 3 0,-1 0 0,0-2 0,-1 2 0,0-3 90,1 1-90,2 2 0,0-1 0,1 2 0,0-1 0,0 0 90,3 0-90,0 1 0,1 0 0,3-1 90,-8-1-180,3-1 180,-11 0-90,1-2 0,2 2 0,-1-2 0,3 3 0,2-1 0,-3 0 0,5 0 0,-3 1 90,1 1-90,-3-2 0,-2 0 0,-4-2 0,1 1 0,1 1 0,1-1 0,1 1 0,4 1 0,1 1 90,3-1-90,1 0 0,-1-2 90,2 2-90,-1 0 0,-1 0 0,-2 2 90,2-4-540,-4 5-809,3-4-1080,3 2-3327,0 1 5666,7 0 0,-8-9 0,0-1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44.3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576 636 13649,'-19'-16'180,"-4"-1"-180,-7-3 0,1 2 0,0-2 0,6 3 0,-2-1 0,-1-3 0,0-2 0,-12-13 0,-3-3 0,0-2 90,-9-11 0,1 0 90,20 17-3572,-22-38 3572,33 44-360,-3-24-180,14 32 180,8-6 90,20 20 90,14 7 180,6 8-270,0 3 270,12 4 0,-11-3-225,7 4 0,0-1-45,2 2 0,7 3 0,-1 0 90,-7-1-1179,9 5 0,-1 2 1179,-10-6 937,1 3 1,-2 1-848,-15-8 90,30 18-5846,-33-18 5666,-5 8 0,-14-16 0,-16-1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44.6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0 251 7713,'25'-12'1619,"10"-3"-1349,-9 4-91,10-3 181,-9 3 0,17-6-270,-11 3-270,36-15-360,-34 13-989,47-24 360,-46 18 1169,16-9 0,-37 19 0,-8 6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45.1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173 64 6363,'-20'-15'3508,"-8"4"-3328,-9 7 0,3 10-90,6 9 0,13 1 0,6 10 180,7 0-270,8 5 90,4-6 90,12 1-180,-2-11-360,17 5 360,2-10-360,14 2 270,8-9 0,-10-3 0,-2-9 0,-20-7 90,-10-5 90,-12-2-180,-23-8 90,1 10 90,-13-3 0,10 11 0,-11-4 0,5 3 0,-8-2 180,9 4 90,-9-1-90,5 0-181,-3-1 1,43 9-90,13 3 90,46 13-90,-16-1 0,7 6 0,5 4 0,-15-4 135,2 3 0,0 0-135,-1 3 135,8 3 0,-4 2-135,-19-6 270,25 23-180,-53-20 360,-32 20-270,3-18 89,-57 15-179,38-28 90,-60 7-450,33-13-89,-31-2-271,20-6-629,9-6-1,17-7-898,18-6 2158,20-5 0,7 9 0,7 3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45.6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0 332 6004,'27'-12'1529,"7"0"-1349,15 2-1,-4 0-89,4 0 0,-11 3 0,0-1 0,2 0 90,48-17-90,-40 11-45,6-4 0,-2-1 45,-18 0 0,10-10 0,-36 7 360,-35-8-360,-11 9 179,-15-2 1,-6 10 90,6 4 0,-19 2 0,3 3-1,1 3-89,6 3-90,8 2-180,14 6 90,21 6-90,20 6 0,15-3 0,4 1 90,33 10-90,-20-11 45,22 4 0,4 0-45,-13-8 180,42 13 180,-38-19 359,22 0 1,-4-3-180,7-5-360,-34-9-91,-10-2-178,-10-7-451,-1 3-989,-1-3 1529,7 1 0,-15 7 0,3 2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48.9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356 25 7623,'-23'-12'2698,"-12"3"-2068,-7 5-91,-7 5-89,4 3-270,4 2-180,8 5 0,4 1 0,9 7 0,0-1 0,12 5-90,-2 0 90,14 0 0,1-1-90,11-3 90,6-3 0,12 0 0,6-4 0,11 1 0,2-1 0,5-3 0,4 1 0,-4-1 0,4 0 0,-5 0 0,-5 2 0,-3 0 90,-8 2 90,-5 1-90,-5 1 90,-7 1 90,-4 2-90,-9 1 269,-13 10-359,-4-6 0,-16 6-90,0-8-90,-7-4-4497,-2-2 2878,0-13 1709,18-4 0,1-4 0,17-1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49.4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262 11 6813,'-49'-7'3058,"-8"4"-2788,9 5-90,2 4-90,9 7 0,24 4-90,1 6 0,24 2 0,3 2 0,10-2 0,5-2 0,2-2 0,0-5 180,1 0-90,-20-16-90,-11-4 90,-22-15 0,-10-1 270,4-2-181,-1 4-89,43 10 0,5 8 0,28 7-90,9 4 0,-7-2 90,10 3-90,-2-4 90,-4-2-270,-1-3-539,-8-6-271,-15-7-269,-17-7 629,-20-9-449,-3 4-90,-3-1 321,1 5 0,5 8 0,-1 1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49.7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7 7982,'17'-7'2159,"6"9"-1799,8 8-90,5 6-90,-9-2 90,5 3-1,-2 1 1,4 2 180,21 10-270,-14-7-519,16 8 429,-21-9 90,1-1-97,-2 0 7,1-1 89,9 6-89,-8-7 180,32 19-450,-26-16-269,16 8-541,-26-15-243,-2-2-476,-1-4-40,10-4 1749,1-6 0,-13-1 0,-9-2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50.7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275 611 6183,'-17'-22'1530,"-1"2"-541,-7 4-179,-6 2-181,-14 0 91,7 3-540,-6 12-90,17 5 0,5 9 0,14 11-90,8-6 0,6 5 0,2-7-180,44 23 90,-22-21-450,60 23 360,-28-33 0,5 4 90,3-13 0,-32-4 90,3-8 0,-20-6 0,-9-8 0,-16-13 90,-1 10 630,-25-18 269,14 26-989,5-5 90,25 23-90,27 6 0,-2 8 0,4 1 0,-8-3 0,10 3 0,-2-1-90,6 2-3148,-11-4 2788,-15-12 91,-17-6 179,-15-14 0,-6 3 180,2-9 0,8 9 90,5-11 0,8 6 0,3 0 269,12-1 1,4 7 90,30-9-180,-5 11 0,14-1 0,-6 11 89,-5 4-89,4 4-360,-6 2-90,-21-8 0,-11-6-89,-20-13 179,-5-4-90,2 0 0,8 1 90,6 3 0,7 7 90,16 5 0,2 11 0,17 7 90,-14 4-90,1 1 0,-10-2 0,-2-2 90,12 3-90,0-1 180,12-1-90,-6-9 90,-8-8-90,-7-11 89,-16 0 271,2-18-270,-13 9 450,-2-22-271,-11 18 181,-2-2 90,0 13-450,26 14-90,-3 5 90,26 14-90,-7 4 89,4 3 91,27 16-90,-15-6-1471,18 9 0,3 0 1561,-3-1 134,9 4 1,-1-1-135,-24-13 134,-2-3 1,-2 0-135,-9-5-8095,14 5 7825,-30-23 0,-9 3 0,-8-11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00.14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897 1 6094,'-20'13'1259,"3"1"-989,-1-1 629,-14 12-629,10-8-90,-10 8 90,14-10-90,1 0 539,-18 17-449,10-9 180,-24 24-270,24-22 449,-14 17 1,-2 1-630,7-4 180,-7 7 0,3-1 90,13-12-136,-6 8 1,-1 1-135,4-3 270,-5 8 0,1-2-360,10-12 360,-30 46-90,34-50-270,-24 31 90,28-41-5217,-6 8 5217,-2-24 0,14 3 0,-7-12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00.66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22 6453,'13'-15'6746,"7"9"-6566,7 5-90,10 11 0,7 2 0,-6 0-4251,5 0 4251,-13-1 420,58 19-420,-38-11-1032,12 6 1,-1 0 1030,-12-4 1,42 18 0,-53-22 90,16 4 0,1 1 0,-15-4 2063,52 18-1973,-57-23 619,7 2-619,-3-4 3392,-3-1-3482,-3 0-91,-4-1-89,5 1-359,-2 0-451,2 2-359,0-3-900,4 1-1619,-2-1 3688,3 1 0,-19-5 0,-4-1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15.47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10951,'11'19'1439,"2"2"-1259,1 2 180,6 6-270,-4-3 89,4 0-89,-6-6 360,29 31-450,-19-21 180,39 44-180,-43-45 90,32 48-90,-39-45 90,19 32-90,-26-42 180,8 30-180,-10-28-8365,6 16 8365,-31-32 0,17-1 0,-19-9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15.86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0 184 6453,'23'-20'900,"3"0"-720,5 0 90,3 2-181,1 1 91,2 2-90,1 1 45,12 1 0,2 1-45,4-1 45,26 1 0,3 3 45,-9 9-90,-15 2 0,-1 1 90,-3 9 269,1 16-179,-34-10 450,3 35-630,-27-31 360,-23 30-271,2-35 451,-16 7-180,0-10-90,-1-4 89,-12 1-539,-3-5-359,10-6-271,-1-4-269,14-6-540,6-5-2159,10-3 3688,10-3 0,4 10 0,4 1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16.33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226 34 6903,'-19'-17'2968,"-16"4"-2788,-1 10-90,-8 8 0,9 14-90,13 0 360,5 3-360,6-4 180,5 0 0,6 19 0,26 11-90,-7-8-90,42 11 0,-24-35-90,21 7-180,-12-12 450,4-5-180,-7-9 0,-6-7 180,-11-11-90,-12-4-180,-4-4 90,-9 6 0,-2 1 179,-12 1 1,-3 0 90,-8-3 180,-13 0-450,4 7 0,5 4 0,15 8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16.74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221 4 6633,'-51'-3'2789,"11"4"-2609,-6 7-1,17 10-89,8-1-90,6 6 90,6-4-90,4 1 270,1 10 90,15 21-270,-2-15 0,24 24 0,-8-37-180,9 7 0,-4-13 360,-3-5 0,-3-12-1,-16-6 1,3-9-270,-21-8 90,6 0 0,-7-5 90,-11-1-90,6 6 0,-11-2-180,10 9-1979,-5-5 270,21 4 1799,23 7 0,-5 3 0,11 6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17.04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8 7713,'23'-6'1978,"1"4"-1888,16 15 0,-11 0 0,11 4 0,-22-2-90,6 1 90,-15 4 180,0 6 540,-1 11 1079,1-6-1620,10-13-179,-5-23 0,7-12-90,-2-4-90,15-9 0,-7 11-1619,27-22 180,-18 21 1529,8-6 0,-23 16 0,-7 4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18.30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31 406 7353,'-14'-18'2698,"1"0"-1888,10-4-360,4-4-271,6 2 181,6-1-360,0 7 270,5-1-270,1 0 270,26-18-180,34-4-270,-15 2 135,-8 16 0,-3 5-135,-10 5 0,12-1 0,3 2 90,6 4 45,-12 1 0,1 2-45,21 6 90,8 7-89,-22 1 44,-4 10 0,-3 2 45,-7 0 134,13 18 1,-3 2-225,-19-7 225,-3 17 0,-6 2-135,-18-13 180,-12 42-90,-11-51 360,-37 26-360,22-28 135,-18 1 0,-4-3-135,2-5-1472,-27 3 1,-4-2 1561,10-7 90,-12 0 0,-2-3-332,2-6 241,23-3 1,-1-2 0,-29-5 0,-9-9-360,35 1 180,-12-9 2869,39 3-4848,6-34 1349,16 21-989,21-28 810,4 35 1000,23-21 0,-24 30 1,11-10-1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19.65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8 160 8252,'-5'-20'6387,"3"0"-6387,18 17 90,1 7-90,15 10 0,-12 4 0,-4-4 0,15 25 0,-12-17 90,20 30-90,-22-28 0,2 7 449,-6-9-359,-18-20-90,1-7 0,-14-21 0,6 2 0,2-1 0,5 5 0,-3 0 0,23-28 0,-12 21-270,22-27-89,-17 30-721,19-13 361,-5 16-541,20-2 91,19 19 0,-8 5-91,23 7-898,-19 3 2158,0 4 0,-25-7 0,-8-1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19.87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 11490,'25'20'1350,"0"2"-1260,-6 2 0,2-1-90,-1-3 90,2-3-630,0-4-1799,9-3-1978,-12-12 4317,1-8 0,-16 0 0,-3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20.06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39 7263,'-1'-17'2518,"21"5"-3327,14 4-271,20 7-898,8 2 1978,0 1 0,-24 0 0,-9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20.34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315 1 6813,'-63'7'2878,"5"2"-2338,10-1-806,9 2 626,13 0 0,2 2 142,4 2-52,-2 9 208,7 11-478,18 8-90,1-6 0,32-1 0,-13-19-90,14 2 90,-8-5 0,3-3-90,4-1 0,2-1 180,47-1-360,-7-5 45,-19-1 0,-1-1 140,17-4-860,-22 0 1,-2-2-136,11-3-179,26-6-630,-33 1 1799,-8-2 0,-23 6 0,-7 1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20.72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105 129 6183,'-24'-26'1979,"4"3"-1259,1 3 629,5 2 180,-2 0-269,5 1-1081,28 11 1,-3 5 0,30 15 0,-10 3-90,2 4 0,2 3 90,13 18 0,1 5-90,-4-2-45,7 15 0,-3 1-799,-18-13 754,0 9 0,-4-19-180,-14-16-180,3 1 270,-3-18 90,3-13 0,-1-8-90,15-12 90,-14 11 754,12-5-754,-12 9 0,13-1 90,3 2 90,14 2 0,7 9-90,27 9 0,-25 5 0,16 2 0,-21 4-90,-12-5-180,34 13-990,-32-13 1170,17 5 0,-38-13 0,-6-1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9:07.12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22 5824,'32'-10'0,"-16"4"0,1 1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9:10.82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45 622 6453,'-36'-8'6027,"28"-1"-5667,13 2-180,41-5-1,1 3 1,12-5-90,-1 1 0,6-1 0,11-5-2078,5-1 2033,-29 8 0,0 0-45,44-12 0,-40 11 0,2 1 45,-6-1 0,-1 0-45,4 0 0,0 0 0,3-1 0,1 1 0,0 0 0,2 1 0,1-1 0,1 1-1214,0 0 0,0 1 1214,2-1 0,-1 1 0,-1 0 0,1 0-28,0 0 0,-1 1-17,-3 1 0,3 0-607,23-5 1,1 1 651,-24 4 0,0 0 0,19-3 0,-1-1-109,-29 4 0,-3 1 109,48-7 1243,-10 1-1243,-9 2-359,10 1 449,-20 1 1699,3 2-7186,-22 2 5789,-28-5 0,-4 6 0,-18-3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9:12.09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188 513 6453,'-41'-7'2159,"-6"0"-1529,7 1 1349,-5 1-1800,30-7 1,23 1-270,25-4 90,16 0-3392,-2 4 3392,6-3 90,4 1-90,5-2 135,2 1 0,3-1-1174,22-5 1084,-17 4 0,-1 1 45,13-3 90,2-1-844,3 1 754,-1-2 0,-7 2 0,1 0-90,-30 7 0,0-1 719,27-5 0,-3 1-719,1 1 90,-6 0-582,-4 2 582,-7 0-90,-4 2-1159,-6 1 1159,-4 2 90,-5-1 618,7 0-708,-8 2-6161,6-2 6161,-38 2 0,5 2 0,-25 1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9:57.74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1165 73 6813,'-19'-13'1349,"0"-1"-899,5 0 629,-2-1 181,2 0-990,-2 14-180,-4 3-1,-1 12 1,-8 6-90,5-4 90,-3 3-90,4-3 90,-1 3-90,-2 1 90,-2 1-90,1 3 0,-2-2 90,-1 3-90,1 0 0,-2 1 90,2-1-3482,0-1 3392,0 1 270,4-2-1074,-1-2 983,3 0-269,2-2 270,-1 1-270,3-1 0,1-1 90,1 0-89,2-2 3082,0 0-2993,0-1 1203,2 0-1293,-1-1 90,1 1 0,-2-1 180,-4 6 0,-3 0-90,2 5-90,-2-5 0,7-3 0,-3 0-90,4-3 0,13-16 0,6-2 0,14-17 90,3 4-90,3-1 270,0-2-270,3 1 180,8-9 90,-6 7-450,17-15 180,-23 14 0,10-5 90,-16 8-90,1 1 0,0 0 90,0 0-90,0 2 90,-1 0 0,1-1-90,-2 3 90,-1-1-90,0 1 90,-1 0-90,2 0 90,-1 0-90,7-3 90,-5-1 0,8-1 0,-7 1-89,1 2 89,0 1 0,-4 0 0,5 0 0,-1-1 0,0-4 0,0 5 0,-6-4 0,3 4 0,-7-2-90,6 1 90,-2 2-180,10 3 90,1 10 90,4 5 90,-1 11 0,-5-2 0,1 8-90,-4 0 90,2 6-1,-5-4 1,-2-1-90,-1 0 0,-1 2 90,4 4-90,0-2 0,9 6 0,-4-10 0,6 4 0,-7-8 0,-4-3 90,3 1-90,-2-2 0,-2 2 180,3 0-90,0 1 180,1 0-360,3 0 270,-2 0-270,2-1 90,-2 0-270,0-3 180,1 2 0,-2-4 180,0 4 1080,1-3-1080,-40-4-1,-3 0-89,-33-5 0,5 3 0,4-1 0,-6 1 0,0-1 0,-7 1 90,5-1-90,-1 1 0,3-1 90,4-1-90,-1 1 90,-1-1 0,2 0 0,-8 0-90,7-2 90,-10 1-90,7 0 90,-7 0-90,3 1 90,-3-1 0,0 0 90,-2-1-90,6 0-90,-1 0 0,3-1 180,5 2 0,-10 0 0,1 0-180,4 2 0,1-1 0,11 2-8905,4 1 8905,43-9 0,-14 6 0,36-9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01.68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74 138 9781,'-39'-8'2699,"10"-3"-2609,23-4-90,12-1 0,12 0-90,7 1 90,1 1-90,5 3 90,4-1-90,3 3 90,8 2 0,-1 4-90,2 6 270,-6 4 0,-10 4 0,-9 5-90,-7 3-90,-1 3 90,-3 1 0,0 1 0,-3-4-1,1 1-89,2-4 0,2 0 90,4-2 0,5 1-90,2-2 90,6 0-90,2-1 0,0-1 0,10 2 0,-9-3 90,10 2-90,-9-3 0,7 1 90,-1-1-90,0-1 0,6-1 1170,-7-1-1260,-8 4 180,-12 3-180,-22 3 180,-10 3-180,-1-2 180,-1 2-90,6-3-90,3 4 90,3-1 0,3 4 90,3-4-90,-3 1 0,4-1 89,-12-1 1,13 3-90,-7-1 270,11 0-180,1 1 90,0 0-90,2 1 0,-1-2-90,2 2 0,1-2 90,2-2-90,2 2-180,1-2 90,2 1 90,-4 1 90,1-1 0,-6 3 90,-2 0 0,-5 3 90,-8-5-90,-4 6-90,-7-9 89,-2 5-89,-2-6 0,-2 0-90,-2 0 90,-2-1-90,0-1-1349,-12 4-990,8-6-809,-12 4 3148,12-6 0,-25 3 0,-3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9:40.61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122 59 9062,'-21'-12'1979,"-2"1"-1979,-5 1 0,32 3 0,12 3 0,35 1 0,7 2 90,5-2-90,3 2-90,-5-1 90,2 1 0,-13-1 0,5 1 719,-9 1-629,-40 3 0,-15-1 90,-48 2 90,-2-4 180,-3 1-630,-3-1 90,3 0 90,-5-1 0,3 0 90,-4 0-270,7 0 180,46 3 0,24-2-3122,42 3 3392,7-2-360,0 1 180,1-2-3688,5 0 90,-19 5 3508,-17 5 0,-17-2 0,-12 1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9:41.15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383 43 5420,'14'-14'3238,"2"0"-565,-5 0-2853,-18 14 172,-7 3-82,-20 15 90,6-3 0,3 0-48,2-4 48,-6 5 126,-3-1-126,-4 4 0,2 0 0,0-1 0,3 0 0,1-3-3328,4-1 3328,5-14 0,9 3 0,4-9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9:41.54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45 26 6363,'-23'-13'3239,"2"0"-2700,21 13-269,24 7-270,12 10 90,25 12 0,-28-11 0,7 4-90,-19-10 90,0 1 180,27 11-180,-11-7 90,18 9-91,-18-11 91,-8-3-3778,0 0 3598,-12 4 0,-5-8 0,-9 1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03.14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49 274 7263,'-45'6'4137,"41"0"-3867,26-10-90,28 0-180,11-11 180,-23 3-180,2-1-38,-9 1-52,0 0 0,-1-2 90,14-4-90,-16 3 90,13-4 0,-17 4 90,0 1-90,-4-1 90,0 1 0,1-4 0,-2 0 179,-2-1 361,-4 0-180,-4 3-450,-12 16 218,-3 10-218,-11 13 0,1 3 0,3-3 90,-4 1-90,3 2 0,-3 1 0,-8 14 90,6-9-90,-5 8 0,14-13 0,-1-2 90,3 0-90,-2-2 0,1 5 0,2-1 90,1 2 0,-1-6-6926,4-2 6836,14-8 0,-7-4 0,12-6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03.65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1483 525 7083,'-2'22'1259,"-2"-2"-809,-19 5-270,0-5 180,0 1-270,-3 1 269,-4 1-269,-2 2 180,-2-1-180,-1-1 180,-3 0-859,-3-2 859,-5 1-270,1-1 180,-4-1-270,2-2 360,-2-1-360,-1-1-2875,-1-2 2875,-1 0 180,-1-3-427,0-1 247,-2-4 90,2-1-90,-1-4 180,1-1-90,2-1 0,0-4 0,3-1 0,-19-13 0,18 1-90,-10-10 90,22 2 0,10-5 0,1-6 0,8-4 0,3-6 0,5-2 0,6-2 180,5-2-180,5-1-90,6 2 90,6-1-90,7 4 90,5 3-744,6 4 744,6 3-90,7 4 130,3 4-40,6 2 0,5 4 2013,3 2-2013,4 2 0,2 3 0,2 4-500,4 2 500,-1 4 90,0 3 0,-1 5 0,-1 4 0,-2 6-90,0 7 90,-2 6 90,-23-2 0,-1 2 90,20 18-225,-24-14 0,-2 2 44,6 16-89,-6 1 224,-7 2-134,-1 22 0,-14-17 366,-2 15-456,-15-25-1749,-5-3 1839,-4-2 180,-4-4 338,-5-3-42,-14 7-213,-3-11-390,-10 5 78,4-14 56,-1-2 170,-2-3-373,1-2-186,0-4-434,-15 1-797,-2-4-1047,-6-1 2537,4-3 0,31-1 1,7 0-1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04.42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192 130 6543,'-55'1'3508,"14"-6"-3148,21-4-360,28-7 180,15 1-180,10-1 180,-3 4-270,5 0 270,5 0-270,2 2 180,2 0 0,0 3-180,18 1 180,1 5-270,6 6 124,-21 5-124,-14 5 360,-17 1-270,-9 4 0,-6 4 270,-5 3-270,-20 2 270,-4 2-2037,-15 2 2037,-3 1-180,7 2-2329,-8-3 2329,4 0 90,-7-2-308,0-1 308,3-2 0,0-2 0,5-3 89,0-1-89,5-2 0,4-1 90,4-4-180,0 2 1143,13-2-1053,23 0 3117,24-4-3207,37-5 90,-7-4 38,8-3-128,-15-1-734,6 0 734,1-2 0,4 1 0,0 0 0,-7 0 0,0 1-322,9-1 682,-7 1-781,8 3-6145,-49 3 6662,-10 5 1,-26-4-1,7 0 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04.87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1729 768 6273,'-42'17'1440,"-2"1"-451,-25 10-2426,12-6 1886,-23 8-269,20-9 270,-4 1-270,-2-1 715,0 0-671,18-8 1,-2-1-135,-24 5-437,-21 2 347,30-10 270,4-2-805,2-3 805,1-3-360,1-4 180,-23-10 90,18-1-235,-17-10-35,26 0 0,1-7 0,1-4 90,5-5-90,3-5 90,4-4-1625,6-4 1625,3-3 179,9-2 51,4-1-320,11-1 0,5 2 0,10 1 0,10 4 90,9 3-90,8 5 90,8 3 180,6 5-270,8 4 51,3 3-51,8 4 270,2 5-135,-12 10 0,1 3-135,36-1-103,-30 5 0,0 3 103,33 8 225,-49-2 0,1 3-180,1 0 0,0 2 135,-1 2 0,1 0-90,-1 1 0,1 2 90,16 9 0,0 1 0,-16-5 0,-1 0-135,12 7 0,-4 1 943,18 12-808,-15-2-90,-7 1 90,-14-1 10,-7-1 331,-8 15 85,-14-12 353,-11 11 450,-15-15-92,-11-2-358,-6-2 225,-9-1-273,-4-2-335,-29 8-340,17-10-635,-18 4-138,26-14-706,2-3 207,5-2 801,5-2-3306,2-2 3702,-10 2 1,23-6 0,-5 2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07.78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170 96 6813,'-22'-23'2699,"-2"2"-1980,4 1 630,-1 4 270,3 0-1619,15 19 180,0 3-270,12 20 17,-5 2 93,-4 5 1,-2 4 0,-2 3 0,-3 1 511,0-1-93,-2-1 487,1-2-104,-2-2-43,3-4 119,0-1 330,3-4 530,-1-1-483,3 2 91,6-2-5272,-1 3 2978,9-22-316,-9-6 237,5-18-783,-6-1-259,2-1-927,1-12 361,-1 7 2505,1-8 1,-4 19 0,0 4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08.12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31 473 6004,'-8'-25'1259,"1"1"-899,-2-5 179,3 2-449,7-1 270,4 5-270,7 0 180,3 5-270,3-2 270,6 1-270,4-3 180,6 1-180,1 0 180,6-1-270,44-14 269,-28 13-947,35-11 948,-43 19-180,4 2-90,-3 2 90,3 2 270,21 2 0,-18 4 0,33 6-903,-35 5 903,8 5-270,-18 2 449,16 25-449,-28-12 180,7 22-270,-34-19 360,-7 3-360,-9 1 270,-6 0 530,-8 2-530,-7 0-270,-8-1-301,-4-1 391,-6-2 0,-3-2 90,-4-4-90,-4-2 90,2-3 0,-4-3 0,3-2 0,1-3-90,2-3 90,2-2-90,3-3-90,2-2 727,-11-4-1177,2-1-629,0-5 89,19-6 631,25-6-271,18 1 720,42-9 0,-26 17 0,20-6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08.36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84 1 6723,'10'25'2159,"-5"5"-1799,-3 0 0,-6 1-91,1-8 91,-7 1-90,-2-2 0,-5 1 180,-3 15-271,9-14 1,-1 17-180,5-20-4677,2 5 4677,17-20 0,-1-12 0,14-18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08.51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13 7443,'41'-7'-240,"-24"1"0,13 7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08.88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375 1 6993,'-54'7'2429,"10"-2"-7820,-9 11 5661,16-5-90,-5 7 1499,11-4-1500,3 2 771,2 0-860,5-1 90,2 1-90,9 0 3482,1 8-3303,10 0-89,8 5 0,12-3-90,10-2-180,11-4 270,-8-3-270,4-4 360,-11-1-270,2 0 180,-1-1 180,18 13-270,-20-9-90,14 10 90,-26-10 0,-1 0 89,-3 1-89,-7 9 0,-11 2-90,-4 2 90,-12-3-90,4-8 90,-7-1-90,1 0-90,-3-1-809,-25 7-1,12-6-1708,-19 3 719,16-16 630,21-12 1259,7-7 0,16 1 0,4 6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09.11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15 6723,'28'-14'3058,"-5"14"-2788,-4 4 0,-7 15 0,-5 3-90,-4 3 90,0 5 89,-1 2-179,-5 1 180,4 2-180,-8 14-180,4-11 90,-2 9-90,1-16 90,1-1-90,0-1 0,1-1-90,1 8-450,1-11-449,3 10-1260,2-13 2249,4 1 0,-4-11 0,-1-3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09.30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11 95 7083,'-10'-17'3418,"22"6"-3328,17 1-90,16 4 0,6 2-784,-3 0 784,2-2-359,5 0 179,1 1-360,-1-1 0,2 1 1,-6 1-901,2 1 666,12-1 1,-34 2 0,7 1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10.03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455 54 8702,'-57'0'2069,"11"1"-2655,-13 14 856,19-2 90,-3 5-180,9-2 89,3 1 70,3 0-69,2 1-360,4 1 360,0 0-360,7 0 396,2 2-395,6-1 268,0-1-179,3-1 211,3 7-481,7-3 0,8 3-270,6-5 1,7-5 449,9-11 180,-8-12-180,1-7 180,-13-11-270,2-6 90,-3 5 180,12-24 0,-12 26-90,8-14 90,-8 23 0,9 0 0,4 12 0,0 6 359,22 20-449,-23-5 270,17 10-360,-22-9 360,1 0-360,-2-1 360,9 5-270,-4-2-360,4 1-90,-2-5 271,-4-19 179,-4-3-270,-3-15 270,-3 1-270,-1-4 270,5-1-270,-5-4 360,1 1-270,-1-1 180,-1 0-180,1 2 270,0 1-180,-1 3 0,0 3 90,3-1 450,-2 4-270,19 10-180,-14 10 180,10 11-180,-16 4 180,-5 0-270,-1 0 270,0 2-270,-2-1 90,2-1 0,0 4 90,4-4-90,1 4-90,7-19 270,-3-4-270,6-16 269,-6 1-179,4-1 180,-2-2-270,4 1 270,-2 2 0,0 1-90,7-2 0,-3 3 270,12 1-270,3 11 90,3 8-3392,11 17 3302,-19-4 0,3 6 0,-20-10-90,3 5-180,-1-2-540,-1 2-1169,4-5 1439,12-11 3123,-6-5-4112,11-10-360,-13-3 1799,5-1 0,-14 5 0,-2 3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10.63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496 177 6993,'-22'-16'3688,"-5"8"-3418,-10 9 179,-1 8-269,4 3 270,-3 4-270,-3 3 0,-1 3-90,2 1 90,2 3 0,3-1-90,4 1 0,6-2 0,1 0-90,9-3 89,2-1-89,5-1 270,11 3-360,4 0-90,16 1-179,12-6-271,16-9 270,15-6-462,-6-6 462,2-4 270,-14 0-551,-1-3 551,1-1-270,0-1 270,-3 0-270,-2 0 270,-4-1-269,-3 0-1,-2 0 0,-3-1 90,-3-1-90,-2 0 91,-5-2-1,-3 2 789,-3-1-788,-2 0 313,-2 0-134,0-4 540,-7 2 1619,-3-3-1800,5 16 91,-4 7-90,17 13 0,-1 1-90,9-3 0,9-4-90,5-6 0,9-6 0,-8-5-90,1-5 90,2-8-356,-11 3 536,8-9-270,-18 8 270,-1-1-270,-7 1 180,-3 0-90,-5 1 360,-7-5-1,-7 5 446,-12-1-715,-31 18-1523,12 9 1433,-20 16 0,30 7-354,-8 6 354,4 5 0,-4 3 0,6 3 90,-1 19-180,14-16-1256,0 15 1346,13-27-90,7-1 90,4-7-90,7-3 1246,3-4-1246,6-4 346,5-3-346,3-5 0,6-3 0,28-9-90,-11-3 582,23-10-582,-16-2-405,-16-1 0,1-1-404,25-10-68,-24 8 1,-1-1-383,17-7-630,-3 0-1094,-5 3 3073,-13 4 0,-18 9 0,-12 5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18.84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100 29 6993,'-33'-8'2619,"-1"0"-3035,2-1 799,32 6 1628,10 2-4456,24 9 2361,-1-5 1,-17 1 0,3-6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20.60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102 28 7892,'-26'2'2339,"26"7"-2249,-3-5-90,18 12 360,-5-1-540,-25-1 90,-5-8-90,-9-9 90,0-7-90,25-5 180,10 1 0,19 3 90,14 5 0,0 6 90,-13 9-180,-26-2 180,-26 3-450,-9-11 270,5-7-90,22-5-270,3-5 105,29 4 414,-6 8 128,12 8-64,-14 11 267,-24-1-490,-17-4 90,-11-9-720,-4-6 671,37-2 293,11 7-407,26 5 80,-5 8 154,-20 2 109,-23-9-542,-12-2 285,6 1 0,6-6 0,18 11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22.69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 8252,'30'9'810,"-17"-10"-900,14 6 90,-7-8 0,29 6 90,-6 3 53,-10 3 113,-29-1-166,-21-3-90,-26-6 0,7-6-90,7-4-180,24-3 270,30 7-46,0 6-37,16 12 83,-23 4 90,-12 3 90,-22-4-90,-19-5 0,-3-7-180,-3-8 90,16-6-90,11-3-90,15 1 180,27 5 0,3 7 0,14 6 0,-25 0 0,-5-1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23.964"/>
    </inkml:context>
    <inkml:brush xml:id="br0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42 1 11580,'8'5'823,"-3"-2"314,32 13-1136,-48-10-577,-2-3 1367,-2 1-963,-21-7-342,38 0 983,-20-6-584,33 4 12,15 3 0,-7 7 1,-6-2-1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25.07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58 1 6993,'-34'7'3152,"17"-9"-3108,22 5 401,21-8-651,11 11 293,-5 3 27,-25 3 27,-26-5-317,-7-6-328,-3-11 935,42 3 81,-12 6-26,6 6-422,-33 6 0,8-6 1,2-3-1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26.89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1279 889 6094,'10'-4'4512,"-4"-3"-4403,-28-8-15,2-2 330,-2 4-265,3-1 170,0 2 31,0-1 171,2-1 73,-5-1-65,2-1-35,-5-2-62,2 3-72,-1-1-30,4 2-37,-5-1-133,-2 0-36,2 0 89,-3 0-187,7 3-28,0-2-12,-4 1-134,2-1-106,0-1 166,2 2 134,1-1 10,2 1 35,-1 1 20,-1 1 13,-1-2 719,-1 0-325,-1-2-100,0 3-266,-2 0-64,2 1-14,-2 0 45,2-1-113,-2 0-430,3 0 268,1 0-1,-3-1 208,-1 0-45,-2-2 90,3 2-43,0-3-32,4 2 204,-5-2-680,0 1-99,0 1-117,-1 0 70,7-1-66,0 0-51,3 1 86,1 0-179,2 0 627,1-1 85,0 0 89,0 0 0,-5 0 0,7 0 89,-6-1 91,2 2 90,-2 0-4677,-2 2 4407,32 4 0,-17 3 0,28 4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28.28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2333 762 8432,'5'-11'3376,"-11"-1"-2847,-18 1-545,-11-2-49,12 1 190,-9-1-102,6-1-42,-5 2 313,-3-1-444,2 1 11,-3 0 201,-2 1 6,2-1-19,1 2 8,0-4-2,5 4-76,-6-3 6,0 1-2,3 1 103,-2-1 20,3 3 595,2 1-432,-11-1 166,0 0-162,-2 0 156,0 0-256,6 1 181,-3-1-171,1 0-43,-2 1-194,-3-2-73,-1 3-329,-4-2 203,-4 2-13,5-1-8,-1 1-11,5 0 60,3 1 192,-7-1-32,7-1 67,-4 0 56,6-2 7,2 0 96,-1-1 198,1 2-116,0-4 172,-1 4-208,-3-5 230,5 2-95,-1-2-32,9 2 56,1 1-124,4 0 93,-4 0-240,3 1 136,-4-3-126,-1 3-41,2-5 118,0 2-130,4-2 210,0 1 103,-2 1-36,-3 0-154,-2 1-103,-3 0 52,0 1-217,-4-3 121,5 1-207,-3-1-737,4 4-491,40 8 286,15 4 16,29 7-269,4-1-2789,8 0 3645,-15-1 1,-4-1 0,-29-2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30.03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2242 1664 7533,'-38'-7'270,"-1"0"-91,-3 0 1,4-1-180,7-1 90,4 0 0,4-5 6,0 1-1,0-5 281,-1 4 587,2 1-83,-3 1-524,0-1-76,1 1-43,1 0-90,3-3 125,1 0-175,-5 1-176,7-5-1,-3 3 110,6-4-18,-3 3 181,2 1-10,0 2-53,0-1 2,-3-1-83,4-1 57,-6 0 80,3 0-147,-3 2 6,-4-1-22,1 1 11,-2 0-183,-1 0 31,1 1 117,0 0 64,-3-2 32,3 2-51,-2-2 194,4 2 16,-3-1 227,-1 0 70,-1 0-360,3-1 242,-2 0-103,4-1 102,-5 1-285,3 1 32,-2 1-221,-7-6-2,4 3-418,-9-4-67,6 5 44,-1 0-107,0-2 118,2 1-41,4 0 72,1 1 200,3 1 238,2 0-85,2-1 180,0 0-180,-1-3 90,0 0 0,0-1 90,-1-1-90,2 4 0,-5-7 0,2 4 180,-5-6-90,-1 2 0,5 0-90,-1 2 98,7 1-89,0 1-1,1 2 1,3 0 1,-3 2-2,5 0 2,-2-1 9,3-1-16,-4 1-3,1-1 269,-2 2-38,-3 0-24,3-1 212,-3 2-191,3-1 57,-1 0 756,1-1 60,1 1-344,3 1 220,-2-1-205,1 0 262,0 0-313,-2-2 407,4-1-365,-2 1-195,0 1-64,1-1-3883,0 3 5522,-3 0-4832,35 4 2471,0 6 0,12 4 0,-10 2 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32.62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10057 3243 6273,'36'-8'1440,"4"3"449,-6-4-1440,-16-1-359,-13-1 90,-23-2 0,-10-1-90,-9-3 90,-10-1-90,7 2-3392,-2 2 3482,12 4-90,-3 1-5,0-1 5,-1 0 0,0 0 0,-2-1 0,1 1 0,-1 0-2177,-16-5 2087,13 4 90,-13-5-68,19 6 67,-1 0 2145,1-1-2145,0 0-84,-1 0 85,-13-5 3031,10 2-3121,-10-4 269,16 5-264,-3-1 269,-3 1-361,-2-2 267,-4 1-270,-5-1 270,-3 1-745,-5-2 565,0 1-94,-4-2 90,-1 1 270,-4 0-266,3 0 180,-2 1-180,1 1 0,-3 0-773,-1 2 863,3 0 0,-25-4 0,24 3 0,-15-1-2915,31 4 2915,2 1-1324,6 1 1326,2-1 298,-9-4-308,4-1 489,-9-4-371,6 2 13,6-1 2750,-2-3-2561,3 1 1174,6 2-1152,0 2 30,8 3-6,-4 0-370,-2-1 280,-4 1-335,0 1-29,-5 0-87,1 0 2,-2 2-81,-42-10-10,29 7-625,-33-7 656,39 9 84,0 1-37,0 0 170,0 0-106,-20-4-19,16 3 7,-14-3-1911,22 3 2042,2 1 19,2-1 146,3 0-41,0 1-28,2-1 70,0 0-67,-1 1-61,6-1 171,-7 1-274,3-1 113,-6 1-136,-3-1-23,-1 1-2,-22-6-41,11 5 42,-15-4-198,22 5 141,0-1-107,0 2 222,-1-1-100,-3 1-77,-1 0 49,0 0 87,-1-1-42,4 1 16,-1-1 32,0-1-165,-1 0 111,-2 1 202,1-1-147,0 0 179,3-1-249,-3-1 149,0 1-46,-1-1 192,1 2-158,2 0 50,0-1 5,0 0 4,3-1-80,0 2 39,-1-2-93,4 4-60,-4-3 132,8 3-90,0-3 142,5 2-45,-13-6 65,13 5-61,-10-4 47,15 5 91,0 0-66,1-1 81,1 1-149,1-1 113,1 1-181,-1 0 106,1 0-66,-11-3 25,10 1 62,-9-1-72,11 2-9,-21-3-179,15 3 159,-14-5-33,18 4 113,-1-1 1,-5-1-81,1 2-18,-1-2 55,0 1 25,0 0-43,-1 1-40,1-2-63,0 1 22,0-1 7,1 1-27,-5-2-11,6 2 161,-4-2-69,-3-7 322,6 6-178,-10-7 63,13 7-75,-5 0-24,1-1 63,-2-1-57,-4 0-53,-15-12-115,9 8 22,-9-9 45,13 9-73,3 0 259,-4-1-231,6 0 157,-7-2 101,-31-12-343,24 9 148,-25-6-234,40 14 173,1 1-105,1 1 45,2 3-153,1-1 85,3 2 85,-2 1-140,0 0 62,-3 0-190,1 1 39,2 0 6,-1 0 86,4 0-3,-3 0 21,0-1 107,-2 0 41,-1 0 10,-2 0 45,0 1-173,-5 0-40,0 0-37,1 0 25,-23-6-61,19 4 70,-17-5 131,21 6 15,-1 0 55,2 0 13,0 0 108,3 0-122,4 2 102,-2-1 15,5 1-56,-2 1 4,-7-2-113,-2-1 83,-5 0-88,2-1 30,4 0-7,0-1 48,-3-2 54,-4-3 104,8 3 37,1-2 88,10 6-23,2-1 68,-2 0-130,1 1 154,-21-10-164,8 5-121,-17-8-91,12 8-57,-1 1-39,0 1-216,2 2 5,-1-1 30,7 4-151,-3-3-593,4 4-288,5-3 202,14-3 275,16-3 2348,17-3-2194,4 3 815,8 4 1,-15 8-1,0 2 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34.57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9309 3758 10141,'-18'-15'630,"-5"-1"-450,-7 2-90,-5-3 0,4 2-4252,0 0 4252,4 3 713,2-2-623,-19-6-90,8 3-90,-11-4 180,-8-3-180,11 7 90,-14-8-1,12 8-267,0-1 268,-1 0 3185,-2-2-3005,-25-9 4,16 6-360,-16-9 38,21 11-42,1-3-387,-4 2 387,1-2 270,0 2-3061,0-1 3057,0 1-2262,-21-10 1996,16 8-142,-17-7 232,24 10 0,-2 1 204,2 1-114,-2 1-90,-2 2 0,-2-1 0,-5 2 0,-2-4 1420,-4 1-1330,-2 0 90,-3 1-90,1 1-90,2 1 92,-4-1-46,25 6 0,0-1 107,-31-6-216,32 6 1,0 0 280,-18-3-86,2-1 76,0 0-391,1 0 470,4 0 9,1 1 19,4 0-79,2 1 248,4 1-313,5 0 36,1 0-30,6 0-2,2 1 773,2-1-697,4 1 28,-11-5-1,11 3 100,-7-4 522,13 3-444,-1 0-89,2 1 3237,-2-1-6815,1-1 3674,-4 1-130,0 1-148,-4-1-56,1 0-124,-2-1-16,-2 0-51,-1 0-149,-4-2-59,-20-6 90,13 4 62,-18-5-22,16 7-6,6 0 139,-13 0-209,13 1 141,-8 0-119,8 1 110,-4 0-34,-2 0-2130,-2 1 2045,-3-1-87,3-1 183,-1 1-148,-1-1 35,5 1-43,-3-2 31,4 1 211,0-2 21,-1-1-55,2-1 103,-3-1-1,0-1 121,-3 0-55,-2 0 136,4-1-21,-1 2-38,3 0-1,1 2-86,-1 0-5,1 0-26,1 2 2162,1 0-2178,-13-7 130,11 7-145,-8-5 34,14 9-75,3-1 49,-2 1-11,2 0-117,1 1 70,-14-7-41,10 6-29,-10-6 43,15 7 39,-9 0-144,10 0 151,-8-1-61,16 0 257,-20-5-232,17 4 224,-19-4-219,19 5 148,0 0 109,3 0-45,0-1 134,2 0-161,-1-1 97,1-1-39,-12-3-41,10 3 41,-11-2-179,13 6-60,-1 0-101,0 1-158,3 0 193,-13-4-277,-4 0 88,0 0-89,-2 1 62,12 4 21,-2-1 68,3-1 80,-2-3 99,0 1 95,-14-11 234,7 5-58,-9-8 210,11 7-64,1-1 22,-18-10-127,17 8 34,-19-6-191,19 10-78,-3 2-169,4-2 110,-4 1-162,6 0 122,-22-10-64,14 7-66,-8-8 301,12 9-154,4-1 384,-2 0-292,4-1 290,-35-18-296,22 15 39,-26-13-72,24 20-324,7 2 120,-2 1-176,8 2 148,-16-4-295,14 4 70,-22-4-5,23 6 189,-17-3-1,11 1 33,-3 2 14,3-2-24,3-2 254,-2-3 146,8 2 194,-5-6 16,15 8 234,-8-3-151,9 5 97,0 0-70,0 1-264,-7-4-67,-1-2-117,-5-3 44,0 1-146,4 4-38,-2 1-107,6 2-36,1-1 189,3 1 171,-3-1-216,-2 0-55,-3 0-85,3 0 237,3 2-409,0-1-7811,7-1 8774,18 11 1,-3-2-1,17 11 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36.53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10928 4441 5914,'39'15'269,"-2"0"-179,-6 0 270,6-1 630,-12-2 1258,8 0-1978,-27-14 0,-2-2 0,-18-15-270,-5 4 0,8-5 180,-15-1 0,13-6-3482,-12 4 3392,3 0-193,6 7 193,-8-1-1,4 0 1,-10-3 90,-2 1-197,-2-2 17,-3 0 90,-1-2 0,-2-2-289,-3-1 199,-2-2 0,-3-1 90,-3-1 2341,2-1-2341,-4-2-90,2 2 270,-1-1-360,-2 1 365,0 0-359,-3-1 89,0 0-552,-1-1 552,-3 0 1,3 0-6,-8 1 0,0 1 84,-8 1-1162,-4 2 1163,-4 0-1,-4 1 90,0 1-89,-4 1 95,0 1 0,26 9 0,-3-1-90,-2 0 0,-1-1 0,0 1 0,2 0-457,3 1 1,5 0 369,-26-7 163,3-1 259,2-2-153,7-1 362,-11-2-373,35 8 1,0-2 290,-38-10-250,39 10 1,3 0 399,-17-7 497,6 0-522,1 0-975,3 2 784,1 0-183,6 2 1,-1 1 87,-11-7-218,13 8 1,1 0 131,-4 1-61,-23-10-103,12 10-259,-16-7 15,19 10-136,0 2-100,-4-1 25,2 2-79,-4 0 126,0 0-55,0 0 97,-1 1-23,2 0-2664,-1 1 2772,2-3 1063,-1 2-1058,2-2 78,3 3-36,-2 1-40,1 0 29,0 0-609,-1 0 620,4 1-55,1 0 200,3 1-130,0-1-107,2 1 42,-2 0 173,-19-6-168,13 5 178,-12-6-257,20 6 89,0-2 27,1 0 148,-1 0 9,-4-1 160,2 0 0,-3 1-104,3-2 104,-5 0-2,3-1 27,-5-2 12,3 2-11,-3-2-3,1 1 1515,-1 0-1609,0 1 542,-22-8-467,20 7-126,-17-7 10,25 8 26,0-1-31,0 1 4,-1 0-8,1-1-64,1 1-20,1-1 58,1-1 12,-2-1-31,1 0 102,-1-2-48,0 0 48,-3-1-82,5 1 0,-1-1 117,-16-6-138,16 6 1,2 1 50,-5-2-45,-1 1-57,1-1 43,-2 0-15,2 0-18,-4 0-55,6-1 100,-4 0-74,6 1 30,-3-1 57,3 0 36,1 1-99,0 0 95,2 1 167,1 2-270,1 1 188,2 1-346,1 1 191,3 1-188,-1 1 185,1 0-252,-1 1-29,1-1 56,2 0 87,0 2 59,-1-3-49,1 3 34,0-2 670,4 1 1809,0 1-2548,3-2 152,-15-7-124,13 4 194,-8-7-29,12 8 137,3-1 865,-3 1-796,2 0-4,0 1-101,1 2-43,-1 0-3803,0 1 3661,1 2-51,-2-1-178,-1 2 36,-10-4-147,-8 1-98,2-1 48,-12-1-73,22 5 158,-7-2-93,1 1 118,-20-8 174,12 4 9,-9-4 187,28 9-46,-1 1 129,-9-6-112,-18-4 35,10 3-13,-9-2-82,23 9-38,-1-1 92,-1 3-251,-30-14 135,23 10-96,-26-9 214,32 8-64,-4 0 1,1 0 120,0 0-33,2-1 170,-1 1-199,2 0 197,-5 1-227,1 0 12,2 0-1,1 1-103,2 0 146,0 1-176,3-1 127,-1 2-115,0 0 64,-1-4 226,-6 1-198,8-5 443,-4 2-248,10-1 394,-3-1-131,3 1 116,0-1 233,-1 1-481,1 1 313,0 1-588,0 1 259,-1-2-420,0 3-47,-1-3 174,0 1-291,4-1-2432,0 1 620,35 5 356,18 6-1666,17 6 3260,3 7 0,-31-5 0,-8 2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0:09.10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52 130 6183,'1'-23'1709,"3"1"-1169,0 0 180,-1 1 629,-1 2 270,-7 0-1169,9 15-180,-5 10-90,6 18-90,-6 1 179,-1 4-179,-6 12 0,1-6-3392,-4 13 3572,4-10-270,0 0-95,3 1 95,1 1 0,1 0 0,-1 0 0,3 0-2237,-1-1 2327,1 0-90,-2 0-25,1-2 25,-2 0 0,2-2 2315,-1-1-2073,0-2 6,8-2 376,-13 10 164,13-10-274,-11 6 3993,9-14-3623,0-1 859,1 6-676,2-1-71,1 3-477,1-4 309,-2-2-7907,-1-4 6795,-18-12 0,10-1 1,-14-10-1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0:09.81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974 11 6813,'-24'-11'2429,"18"12"-2159,15 13-91,8 4 1,2 10 90,-16-8 0,-7 1 90,-8 0-180,-8 0-90,-8-2 0,-1-3 0,-4-1 0,3-4 179,-24 7-675,8-4 496,-14 5 270,13-5-270,2-1 270,-4 0-270,-5 1-3228,4-2 3138,-2 1 90,7-2-122,3 1 32,2-1 90,1-1 0,3-1 0,1 0 0,-9 2-90,7-1-90,-5 0 90,26 2 235,13-2-235,20 3 3329,10 0-3329,5 1 0,8 1 0,3 0 270,-3-1-270,-1-2 371,-3 0-371,8 1-250,2 2 160,8-1 270,3 1-180,3 0 180,3 0-2432,-3 0 2431,3-1-268,-5 0-287,1-2 286,-6 1 270,-2-2-270,-4-1 464,-5 0-284,-2-2-180,3 1 180,-4 0 3764,2 0-9071,-1-1 5402,-15 3 0,-5-6 1,-14 2-1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0:10.54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95 9602,'29'-8'2338,"7"0"-2248,12 6-5750,24-2 5570,-18 0 949,20-1-859,-15 1-89,5-1 89,1 1 0,2 0 0,3 0 0,-7-1 0,4 1 0,-8 0 0,1 0 0,-2 0 932,13 1-932,-6-2-2159,11 2 900,-61-2-1260,-24 3 2519,-46 0 0,17 1 0,12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0:10.89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71 19 6543,'-63'-4'5487,"56"2"-5397,55-2 0,36 3-45,-25-1 0,0 1 135,27 0-90,-1 0 90,-8 0 0,-7 1 0,-2 0-630,-12 1-1439,6-1 1889,-9 0 0,-22-1 0,-7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0:13.42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120 22 7353,'-21'-12'7196,"-8"2"-7106,27 10 179,-8 8-89,23 12 0,-6 0 0,-3 3-90,-4 0 180,-1 4-90,-2 2 0,-4 4 0,2 1 0,-4 3-1,1 1 1,-1 19 0,0-13-90,0 14-245,2-20 245,0 0 0,4 0 0,1-3-90,3-1 90,2-1-1,1-3 1,3-1-90,-2-3 90,1-1 0,0-3 261,-1-2 419,2-1 556,0 3 160,0-3-4189,3 3 3519,-14-17-7456,-2-6 6664,-22-11 0,13 4 0,-3 3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56.65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4967 1748 8072,'18'13'1889,"-8"3"-1349,-34 4-180,0 1-270,-14-4 270,12 0-360,1-4 269,-1 2-179,-4-1 180,-17 9 0,9-5-270,-10 6-74,10-8 74,2 1 180,-21 5 0,14-5-270,-12 5 360,18-8-360,0 0 270,2-2-270,0-1 270,-1 1-180,-22 6-90,19-6 0,-27 10 90,25-8 0,-1-1 0,-9 4 0,20-7 0,-22 5 90,19-5-90,-8 1 0,11-4 0,1 2-3048,-4-2 3048,0 2 89,-19 2-89,11-1 0,-14 1-96,18-2 96,-5-2-2206,-22 6 2296,12-4-90,-16 4 2016,18-5-2016,3-1 90,-3 0-90,6 0 0,-3-2 0,3 2 90,1-1-90,-1 0 0,3-1 90,-1 0 0,-18 1 91,-1 0-91,-16 0-1,6-1-89,5 0 3386,3-3-3386,4 1 292,1-2-292,2-1 0,-2-1 0,-1 0 0,-2 0 0,-3-2 0,-1 2 90,-4-2-180,2 1 90,-1-3 0,-2 1 0,10-1 0,-4-1 0,2 0 0,-3 0 0,-5-3 0,6 1 0,4-1 0,9-2 0,6 1 0,5 1 0,3-4 0,3 4 0,4-7 0,2 1 0,-3-4 0,-2-3 0,-3-1 0,2 5 0,7-1 0,1 4 0,6 0 0,-2-2 0,1 0 0,-1 0 0,-2 0-90,1 0 90,-4-1 0,4 1 0,-3-1 0,7 0 0,-5 0 0,5 1 0,-4-1 0,2 1 0,0 1 0,4-1 0,-2 1 0,5 0 0,-4 1 0,-2-1 0,2 0 0,1 0 0,1-1 0,3 0 0,-2-1 0,2 1 0,-1-1 0,2-1 0,1 0-90,1-5 90,3 2 0,0-3 0,1 2 0,-1 0 0,-3-10 0,2 8 0,-1-7 0,4 9 0,-1 2 0,1-1 0,1 2-90,-2-1 90,6 1 0,-5 0 0,4-1 0,-2 0 0,0 0 0,1-1 0,2 1 90,1-2-180,1 1 90,14 0 0,-9-4 0,10 1 0,-2-14 0,-6 9 0,11-7-90,-11 12 90,7 1 0,0 0 0,2 1 0,-1 1 0,0 2 0,1-1 0,1 2 0,10-11-90,-5 9 90,9-9 0,-8 11 0,4-2 0,-1 1 0,4-1-90,1 1-3302,16-10 3392,-11 7 0,11-7-172,-14 9 82,1 0 90,2 1 0,0 0 0,1 0 0,-1 0 0,5 0 0,1 1-90,2-2 90,4 0-336,-2 0 336,6-1 0,-4 0 0,4 1 0,-2-1-90,2 2 90,3 0 0,2 1 0,2 1 0,-1-1 0,-1 3 0,0 0 0,0 1 0,2 1-439,1 0 349,1 1 90,1 1 0,0 1 0,1 1 0,0 0 0,2 1 180,2 1-90,30-1-90,-20 3 2044,21 0-2134,-28 4 180,4 1-180,-1 1 0,4 2 90,0 0-90,0 2 90,2 1 0,-1 0 0,2 1-90,-2 1 90,1 0 0,0 1 90,-3 1-45,-7 0 0,2 2 45,19 3-90,-20-2 0,-3 0 90,3 3 0,-4 1 0,-2 3 200,-6 2-110,23 15-1951,-24-7 1861,14 11 0,-30-9 66,-4 1-66,-5 3 0,-4 2 0,-4 4 90,-1 21-180,-11-14 90,-1 17-1,-10-1 1,-4-14 0,-1 14-90,-4-20-1322,-8 18 1412,1-17 89,-8 14-617,5-20 527,-2 1 271,-4-2-360,-2 0 1852,-4-1-1492,-11 14-360,9-12 90,-7 8-90,12-16 90,2-4 0,2-3-90,3-2 0,3-4 366,0-2-276,-1 3 3015,0-2-3015,0 2 1138,3-1-11059,2-2 9410,26-2 1,-15-6-1,20-4 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57.95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2423 49 6273,'35'-10'1350,"-2"1"-721,8-1 451,-4 1 899,9 0-1350,-9 8-359,-15 12 0,-9 7 0,-20 12 90,-29 24-181,-2-4-1436,-28 25 1437,2-10-135,27-29 0,-3 1-869,-4 3 0,-3 1 869,-5 2 0,-1 0 45,-5 3 0,-1 0 0,-3 1 0,-2 1-1,-1-2 1,-3 3 120,5-4 0,-5 2 0,4-1-1201,-12 6 1,0-1 1080,11-7 0,-3 2 0,5-3 0,-4 3 0,4-4-1,-1 0 1,2 0 0,2-2 0,1 1-797,3-3 0,1-1 797,3-1 0,1 0 0,2-2 0,2-1 84,3-1 0,0-1-84,-34 27 0,8-4 442,8-6-442,5-4 1760,9-4-1760,-10 7-90,21-16 2813,-5 3-2813,22-17 203,0 0-3891,2-2 4243,18-12-1455,4-5 181,23-16-361,-2 0-629,3-3-629,1-2 2338,0-3 0,-12 13 0,-5 1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58.34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1 277 6183,'4'-36'1260,"1"1"-811,-1 3 91,3 2-1689,3-9 1508,-2 11 1011,1-5-560,-1 10 1259,-2 5-1800,16 15 1,-10 11 270,10 21-360,-8 6 90,-2 9 913,3 10-1003,-1 7-970,1 8 1060,0 6-90,1 5 90,2 6-1430,1 3 1340,1 5 90,2 1 90,-1 1-180,4 1 90,-3-1-90,3-2-1,-1-3 46,-6-31 0,1 1-45,9 27-45,-10-33 0,-1-2 135,8 15 0,1-3 0,4-6-591,3-3 501,0-7-90,0-5 0,-4-6 160,11 9-250,-12-14 90,10 6-180,-17-17 592,3 2-1311,1-4-1567,-1 1-3381,0-5 2463,-18 0 3294,-12-2 0,-3-5 0,-3-3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06.83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1 824 8432,'23'-6'5397,"-3"5"-5217,14 13-180,-2 3 90,16 10-90,-13-8 0,7 6 90,-19-10-90,-3-1 90,9 4-90,-4 0 719,4 1-539,-1-20 0,-15-5 0,7-23 0,-11-2-90,9-9 90,1-3-583,0-4 583,1-2-90,0-1 90,0-1 0,1 0 0,-1 0 0,1 2 0,-2 1 0,1 1-1,-5 2-89,1 2 180,6-15-180,-4 18-90,7-8 90,-10 22 0,0 5 0,-2 3 0,1 1-450,-1 1-3957,9 12-3509,7 5 7949,0 12 0,-7-5 0,-11-1 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08.99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829 92 6094,'-3'-25'2068,"0"2"-1438,2 0 2338,1 4-2698,2 17-360,-3 7 360,-8 20-360,-3 2 360,-7 6-360,1 5 26,-7 3-26,-1 1-3191,-5 3 3281,0-1-2105,-1 1 2105,0 0-58,-1-1 58,-1-1 90,0-2 0,2-3 0,1-2-90,4-2 90,1-3 0,0-2-90,6-2 90,-12 5-90,17-9 144,-12 9-144,12-13 2283,2 2-2373,-9-18 3369,9-6-3279,-2-16 341,4-6-341,6 3 0,-1-2 0,5 6 0,1-1 0,-1-2 0,2-22 0,0 14 0,7-26 0,0 29-89,5-6 89,0 5 0,0 4 0,2-4-90,8 18 90,-8 13 0,2 10 0,-4 31 0,-13-16 0,4 18 0,-9-19 0,-3 2 0,-1 1 0,-4 1 0,-2 2 0,-12 14 90,5-11-445,-7 10 355,7-14 0,0-2 0,0 0 0,1-1 90,2-1 180,2-3-360,3-1 270,2-4-90,2 3 0,4-5-270,9 3 270,16-10-90,12-7 174,21-11-444,22-17 270,-20 5 0,10-6 0,-30 12 0,-6 1 0,7-1-359,-3 1-1620,6 1-2968,6 4 4947,1 6 0,-17 1 0,-7 2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10.56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138 581 6903,'-67'3'2878,"9"-4"-2608,45-1 0,13-6-90,39-2 90,7-1-1377,21-5 1557,14-3-360,-30 8 0,3 0-794,4-2 1,3 0 793,8-1 0,1 0-967,6-1 0,2 0 967,5-1 0,2 0 0,1 0 0,2 0-930,3 0 0,1 0 930,-1-1 0,0 1-45,1 1 0,0 0-411,-1 1 1,0-1 410,-1 1 0,0 1-207,-2-1 0,0 1 207,-2 0 0,-1 0 344,-1 1 1,-1 0-390,-7 1 0,-1 0 180,1 2 0,-1-1-180,-7 2 0,-2-1 90,1 2 0,-1 0 227,-4 1 0,-2 0-228,-6 1 1,-2 0 988,45-2-808,-16 0-450,-8 3 29,5 0 241,-13 2 2093,8 2-4162,-29 5 2373,-7 2 1,-26-1-1,-2 0 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12.18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1 149 6273,'2'-32'1709,"-1"4"-269,-2 3 1078,-2 4-2428,22 9 0,-3 12-3392,31 10 3302,-12 6 0,9 1 90,-1-2-90,30 7 0,-10-4-990,27 5 990,-23-7 44,26 2 1,6-1-45,-42-7 0,0 0 0,10 2 0,7 1 0,-8-2 0,-13-3 0,-4 0 0,2 0 0,-1 0 0,2 0 0,1-1 45,21 3 0,0-1-640,-18-3 1,1 1 639,15 0 0,-1 0-45,20 2 0,-2-3 1028,-4 0-1028,-5-2-204,-3-1 204,-5-1 0,-3 0 0,-4-2 90,17 1-90,-6-1 180,1-1 1738,-10 1-1828,-58-6 1546,-10-1-1636,-35-4 1727,-2 0-1907,-24-10 90,22 6 96,-23-12-96,32 8 0,3-3 76,1 0-76,2 0 0,-10-19 90,12 16 0,-2-13 0,14 20-90,4-5 90,2 3-359,1-4 628,33 13-269,1 10 0,19 9 0,-10 7 0,-8-2-3287,1 1 3287,1 2 0,0 2-59,-2 0 59,1 2 0,0-1 0,-1 1 0,-3-2 0,7 6 0,-6-4 180,2 4 180,-9-6 3183,-18-1-3453,-18 2 0,-14-2 180,-11 2-306,-1-1 216,-3 0-3292,-3 0 3292,-3 2-90,5-2 90,-19 9-90,9-1-90,0 1-180,17-4-719,15-4-338,11 0-652,11 2 4112,25-11-3753,7-8 1530,30-18 0,-38 8 0,10-6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12.57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1 120 7892,'23'-3'2519,"0"8"-2069,-1 9-270,-3 7 0,-5-4-4342,0 3 4252,0 1 270,0 1 499,0-1-589,-1 1-270,-3-1 270,0-2-90,1 3 90,-4-2 3302,6 0-3392,3-19-270,-6-5 180,9-16-270,5-22 180,2 5 0,5-10-90,-7 15 0,-10 11 90,4 1-90,7-9 0,-4 8-90,7-4-360,-10 10-179,5-3-451,-3 3-1528,10 0 2698,2 3 0,-14 7 0,0 1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12.79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 0 8252,'40'7'4048,"-19"9"-3598,-14 2-1,-19 7-89,4-5-90,-4 1 0,2 0-90,1 1-90,-1 2 90,2-3 0,1 1-180,0 2-450,3-4-1799,4 2 1799,18-14-269,1-8-91,13-13-89,-4-5-540,0-4-360,5-3 951,-4-3 0,0-2 0,-4-2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12.95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6 7353,'12'-5'157,"5"4"0,-4 10 1,-1-1-1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13.17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314 0 6903,'-33'24'2069,"5"3"-1529,-5 0-91,4 4 1,-5 0-90,1 3 0,3 2 89,-4 17-269,12-12-90,-1 11 0,14-17 0,4-3-270,13 17 0,1-20-269,9 11-91,6-22 0,10-6 360,21-8-269,-3-8-1,6-12-90,-9-3-533,2-4 443,4-2-179,-1-5 89,4-1-77,-1-3 1,4-3 0,2-1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13.51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100 0 9512,'9'24'1529,"-4"3"-1170,-12 3 271,-2 22-360,0-9-571,1 18 480,3-17 271,-4 24-360,2-17 298,-3 17-388,2-23 180,1-3-180,0-3 180,-1-5-270,2-5 90,1-4-630,-2 1 94,5-4 446,27-15 0,-8-5 90,26-18 90,-15 2-90,0-2 360,1 1-90,0 2 90,4-2 89,-2 4-179,19 5-180,-8 12 180,6 6-1196,-11 8 1106,-5-1 0,-4 3-189,3 2 189,-4 1-90,1-1 0,-1-1 0,-1-1 0,2-3-90,1-1-180,0-4-540,2-2-179,19-3-873,-5-6-1107,21-6-898,-8-11 3276,7-5 0,0-7 0,2-2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17.08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327 189 6094,'-41'-22'1619,"0"2"-1260,9 1 271,-1 1-360,7 1 270,-3 1-181,3 2 541,1 0-1,-3-3 1,7 2-271,-3-1-269,24 19-450,3 2 360,21 17-270,-5 0 180,4 5-3662,2 5 3392,8 22 90,-6-10-1388,3 16 1298,-9-17-79,-5 0 169,3 0 0,-1 0 180,6 13 0,-4-15-270,3 11 269,-5-21-268,-2-1-1,-1-4 90,-1-2-90,-3-3 0,-1-3 2710,1 3-2980,3-4-1406,0 2 597,2-15 629,-3-8-449,0-11 317,-4-3 672,1 1 0,-6 7 0,1 2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17.45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489 92 6183,'11'-21'1979,"0"-4"-180,-1 5-270,-3-3-1529,-18 20 0,-1 4 0,-18 17 0,0 3 0,-9 5 90,-4 3 0,-5 3-721,-1 0 721,1 1 0,3-4 0,7 0-199,4-4 199,5-1-90,7-2 0,5 0 90,3-1-90,4-1 89,5 0 1,1-1 535,8 7-535,1-7-1159,6 5 1159,3-8 0,2-2-90,5-1 90,0-1-90,5 0 90,0-1-90,5 0 90,-1-2-90,5 0 90,1-1-90,5 0 0,1-1 963,3 0-963,4-1 270,1 0-360,-1-1 270,3 1-360,-4-1-89,2-1-451,15 2 90,1-1-179,5 1-630,-10-1 1439,-11 0 0,-24-3 0,-7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17.67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33 6363,'38'-6'3688,"4"1"-3238,7 2-360,9 2 0,3 0-360,-1-2-719,-7 0 989,-6-3 0,-24 4 0,-6-1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17.85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1 180 8342,'27'-16'900,"0"3"-630,15 2-91,12-1-179,-4 1-947,13-3 857,-7 2 180,-4 0-360,3 2 180,-4 0-270,-2 2 272,-4-1-1801,12-4 1935,-7 1 1,-12 2-1,-14 3 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18.26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0 153 6273,'21'-20'1440,"-4"5"-6561,8-3 5661,9 1-360,-7 4 1408,13-3-1408,-11 5-90,4 0 860,0 2-771,2 1 1,11 0-90,0 2 3392,12 6-3392,-25 8 0,-14 12-90,-22 1 0,-10 4 90,-1-7-90,-1-1 0,1-2 0,1 4 0,4-1 90,10 3 90,9-3 90,10-2-180,14-1-180,5-1 270,1-2-180,17 4-90,-20-4 270,13 5-180,-16-3 269,1 3-269,12 12 180,0 8-595,-4 2 505,-7 1 180,-17-9-90,-2 0 0,-1 0 128,2 11-128,-6-10-91,1 5 91,-6-13-90,0-3 90,-3-1 180,1 4-630,-4-2-180,-13 7 233,0-7-862,-17 1-1260,-3-3-719,-11 3 3008,-13 3 1,-16 2 0,-9 3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26.97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1453 58 8252,'-45'-4'5127,"2"-1"-4947,8-3-90,-2-1 90,-8 3-180,1-2 90,0 2 90,-4 0-180,7 1-90,26 5 90,15 5 90,30 5 90,-2 3 0,-2-1 0,-2 0-270,4 1 180,2-2 0,-4 7 0,1-4-1,-5 2-89,0-2 90,-2-1-90,3-1 90,-2 0-90,3 1 180,1 1-90,0 1 0,2 3 0,-7-1 0,6 2 0,-6-1 0,7 4-90,-1 1 90,0 1-90,1-2 0,-2-1 0,3-3 0,0-2 0,0-1 90,-4 0-90,0 0 90,-5 1-90,2 1 0,-4 0 0,1 1 0,-3-2 90,3 1-90,-1-1 0,-2 1 0,5 1 0,-6-2 0,2 1 0,1-2 0,-1 0 0,2 1 90,2-4-90,2 1 0,-5 2 0,3-2-90,-7 3 180,3-2 90,0 0-7106,1 0 14481,-18-11-7375,-10-2 90,-27-6-90,-13 1 90,-3 4-180,-7-2 90,6-1-180,-2-1 0,4-2 0,2 0 0,1-1 90,3-1-90,-5 0 0,5-1 0,3 1 0,5 1 0,-1-1 0,3-2 0,0 1 0,0-2 0,2 0 89,-3 0-178,2 1 89,-4 0 0,8 1 0,-10-2 0,9 2 0,-9-4-3392,12 3 3392,-6-2 0,10 2 0,-3 0 0,3 0 0,-1 0 0,1-1 0,-1 0 3392,-3 0-3392,3-1 0,-3-2 0,1 2 0,0-1 0,0 2-90,3 0 90,-4-1 90,4 1-180,-8-3 90,7 3 0,-3-3 0,2 3 0,-5-2 0,6 2 90,-10 0-90,6-1 0,-6 0 0,7 1 0,-3 1 0,3 1 3,-2-2 0,-3 1 87,-3-3 6,3 2-2794,0 1 1348,35 2 631,18 0-91,28 2-92,10 1-1,-2 1-177,8 1 85,5 1 995,3 6 0,1 3 0,20 5 0,-20-2 0,0 1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28.12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2276 1377 6004,'-4'4'8725,"-10"-2"-8546,-25-9 1,-2-1-90,4-1 0,-2 0 0,1-2 0,-1-2 0,3-3-90,-5 0-3302,5-2 3302,6 3 90,-4-4-90,3 3 0,-5-4 90,-1-1-90,5-1 0,0-1 3392,2 0-3302,5 4-90,-1-4 0,0 5 0,0-6 0,1 6 90,3 0-90,-1 1 0,-4-2 0,3 0 0,-2 0 0,10 6 0,-3 0 90,0 1-90,-4-3 0,4 2-3392,-3-3 3392,6 2 0,-3-1 0,1 1 0,-3-5 0,1 5 0,-1-5 0,-6 1 0,7 4 3392,-11-11-3392,11 10 0,-7-5 0,5 5 0,-1 0 0,-11-6 0,9 5 0,-9-4 0,11 6 0,2 0 0,-3 0 0,5 1 0,-3-1 0,-4-2 90,-5-2-90,-6-3 0,-5-1 360,10 6-450,-1 0 0,1 1 90,-2 0 0,1-1 0,-7-3 0,-3-2 0,2 0 0,-9-4 0,14 3 0,-11-7 0,15 6 0,-6-5 0,15 7 0,-1 1 0,0 0 90,5 0 90,-9 1 269,8 0-1927,-10 4-491,42 3-2259,13 6 4228,45 4 0,-29 2 0,-3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34.32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15 10771,'10'21'629,"-1"2"-179,3 16-270,-3-6 270,15 43-360,-11-34-541,7 21 541,-6-31 0,0 0-1,1-1 179,2 0-178,-2-1-90,1-2 179,3-2-179,-2-2 0,2-2 90,-5-3-90,3-3 274,1 2-184,3-3 0,-1 2 0,-7-17-90,-11-14 0,-4-11 0,-7-9 90,5 2-3482,-1-16 3392,-1 10 0,2-11 36,1 14-36,1 2 0,-1 0 0,2 2 0,0-18 90,4 19-90,0-13-90,1 24 3276,2-4-4356,24-7 891,3 4-800,27-2 359,-13 15-539,8 2-540,10 6 1799,10 3 0,-21 1 0,-10 2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34.55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8252,'24'14'2069,"-1"6"-1799,-12-1 0,-1 3-90,-1-5 90,0 0-181,3 1 91,0-2-90,1 1 0,-1 0 0,2 0 0,0 0 0,1-1-90,3 4 90,-2-4-180,9 6-270,1-8-179,6 2-631,3-5 451,8-5 269,-6-11 0,-1-5-179,-10-8-271,-9 0 1,0-5 899,-5 0 0,-3 9 0,-6 2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34.68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7623,'44'9'-390,"-18"-5"0,-11 2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35.29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387 187 6813,'-36'12'2069,"2"0"-1529,-1 2-1,1 2-5659,-1 4 5659,2 3 532,0 4-712,2 2 762,3 2-851,-6 3 0,13 0-90,-2 1 0,14-1-90,9-1 90,1-1-2095,6-2 1915,11 0 2004,0-3-2004,12-3 590,-4-2-680,4-2 0,17 1-90,-10-6 1,14 1-91,-14-9 207,20-2-27,9-7-90,-3-2 1441,-1-8-1441,-23 0-217,0-6 127,2-2 0,-2-5-89,1-1-299,-2-3 298,-1-3 0,-1-1 90,-1-3-269,6-18 269,-10 11 90,4-14 0,-14 17 90,-5 0-2605,0 0 2605,-6 3 90,-2 2 691,-2 3-601,-4 4 182,0 3 358,-2 3 228,-4-1-228,0 4 3106,-5-4-3467,13 7 955,10 9-955,20 12 91,0 10-180,5 8-90,-10 0 0,1 6 0,-1 3 0,-4 3 0,-2 1 0,-4 2-90,-1 0 90,-3-1-90,1-2 0,-6-2 90,3-2-90,-3-2-90,1 4-90,0-10-180,-1 5 90,1-12 180,3-12 180,6-15-90,-1-10 90,7-5-90,-5 6-3392,4 3 3482,-4 2 0,1 1 180,10-1 180,7 4 269,50 10-539,-29 5-135,28 15 224,-21 10 2367,-18-7-2546,21 11-90,-24-11-450,29 7 0,-20-8-180,19 1-269,-25-9-91,3-5-179,-2-3-450,5-4-540,-4-6 2159,2-3 0,-26 3 0,-5-1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36.88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298 103 6453,'-39'-14'1889,"2"1"-1349,6 1 0,-1 0 809,2 2-360,-9-4-89,3 2 1079,-4-2-1889,27 13 0,13 5-1,22 12-89,8 6 90,26 20-871,-11-8 781,22 17 0,-23-17 270,3 2-270,-1 2-170,-2 0 170,-1 0 0,-4 0-403,-1-1 403,-4 0 0,-2-1 0,-3-2 0,-3-1 90,-1-1-180,-6-2 90,-1-1-180,-5-3 827,0-2-827,-1-4-1445,6 7-1074,-4-8 1710,27-10 539,-21-14 534,14-17-534,-19 0 91,-2-3 359,-3-4-360,-3-2 270,0-2-90,-4-2 180,1-2-90,-1-1 0,-3 0-3392,-2-1 3482,-1 0 0,-1 0-83,0 0 173,0 2 0,-1 2 0,0 1 0,0 5 89,1 2 1,-3 4 540,3 2 3350,-6-1-3080,1 5-326,-10-2-574,-1 20 0,-1 3 450,-7 30-181,16-7-269,-12 11 0,13-7 0,-5 0 0,2 0 0,3-1 180,-3 13-180,7-10-90,0 8 90,6-14 0,2 0-90,2-2 90,2-1 180,2 1-270,2-3 180,1-1-180,0-2 89,4-2-89,3 4 90,5-3-180,8 4-89,6-6-181,8-5-180,12-4-45,-1-10 1,3-2-136,15-3-60,-18 0 1,-3-1 59,-1-3-719,-3-2-180,2 1 1619,-5-1 0,-19 7 0,-8 1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37.08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1 126 9152,'41'-9'1619,"4"-1"-1529,-2 2 0,1-1-90,-10 1 0,3-2-90,0 1-90,1-1-90,1 1-360,3 0-179,3-3 809,-2 2 0,-16 3 0,-10 2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37.29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14 160 6633,'-13'-15'1889,"13"0"-1709,23-5 0,6 5 0,13 0 0,-6 5 180,7 0-1,23-5-1719,-12 5 1360,15-3 0,-23 7 342,14 0-612,-2 2-539,8 0 865,1 3 0,-35 1 0,-2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39.36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1 108 10681,'31'-13'630,"6"0"-451,11 0-89,-1 2 180,-4 2-180,-2 0 360,-2 4-270,0-2-810,2 2-719,-5-2-450,4 0 1799,6 2 0,-20 2 0,1 2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39.87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13 0 10681,'-1'28'989,"-5"-4"-989,6 8 270,-6-10-270,7 4 180,-1-9-90,1 7 90,2-1 0,2 2 90,-1-2-90,7-6 89,14-8-269,16-2 90,14-8-270,5 2 180,2 3 90,3 2 0,-1 4 0,2 3 0,-20-1 0,-3 1-516,-5 4 426,-12-4 90,9 5 0,-20-2 0,-6-1 0,0 3-90,-7 1 90,-4 1-90,-3 1 696,-13 1-696,0 0 90,-17 8-90,6-8 0,-11 6 0,9-12-180,5-1-989,-9 1 1169,6-4 0,8-2 0,6-5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53.457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1887 1057 6453,'-30'-9'6297,"3"-1"-6117,-8 2-90,7-4 0,-3 2-1,4-2 1,-3 2 0,6-1 0,-3 0 0,-1-1-3392,-3 0 3302,-2-1 90,-2-1-165,-5-1 435,-1-2-360,-3 1 270,2-1-270,-3-1 0,0 0-2124,-2 0 2124,-2-1 90,2 1-156,0-2 156,9-2-90,-5 3 0,6-2 90,-8 4-90,-15-11 0,15 8 90,-10-6-90,21 9 0,0 0 90,6 1 1957,-1 1-1957,6 0 69,-1 1-159,1 0 0,3 0 3273,0 1-3273,4-1 357,-1 2-357,-4-6 0,0 0 90,-4-5-90,1 1 0,3 0 90,-3 2-90,3 0 0,-6-2 0,3 0 0,2-2 90,-4 2-90,6 1 0,-6 2 0,1 1 90,2 0-90,8 0 0,-8 3 0,12 0 1529,-9 1-1349,1-1-2788,-5 4 1258,26 0-269,12 5 810,49 1-1260,-3 2-1469,14 3 3538,-17 3 0,-24-1 0,-8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54.441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2520 682 6633,'-5'2'7646,"-6"-2"-7556,-31-7 0,-10 0 0,-2 0-90,-23 0 90,17-1-473,0 0 383,14 3 90,6-3-90,-9 3 90,2-3 90,-41-7-180,33 4-569,-30-4 569,40 5 90,-1 1-90,-1-1 90,2 0 0,1-1-90,3 0 90,-1-2-90,-1 1 90,-20-9-90,17 6 0,-15-6 90,21 6-90,-19-7 90,-6-2-90,2-1-93,3 1 93,20 9 90,-1-1 562,-16-4-562,-12-6-90,11 4-284,-1 0 284,30 10 0,-9-1 0,3 0 645,-3-1-645,8 1 0,1 2 0,1 0 301,-5 1-301,-2-1 0,2 0 0,-5 0 0,1-1 0,-6 1 0,-1 0 0,0-2 0,4 2-4588,5 0 2700,30 12-1800,23 0 3688,37 10 0,-19-6 0,-1-1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55.294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1995 1588 6543,'11'-4'6117,"-13"-5"-7154,-20-8 1127,-8 0 361,5 2-271,-4-1-90,0-2-90,-4-1 0,-4-4 90,-5 0-3014,-3-3 2924,-5-3 0,-2-1-229,-7-3 229,-2-2 0,-2-2-310,-5-2 310,-3-1 270,-2 0-225,20 12 0,0 1 45,-25-13-45,31 14 0,2 2 45,-22-7 0,14 1-528,-9 3 528,15 0 2564,-6 3-2564,-9-9-90,9 9 22,-7-7 68,22 11-90,3-1 1015,4 3-1015,2-1 982,2 1-982,-8-12 0,9 7 22,-4-8-22,14 7 478,0-1-478,3-2 0,-2 0 33,6-1-33,-1-1 0,4 2 0,1-1 179,1 2-179,4 0 180,-4 1-270,4 2 270,-3 2-90,3 2 0,-5-5-90,5 1 90,-8-4-270,8 4 90,-8 1 0,3 2 540,-6 0-180,-9 6-270,-10 2-5217,-6 3 2608,29 1 2609,25 4 0,8 0 0,4 3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56.556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10750 3414 6543,'-12'-4'5757,"0"0"-5667,-58-8 90,26 4-90,-5 0-5661,11 1 5751,-3-1 1409,-4-1-1409,-2-1 270,-28-5 163,16 2-523,-20-3 179,20 3-2336,-30-7 2067,19 5 90,-24-6 1246,27 5-1336,-2-2 0,-4-2 90,-4-1-90,-3-3 45,23 7 0,-1 0-45,-29-11-414,30 11 0,2-1 504,-22-8-90,2 0-142,1-1 142,0-1 90,2 0-45,18 8 0,-1-2-45,-26-10 45,27 11 0,0 0 45,-18-9 0,0 2 90,-1 0-90,2 1 0,-3 1 0,-1 0-1,0 1 1,-5 1 0,4-1 0,-5 2-90,2 0 90,-4 0-90,1 2 90,0 0-90,1 0 90,3 1-90,1 0 90,1 2-90,3-1 0,2 2 0,5-1 1746,1 1-1746,4 1 0,-1-1 0,3 1 0,-1 0 90,5-1-90,0 2 0,2-1-1503,2 1 1503,1-1 90,2 0 447,3-1-537,1 1 519,2-1-519,1 0 0,0 0 5,0 0-1,3-1 91,0-1-178,2 1 173,-2 0-90,0 0 0,-1 0 0,-3 0-5,3 1 1,0 1-2,1 1 0,2 1 6,-15-8 90,10 7-180,-10-6 180,15 8-180,1-1 180,1 1-180,-1-1 90,-2 0-1536,3 1 1536,-5-1 1848,2-1-1848,-3 0 0,-1-1 0,-2-2 0,-2-1 0,-5 0 0,5-1 0,-6 0 0,1-1-1032,-5 0 1044,-2-1-1,-2 1-30,-1 0 112,0 1-16,-3 0 81,2 1 162,-2 0-191,0 0 78,0 1 739,-1 0-773,1 0 15,0 2-342,1-1 256,1 1-83,1 1 10,3 0 14,2 0-77,3 0 1260,2 1-1262,7 0 180,-21-4-71,21 4 56,-30-8-21,34 10 17,-8-3-1,18 4 380,0 2-366,-11-3-184,10 2 139,-10-2-118,3-2 138,6 3-84,-8-3 37,7 4-161,0-1 120,-4 0-21,-1-1-66,-23-6 42,14 3 1660,-19-4-1729,21 4-4,-5 0 82,2 2-75,-2-4 111,-1 4-2481,-26-7 2398,18 6-57,-21-5-403,4 0 399,15 5-410,-15-4 411,26 6-138,-22-5 170,22 5 35,-18-4 7,27 6 55,-5-1-55,7 1 182,0-1 2497,5 1-2516,-15-5-9,12 5-1986,-6-6 2161,13 7-131,-5-5 196,-5-2-134,-8-1-3,-1-2 1,13 4 95,0 1-190,8 3-25,-1 0-16,-2 0-138,-4 0-25,3 0 81,-3 0-143,4 1 29,-2-1-29,-1 1-99,-4-1 90,1 0-2,-19-3-2,11 3-57,-13-3 41,13 4-71,1 0 64,-3 0 36,2-1 58,-3 0-48,-18-6 121,13 4 6,-14-4 52,24 3 40,0 2 51,5-2 116,0 1-49,5-1 155,-21-12-60,21 11-586,-16-11-700,29 13-141,14-1 2269,29 3-1874,12 3-1036,20 3-996,-3 4 2665,5 1 1,-25 1-1,-5 0 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58.348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9018 4161 6183,'43'-5'4948,"0"3"-4679,-34-5 1,-9 1-180,-42-11-90,8 3-597,-36-16 687,27 13 0,-26-14 0,26 12-90,-7-2 90,-5-1-90,-39-13-1252,19 8 1297,23 8 0,-1 0-45,-25-7 90,-2-2 0,-4 0 90,1 0-90,-3 0 0,-1 0 0,-4-1 89,2 1 1,-2-3 0,29 12 0,0 0 0,14 2 0,1 1-180,-14-3 0,2 1 0,-22-8-727,3 0 727,1 2-359,-1-2 359,5 2 0,6-3 90,-1 2-90,8-3 0,-6 2 0,6-2 270,3 2-360,1-1 270,1 0-270,2-1 270,-2 1-270,-3 0 90,5 2-225,-7 0 225,8 2 1050,-2 1-1045,-22-8 0,14 8-159,-17-6 252,21 11 256,1 0 509,1 0-430,0 1-313,5 1 1,0 1 293,-11-5-635,13 5 0,1-1 538,3 0-240,-3-1 214,2 1-378,2-2-69,-19-7-258,16 4-813,-14-6 902,20 9-90,0 0 191,3 0-49,-2-2 12,-1 1 523,3-3-359,-3 3 277,1-1-270,1 1 270,-1-1-270,-2-1 180,0 1-2050,-1-2 1870,-3 2-841,-15-11 931,21 8 936,-26-7-936,32 8 0,-14-1-90,6 1 252,-19-9-146,13 9 2836,-12-7-2727,18 9-3,2 0 1395,0 1-1285,-1 0 91,1-1 21,0 0 110,2 0-60,-1 0 128,0 1-158,1 0 132,-1 0-354,4 0 219,-3 2-268,4-1 249,-1 2-362,1-3 381,0 0-301,1 2 286,-1-2-276,3 1-3269,-2 0 3343,2-1-51,-9 1-66,6 0 36,-6 0-92,11 2 47,-3-2 50,2 2 130,-2 0-326,-3-1-97,5 1 308,-5 0-238,0 0 238,-2 0-317,-4 0-10,3 0 55,-2 1 3766,2-2-3678,0 1-157,-2 0 148,2-2 18,-3 1-3250,1-1 3437,-1-2-66,-1 1 61,0-2-13,-5 0 3,2-1-72,-25-12-62,16 7 46,-15-8-44,18 10-33,2-2 61,1 1-15,1-1-78,1 0 81,0 0-92,-2-1-64,4 1-39,-16-13-139,20 10 54,-12-9-5,23 12 160,-1 1-27,3 1-154,-1 1 140,2 1 192,-18-16-98,16 16-25,-14-11-6,21 18-22,-1 1 4,1 1 264,-1-1 6,-2 1-20,-1 0-4,0-1 3392,-5 0-3318,2 0 368,-3-2-262,1 1-88,1-1 143,-3-1-15,3 1 27,-1 0-127,0 1 33,3 0 41,-2 0-43,1-1 45,-1 2-236,1-2 133,2 2-73,-1-2 72,2 2-27,-1 0-73,1-1-4005,2 0 4028,-2 0 89,2 0-58,-1 0-17,-16-11 33,15 8 61,-14-8 7,21 12-4,0 0-2,2 0 90,0 0-69,-1 1 39,-8-4-150,1-1-16,-9-3-24,3 3-152,0 2-217,5 2 15,-5 3-7243,3 1 3528,35 7 3778,-7 5 0,27 2 1,-18 1-1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1.083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476 147 6363,'-91'-1'3328,"2"1"-2338,10 0-181,7 0 91,10-1-360,10-1-540,23-9 0,27-2 0,19-5-90,22 1-169,-2 4 259,5 0 0,6 1-3306,1 0 3306,4 1-90,0 3-314,44-2 404,-13 7 0,-26 2 0,-1 1 0,15 5 0,-12 4 0,-4 7 0,-14-3 0,8 8 0,-22-4 0,-6 2 0,-5 2 165,-6 2-165,-2 2 0,-13 13 0,-3-9 3232,-6 7-3142,-2-15-90,1-3 482,-3 3-482,0-6-540,-3 2 540,36-8-90,0-6 90,37-1 0,-3-4 0,1 6 0,2-1 180,13 13-90,-21-3 0,5 9 90,-33-3 0,-9 2 0,-12 2-90,-10 0-1,-8-1 1,-11-1-90,-9 0 90,-4-1-180,-5-3-629,5-3-3509,-1-2 1800,18-15 2428,18-5 0,8-2 0,13 1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1.409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214 1 8252,'38'19'900,"-9"-1"-630,-18 25-90,-8-12 89,-4 15 1,-7-11 0,-4 2-90,-4 1 0,0 3-90,-5-1 90,1 2-90,-9-1-466,5-2 466,-3-1-90,7-3 90,2-3 0,0-2 92,4-3-182,1-4 0,5-2 2,0 3-452,-8-9-359,15 8-181,-3-9-887,15 3 1877,9-3 0,-11-7 0,3-1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1.796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119 0 7353,'-25'20'719,"3"1"-539,5 4 0,6 1 0,-9 3 90,9 13-180,0-9 0,9 8 0,8-13-90,2-2 0,3-2 90,2 0-90,4-4 90,2-1-90,4-2 90,3 0-90,3-2 0,3-1 0,2-1 0,3-1 90,19 3-90,-9-4 0,11 3-265,-16-5 355,-1-1 0,-1 0 0,-2-1 0,-1 1 90,-2 0-90,1 0 90,-3 1-1033,2-1 1213,-2 0-90,12 4 89,0 1 322,6 4-411,-10 0-1,-11 3-89,-12 1 977,-14 4-1157,-12 0-270,-11 1-450,-10-4-359,-3-2-270,-6-5-2069,-1-5 3418,-12-7 0,24 0 0,0-6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2.059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13 226 0,'-13'-12'1680,"25"-1"838,24-5-2428,17 0 180,-10 1-1297,7-2 1117,-2-1-90,3 1 1027,-3-1-1117,-3 3 0,-3 1-180,-1 3-90,-6 3 1948,8-1-2308,4 8 180,-5 8-269,-6 7-181,-15 5 990,-13-1 0,-1-7 0,-6-1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2.496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27 211 6273,'-13'-20'4858,"-1"2"-4499,26 14-269,1 11 0,17 8 0,-4 7 0,-6-3 0,9 10 0,-11-6 0,8 6-90,-13-11 90,6 2 270,-5-3 809,1 3-1079,-25-18 0,-3-8-180,-11-12 90,-2-15 0,13 10-90,-4-20-180,11 16 90,3-8-179,4 11-1,3 3-720,9-9 541,1 9-3573,9-8 3483,-2 12-1,5 0 0,1 3-539,4 2 1169,1 2 0,-13 5 0,-3 1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2.694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 1 6723,'22'31'2519,"2"-2"-1980,-6-3-89,5-3-90,4-3 0,1-5 0,8-4-450,7-4-90,0-6-90,10-9-180,-19-3 0,1-7-89,-15 3-91,0-2 180,-6-1-719,-1 0 0,-8-1 1169,-1 1 0,-6 8 0,1 1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2.831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 0 7533,'28'6'0,"-4"-2"0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3.134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629 0 6993,'-66'9'2159,"2"4"-1530,11 5-1459,-1 5 1369,-2 5-89,-2 4-90,4 5 0,3 2-91,6 3 1,5 1-90,7 2 0,6-2 0,10 0 345,8-2-435,8-3 0,7-2-90,10-2 0,8-3-90,9-3 90,4-4-180,6-2 44,-1-4 46,8-3-3037,-3-3 3127,3-3-90,23-3-68,-16-5-22,17-5 0,-19-4-449,22-12-181,4-6-84,0-2 535,-10 0-541,-7-4 450,-18 7 91,12-8 2692,-29 9-2693,-1 1 1,-7-1 726,-2-1-547,-4 0-269,-3-1 449,-6-1 0,-2 12 0,-4 2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3.463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158 410 6183,'-14'-50'720,"-2"0"-6110,1 5 6019,-8-12-359,6 18 1557,-6-7-1557,11 20 864,-2 4-594,5 2-1,-2-2-179,7 3 3289,23 5-3470,16 14 91,40 18-180,-13 5-861,-14-2 0,0 0 861,9 8-90,17 13-540,-25-12 540,-2 2 0,9 16-180,-14-12 180,8 14-90,-20-19 90,-5 0-179,-6-3 179,0-3 0,-7-3-90,2-3 90,0 1-90,-2-3 359,13 1 2074,-7-3-1713,38 0 409,-2-3-949,18 2 0,-18-5-90,2 1-270,-3-3-450,21-1 180,3-8-1079,8-7-539,-7-12 269,-22 1 1648,-10-1 1,-33 13 0,-3 1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4.361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43 114 7623,'-33'-7'3688,"24"-5"-3599,19-5-89,19 0 0,2 3 90,0 2-90,2 1 0,8-1 180,-3 3 90,21 6-180,-12 12 90,0 7 0,-9 25 0,-21-10-90,-1 16 0,-12-10 0,-1 0 90,-10 31-180,6-26 90,-6 20-90,6-35 89,2-5-89,0 6 0,8-5 0,9 2 0,14-6-89,7-7-1,7-4-360,1-4-360,12-3 271,-2-4-901,-2-2 721,6-4-91,-28-1-269,17-1-180,-15-1 1259,1 1 0,-13 4 0,-8 2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4.577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111 1 7353,'-22'21'1709,"2"1"-1349,6-2-5661,3 3 5751,-2 2 594,2 2-864,1 3 1042,3 2-1042,6 2 0,0 2 0,2 1-2149,-1 2 2059,0-1 0,1-1 1721,7 15-2081,-2-14-89,6 9-91,-4-16 435,1-4-704,-1-1-91,-1-3-449,1-2 1259,2-2 0,-4-9 0,1-3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4.902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163 1 6453,'-25'16'1350,"4"3"-541,-9 12-449,11-3 0,-7 11-90,9-11-91,7 0 91,0 1 0,6-2 0,7 13-90,6-9-90,10 8 90,7-12-90,5-2 0,6 0-398,5-1 397,3-3-1629,3-4 0,2-1 1630,8 4-90,-8-6 0,-1 0-1207,0-3 1297,3 0-207,3 1 207,1 0 90,-5 1 0,-2-1-609,-4 1 699,-7 0-90,1 0 1798,-8 2-1798,-2 2 1494,-9 1-1494,-5 2 0,-8 12-90,-8-5 452,-6 6-632,-11-8 0,-1-2-180,-8-2 1306,-1-3-1666,-2-1-1079,-15 1 719,8-4-627,-11-1-182,-5-9 1799,13-4 0,4-1 0,19-2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5.141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0 345 8882,'21'-15'1799,"8"-3"-1619,11 4-917,9-4 827,-3 0 0,6-4 0,2-1 268,1-2-358,5 0-643,-5 0 553,2 1-270,-6 0-3023,-3 3 2933,-4 2-997,6-2 1447,-8 6 0,-11 3 0,-14 6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5.666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23 2 7533,'-14'-2'5127,"9"7"-4857,2 17-90,8 8-1,4 4-89,0 5 0,6 2-321,1 3 231,3 0-3286,6 2 3376,2-1-90,2 0-332,1-1 332,2 0 0,-2-3 90,4-1-90,-2-2-90,1-2 180,8 11-90,-11-14-90,5 7 0,-11-17-90,-1-2-89,1-2-607,-5-3-563,7 2 1333,-5-4 106,9-11 0,-17 1 0,1-10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5.914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194 278 6094,'-40'-35'989,"3"1"-719,6 2 90,4 3-91,4 3-5749,6 3 5840,5 4 1318,6-4-1408,10 4 860,20-1-771,15 7-89,24 8-90,-13 7 90,5 8-173,-18 1 83,0 5-91,-1 0 91,-5 3 0,6 11-90,-15-5 0,4 9 0,-19-10-90,-4 1 0,-6-3 0,-5 0-7,-2-3-532,-10 3 3121,-1-3-4651,-12-2 720,-5-9 1349,10-11 0,6-1 0,14-3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6.207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25 116 6543,'17'-23'1529,"4"-4"-1259,-4 6 0,7-2 180,1 5-360,13 15 90,-9 3-90,7 12 90,-12 2-3483,-3 2 3393,0 4 126,3 14-126,-7-6-90,2 10 90,-10-12-90,-2 0 90,-5-2 3275,1-4-3275,1 4 81,-5-5-351,-6 0-180,-25-12 90,-13-10 91,-1-6-406,1-8 225,12 2-179,1-4-1,0-2-360,2-1 1,3-2 899,-1 2 0,16 8 0,0 5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6.512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0 35 6543,'31'-13'1529,"5"1"-989,6 5-180,14 5-180,-6 8-90,-4 4 90,-13 4-90,-11-1 0,-3 1-1,-4 2 181,-1 0 0,-6 6 0,-1 1-90,-9 2 0,-7-4-90,-11-4-360,-9-4-360,-18-6-89,5-7-181,-9-8 450,15-9-89,9 0-181,8-4 720,7 4 0,7 7 0,2 3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6.818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 52 6723,'34'-3'2699,"0"4"-2340,6 13-179,-1 3 0,-11 1-90,-2 0 0,-11-3 0,-1 2 90,3-1-90,-6 5 270,-1-2 629,-5 3-899,0-23 0,-2-1-90,0-30-90,-5 12 0,1-8-90,-2 8-3572,0 0 2853,2 0-180,3-4 179,4 4 900,2-2 0,-4 11 0,2 5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8.551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 1610 9871,'8'-17'4498,"16"11"-4408,9 9-90,19 12 0,-16-1 90,5 2-90,-12-4-4162,2 1 4162,-1-1 950,-1 0-860,2-1-1,3 3 91,-3-3 810,4 2-720,-8-13 0,-7-6-1,-2-14 181,6-28-360,-5 4 2803,8-21-2713,-2 12-832,-1-7 832,5-4 0,-4-4-756,-2-4 666,0-2 90,-4-2-90,2-2 0,-7-1-991,5-3 991,-4 0 0,9 0 596,-5 2 549,7 4 910,-6 5 79,5 8-243,-4 5 721,2 8-233,-5 6-430,2 5-722,-3 5-1317,1 6 0,-3 4 0,-2 4 0,2-1 0,-3 4 0,2-1-9379,-17 4 8803,-5 2 1,-4 6 0,1 2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10.331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23 178 8072,'-14'3'2249,"6"2"-2159,17 12 0,4 0 0,13-1 0,-6 4 0,15-1-90,-4 2 90,9-1-90,-1 0-225,3-2 315,-5 0-90,19 3 0,-16-5 90,11 1 180,-13-5 1619,-6-2-1709,-14-14-90,-16 0 269,-20-17-134,-4 3-135,3-5-90,-6-2 197,0-4-82,-2-1 271,0-3-45,4 0 41,1-1 266,1 3 270,4 3-253,4 4 186,8 3 782,-2-3-749,8 4 293,8-3-370,15 10-973,25 4-590,0 8-2214,9 4 1535,-8 1-733,3 1-2618,3 2 2285,2-1-125,33 3 684,-21-4 1330,23 2 259,-31-3-285,-3-1 518,-3 0 15,-3-1-80,-2 1 1211,9-1-671,-6 0 3522,6 1-3157,-10 2 785,-9 4-695,18 10-540,-18-3 648,18 5-738,-16-7-90,1-2-180,-2-2-1170,0-3 1,2-7 0,-6-9-270,-9-5 1529,-14-6 0,-11 10 0,-2 2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10.498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 20 7892,'15'-15'1530,"9"11"-3509,7 5 1979,10 10 0,-20-5 0,0-1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11.069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416 480 6363,'-58'17'1619,"3"1"-1079,12 6 0,-2 4-180,3 6-2568,-2 3 2568,6 4-90,2-1 681,7 1-501,7 15-91,19 1-269,7-3 0,17-8-1033,7-19 1033,6-1 0,28 3-90,-10-8 0,21 0-464,-18-10 374,2-4 0,1-4 0,2-3 0,3-3-90,1-6 959,0-3-959,3-4-90,-5-5 1,3-3-1,-12-4 0,7-3-90,-12-5 90,5-2-90,-8-5 91,-5-3-1,-5-4-90,-9-3 180,-4-3-90,-7-3 90,-7-2 90,-3 0 0,-6-1 180,-4 3 0,-5 2-343,-4 4 523,-1 7 180,-3 5-1890,1 6 1710,-1 6 478,0 5 61,3 4 840,-4-1-1379,7 3 127,6 13-37,10 6 3122,11 18-3392,3 5-90,4 6 90,2 4-90,4 3 0,3 3 0,3 0 90,4 2-652,1-1 562,1 0 0,-2-1 0,0-2 0,-1-2 0,-3-4 0,-1-3 0,-4-5-273,-1-3 3,-3-5 0,3 1 270,11-18 0,-10-5 0,8-18 90,-15-3 0,-1-1 90,0 1-90,-2 2 180,-4 3 731,0 3-731,5-1 463,-2 6-553,33 5 0,-10 9 90,54 19-180,-28-2-1195,27 9 1242,-21-6-59,1 1 93,1-1-79,2 0-9,-22-9 0,2 0-72,30 4-1,-32-7 1,-2 0-81,17 0-339,-4-3-857,9-2 185,-11-9-4636,-10-2 5793,-28-15 1,-19 13 0,-9-5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39.71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24575,'0'0'0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54.4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576 16 6363,'-16'-15'4948,"3"15"-4859,7 3 1,-1 18-90,-5 3 90,2 1 0,-4 1 90,6-2-90,-6 0 0,3-1 180,0-3-90,4 0 0,-2-2-90,3 2 0,-4 1-180,4 3 0,-6-1 90,6 0 90,-3-1 0,-2 0 0,2 1 90,-5-2-91,-3 2 1,0-3 0,0-1-90,2-2 90,4-1-90,0 0 90,3 1-90,1 1 0,0 0 0,1 2 0,0 2 0,-1 2 0,-2 0 0,-1 2 0,-5-1 0,2 0 0,5 0 0,2 0 180,3-4 0,-1 1-90,1-1-90,2 13 90,0-6 0,0 13-180,-4-16 0,-1-1-90,-5 1 180,1-5-90,-1 5 90,-4-7-90,8-2 90,-4 9-90,7-1 90,0 8 90,1-2-90,-1-1-90,2 1 90,2-2 0,3 2 0,4-2 0,-7-4 0,6-2 0,-4-1 0,5 2 0,4 5 0,-5-3 0,-1 1 0,-5-1 0,2 1 0,-3-2 0,1-1 0,1-1 0,0 2 90,7 1-90,-2-3 0,7 6 0,-5-3 0,1 8 0,-1-6 0,-7 0 0,-3-8-90,-2 3 180,-1-1-90,2 2 0,2 0 0,-2 1 0,0 2 90,1-1-90,0 3 90,-3 0-90,1 0 90,-3 0-90,-1-2 90,2-1-90,1-2 0,2-1 0,2 0 0,-1-3 90,1 1-90,1-1 0,0 1 0,1 1 0,-7 10 90,7 1-90,-4 6 0,9-9 0,0-6 0,-1-7-3392,-1 3 3392,1 2-616,-2 3 616,0 1 0,-5 0 0,-3-2 90,-5 7-90,4-7 3043,-1 14-2953,16-13-90,-9 10 1145,7-7-1145,-15 0 0,0-1 0,-2-4 0,-7 13 0,18-12 90,-10 10-90,15-7 0,-4 10 0,-3-3 0,0 3 0,1-13 0,0-3 0,1 1 0,-8-2 0,9 1 0,-5 0 90,10 5-90,-4 1 0,8 3 0,-7 0 0,6-1 0,-3-2 0,-1 0 0,-1-2 0,5 1 0,-7 0 0,6 15 0,-10-6 0,4 12 0,-5-12 90,-2-1-90,10-1 0,-18-4 0,14 6 0,-18 12 0,10-6 0,0 9 0,5-14 89,0-1-89,2-1 0,-5 1 0,-1-2 0,-1 2 0,2-1 90,0 0-180,3-1 180,-5 0-90,1 0 0,-2-1 0,1-1 0,1-1 0,0 12 0,-1-9 0,-2 9 0,3-15 0,0 0 0,3-1 0,-1-1 0,0 10 0,3-7-600,-1 7 600,3-9 0,0 0 0,-1 0 0,3 1 0,-3 0 0,2 1 0,6 0 600,-14-1-600,14 2 0,-16-2 0,10 2 0,-1 0 0,-3 1 0,2 0 0,-2-1 0,1-1 0,1 1 0,-2-1 0,2 0 0,-4-2 90,2 1-180,-2-1 180,0-1-180,3 2 90,-3-2 0,4 3 0,-2 0 0,-1 1 90,2 2-90,0-1 0,2 1-90,-1-1 90,-1 14 90,0-9-90,1 9 0,1-11 0,2 0 0,1 1 0,2 1 0,0-1 0,6 2 0,-12 0 0,10 2 0,-10-2-90,8 2 90,1-1 0,1 1 0,1-1 0,-3 1 0,2-1 0,-3 1 0,2-3 0,3 18 0,-4-14 0,1 14 0,-5-17 0,1 0 0,-2 0 0,1-1 0,6-2 90,-9 4-3302,7-3 3212,-11 4-124,4-3 124,-2 4-90,2 16 90,-2-10 0,0 11 0,-2-16 0,1-2 0,1 2 0,-1-2-90,1 0 90,1 31 0,-1-25 0,4 22 0,1-30 0,1 1 0,0 0 0,-1 0 269,-8 2-269,10 1-89,-5 1 89,12 0-169,-1 1 169,3 1 270,-2 1-360,1 2 90,-2-1-90,2 0 90,-1 0 0,4-2 0,-5 0 0,1-1 0,-4-1 0,1-2 270,-2-1 2932,1-1-3113,2 10 181,-6-13-399,3 10 309,-5-15-270,1-5 180,-2 3-17,-2-7-523,1 1 1,-4 4-181,6 1-90,-2 4-449,4 2-360,-3-3-1080,-3-2 2609,-3 0 0,1-14 0,0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56.2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0 579 8522,'40'-8'1169,"8"1"-989,3 3 0,10-1 90,-11 0-90,22 0-90,-15 0 90,18 2-90,-11 1 0,14-1-801,-16 0 711,5-1 180,25-2-180,-33 1 0,34-2 0,-47 3 0,1 1 90,-1-1-90,17-1 0,3 0 0,14-1 0,-8 2 90,-9 0 0,-7 1 89,-5-1-89,1 1 0,-2-1 711,-2 0-531,2-3-360,-5 2 90,7-2 0,-1 1 0,5 0 0,0-1 0,2-1 0,3 0 0,4-1 0,3 1 0,-9 1 0,15-1 0,-27 2 0,18 0 0,-17 2-410,2-1 410,2 1 0,-2-1 0,28-1 90,-18 1-936,21-1 846,-23 2 0,4 1 0,-1 0 0,3 0 0,0-1 90,1 1-90,3 1 0,0 0 0,2 0 0,-1-1 0,2 0 0,-1 1 0,-2-1 0,4 1 0,-3 0 0,2 0 0,-2 0 90,1-1-90,-1 2-90,0-1 90,-1 1 0,1 0 90,0 0-90,2 0 0,2-1 0,1 0 0,1-1 0,-1 2 0,1-3 0,0 2 90,0-2-90,3 2-2582,2-2 2582,-2 0 0,3 1-487,-5-1 487,5 0-1794,-3 0 1794,2 1 0,-3-1-271,-1 1 271,2 0 1006,-3 2-1006,5-1 90,-2 1-90,1 0 0,-22 1 0,0-1 0,33 0 45,-32 0 0,-1 1-45,22-1 0,0 0 0,4 0 45,-27 0 0,3 1-704,8-2 1,0 1 658,-2 0 0,-1 0 45,1 0 0,-4-1 1030,27 0-1075,2-1 0,-1 1 90,2-1-90,1-1 0,-24 2 0,2 0 0,-18 0 0,1-1-14,18 1 0,0-1 14,29-2 0,-49 3 0,0-1 0,1 0 0,0 0 0,1 0 0,-1 0 0,2 0 0,0-1 0,1 1 0,0-1 0,1 0 0,1 0 0,0 0 0,1 1 45,0-1 0,0 0-45,1 1 0,-1-1 0,2 0 0,-1 1 0,0-1 0,0 0 0,2 0 0,-1 1 0,0-1 0,-1 1 0,3-1 0,-1 1 0,1 0 0,-1 0 0,-1-1 0,0 2 0,0-1 0,1 1 0,-3-1 0,0 0 0,-2 1 0,3 0 0,22-2 0,1 1 0,-20 0 0,-1 1 0,18-1 0,-1-1 45,-24 2 0,-3 1-45,49-3 0,-4 2 0,-3 0-82,-4 1 82,-4 1 0,-5-1 0,-8 1 0,0-1 0,-11 2 0,-3 1 90,-5 0 1987,10 1-2077,-4 0 1000,4 1-910,-10 1 1438,-7-2-1528,-6 3 1230,5-2-1230,-3 0 260,7 0-170,4-1 0,3-1-90,4 0 0,-3 0 0,11-1 270,-12 1-270,15-1 0,-13 1 0,0 0 90,4 2 0,-2-1-90,11 1 0,-6-2 0,0-1 90,-13 1 90,7-2 449,-3 1-9803,-2 2 9174,-44-4 0,4 3 0,-35-4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0.4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66 385 7263,'-48'-4'4677,"31"-4"-4677,28-1 90,28-3-90,19-1 0,-4 0 0,6-1-332,5-1 332,2-2-876,6-1 876,0 0 0,2 0 0,2 0 0,-1-1 0,0 1 0,-1 0 0,-2 2 0,-2-2 0,-3 3 0,-5-1-627,0 3 537,-7 0-90,-1 2 0,-6 1 0,-3 2-449,-5 0-1,16-1-539,-15 1-1771,19 1 2940,-41 10 0,3-3 0,-26 8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0.7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78 0 10231,'-14'16'900,"0"2"-631,7 3 1,-3 4-90,1 2 0,-2 1 0,6 0 0,0 0-90,3-1 0,6 0 0,0 0 0,7 1 0,-2-2-90,5 0 180,5 10-180,-1-9 179,16 25-179,-13-29 0,5 13 0,-9-21-179,-3-1-451,9 2-270,-5-1-1618,3 2 2518,-4-3 0,-9-7 0,1-1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1.0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47 0 6633,'-10'26'1619,"1"1"-1169,1-5-180,2 6-90,0-6-90,3 7 0,1-3-180,0-1-1080,8 4 1170,-3-8 0,3-3 0,-2-11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1.2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 35 7713,'-2'-17'-450,"23"7"0,-13 3 0,17 6 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1.5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523 1 6813,'-71'0'2429,"2"2"-1800,8 2-359,3 6-90,14 0 0,2 6 0,9 0 0,1 3-90,4 1 90,3 2-494,3 1 494,6 0-80,2 2-10,8-1-90,4 1 90,4-1-90,4-1 89,5 0-89,14 5-89,3-6 178,8 4-178,-2-10 178,0-2-178,4 0 178,1-1-178,2-1-91,21 2 0,-16-5-56,17 1-484,-3-6 271,7-4-683,-2-2 682,-5-5-1169,-2-5 540,-15 0 1079,11-4 0,-35 9 0,-4 2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1.9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19 6453,'-13'-17'3958,"14"16"-3868,6 14 0,4 11-4252,2 11 4252,-10-5 134,2 2-134,-2 3-113,-1 0 113,-1 2-90,-1-1 0,-1-1 90,-1 13 0,1-14-180,-2 8 180,5-17-90,-1-1 0,3-4-180,0 4 2706,1-5-3605,5 2 1936,2-22-947,1-3 128,0-19-128,-1 4 90,1-3-90,2-1 90,-3 0 180,8-7 90,-5 4 719,5-1-719,-4 8-90,-6 19 0,-1 11-180,-6 8 90,-1 6 0,-1-6-90,1 0 0,0-1 90,2 1-90,1-2 0,2 1 0,5 1 0,6 1 0,4 1-90,4-3-180,1-4-630,2-2-539,8-4-180,8-7 1619,7-4 0,-20-1 0,-8-1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2.5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58 144 8162,'47'-5'720,"-5"-2"-630,5-3-90,-14-1 0,0-2 0,-9 1 0,-1 1 180,3-5 180,-8 1 359,-1-5 91,-21 5-271,-39 7-539,5 10 90,-18 9-90,27 6 90,8 2-90,0 2 180,-22 25-180,20-15 0,-15 17 0,22-21 90,3-2-180,4-1 180,0-1-180,8-4 90,-3 0 90,6 4-90,6-1 0,3 2-90,11-5-90,4-4-90,17-6 1,4-8 89,2-3-540,14-12 180,-19 3-203,12-8 293,-14 4 0,0-1-90,-1-2-449,0-1-90,-4 0 1079,-1 1 0,-18 8 0,-4 2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2.7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10141,'16'21'630,"-1"-1"-270,-6 10-180,-1-8-1,4 12-89,-6-10 0,3 2 0,-2 1 0,0-1 90,4 12-180,-3-11 90,4 8-90,-5-12 90,0-2-180,-2 0 180,2-1-270,-1-1-180,3 7-359,-3-7-361,3 10-179,-3-8 1259,-1 2 0,-2-10 0,-2-5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3.0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36 9242,'45'0'539,"5"2"-629,8 2-179,7-2-271,7-3-450,0-5-988,-4-4 1978,-8-2 0,-28 4 0,-10 1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5.3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569 1 6004,'-21'13'1259,"2"2"-989,-1 3 179,-2 4-269,-1 2 180,-3 3-270,2 2-3212,-4 2 3212,5 1 180,-5-1-1010,3 1 740,1-1 0,1 0 90,2-2-238,3 0 148,2-1 2997,-2 7-2997,4-10 1300,-3 4-1300,5-7 0,3-2 89,-5 3-15,2-3-434,-6-2-2249,-6-2 2609,-8-11 0,14 0 0,-2-7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5.7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 16 6813,'-29'-12'4138,"31"9"-9709,17 6 5661,23 8 1065,13 4-1065,-8 0-90,2 1 90,3 4 0,-3 0-90,5 3 0,0 0 90,21 10-90,-19-8 451,14 6-362,-25-11-89,-4-1 0,-2-2 0,-4-1 0,-3-2 3020,9 2-3020,-11-3-5343,12 1 5343,-23-16 0,-3 3 0,-11-10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6.7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419 1 9062,'-13'5'2069,"-3"1"-2069,17 15 269,-8 0-269,-3 4 180,0 3-180,-2 2 270,-2 2-360,-4 1-3122,-2 0 3212,-4 1 180,3 0-278,-3-1 278,2 1-270,-1-3 90,-2 0 0,2-2 0,0-3 0,2-2-90,1-4 90,4-1 0,-6 0-270,7-2-2608,-6 2 5502,31-15-4063,10-18 539,12-2 936,-2-12 1,-20 19 0,-4 1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6.98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 11 6543,'-35'-10'2969,"34"10"-2340,59 19-539,-1 1 45,-8-3 0,0-1-135,5 5-1286,3 0 1286,1 2 269,0 0-179,-5-2 0,0 1 90,13 6-225,-15-7 0,-2-1 315,-2 0-360,-5-2 270,-2-2 221,-8-1-401,-3-2 255,0 2-5922,-4-3 5667,-32-5 0,10-2 0,-28-8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7.4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356 1 7263,'-33'0'2608,"2"8"-2428,11 5 180,2 6-270,5-2 180,0 2-4432,0 3 4252,-6 13-90,7-5 950,-7 8-860,9-11 0,-2-1-90,0 0 90,-2-2-1,1 0-2267,1-3 2178,3 1 2358,-1-3-2358,2 1 90,-3-2-90,2-1-270,-7 13-539,6-9 1657,-3 11 0,10-23 0,1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7.7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7353,'0'5'3148,"2"-1"-2878,26 15-90,-2-2-90,4 0 90,8 2-90,0 0 179,26 8-1256,-13-6 1077,16 3 0,-14-9 0,1-2-90,1-2 90,2-1-1297,-4-5 1,1 0 1206,16 1-45,-17-3 0,0 0-273,17-1-132,-5-1-1259,8 0-2429,-17 1 4138,-33 4 0,-6-3 0,-25 3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8.1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 0 7533,'25'3'3328,"-8"1"-3058,-8 16-270,-12 2 180,2 1-270,-5 6 0,3-1 90,-3 3 0,1-1 0,-1 0 0,1 0 0,1-1 0,1 0 0,2-2 0,0-2 0,-1-1-90,1-3-90,-2-1-90,4 4-360,-2-1-899,-1 0 1529,-6-3 0,2-12 0,-1-1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8.3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8162,'47'7'1260,"-3"1"-991,-8 4 91,3-1-180,7 5-90,4-2 90,-1 4-957,7-3 867,0 1 0,5-3 0,2 1 0,-3-1 0,-1 0-3055,-2-2 2875,21 2 0,-21-5-359,12 2-181,-10-4-1259,-11-1 1889,11 0 0,-30-3 0,-9-1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9.8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524 744 6453,'-56'-5'1350,"2"-1"-901,4-1-3180,4-3 3181,3-1-360,3-2-2268,3-4 2268,1-2 0,3-3 922,3-2-922,3-2 0,5-1 0,1-3-1893,6-2 1893,4-1 201,9-19-201,7 11 1696,8-12-1786,6 19 90,7 1 89,4 3-179,8 0 180,4 3-90,28-9-180,-12 12-123,18-6 123,-17 12 270,2 3-360,6 1 360,3 4-360,4 2 360,0 3-360,4 4 426,-2 2-336,2 6 180,-3 3-21,-2 5 21,-3 4-180,-4 5 180,-4 4-478,-16 4 478,5 3-180,-17 2 270,3 1-360,-17 2 360,-4 1-360,-16 0 360,-2 0-1787,-11-1 1787,-12-1-270,-10-2 1644,-11-1-1554,-6-4 270,-9-2-455,-3-3 455,-9-5-180,-3-1 179,-5-5-179,-3-2 180,1-4-360,-3-3 90,4-3 0,23-5 0,-1-1-90,-25-3 45,30 0 0,2-2-45,-11-6-89,6-4-91,12-1 274,8-5-454,12 0 2663,12-4-2843,11 1 91,17 0-3635,29-9 2914,2 10 1260,19-3 0,-34 18 0,-7 4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20.3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656 327 6453,'-76'4'2159,"-1"-3"-1889,-2-2-1315,16-4 1225,8 0-90,17-2-3335,5-2 3335,1-3 1105,5-3-1195,5-3 270,6-2-360,7-2 90,7-1-90,8-1 512,8 0-422,8 1-90,7-1 90,6 6 0,5-2-262,5 5 172,6 0 90,3 2 0,-2 4 0,16 3 0,-8 3 0,16 4 0,-26 2 0,0 2-667,28 5 667,19 7 0,-34 0 0,-6 3 180,-6 1-180,-7 3 89,1 18-62,-18-10-117,-3 13 90,-22-13-89,-10 0 2805,-10 0-2716,-7 0 0,-10-2 90,-6-2-1551,-7-1 1551,-6-2 90,2 0 268,-11-6-178,-30 6-90,15-10-90,25-6 0,0-2-482,-19 0 482,-1-5 0,3-2 0,2-5 0,5-3-90,3-5 0,4-2 129,7-3-129,5-2 0,1-12-90,18 7 1759,4-7-1849,20 9 0,10 2 629,8-1-539,9 2-270,8 1 180,6 2 200,9 2-200,2 2-359,5 3-541,31 3 1,-20 4-91,21 5 1170,-33 5 0,-26-3 0,-7 1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20.8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380 604 6543,'-57'-4'2969,"6"-1"-2520,12-6-269,-2-3 0,11-2 0,-3 0-90,12 2 0,1-4 0,1-2 0,1 0 0,3-4-90,3 1 90,2-4-90,4-3 90,1 1 179,3-1-358,2 1 358,5 0-359,4 1-3122,6 1 3122,6 0-28,5 2 28,7 3 0,8 0 90,9 5-90,40-5 0,-12 7-385,-26 5 0,0 2 475,31-2-90,1 2 360,3 5-360,1 2 270,-2 5-270,-2 3 270,-4 4-270,-5 3 2057,-2 3-2057,-7 3 90,-8 3-90,-7 1 90,-10 4-90,-6-1-409,-13 3 409,-9-1 90,-23 3 0,5-3-100,-23 1 100,7-3 0,-18-1 770,-7-3-680,-7-4-873,-6-1 783,-6-3 0,-5-4 0,-2-2 0,-4-4-272,0-3 182,-3-4 90,3-2-2416,0-4 2326,5-4 0,3-4-486,-15-14 576,22 5 717,-1-13-807,28 10-360,15-2 954,11 0-953,7 2 89,11 2-1259,28-6 3143,1 10-1524,18-2 0,-29 16 0,-9 4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21.2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328 304 6543,'-53'4'2429,"-15"-2"-1979,9-4-270,0-3-91,14-8 181,23 0-270,1-6 270,23-1-270,2-1 0,16-1 0,11 0 0,7-1 0,9 0-90,8 1-781,5-1 871,8 3 0,4 1-1072,2 3 1072,5 4 0,-5 4 0,5 3 0,-3 3 0,1 4 0,2 1 45,-26 3 0,-1 1-45,28 6 0,14 4 0,-35-1 450,21 14-450,-38-8 180,15 11-324,-46-14 324,-8 1-180,-9 0 180,-10 2-270,-12-2 90,-11 1 221,-13 0-131,-8-2-90,-11 0 90,-7-3-360,-8 0 270,-6-3 90,0-4-225,28-4 0,0-2-135,-27 0 135,33-2 1,3-2-676,-9-3 1,9-4-631,11-4-36,13-5 1476,12-2 0,9 7 0,8 3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00.8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306 72 7263,'-42'-6'3058,"28"7"-2968,6 8 90,24 5 90,-8 7-270,-2 0 360,-5 3-450,-2 4 90,-6 3 90,-3 4 179,-4 3 1,-13 22-1007,7-12 1007,-13 16-360,11-18 90,0-4 0,1 1 0,4-5-90,-1 25 90,9-24 0,3 16 0,9-31-90,2-3 90,4 2-90,6-3-180,4-1 828,9-6-558,-7-19 0,-5-8 0,-7-12 0,-13-28 269,0 22-3661,-3-21 3572,0 22-270,0-2 24,-2-1-24,2-1 90,0-1 0,0-1 180,-2-1-270,2 0 360,-3 0-360,-1 2 0,0 1 90,-1 1-2336,3 4 2336,1-1 0,0 5 0,2 0 2246,0 4-2246,1 3 66,-1 1-66,4-4 3392,1 1-3482,7-2 90,8 4-90,9 3 1,15 3 89,11 5 0,18 6-752,-8 6 752,3 5-90,-15 2 180,-2 2-180,19 12-3053,-18-4 3143,15 10 270,-23-6-1120,-4 1 1030,-1 1 138,-5-3-318,-3 5-90,-2-2 90,-3 2 0,-5-1-90,-3-3 3015,-4 0-2655,-1-1 1094,-3-1-1184,-1 0-270,-2-3 317,-2-1-227,-1 5 90,-1-2-270,0 4-3688,-2-4 3868,-7-5 0,7-8 0,-5-3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01.5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1 535 6363,'29'-17'1170,"-4"3"-990,11 4-1,-1-1-543,4 0 454,9-1 0,3-2 0,7-1-90,4 0-964,4-2 964,4 0 179,1 0-358,1 0 358,-2-1-358,1 1 179,-4 1-90,24-8-90,-24 7 270,14-5-360,-16 1 90,-21 6 180,6-5 265,-24 7-355,-6 0 90,-1-5 180,-10-1 298,-10-4-208,-12 3 1035,-15 3-765,-10 4-90,-9 5-271,-14 4 91,10 4-90,-3 19-180,26-4 180,5 14-270,14-9 180,4-1-180,3 1 0,5-1 0,5-1-449,20 9 269,5-8 90,22 4 0,-4-15 270,7-9 0,-3-8-180,-12-3 270,-7-3-360,-17 1 360,-3-1-270,-5-2 270,0-10 0,-9 6-180,0-6 179,-13 8-89,0 2 180,-4 1 180,-4-3 90,0 3-540,-1-2 90,21 15-90,3 6 269,17 14-269,2 3 180,2 4-180,4 3-90,0 4-127,0 2 217,-1 3 0,-2 1 0,1 2 0,-5 3 180,0 0-180,-4 2 180,-6 1-270,-4-1 90,-5 0-90,-4-1 90,-7 2 0,-5-3-207,-5-1 297,-4-4 0,-2-4-90,-2-3 90,-3-4 90,-1-3-90,-1-4 0,-1-3 90,1-3-90,-11-2 33,-6-5-213,-13-9-180,-1-16 90,19-4 0,4-10-180,24 2 270,-2-1-359,10-4-1,3-1-90,10 0-449,18-17 629,0 14-1328,11-10 339,-6 18 1349,-1 4 0,-11 12 0,-4 5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01.9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0 283 6004,'64'-4'1709,"-9"1"-1530,9 1 1,-9-1-90,3-5 90,1-3-270,-14-1-4161,-2-2 4341,-17 2 769,-4-2-949,-3 0 90,-4-2 180,-5-5-90,-7-5 90,-6 1 180,-17-8-360,1 16 3662,-12-3-3213,4 10-179,-18-1 90,-28 4-360,12 12 90,-8 6-3482,36 12 3662,9-2-270,3 3 109,2 1-109,3 0 180,7 2-180,3-4 270,7 3-270,4-3 0,4 1 0,8-3 0,3 1 90,8-5-90,4-1 0,5-1 0,0-4 0,6-1 2951,3-4-2951,5-2 269,4-4-269,1-3-2858,0-3 2678,2-3 0,23-12-116,-21 3-154,17-8 90,-30 5-359,-3 0-91,-6-1-629,-5 1-450,-7 3 1889,-3-1 0,-13 11 0,-1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24.9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145 293 6273,'-66'4'4768,"3"-1"-4768,48 2 90,14 0 0,57 3-90,-6-1-4072,44 2 4072,-22-4 45,-22-2 0,2-1 467,38-1-467,-18-1 0,2-2 0,-15 1 0,2-1-618,22-1 0,1-1 573,-21-1 0,-3 0 89,5-1 1,0 0-601,0-1 1,0 0 600,0-2 0,1 1-135,0-1 0,0 0 135,-2-1 0,0 1-135,2-1 0,-2 0 90,-4 1 0,0-1 404,0 0 0,-1 0-359,-5 0 0,-1 0-135,1 0 0,-1 1 90,-2-1 0,0 0-525,46-8 570,-6 0-135,-23 4 0,-2 1 225,8-2-90,-20 4 0,-4 1 1388,-8 0-1298,-3 3 869,-40 0-1859,-8 6 180,-48 4 181,12 4 1061,-5 2-1242,9 1-809,-2 3 331,-10 1 1108,3 1 0,-8 2 0,4 1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25.2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68 25 6723,'-55'6'3868,"42"1"-3778,35-2 270,34-1-4522,18-2 4162,-21-4 0,2 1 90,33-1-795,-24-1 1,-1 1 704,29-2-625,3 0 625,-4-1 0,-1 0 45,-33 2 0,0 0-45,24-2 90,14 1 539,-31 1 811,-7 1-962,-39 3 1,3-2-1,-41 3 1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26.5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109 197 6453,'-52'5'5667,"-4"-1"-5307,57 0-270,29-2 0,43 0 90,26-2-676,-8-1 540,-38 0 1,3-1-606,3 0 1,1-1 605,6-1 0,2 0-1107,3 0 0,2-1 1107,4-1 0,1 0-45,3 0 0,5-1 0,-5 0 0,6-1 0,-4 1 45,15-2 0,1 1-45,-13 0 0,4 0 0,-5 0 0,6 0 0,-5 1 0,4-1 0,-1 1-903,-3 0 0,-1 0 903,-2 0 0,-1 0 0,-3 2 0,-2-1-718,-5 1 1,-3 0 717,-4 2 0,-2-1 0,-8 2 0,-1-1-765,43-1 765,-18 2 806,-10 0-717,1 1-978,-12 1-1090,-59 7 540,-5-3-360,-68 7 2118,20-4 0,22-3 0,4-1 1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26.8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64 138 7533,'-40'14'3148,"16"3"-2698,31-1-181,16-3-5479,24-3 5390,7-6 90,17-3 1073,12-3-1163,16-4-699,-44 1 1,2 0 608,3-1 0,2-1 0,4 0 0,2-1-628,0-1 1,1 0 582,2 0 0,1 0-1,-2-1 1,0 0 0,-1 1 0,-1 0 541,-5 0 1,0 0-542,-4 1 0,-1 0 45,-5 1 0,-1 0-90,44-5 180,-11 2-180,-14 3 90,-9 2 188,-1-1-5495,-14 1 4019,-27 10 1198,-23-2 0,-15 6 0,1-5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36.1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 7173,'20'0'4317,"-8"-1"-4317,76 2 0,-34-2 450,7 2-450,-12 0 0,4 3 0,-9 1 0,3-1 0,0 0 1709,2-2-1439,-41 0-270,-17-1 90,-45 0-90,-16-1 0,9 0 90,-7 0-180,14 1 90,-3-2-450,7 3 450,44-3 0,14 3 0,49-2 0,-4 2 0,1-1 0,-2-2 0,-5 3 0,-21-4 0,-8 4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38.70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327 84 6543,'-17'-13'3059,"0"1"-2790,2-4 1,-2 1 0,-4 1 270,-1 1-540,10 16 90,7 3-3482,14 13 3392,0-1 0,-2 1 90,-4 2-270,1 2 90,-5 0 90,2-2 0,-5 0 90,1-3 3392,-4 0-3482,0-1 90,6 0 0,-5-1 0,10 1-90,-10 1 0,-1-14 0,0-8 0,-6-13 0,8-6 359,-5-8-179,5 7-180,-8-6 90,9 11-90,-9 1 0,6 0 0,-5 1-180,-1 0 360,0 0-90,-2 0 0,11 14-90,5 8 0,10 16-180,6 4 0,0 1 90,-1-3 0,0-2 90,-4 0 450,-3-4-540,-16-12 90,-2-6 0,-14-16 180,3-1 0,-1-3-90,-3-1 0,5 2 0,-3 0-180,6 5 0,18 16 0,0 2 90,18 16-90,-5-1 90,-1 1 0,2 0-90,-2 2 90,0 0 0,9 16 0,-9-14 0,12 15-180,-15-21-5846,2 4 5178,-15-20 0,3 5 0,-7-14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41.0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475 96 7173,'-26'-12'4497,"1"0"-4407,7 17 0,-1 6-180,14 10 0,-5 1 90,2-3-90,0-1 90,-2 1 0,-1-2 0,0 1 0,-2 0-90,1-1 90,0 0 90,-8 7-90,4-4 0,-4 5 0,5-7 90,0 0-90,-6 7 0,3-5 0,-10 11 0,11-12 0,0 5 270,0-2-90,5 1-90,-5 2-180,5-1 180,5-1-180,2-3-90,4-18 0,5-19 180,3-8-90,5-9 90,-1 11 0,0-1 0,0-1-90,-2-2 90,3 2 0,-2-1 0,1 2 0,-1 2 180,-2 1-180,0 0 180,1 2-270,-1-1 270,4 2-90,-10 0-90,9-4 0,-12-1 0,9-2 0,-4 4 0,4 3 0,-2 0 0,15 1 0,2-1-270,4 0 270,-1 1 0,-10 1-180,7 1-90,0 2 360,12 7-90,-4 5-90,9 8 270,-1 5-180,5 3 270,19 11-360,-13-7 67,3 3-67,-19-10 270,-7-2-270,7 2 180,-6-3-3415,19 6 3235,-16-5 90,10 4 0,-7-2 90,4 2 46,2 2-136,-1 0 0,-8-1-90,-4-1 3392,-7-1-3482,-1 1 90,-1-1 180,0 0 630,0 1-540,-17-1-90,-15 0-90,-17-1 90,-15-2-90,-2 0 90,5-2 0,-13 3 0,4-2 0,-12 2-1,-2 0 1,2-1-90,6 0 90,0-2 0,6 0 0,2-2 0,2-1 0,0 0 90,-6 0 90,0-3-90,-7-2-180,6-1 90,-7 0 0,0 1 0,-9 1-3688,15 3 3598,58-8 0,-9 5 0,47-6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5:00.625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 0 7083,'7'9'9830,"-1"5"-8327,22 0-1323,-8 10-90,-6 5 90,3 5-90,-2 4 90,12 22-1015,-8-12 835,8 17 90,-8-19-90,0 0 90,1-1-90,-3 0 0,14 17 90,-11-15-90,8 13-77,-13-20 77,-1-2 0,3-2 0,-2-3 0,0-4 89,0-1-178,-4-3 89,3-3-180,0 5 590,-1-4-770,2 2-6604,-3-6 6964,0-3 0,-4-8 0,-2-1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5:01.028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609 161 6004,'-1'-29'1259,"-1"2"-180,0 4-269,-5-2-4252,-6 6 4071,-7-2 771,-14 9-1041,-8 8-89,-15 8 90,-8 8-180,10 1-123,1 2 123,18-3 0,1 1 3286,3-1-3286,3 2-90,2 0 0,5 0 0,0 2-90,7 0 90,-1 1 180,7 0-360,0 2 678,6-1-678,2 1 360,6 0-360,1 0 270,6-1-270,0 0 90,7 0-90,2-2 90,7 1 0,2-1 0,2 0 0,18 5 90,-5-5-528,12 4 438,-9-7 90,0-1-90,0 1 90,2-1-90,-1-1 90,1-2-90,-3 1 90,-3-2-1,-1 0-89,-6-1 90,1 0 0,12 2 0,0 0 0,8 1-270,-8-1-359,-9-2-361,-2 1-551,-4-2-2506,5 1 3957,7-5 0,-21 1 0,-1-5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5:01.264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1 160 10231,'40'-10'2339,"9"-2"-2249,3 3-837,3-2 657,-10 0 0,2-1-180,3 0-89,3 0-1,-5-1-90,2 0-90,-12 1-719,9 0 1326,-11 2 1,-8 5 0,-13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5:01.515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0 199 7443,'24'-12'2518,"11"0"-2248,6 2 0,5 2-623,-2-3 623,-1 2-91,6-2-89,1 0 0,1-1 0,-3 0-180,2-1-90,-3 1 1,0 1-451,-2 1-185,0-3-1164,2 2 2001,-2-1 0,-18 7 0,-10 2 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5:01.986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 96 6363,'22'-15'1619,"2"-2"-1169,1 3 360,1-1 89,7-1-179,-3 3-450,7 8-360,-14 11 90,-1 16 0,-15 1 0,-2 3 0,1 0 270,0-1-91,9 4-179,9-5 0,12-5 0,18-5-179,19-6 358,-6-3-3571,28-2 3213,-35-1 358,19 1-485,-22 0 486,0 1-617,0 2 707,-4 1-180,1 1-1812,13 9 2082,-17-3-270,8 7 2347,-24-4-2347,-5 2 0,-5 2 90,-3 1 202,-7 1-22,-5 11-180,-6-7 352,-1 6-352,-8-10 3341,5-2-3341,-6 3-90,6-2-90,2 2 153,3-5-153,6-3 0,5-2 0,4-1 0,7-1 90,-1 0-90,-4 4 0,-14 0-449,-18 5-91,-10-5-360,-12 2-6385,-43 12 7285,21-11 0,8-3 0,-1-1 0,-14 2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49.371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 6 6633,'4'-4'8006,"12"2"-8096,37 6 0,9-2 90,5-1 0,5-1 0,-8 2 0,-2-2 0,-6 0 0,-4 1 0,5-2-90,-3 3 90,3-2 0,-2 0 0,7 0-90,-4 1 90,4-1 0,-4 2 0,4-2-90,1 2 0,4 0 90,-2-1 0,-3 1 0,2-2 0,-1 0 0,2 2 0,-10-6 0,7 6-90,-9-7 90,12 5 0,1-1 0,4-1 0,-2 2 0,-7 0 0,-1 0 0,1 2 0,-1-1 0,4 1 0,-4 1 0,-3 0 0,-2-1 0,-2 1 0,-3 0-90,-3 2 90,-3 1 0,1-1 90,1 0-3148,-1-1-1979,-44-3 5037,-25 0 0,-12-2 0,0 1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50.436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0 467 8972,'46'-6'1169,"0"-1"-899,21 0 0,-2 1-90,8-1-5661,-1 1 5571,2 0 1197,0-1-1197,-1 0 901,-2-1-901,-6 0 0,-4 0 90,-3 0-180,-5-1 90,1 0 90,-3 0 2903,0-1-3173,-1 2 659,-1-2-749,-1 1 180,1-2-90,-2 0 90,2-1 0,0 1 0,-1-1 0,0 2 0,-2 0 0,1-2 0,1 1 0,3 1 0,-7 0 0,2 1 0,-8 0 0,5-1 90,-6 0-90,3-1 90,2 1-90,0-2 90,0 2-90,-4-1 0,-6 3 90,0 0-90,3 0-663,-3-1 753,2 1-90,-1 0 90,13-1-90,1-1 90,8 1-90,-1-1 0,-10 4-4194,6-1 4194,-40 9 0,9-3 0,-33 5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51.663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0 638 6363,'31'-5'4048,"-7"-1"-3868,71 0 90,-17 1-360,-16-2 360,1 2-1237,-4-5 877,-13 4 270,12-3-246,-19 3 156,-1 1 0,14-2-90,-1 1 0,9-2 90,-7 1 90,-5 1 603,4 0-783,-7 1 339,3 0-339,-4-2 90,1 0 0,6 0-90,0-2 90,7 0-90,0-2-90,6-1 90,-10 1 0,9 0-180,-11-1 90,13 2 0,-9-2 0,5 3 90,-9-1 0,2 1 0,-5 0 0,0-1 0,1-1 0,3-1 0,4 0 0,2-1 90,-7 3-90,2-2 0,-6 3 0,2-3 0,0 2 0,-1 0 0,-5 1 0,6 1 0,-9 0 0,5 0 0,-3 1 0,0-1 0,3 1 0,-4-1 0,1 0 0,-4 1 0,4-1 0,-4 1 0,4-1 0,-5 1 90,3-2-90,0 1 0,5-1 90,1 1-90,6 1 0,0 0 90,2-2-90,-2 4 0,-3-2 0,-3 4 0,8 1 0,-5-3 0,8 0 0,-8 1 0,2-2 0,-3 3 0,-1-1 90,-1-1 90,1 2 0,1-1 0,-1-1 0,1 0-180,-4 0 0,-18 1 0,-8 2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52.856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 1205 8252,'44'-5'900,"6"-3"-900,0 3 180,3-2 90,24-2-2341,-18 1 2251,23-3-180,-23 3-1,-2-2-88,3 1 178,-1-2-89,2 0 0,-5-1 90,5 2 0,-6 0 0,5-1 0,-6 0 40,2-1-40,-5 0 0,1 1 90,15-6-90,-14 4-1,11-3-89,-20 5 70,-3 0-70,-3 0 90,-1-1-90,0 1 90,26-10-90,-20 7 665,19-7-575,-29 10-90,3 0 0,-1-1 0,4 2 90,14-6-90,-9 4 0,10-4 90,-15 5-90,0-1 0,-1 2 0,0-1 0,0 0 90,35-9-90,-28 6 0,25-6 0,-29 10 0,-6 0 0,6 0 0,-9 2 0,21-5 90,-18 4 620,30-5-710,-19 2 0,14-1 0,-4-1 0,4 1 0,-1 0 0,4-2 90,1 1-90,3-3 64,-15 4-64,-1-2 0,-16 5-34,0-1 34,1 0 0,0 0 0,3 0 0,5-5 90,-2 3-90,3-3-90,-10 4 180,-1 0 180,-2 1-270,-1-1 180,0 1-5,-4 0 95,2 0-180,12-5-270,-11 5 180,22-10-90,-22 10 90,17-9 0,-17 10 0,8-4 0,-7 5 0,-1-1 500,2 1-500,-2 0 61,-1 0-61,0 0 90,3 0-90,-2 0 0,3 0 0,-2 0 0,1 0 0,0 1 0,11-4 0,-1 1 0,4-2-2159,-1 3-2158,-48 2 4317,-12 8 0,-16-1 0,3 4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54.404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2395 2714 7623,'8'-7'5037,"-7"0"-4857,-31-5 90,3 1-270,3-3 89,-1 2 91,3-3 0,-4 0 180,-1-2-270,0 1 90,2 0-90,-3-3 90,8 4-180,-5-3 90,9 5-90,-2 1 90,3-2-90,1 0 0,0-1 90,1-1 0,-7-7-90,-2-2 0,-6-6 89,7 6-89,-2 0 90,6 2-90,0 2 0,-2 2 0,4 5 90,0 0-90,-1 0 0,-4-5 90,4 4-90,-4-6 0,6 6 0,0-1 0,1-1 0,-2-1 0,1-1 0,-3-1 0,2-2 0,1 0 0,0-3 0,3 1-90,-1-2 90,1 1 0,1 0-3392,2 1 3392,-1 2 0,-2-10 0,1 9 0,-3-8 90,5 12-90,-1 0 0,1 0 0,-1 0 3392,-1 1-3212,0 0-270,0-1 90,1 2 0,-2-2 0,-1 0 0,-3-1 0,0 0-90,-6-8 90,5 6 0,-2-7-90,5 8 90,4 0-90,-16-3 90,13 3 0,-12-2-90,13 2 90,0 0 0,0 1 0,0-1-89,0 0 89,-1 0-90,2 0 90,2 0 0,-2 1 0,2 0 0,-4 1 0,1 0-90,-1 2 90,1 0 0,-2 1-90,4-7 0,-9 2 90,3-7-90,-8 5 90,10 1 0,-6 0-90,7 1 90,-8-1 0,3 0 0,-1-1 0,3-2 0,2-1 0,-4-4 0,3 8 0,-4-1 0,5 7-90,-9-8 90,8 5 0,-9-6 0,7 8 0,0 0 0,1 1 0,1 1 0,-2-3 0,1 0 0,-3 0 0,0 1 0,-1 5 90,-1-2-90,-5 3 0,3 0 0,-6-1 0,1 1 0,-4-2 0,1 1 0,-2-4-90,6 2 90,3-2 0,-2 2 0,2-2 0,-5-1 0,0 1 90,2 0-90,2 1 0,2 0 0,4 1 0,1 0 90,0-1-90,-1 2 0,-1-2 0,-1 0 90,0-1-90,1 0 0,-1 3-2609,1-2-1079,35-8 3688,-6 7 0,22-1 0,-19 13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55.515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1293 2421 5914,'10'-5'4317,"-9"-4"-4227,-20-17 0,0 6 0,-2-2 90,7 1-90,-2 2 90,2-4-90,-2 1 0,1-2 0,-1-1 0,2-1-1,0-1 1,0-2 0,2-2 0,-2-1 0,3-2-90,1-1 90,0-1-90,4-1 90,-2 1-90,3 0 90,-1 1-90,1 2 90,3-1 90,-5 3-180,2-1 270,-6 2-360,1 0 90,0 2-90,-1 0 90,1 1 0,-3 0 0,2 0 0,-4 0 0,1 1 0,-4-1 0,4 2 90,-2 1 180,2 0-360,1 2 360,-1 0-3752,2 0 3662,-2 1-270,2 0 270,1 1-360,0-1 360,5 1-270,-3-1 0,3 1 0,-3-1 3392,2 1-3302,1-1-90,1-7 90,2 6-90,-2-6 90,3 9 0,-1 1 0,1-6 0,-3-1 0,-3-5 0,-5 2 0,1 0 90,-7 3-180,2 1 90,-2 0 0,-5 1 0,9 2 0,-9-5 0,9 9 270,-4-7-270,3 8 180,1-3-270,-2 2 270,0-2-270,-1 2 269,1-2-268,0 2-91,-6-6 90,5 5 90,-6-4 0,7 1-428,0 4 428,-2-3-39,0-1 129,2 5-90,-4-10 90,3 6-90,-6-6 90,0-7 336,3 9-336,4-4 40,2 11-309,1 0-361,-1 1-270,0-2-179,3 4-1,1-4-269,0 0-1349,4-3 2608,1-2 0,4 11 0,2 1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56.455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1256 3325 7173,'-4'-21'1439,"-1"2"-1169,1-2 90,0-1-180,1-6-90,-3 4 89,11-1 1,-11 5-90,9-1 90,-9-1-90,-3-2 90,1-1-90,0-1 0,0-2 90,0-1-90,-2 0 0,0-2 90,1 0-3482,0-1 3661,2-1-359,1 0 360,-1-1-360,3 0 0,1 0 0,0 2 0,-1 1 0,1 0 0,1 2 3482,2-1-3302,1 1-180,0-1 180,-1 1-180,-1 0 180,0 0-270,0 0 0,0-1 0,-1 0 90,1-1 0,-2 0-90,-1-1 90,-3 0 0,2-1 0,-2 0 0,1 0-90,2-1-3302,-3 1 3392,3 0 0,-3 2 0,3-1 0,-4 2 0,5 0 0,-3 0 0,3 1 0,-1 0-2268,-2 0 2538,2 1 1314,-4 2-1404,2 0-270,-1 2 270,0 0-270,-3 0 0,-4-1 3053,0 1-2963,-2-3-90,1 1 1113,-1-2-1023,-1-1-90,1-2 90,1-2 270,0-1-360,1-1 270,2 1-270,-1 0 0,4 0 0,2 2 90,0-1-90,4 3 90,-1 1 0,2 2 0,-1 0 0,0 3-90,0 0 90,1 2 0,-5-1 0,3 3 0,-4-1 0,1 2 0,-1-2 0,0 2 0,-1 0 0,2 1 0,-3 1 0,0-1 0,-4-1 0,2-1 90,-10-9 0,6 8-90,-7-5 90,9 10-90,-2 0 270,-1-1-270,0 2 180,-1 0-180,1 1 180,-1 1-270,1-1 180,-10-6 89,7 5-358,-6-5 179,4 2-90,-2-1 90,0 0 0,4 0 0,0 2 0,4-2 0,-8-3 0,4 1 0,-1 3 0,3 0 0,0 3 0,-1-1 0,2 1 0,-1-1 0,0 0 90,-1-1-90,1-1-180,0 2-540,4 0-359,1 1-1,15-2-89,6 0-1709,20-4 2878,-1 1 0,-9 8 0,-7 2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57.571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3306 3490 5914,'20'14'1799,"0"0"1888,6 0-3507,-15-17-90,-4 0 0,-13-16 0,-6 2 0,1 0 0,-4-5 0,-1 0-90,-3-3 90,-3-1-3482,-3-2 3392,-3-2 90,-3-2-370,-5-1 370,-4-1-90,-5-2 0,-7 1-316,-3-2 316,-4 0 0,-3-3 0,-3-1 0,0-1 90,-5-2-862,2-1 862,-1 1-90,2-2 90,3 3-45,22 12 0,1 0-45,-24-16 90,-12-15-90,27 22 2157,5 0-2157,5 1 0,6 1 401,7 2-401,-9-17 0,15 15 517,-11-14-517,16 18 0,1-1 90,1 1-90,2-1 0,2 0 1183,1-1-1183,3 2 0,0-1 0,-1 0 0,-1 1 0,-1-1 0,-1 1 0,1 1 655,0 2-655,-2 1 0,0 1 0,-1 1 90,-1 1-90,2 0 0,-1 1 0,0 0 90,-3 0 186,-1 0-276,0 1 0,-4 0 90,1 0-90,-3-1 20,-3 1 70,1-1-90,-3 1 0,-2 0 90,-4-1-90,-18-14 270,16 8-863,-26-12 773,27 13-180,-14-2 180,10 0-270,-11 1-90,-9-15 180,7 11 0,-6-10 90,21 17-90,0 2-246,4 1 336,0 2-90,4 0 90,-25-16 0,21 15-90,-20-13 90,25 19-90,-1 0 0,2 1 0,-1 1 90,-7-6-90,6 4 0,-7-5 0,12 5 0,-1 0 0,1-2 578,4-1-578,0-2 0,-1-13 90,0 8-90,-1-10 0,0 11 261,1 0-261,-1 0 0,1 1 195,-1 0 36,0-7 269,-9 9-183,7-5 134,-3 11-59,8-3-1600,2 4-2095,1-3 1398,27 15-575,4 4 2355,18 14 0,-17-5 0,-7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5:06.302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2223 618 7353,'-28'10'3418,"11"4"-3328,2 1 0,8 4-90,-3-2 0,-4 3 90,-2-1 0,-5 1 0,-2-1 0,-1 1 89,2-4-89,-1 3 90,1-3-90,-1 1 0,0 0-90,-2-3 90,4 1-90,-6-3 90,1 0-90,-4-2 90,-1 2 0,-1-1 0,-4 0 0,2 3 0,-3-2-90,1 2 90,4-2 0,-3 0-90,7 0 0,0-1 90,2 0-90,-5 1 0,0-2 0,-5 3 0,-2-3 0,-4 1 0,-4-2 90,-7 0-90,-3-4 0,-9 0 0,-3-3 90,-3-1-90,-3-1 0,-2-1 90,6-2-90,0 0 0,13-2 0,2 0 0,12-2 0,-3-2 0,9-4-90,-1-3 90,3-2-90,5-3 90,2-1 0,6 0 0,4-2-90,1 3 90,2-3 0,-1 4 0,-5-3 0,3 2 0,-8 0-90,9 1 90,-3-1 0,4 1-90,-1-3 90,4 2-90,3-5 90,5-1-180,2 4 180,6-5-90,1 9 0,3-9 90,-1 6-90,3-3 90,0 2-90,3 3 90,-4-2 0,2 4 0,-2-2-90,0 1 180,9 0-270,-4 2 90,19-3 0,-15 0 180,11 2-180,-13-1 90,2 6-90,2 0 90,5-3-90,1 1 90,4-3 0,-1 3-90,1 0 90,0 0 0,4 1 90,5-3-90,-8 4-3392,26-11 3302,-25 10 180,16-7-180,-20 10 180,-1 0-180,5 1 90,-1-3-89,12 0 178,-1-1-178,4 4 89,6 2 0,2 4 3392,5 1-3303,3 3-89,-5 1 0,4 1 0,-2 0 0,6 1 90,35 2 0,-32-1-90,29 2 90,-38-1 0,27 3 0,-15-1-90,15 4 0,-25-3 90,4 2-90,-5 1 0,3-2 0,-8 2 90,-4-3-90,-2 3 90,1-2-90,-5 3 90,-6-1-90,-7 1 180,-8 0-180,0 0 90,-3 2-90,-1 3 180,-2 1-180,-5 1 180,-1 1-180,-7 1 90,-1 11 0,-7-8 0,-2 7-1,-3-11-89,-1 0 90,-5-1-90,2-1 90,-3 0-90,-7 4 0,3 0-180,-11 3-359,3-4-631,-6-3-539,-1-3 1709,-4-3 0,19-6 0,2-2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5:07.581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1323 482 6723,'-22'15'1349,"7"1"-1169,8 2 0,10 2-90,7 1 90,1-3 90,0 0 90,0 1-180,-6 1-90,3 1 89,-7 0-89,0-1 0,-11 0 0,9 0 90,-11 0 0,13 2-180,-5-3 180,-1 3-90,-5-3 0,1-2 90,-8 0-90,-1 0 90,-7-2-90,-11-1-1,-3-1 1,-9-1 0,-3-2 0,-8-3 0,-1-3-90,-8-3 0,-1-4-90,-6-3-434,16-1 434,2-2 180,18 2-273,2-1 273,-2-1-90,1 0 0,-1 0-3247,3-2 3336,-5 0-178,6-1-1144,-19-7 1233,20 2 287,-9-6-287,17 5 53,3-2-143,-5-10 180,7 7-180,-1-8 180,10 9 2535,1 1-2535,3-1 1785,1 0-1875,0 2 0,3-1 0,1 2-13,2-1 13,1 2-90,0-1 90,1 1-89,1-7-1,4 2 90,4-6-90,2 3 90,6 3-90,-2 0 90,15 3 0,-7 1 0,19-1-90,-15 2-3392,11-2 3482,-13 6 0,13-5 0,-13 8 0,11-3 0,5-1-90,2-1 90,3 0 0,-8 2 0,-12 5 0,13-3 3392,-3 0-3482,11 0 90,-6 0 0,5 3 0,-9-2 0,5 2 0,-11-1 0,11 3 90,10 3-90,6 2 90,3 5 0,-8 3 0,-4 3-90,-4 2 90,2 1-90,-5 0 90,-2 1 89,2-2-89,-2 3 0,5 2 180,-10-2-180,4 8-90,-16-8 180,6 6-180,-9-6 90,0 1-90,0 0 90,-4 0-90,2 0 0,-5-1 90,1 0-90,2 6 90,-1-5-90,0 6 0,1-1 90,-6-3 0,5 11-90,-8-10 0,1 13 90,-8-4 0,-3 1-90,-5-2 180,-6 0-270,3-6 270,-7 4-180,4-8 89,-5 0-89,1-1 90,0-1-90,0 0 0,0-1 0,-8 5-90,-6-3-899,1 3-3598,-4-5 4587,3-10 0,13 0 0,0-6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5:09.136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954 560 6094,'44'10'1259,"-13"1"-899,-14 7-91,-9 0-89,-5 2 0,-1 2 0,-8 0 0,-3 1 0,-9 1-90,-2-3 0,-8 0 0,-4-3 0,-6 1-90,5-5 180,-13 3 0,3-5-91,-14 1 1,-1-3 0,2-3 90,0-4-180,2-4 0,-1-4 0,2-5 0,9-6 90,8 0-90,7-3-90,4 2 90,0-2-3302,2-3 3212,-3-1 90,4-2 0,-1-2 0,3 0 0,-1 0 0,-3-12 0,4 7 0,-1-8 0,13 10 0,4 1 0,-7-2 3392,8 0-3392,-6 0 0,6 0 0,4 0 0,1 2 0,2 2 0,1 2 0,1 3 0,1 2-90,0 3 90,3-5 0,7 3 0,6 0-90,3-1 90,8 6 0,5-4-90,11 1 180,10 4-180,-6 2 180,22 5-90,0 3-969,1 2 879,1 1 180,-23 3-708,3-1 708,-1 0-90,4 0 0,-3 0 0,1 2 0,-2-4 0,-2 6 0,-1-6 0,-2 6 90,18-3-90,-20 3 90,13 0 89,-10 8 1,-15-1-90,5 7 0,-17 1 0,-8 4 90,-3 3-90,-6 5 90,-5 3-3076,-4 3 2986,-3 1 0,-6 2 408,-3 2-408,-4 0 0,-5 1 0,0-1 0,-5 0 378,0-2-288,-2-1-90,2-4 0,0-2 0,2-3-90,0-2 90,-1-5-90,3-1 90,0-4 3015,3-2-4544,-1 0 1519,2-3 1,6-5-1,5-4 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5:32.66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24575,'0'0'0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48.0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184 43 6004,'-35'-10'1169,"-2"1"-2069,8-1 900,-13 4 0,25 1 0,-7 2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49.4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948 2331 6813,'-37'-9'3598,"1"1"-1619,-2-1 989,4 0-2788,17 13-90,7 6 0,19 10-90,-3 8 90,-2-9-90,1 6 0,-5-7 0,4 1 90,-2-2-90,8 1 0,1-1 0,1-1 0,8 5 0,-5-5 0,6 4 0,-7-5 0,2-2 90,-1 1-90,2-2 0,7 5 0,5-1 0,2 2-90,-2-2 1169,-2-1-719,0-12-90,-12-8-180,-5-18 0,-15-1 90,-3-8-90,2 6 90,-3-4-90,0-1-1,-4-3 91,3-2-180,-7-3 90,0-2-480,-3-2 390,-2 0 90,2-2-90,-9-19 0,8 15 90,-8-16-90,10 22 0,-4-1 0,5 1 90,-5 1-90,2 0 90,-1 1-90,0 3 90,2 0 0,1 2-173,0 1 173,0 1-90,-2 2 90,4 1 0,0 0-90,3 1 90,0 2-90,1-1 90,-1 2-90,2-1 0,2 0 0,8 0 0,-5 2 0,6-1 0,-9 2 0,2 1 0,1 1 0,6 1 0,-4 2 471,3-1-471,-5 2 182,0-1-182,2 0 90,-1 0-180,0 1 90,0-1 0,-6-8 0,3 7 90,-3-6-90,1 8 0,2 0 0,-1 1 0,-2 0 0,3 0 0,-4 0 0,8 1 90,-14-9-90,10 8 0,-11-6 0,7 9 0,0 0 0,-7-7 0,5 5 0,-6-6 0,7 6 90,-3-1-180,2 1 180,-2-1-180,3-1 180,-2 2-180,3 1 180,0-1-90,1 2 0,0-1 0,-3-4 0,-2 0 0,1-3 0,-2 4 0,5 3 0,3-1-450,-2 2 450,17 0 0,17 1 0,9 2 0,16 1-90,19-3 90,-15 3 0,20-3 0,-21 5 0,0 0 0,14-2-292,-11 2 0,-1 1 292,8-1-753,1 1 753,1 1 0,5-2 0,-2 1 0,4 0 0,1 1 0,-1 0-45,-17 3 0,1 0 45,26-3-512,-27 4 0,-2-1 512,17 0-2610,-2 1 2610,4-1-190,0 1 190,2-1 0,2 1 0,-2-1 0,4 0 0,-4 0 0,3 1-1396,-4-2 1396,-1 2 0,1-2 429,0 2-519,-1 0 1571,1 1-1481,-2-1 0,2 1 0,0 0 0,-20 0 0,1 1 0,29-1 0,-12 1 0,1-1-211,14 1 211,-28-1 0,0 1 0,22-1 0,6 0 0,-24 0 0,2 0 270,35-1-270,-35 0 0,0 1-51,28-2 51,0 0 0,5 0-178,-1-1 178,-24 1 0,0 1-254,-16 1 1,1-1 253,16 0 0,-1 1 0,26-2 0,1 1-237,-3-1 237,4 1 89,-3 1-89,1-1-89,-3 1 89,-1 0 0,-1 0 0,-1 0 0,0 2 0,-2-1 0,-1 2 689,-22-1 0,0 0-689,31 0-397,-32 0 1,0 0 396,21 1 0,-5-1 456,-1 1-456,-7-1 0,-2 1-1208,-2 1 1118,7 0 0,13 1 168,-15 0-258,2 1 647,-3 0-1187,-4-1-449,17 2-900,-8-3-159,-7 1 2228,-6-2 0,-28-1 0,-12-1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0.2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401 73 6633,'-17'-21'2969,"1"1"-1620,-1 4 1349,-4 1-2608,-5 15 0,3 4 0,-6 15 0,7 2 0,-7 4 0,0 1 0,-1 2-551,3 0 551,1 0 90,3 2-90,2 1 0,3 0 0,8 1 0,0 1 0,7 0 0,-1 1 0,4-1-90,2 1 90,3 0 0,3-2 550,3 2-550,3-1 0,2-1-90,1-1 90,3-3-90,2-3 0,1-2 90,3-2-90,0-3 0,5-2 0,1-2 0,5-1 0,-1-2 90,17 2-90,-12-4 0,26 3 0,-19-5-1529,12 0-630,-12-1-90,-31 1-1888,-12 2 4137,-39 4 0,20-6 0,-6 1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0.7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312 85 6903,'-12'-22'2788,"1"3"-2158,-10 2 90,-1 5-181,-15 1-449,-12 7 90,6 6-90,-3 9-90,18 6 90,7 3-90,5 3 0,11 1 0,9-1 0,10 1 0,9-4-90,5-3 90,8-2 90,4-2-180,7-1 180,1-2 270,16 7 0,-13-5-270,5 6 180,-23-3-91,-14 4 1,-10 3 90,-15 4-180,-9-2 0,-13 0 0,-4-6-360,-2 0-180,-5-5-449,0-2-990,-1-3-2698,-3-2 4587,1 0 0,17-3 0,4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1.2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321 36 6543,'-44'-13'2789,"0"1"-1980,-5 4-539,-3 6 0,10 7-180,-8 8 0,29 8 180,3 2-180,22 2 0,8 0-1,9-4-89,4-2 0,8-2-89,-4-4 358,5-1-269,-26-13 0,-6-2 0,-20-12 90,2 0 0,34 7-90,4 6-90,33 9 90,-14 3-90,8 1-90,-13-3 91,20 4 89,-6-3 0,9 1-2429,-6-2 720,-23-11 1709,-18-5 0,-10-1 0,-12 1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1.48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 7173,'11'-2'3238,"0"9"-2878,15 11-90,-10 6 89,0-3-89,-2 1-4341,4 0 4341,1 2-91,0 0-628,10 12 539,-6-8 173,5 7-263,-7-11 269,-5-1-358,5-1 268,-6-1-358,5-1 89,-4-2-450,1-1 2023,3 4-2742,0-2 1051,3 0 208,1-3 0,-12-9 0,0-2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1.8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193 102 6183,'-10'-24'2879,"0"2"-2160,-10 3 361,4 2-361,-13 4-629,-1 6 0,2 9-90,-1 12 0,16 7 0,5 7 0,15 0 0,9 0 0,12-2-90,1-7 0,7-2 180,-2-5-270,4-1 1,4-1-1,-1-3 0,10-3-270,-1-4-809,1-4 179,-3-5-1168,-17-4 2248,-6-4 0,-17 7 0,-3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2.0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17 6633,'-22'-15'2699,"19"14"-2519,16 9-1,14 10 1,3 5 90,-4-3-4341,-1 3 4251,3 2-1,1 1-116,0 2 117,1 0-90,-1 1 0,1 0 270,0 0-360,-5-2 0,1 0 0,-5-2 90,2-2-90,-2 0 0,-1-4-90,-2 1-90,-1-3-360,1 2 2503,-2-2-1963,0 3 0,-7-10 0,-4-1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2.6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93 317 7173,'-26'-16'2429,"0"-1"-1890,7 0-179,4-4-90,9 0-90,8-3-90,6 1 90,5 4-180,8 1 90,3 6-90,10-1 0,7 7 89,5 4-89,6 5 90,-7 3 0,-1 3 1709,-6-2-1619,-7-7 0,-18-5-180,-9-11-270,-20-3-269,-1-3-451,-3-1-1528,1 3 2518,-2 4 0,13 9 0,-2 2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3.2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290 118 7173,'4'-2'3148,"8"3"-3148,33 11 90,-1 0-90,7 1-90,-5-3 0,1-1 0,4-1 90,-5-9 90,-14-7 90,-12-11 0,-22-8-90,-4 4 90,-6 0 0,-1 8 359,-1 1 91,-10-4 0,2 3-450,-6-2-90,20 23-90,6 1 0,16 19-90,2-3 90,2 1-90,3 3 270,4 1-3662,4 2 3661,1 1-358,2 0 77,-1-1-78,0 0 90,-2-3 90,-1 0-89,-4 0 89,-1-2 0,-8 1 0,-3-3 179,-6 0 91,-15 7 3027,-3-8-3297,-15 5 90,-3-10 0,-4-2-3286,-11-4 3286,1-1 0,-9-3-1363,-1-1 1363,-3-3-200,-1-3 290,-26-5-90,19-1-90,-19-6-265,27 2 175,7-2 90,4-2-180,8 0-89,4-2 89,7-1-360,8 0 1408,5 0-1587,16-7 1589,5 6-2489,12-5-450,2 9 2069,4 3 0,-9 5 0,-4 2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3.6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45 11311,'12'-9'2158,"15"0"-2068,27 4-497,3-1 677,-4 2-870,3 0 870,2 1-270,2 1-2673,-3 1 2763,1 0 0,16 2-309,-1 1 219,4 1 788,-14 0-2677,-53 2-1492,-18-5 3381,-39-1 0,18-2 0,10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6.0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574 25 6633,'-28'-11'2519,"-6"3"-2159,-12 3-1,-14 5-89,-8 4-360,8 2 270,4 2 0,13 3-270,-8 1-90,5 2 90,-1-3 90,22 4 0,15 0 0,15 9 0,11-1 0,-2 2 0,10 0 90,-5-5-90,10 1 0,1-5 90,10 4 0,4-2 0,7-3 90,-1 0 90,6-1-90,-4 0 90,-11-2 89,3 1 1,-16 2-180,-2 3 0,-16 0 0,-10 1 0,-9-3 0,-6 2 179,-4-1-269,-8 2 0,-4-1 0,-2 0 0,1-3 0,-1 0 90,5-3-180,-12 2 0,5-6-1709,-4 3-2339,2-5 2969,37-8 1079,0-1 0,44-13 0,0 2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6.5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351 43 6094,'-40'-15'2608,"-12"1"-1798,0 6-181,-8 3-179,5 5-180,13 7-90,10 6-90,20 6-90,6 5 90,18-3-90,-1-1 0,7-6 90,0 0-90,6 0 0,-1-1 0,16 4-90,-13-5 0,24 6-90,-15-7 0,9 0 270,-32-14-90,-15-3 90,-33-12 0,1 4 90,-1 1-1,2 0 91,1 2-360,-5-2 90,35 11 0,17 6 0,25 7 0,5 1 0,-7-2-3392,4 0 3392,-1 0 0,4 0-187,-6-1 187,5 0 0,-3-1-90,2-1-270,14 1-1259,-6-2-180,11-2 3165,-35-12-1366,-23-4 0,-12 1 0,-9 1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6.7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6903,'40'0'1889,"2"7"-1619,-11 2 0,0 5 0,-2-3-1,-5 5 1,5 1-90,-6 3 90,2 1 90,7 12-180,-6-8-90,5 8 0,-10-10-1,0-2 91,4 10-180,-6-10-90,5 8 0,-9-12-89,0 0-451,1-1-359,6 3-181,2-1 1170,6 2 0,-15-10 0,-2-2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7.71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190 107 6183,'-40'-10'3688,"1"2"-3328,-8 6-270,16 12 0,8 6 0,13 8 0,13-6-90,1 3-3392,8-2 3482,2 3-463,4-4 373,3 2-90,5-4 90,0 1-90,5-4 0,-1 0-180,2-4 3208,9 3-3208,0-5 648,16-5-378,-14-10 0,-3-12 90,-22 0-90,-8-4 90,-10 6-1,-4-1 1,-1-1 180,-6 2 180,1 1 0,-8-2 89,3 1-539,-6-1 0,27 14 0,5 4 0,27 13 0,1 2 0,3 0 0,-2-1 180,-2-3-180,4-6 0,-23-12-90,0-5-269,-15-9-181,-2 2-90,8 0-89,10 3-1,-3 1-269,16 5 629,8 4 540,-2 9 269,-2 5 91,-14 8 90,-12 0-450,10-1-90,15-7-90,3-6 90,7-8-90,-16-3 90,-7-3 539,-7 0-629,15 5 0,3 6-90,12 6 0,4 2 270,1-4 90,-15-8 90,-9-8 0,-28-3 179,-10-2 361,-5 4-900,9 15 0,6 4 0,15 13 0,6 1 0,1 2 0,3 3 0,-1 0 0,0 2-90,-1 1 90,-3 0 0,-2 0 0,-4 0 0,-2 0 0,-5-1 0,-1 1 0,-7-2 90,-2 1-90,-6-2 0,-6 0 0,-4-2 90,-5-2 0,-4 0 0,-7-3 0,0-2 0,-4-2 269,-1-3 1,-2-2-360,-20-2 270,11-4-2245,-12-2 2155,18-3-180,6-3 107,1 0-287,5-2 90,3-2-179,6-2-1,7-1-180,5-2 1868,6-2-2137,7 0-1,7-1-180,8 0-1618,25-6 809,-7 8 1709,20-4 0,-33 14 0,-2 3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8.4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8 8252,'10'-5'4228,"12"3"-4138,50 6-1341,-13 3 1341,6 4 90,-17-1-90,2 4 0,-1 0 516,-1 2-516,-1 2 0,-3 3-1338,2 2 1338,-7 3-90,-1 1 90,-6 3 0,-7 1 0,-8 2 90,-6 1-91,-7 0 1,-6 0 671,-9 0-311,-12 12-1,-12-2-179,1-1 0,4-9 719,-20-2 1313,9-11-8419,-15 7 631,21-27 5486,23-7 0,6-4 0,9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9.1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 99 7623,'-34'-9'3508,"8"-2"-3239,16-3-89,14 0-90,15 0 0,6 2 0,10 2 0,10 1-90,10 4 0,-4 4 90,0 8-90,-12 7 90,-6 0-90,-11 4 90,-9-2 0,-4 4 0,-6 0 0,-3 2 0,-7 1-3392,-4-1 3482,-1-1 179,-2 0-269,0-4 360,-1 0-360,0 0 90,-4-1 0,3 2 3032,25-8-3032,22-4-90,32-4-180,11-2 90,-3 2 0,-4 0 450,-9 2-1260,-7 0 810,-42-5 0,6 3 0,-32-5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9.8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5 8342,'11'-4'5037,"2"8"-5037,17 9 0,-4 6 0,-9-4 0,2 3 90,-1-1-90,1 1-555,-1 1 645,0 0-90,-1 0 0,9 9 90,-7-9-90,6 7 0,-10-10 0,0 4 0,4-2 0,1 3-2953,7-4 165,-36-6 2788,-13-4 0,-8-4 0,1-3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0.0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77 6993,'30'-10'3148,"15"-1"-2788,17 3 0,-2 1-1305,6 1 1215,-16 2-1,5 0-89,0 0 90,26-1-90,-21 1-450,36-1-691,-31 2 961,13 0 0,-39 1 0,-10 1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1.0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114 58 6453,'-14'-21'4228,"3"3"-1710,-6 1-2518,1 15 360,5 5-360,-4 14 0,6 2 90,-2 16 0,4-7-90,4 11 90,6-10 0,2 2 0,5-1 0,0 1 0,5-2-90,4 1 90,2-2 0,2-1 0,4-2-90,2-1 90,5-1-90,0-5 90,4 1-3482,18 3 3392,-12-6 0,15 3-349,-17-9 259,1-4-809,11 1-540,2-4-810,8-1-1709,-6-6 3958,-11-3 0,-21 3 0,-10-1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1.5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16 195 6723,'11'-2'4677,"-12"13"-4497,19 8-90,-19 9-4251,4-7 4521,-1 1 499,1 0-589,5 6-90,0-6-90,5 8 0,-2-12-270,6 1 180,-8-23 3482,-3-10-3662,-8-13 90,-2-2 0,0 7 0,0-2 0,-8-13 90,3 9 0,-6-12 90,3 14-90,0 1 90,0 1 0,1 1-90,2 3 90,0 1-90,3-3-90,4 4 0,11-1 90,23 8 90,14 11-90,3 5 90,1 9-369,-9 1 369,0 3-90,3 3 270,-4 2-180,-2 1-90,-2 2 0,-3 0 0,-2 0 0,0 0 0,-3-3 0,-1 0 0,-4-3 0,-1-2 90,-3-2-270,1 3-6746,-1-4 6926,-21 0 0,7-7 0,-18-4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1.7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1 138 7173,'43'-13'1259,"7"0"-1079,6 1-360,-6 1-754,3 0 754,-12 2-4029,4 0 3939,1 2-90,0-4 521,-1 3-701,-1-4 540,9 1 0,-26 5 0,2 1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2.1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127 1 6813,'-53'9'1889,"10"4"-1529,19 7-90,17 5-90,18 1-180,5-5-90,10-4 90,-2-5-90,4-2 180,3-1-90,14 0-270,3-2 270,16-1 0,-13-9 180,-15-4 0,-22-11-1,-21-3 271,-9-3 90,-8 1 90,1 4-271,-2 1-269,50 47 180,-14-15-270,39 37-90,-26-26 90,0 2 180,-1 0 0,7 14-1463,-8-10 1463,3 9-270,-13-15 359,-3-1-269,-3-1 270,-5-3 90,-2 4-270,-11-4 1283,-13 2-1193,-16-8-180,-15-5 0,-12-8-665,12-3 575,1-5 0,17-2-226,6-2 46,0-2 180,8 1-360,0-4-809,2-7 809,10 3-539,0-6 269,14 7-57,2 1 777,3 2 0,-3 6 0,0 3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2.5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0 240 7892,'45'-8'1170,"2"-1"-1080,2 1-90,-4-2 0,-12 2 0,-3-1 0,1 1-90,-4-3 90,7-4 90,-9-4 0,-1-5 90,-17-1-3213,-14 0 3483,-17 3 90,-12 3 179,-9 6-629,-12 6 0,18 10 0,-2 6 0,17 5-90,2 5 90,-2 3-90,5 2 3392,2 2-3122,3 0-270,5 1 0,4-2 0,5 1 180,3-2-90,8 9-180,-1-10 180,7 5-90,3-8 0,6-3 0,12-2-180,6-7-360,4-8 360,5-9-269,-12-1 269,-1-2-1080,-12 2 631,10-5-1,-11 2-1888,10-2 2518,-6 0 0,-16 9 0,2-2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2.6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92 9422,'48'-6'809,"9"1"-899,-16-5-90,9 2-179,-13 0-1,3-1-90,-3 0-90,0-1-629,-4 2 1169,2-1 0,-18 4 0,-1 1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3.2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84 25 7533,'-20'-13'5487,"0"1"-5397,1 17-1,4 2-89,12 15 90,-1 0 0,3 3-822,1 1 732,-1 2 268,4 2-268,3-1 0,0 0 0,5 0 0,-2-3 90,5 0-90,-3-3 0,2-2-90,-2-3 554,2-1-823,0 1-181,1-1 450,-5-20-90,-5-16 90,-6-9 0,-5-9 90,7 14-90,-5-2 90,2 0-90,-3 0 90,-2 0 0,-1-16 0,1 17 0,-3-16-90,10 21 90,4-1 0,18 7 90,47 12-90,-23 4 90,31 11 0,-44-4-90,2 3 90,0 1 0,0 0 0,14 9 0,-12-6 0,8 7-90,-15-8 0,-3-1 90,0-1-90,-5-1 0,6 4-2879,-6-4 631,-10 6 2248,-22-8 0,2-2 0,-11-7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3.4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85 7803,'59'-3'1349,"-1"0"-1439,10-2-270,0-1 90,-1-2-623,-10 0 533,-7-1-117,-16 2-153,11-5 630,-13 3 0,-4-1 0,-17 6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3.8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77 1 6633,'-32'19'1259,"7"-3"-989,12 5 0,8-4-90,3 2-90,4 2 0,2-1 90,4 0-180,2 0 90,1-1 0,4-1-90,-1-1 90,2-3-90,2 0-90,8 1-90,4-5 180,16-4-90,-8-10 180,0-13 0,-15-7 0,-14-6 180,-6 6 89,-10-6 91,-1 8 180,-1-3-360,0 6-270,17 14 90,8 9-90,8 11 0,6 5 0,-9-2 0,3 3 90,-2 1-90,13 16 89,-12-11-89,5 12 90,-16-13 90,-2 0-90,-3 0 0,-3-2 180,-6 9-90,-3-9 270,-6 5-360,-2-12 180,-4-2-181,-5-2 181,-2-2-270,-6-2 360,-17 2-360,-8-4-540,-13-1-89,2-8-271,8-6-359,12-7-450,15-7-1169,17-4 2878,16-3 0,2 12 0,4 4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4.2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16 229 6903,'38'-6'1529,"4"-2"-1439,4-1 90,-5-1-180,0-2 90,-11 2 0,-2 0-90,-1-1 0,-1 0 0,-4-2 90,2-5 0,-10-2 90,-6-5 180,-19 3-1,-11 2 91,-16 5-180,-6 7-180,-6 7 0,9 6 0,3 7 0,15 4 0,-5 1 0,6 5-3303,-10 12 3303,13-6 0,-3 10-74,15-11 74,1 0 0,9-1 90,4-1-180,0-2-2064,17 5 2064,-8-9 2334,14 4-2334,2-9-106,9-3-254,16-5 0,-3-10-89,-10-5-181,-12-5-179,-13 0 89,-4-2-2158,4-8 2878,-10 5 0,2 2 0,-8 10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4.5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12 7353,'30'-10'4227,"3"9"-3687,9 10-360,-1 7 270,-9 0-270,4 3 179,4 3-5839,2 2 5840,2 2-16,17 14-254,-18-8 569,7 11-659,-22-12 82,-7 0 8,-5 0-90,-5 0 90,-6-2-90,-4 0 90,-4-2 2538,-4-1-2538,-5-2 1334,-5-5-1424,-6-1-572,3 1-957,-10-2-614,3 0 2143,-8-4 0,13-8 0,5-2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5.0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67 8252,'9'-14'2879,"8"2"-2699,26 0-91,7 1-89,6 2 90,-2 1-90,6 7 180,-14 5-90,-1 9 0,-22 10 90,-11-1-90,-13 5 90,-7-5-90,-1 0 180,-4-1 90,2-1 89,-1-2-269,-2 4 180,4-5-180,3 4 0,17-5-180,25-3 90,15-4-360,19-2-180,4-3-899,-6 1-810,-7-1-2158,-23 5 4317,-34 6 0,-1-6 0,-19 2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6.2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1 869 6723,'38'3'2249,"14"-1"-1530,18-7-449,18-1-5151,-10 0 5241,2 1-90,-18 0 694,5 0-694,-3-1 0,3 1 0,-2-1-90,2-1 90,2 0-90,1-2-673,4 1 673,2-1 0,4-2-1155,5 0 1065,6-1 1064,1 0-1154,4-2-1304,-1 0 1394,3-1-90,-48 8 0,1-1 152,2 1 1,1-1-108,2 1 0,2-1-45,0 0 0,1 0 0,2 0 0,1 0 35,-1 0 0,1 0-35,1 1 0,2-1 0,-1 1 0,1-1 45,1 1 0,1-1-45,1 1 0,1 0 0,-1 0 0,1 1 0,2-1 0,1 0 45,-2 1 0,1 0-45,2-1 0,0-1 90,-2 1 0,1-1-90,-1 1 0,1-1 90,-2 0 0,0 1-135,-1-1 0,-1 1 45,1-1 0,-1 1-45,-2 0 0,-1 0 45,0 0 0,-1 0-45,-1 1 0,-1-1-334,-2 1 1,-1 0 378,0 1 0,1 1 0,17-6 0,1 1 130,-21 4 0,1-1-130,15-3 0,-2 0 154,19-2-154,-1 0-497,-3 0 497,-5 0 90,0 0 1298,-3 0-1343,-24 3 0,1-1 911,26-3-911,-30 4 0,0 0-45,18-4 0,-3 1 0,1-1 0,-1-1 270,28-4-270,-19 2-90,21-2 90,-27 5 0,2 0-90,-1 1 0,-1 0 0,-1 2-1654,25-3 1384,-28 3 1,19 0 1539,-34 4-2260,-1 1-301,11 2-957,-2 1 2338,11 5 0,-33-3 0,-8 3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9.7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87 781 6453,'-37'-15'2969,"8"0"-2160,12-4-179,14 0 179,17 1 271,4 1-451,2 2-359,3-1 0,3-1-180,3 1-90,1-1 90,5 0-90,-12-1 90,18-2-90,-3-2-694,17-1 694,8-2-1092,8-1 1272,7-2-180,6-1 180,5 0-180,5-1-882,-46 15 1,0-1 881,2 1 0,0 0-45,-1 0 0,-1 1-404,2-1 0,-1 0 359,44-12 90,-1 0 0,-6 1 0,-3 3-90,-33 8 0,-1 1 0,21-5-89,11-4-181,-40 12 61,2-2-1410,-9 4 1418,-24 7-788,-34 15 629,-13 2-180,-22 9-269,20-8 1466,1-2-567,-5 1 0,22-8 0,0-1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10.2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6993,'33'5'4857,"-21"-1"-4587,84 5-180,-41-1 180,3 0-1472,4 0 1292,1 2-90,1 2-2533,2 3 2533,-1 4 270,0 2-831,-1 5 471,-2 4-1790,-1 6 1880,-4 3 0,-4 6 184,-5 5-184,-1 5 0,-11 5 1419,-3 3-1419,-9 4 534,-4 2-264,-5 0 2117,-3 1-2477,-6 25-794,-5-24 884,-5 18 179,-4-33 581,-4-2-580,-16 15 0,3-17-738,-13 10 468,7-23 0,-2-4 351,-1-3-171,-2-4 180,1-4-270,1-3 0,1-4 1645,3-3-1285,-1 1-270,3-3-90,44-5 0,4-5 90,46-7 126,-5-2-126,12-1-948,7-1 948,6 0-1239,2-2 1239,1 0-90,2 1 90,-2-1 90,-2 0 0,-8 1 0,1 1-135,-29 3 0,0 0 45,26-4 0,-1 1 0,4 1-1,0 0-764,-3 0 765,0 2 0,-7-1 0,-4 1-90,-6 0 153,-11 1-1053,11-1-1876,-16 0 2776,0-4 0,-23 5 0,-11-1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29.3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44 28 6903,'-19'-14'6746,"-1"1"-6926,16 14 90,8 9 90,14 12-90,1 7 90,-2 1 0,-3 4 180,6 7-180,-3 2-90,4 2 90,1 4-600,4-1 510,4 2 90,3 0 0,1 0 0,3-1 0,0 2 0,4-3 0,-2 1 0,0-3 0,-2 0 0,0-2 0,-2-1 0,13 15-90,-13-14 90,18 23 270,-28-30-270,8 7 180,-15-18-270,0 0 270,-2-5-360,-2 0 90,-1 0-2339,-1-3 2040,-18-9-600,0-8-450,-15-14-270,3-4 1709,3-2 0,4 7 0,4 3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29.8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491 159 6273,'-22'-27'1260,"1"2"-990,5 2 179,2 2 271,2 4-90,1-3-91,1 1-269,2 14-270,-1 4 0,2 19 90,-5 2 180,0 5-180,-6 3 180,-2 2-180,-3 1-90,0 2 90,-2-2 89,-13 18-89,12-14 0,-11 11 0,17-19 0,-1-2 0,2-3 0,1-3 90,1-3-90,-1 2-90,6-2 90,10 2-90,18-2 0,17-1 90,4-2-90,7-1 0,-3-3 0,5 1-471,5 0 471,2 1 0,2-1 0,2 2 0,14 3-910,-13-3 1,-2 0 909,4 2 0,-4 0-538,3 1 538,-3 0 0,0 1 0,1-1 0,-4 1 0,-2 0 0,-3 0 0,-3 0 0,0-1 0,-3 0 90,-1 0-180,15 4-269,-17-4 176,26 4-716,-21-7-271,10-2 2229,-8-9-3938,-3-12 2879,-14-7 0,-8 3 0,-15 5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30.0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29 7533,'31'9'2428,"9"0"-2068,-2-1 0,15 0-180,4-6-90,12-2-838,-9-3 748,0-2 0,-16 1-46,1 0-44,-2 0 0,-1-1-270,-2-1-449,13-2-451,-7 0 1260,4-2 0,-24 6 0,-12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30.2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72 305 6813,'-44'-9'2609,"24"-5"-2340,13 2-89,28-5 270,7 4-360,7-1 270,6-2-360,7 0 270,3-1-878,5 0 788,-1 0-270,3 0 0,1 1 180,-3 1-360,-2 0 90,-7 1-269,0 1-91,-3 1 0,-3 1-1349,-3 1 1889,6 0 0,-22 5 0,2 1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30.78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0 144 6723,'9'-25'990,"2"2"-721,3 7 1,2 2-90,4-1 0,1 2 0,4 1 0,16 0-90,7 4 0,12 3 0,-1 10-90,-18 5 0,-11 8 90,-16 2-90,-11 4 0,-5 5-3392,-10 2 3662,-5 2-270,-6 0 207,-2-1-117,-1-3 90,1-2-180,2-5 180,4-2-90,1-1 90,8-1-90,28-5-180,27-9 180,15-7 2343,12-4-2343,-12 0-3207,4 0 2847,34-2 270,-22 4-386,21 0 296,-31 4-362,-2 3 452,-4 1 0,-1 2 719,30 18-719,-35-8 360,28 21 0,-53-16-180,-1 7 829,-13 10-829,-11-13 2928,-2 12-2928,-11-18 0,-2-1 438,-6 0-438,0-1 269,-32 11-269,13-9 345,-19 6-435,16-11-90,4-4 90,-6 0 195,3-1-375,-2-1-270,-11 1-180,-2-3-1169,-7-2-1439,2-3 3148,17-8 0,13 4 0,16-2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31.1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7 402 6543,'-6'-27'1529,"7"-1"-1079,6-2-90,9 1-90,7-1 0,4 2-90,0-1-1,17 2 1,-6 1-90,18 1 90,-9 1-1306,4 2 1216,0 2-90,1 3 90,0 3-267,-1 2 177,-1 4 90,-2 2 0,31 11-90,-33 1-95,23 10 95,-45 0 90,-3 3 771,-8 4-861,-7 4 592,-9 0-592,-7 4 90,-11-2 0,-5 3 0,-7-2-209,-1-1 299,-5-2 0,1-4 90,0-3-90,0-3 0,-4-2 0,2-3 449,-4-2 29,-14-2-298,-1-5-270,-36-12-270,34 0-423,-7-10 424,36 3-181,6-2 0,2-4-90,4-2-89,6-3-631,6-16 451,8 8 89,6-12-90,7 13-539,5 2-180,7 0 1439,1 4 0,-9 13 0,-5 3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31.5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1 523 7173,'1'-25'2069,"2"4"-1620,-2-7-89,3 4 0,5-3-90,3-3 0,4-4-90,5-2 0,6-1-91,8-1 1,5 1-590,4 2 860,5 3-450,-4 3 360,8 4-360,-3 3 270,4 4-270,-2 5 270,4 2-90,30 10-180,-17 4-944,25 11 944,-32 4 90,-4 6-90,-6 6 90,-5 4 0,-10 4-313,-7 3 313,-10 2 0,-6 1 0,-10 0 90,-8 1 0,-10-3 90,-5-1 360,-7-6-270,-2-3 0,-9-7 89,3-3-89,-8-6 270,5-3-360,-23-8 0,10-7-90,-17-7 90,15-6-206,0-5-64,0-5 0,2-6-360,0-3-359,6-3-270,0-3-541,5 0-628,1 2 2248,-27-11 0,37 26 0,-16-4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1:07:28.41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24575,'0'0'0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41.4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502 1 7533,'-22'2'7555,"5"2"-7555,1 17 90,6 2-90,-4 5 0,1 3-4251,-4 2 4341,2 2-90,-1 1 859,3 0-949,-6 18 180,2 4-180,-2 1 90,-2 11 0,6-30-152,-4 12 152,7-16 0,-1-2 0,1 0 0,0-1 3316,0-2-3226,-4 12-90,3-11 0,-2 8 0,4-15 0,3-1-90,-1-1 180,-1-1 138,2-1-228,-9 7 0,7-8 0,-9 10 0,7-10 90,-1 1 0,-1-2-90,11-19 0,3-2 0,11-16-90,6-3 90,2-4 0,8-5 0,-3-3-218,1-2 218,0-1 0,-3-2 0,2 0 0,-3-2-90,2 0 90,-4 0-3320,4-19 3320,-6 15 0,0-13-925,-8 18 835,-2 2-8,-3-1 98,0 3 0,0 0 0,-1-11 0,0 13 124,-2-6-124,0 16 2873,-2-4-2873,-4 3 1391,11 0-1391,-9 2 173,28 18-173,-7 3 0,25 16 0,-12-3 0,8 2 0,-12-2 0,3 1 0,6 1 0,0 3 90,29 10-180,-16-5-510,21 8 510,-20-8 90,2 1 90,3-1-90,1 1 0,2 0 0,0 1 0,1-2 0,1 2-90,-1-3 90,-2 1 0,-1-1 0,-2 0 0,-4-1 0,33 16-90,-33-14 90,22 11 0,-39-17 0,-7-1 0,1-2 0,-2 2 0,-9 0 270,14-3-90,-33 1 510,-6-6-690,-29 2 90,-23-3 0,0 1-593,4 0 593,2-1 0,10 0-3225,-2-1 3225,-3 1-2067,-3 0 2067,-3 1-1353,-6-1 1353,-1 1-10,-3-1 100,-3 0-90,-2 0 90,-1 2 0,-1-2 0,2 1-90,1 0 90,1 0-90,3-1 0,3 1 90,6-2-1,2 1 1305,-3 0-1304,0 0 1723,1-1-10088,7 0 8963,25 6 1,7-7 0,18 5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43.5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819 913 6273,'-83'-8'2069,"6"1"-1529,0-3-5751,8 0 5661,1-5 1298,2 0-1028,-18-14-540,20 4 432,-11-11-162,29 6-360,8-4-327,6-3 327,9-2 2730,11-3-2731,8-2 271,8-2-360,9 0 180,8 0-575,9-1 305,8 3 90,4-1 0,6 4-90,26-13 90,-16 16-1597,21-7 1597,-27 21-90,4 4 418,-1 4-328,-1 5 0,2 4-2202,-1 5 2202,3 7 180,1 5-261,-2 7 261,0 7-270,-1 6 90,-2 5-90,-2 6 90,-8 2-553,-8 5 823,-7 2-360,-10 2 94,-7-1-94,-11 1 270,-6-3-360,-24 17 180,1-18 0,-21 10 0,1-22 1597,-7-3-1508,-9-6 271,-1-3-270,-4-5 270,-3-6-360,-1-3 45,18-8 0,-1-1-309,-27-4 264,28 0 0,1-2 0,-20-8 0,2-4 2065,9-3-2245,5-3 357,12-1-717,5-1-179,18-3 179,2 3 318,21 0-497,7 4 759,9 3-1569,11 2 1736,2 4 1,-12 6 0,-2 1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43.9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627 486 6723,'-60'-25'2339,"4"-1"-7460,4 0 5661,5-2 0,5-2 1216,8-1-1126,8-1-360,10 0-1,10 0 798,9 1-978,10 3 91,12 0-138,10 0-42,12 3 90,8 1-90,9 5 0,8 3 0,5 4-783,8 3 693,-1 6-1819,1 4 1819,-5 5 270,0 6-389,-7 4 299,-2 6-270,-8 4 360,-7 4-360,-14 5 0,-10 3 90,-17 2 0,-12 1 90,-15 0 1746,-14 0-1746,-13-3 0,-9 1 348,-9-5-258,-7-2 0,-9-4 90,-2-3 1759,-7-4-1759,3-5 0,-12 0-90,7-8 90,-9-2-90,5-7 90,3-2-135,28-4 0,-1-1 45,-24-6-90,32 3 0,2-2 283,-6-6-283,11-4 0,11-1 145,13-2-145,11-2 0,27-12-90,5 9 291,22-8-111,-1 15-450,7 3-90,4 2 568,3 4-657,1 3-3206,25 4 3295,-20 6-359,16 3-1636,-26 7 916,-4 3-209,-5 5 1738,-7 4 0,-18-8 0,-7-2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44.3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874 542 6543,'-60'-15'2069,"0"0"-1439,4-1-5751,4-2 5661,3-2-1168,5-1 1078,6-3 231,6-2-411,8-1-369,11-2 548,9-1 1442,13-1-1622,12-2-179,12 0-90,12 1 0,9 0-90,8 2 385,7 3-385,2 2-90,2 5 90,24 0 90,-25 9-45,-17 6 0,-2 3-135,1 6 270,10 8 134,-34 6-314,-9 7-2031,-12 5 2031,-13 5 0,-13 5 1569,-38 23-1389,-2-14 0,16-16 0,-3-1 90,-29 10 0,-5-2 89,-3-2 1,-1-5 0,-3-3-1414,3-6 1413,3-4-89,4-3-381,3-7 380,3-1-89,4-6-90,6-4 0,7-5 118,-9-14-387,21-1-91,-3-12-90,29 4-90,9-5 1648,14 0-1737,8-4-271,13 2 1,6-2-721,9 4-284,3 0 1904,4 4 0,1 4 0,0 1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44.7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248 504 6723,'-31'-26'1889,"7"1"-1529,8-5 0,13-2-90,9-4 89,12-4-747,7 1 568,12-2 0,6 3-698,9 2 608,5 2 0,3 3-1,5 4-89,2 4-909,3 5 909,1 3 0,-3 7-2791,-1 3 2791,-4 7 0,-5 5 238,-6 5-238,-9 6 0,-5 19 0,-18-5 90,-13 15 90,-41 6-90,-5-10 515,-28 12-426,6-17-9,-7-3 370,-6-4-360,-2-4 89,-4-3-89,1-6 0,2-1 0,4-6 2845,5-2-2845,5-5-741,5-2 651,7-5-90,3-4 270,-7-14-360,20-1 180,-2-11-85,23 1-275,11-3 1,6-1-91,13-4 0,4 3 0,4 0-180,5 3 959,0 1-779,5 3-269,-1 3-91,2 3 91,-3 4-721,2 2 1350,-5 5 0,-12 6 0,-4 3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45.2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684 774 6813,'-44'-23'2069,"1"-1"-1529,5-2-91,5-2-452,3-4 363,8-3 0,5-5-180,7 0 89,7-3-179,7 0 90,10 2-4066,8-1 3886,5 5 90,10 0 1005,3 4-1185,5 4 270,8 2-752,-2 4 661,6 2-268,-2 4 179,-1 3-180,-1 4 90,-3 4 124,10 5-123,-8 9-91,-8 2 180,-20 11-90,-23 0 3334,-12 6-3244,-11 1 90,-12 2-2828,-35 12 2918,5-12 0,-23 8-1858,16-15 1857,-2-3-421,-3-4 422,-1-2-1073,-2-4 983,5-4 269,-1-2 662,7-4-931,2-3-90,8-4 180,5-2-180,7-4 394,10-3-394,2-3-90,20-5 0,28-18-90,18 5 1556,30-13-1646,4 14-291,11 1 201,6 2 270,3 3-360,-1 4 270,-3 5-269,-5 3-1,-28 9 0,1 2 90,22-2 90,12 4 2393,-32 8-2483,-8 5 270,-9 4-360,-5 6-179,-8 4 832,-8 5-1102,-9 4-91,-9 3 990,-8 3 0,-9 1 0,-2 2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45.7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904 649 6903,'-85'10'1889,"2"-1"-1349,3-4-508,5-3 327,5-4-854,2-4 675,2-5 270,3-5-360,2-4 0,4-5 0,6-4-90,4-5 89,10-6-89,7-2 0,11-4 0,9 0 264,9-2-264,9 2 0,10 1-290,5 3 290,9 4 0,1 4 0,5 5 0,0 4-90,4 5 90,0 5 95,2 3-95,21 8 269,-12 6-412,17 7 143,-24 7-90,1 2 147,-7 7-57,-2 1 91,-5 5-1,-6 1-90,-7 1 89,-6 0 271,-7-1-360,-3-3 360,-5-1 770,-3-5-770,-5-2-68,-6 1-22,-9-6-42,-21-4-408,-4-13 90,-1-6-269,10-7-1350,8-22 1169,20 11-450,0-18-629,33 19-539,2 2 2158,17 3 0,-20 8 0,-2 4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48.8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1285 1 7353,'-62'0'2249,"12"3"-1980,-13 7-1299,14 6 1300,-6 5 0,-6 8-90,-1 5-744,-1 7 744,6 4 0,-2 3 89,3 4-89,-1 4-90,5 1 90,0 3-90,5 1 0,0 0 270,3-1-360,3-1 0,1-4 0,5-2 0,3-6 0,2-4 488,4-3-488,4-3 0,1-3-180,3-2 270,-1-4-360,5-5-450,-2-1-5037,1-2 5757,6-20 0,0 6 0,8-18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49.1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83 72 6453,'-25'-18'2249,"3"1"-1080,3 0-89,3 3-900,25 9 89,3 5-89,31 13 0,-2 2-776,8 2 686,10 4 90,8 0-90,8 2 90,8 0-3009,7 0 2919,6 2-45,-45-13 0,1-1-475,-1 2 0,2-1 475,1 0 0,1 0 0,0 0 0,-1 1-45,2-1 0,-1 0 45,-1 0 0,-1 1-1,0-1 1,0 1-45,-2-1 0,-1 0-301,1 0 1,-2 0 300,48 11 0,-31-7 0,-1 0 0,29 9 0,-33-10 0,-2 1-180,11 4-360,17 7 0,-26-7-89,8 5 89,-29-9-629,-12 0-2502,-5-2 3671,-16 6 0,-2-11 0,-9 3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49.5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731 0 7713,'-36'13'1169,"2"3"-899,11 8 0,-4 7-90,-4 5 89,-4 5-89,-1 4 270,-1 2-90,-15 24-1676,15-15 1676,-10 13-270,17-21 40,3-2-130,2-2 0,1-1-90,3-3 90,1-2 0,1-3 0,5-4 0,3-3 0,0-2-180,6-4-180,-5 3 29,5-5-1018,-10 0 707,-6-17-617,-1-5 1259,-9-12 0,20 6 0,-2 1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49.7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48 57 6094,'-21'-14'1888,"-4"-2"-1168,24 2-180,13 4-270,45 8-1,2 5-1943,19 7 2124,-10 0-180,-6 1 0,3 0-975,-14-2 0,1 1 885,21 3 0,0 0-180,-18-3 0,-3 1 45,3 0 0,1 0 0,-1-1 0,-1 1 90,1 0 0,0 1 92,-3-2 1,3 1-138,42 10 0,0-1-90,-37-7 0,-1-1-638,32 8 1,-4-1 547,-6-2 90,-6-1-180,-5-3 574,-5 1-1113,11 0 1127,-25-3-408,17 0 0,-47-8 0,1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50.1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1042 74 6813,'-25'-19'2609,"6"-3"-1260,-1 6-1079,-3 0-180,2 16 0,-8 8 89,4 17-89,-5 5 90,-6 7-90,-4 6-3392,-6 5 3572,-19 24-180,13-15-794,-14 17 794,19-24 0,3-2-200,0-1 200,2-2-90,1-1-281,2-2 281,-1-3 0,3-1 0,1-4 2387,5-3-2657,3-4 516,-1-4-1235,6 1-2159,1-6 2020,4-9 1128,6-11 0,3-5 0,7-1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50.3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14 6813,'16'-10'2339,"-1"6"-2069,28 13-1,-2 7 91,7 2-90,10 3 90,6 2-90,12-1-2813,5 3 2813,9-1-1,1 1-89,5-1-880,0-1 790,-47-11 0,1-1 0,0 0 0,-1 0-45,1-1 0,0 0 45,46 9 0,-2-2 0,-5 1 0,-5-3-90,-4 0 90,-8-2-90,-5-2-90,-8-1 699,-5-1-879,-7 0-450,-4 0-539,-2 1 1532,-16 6-1892,-9-1 702,-24 8 917,-15-1 0,-12 2 0,-7 1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50.7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624 16 6543,'41'-14'4408,"0"13"-4318,-24 15 269,-3 9-269,-24 11 0,-2-4 0,-8 4 0,-1 4-1774,-4 0 1774,0 4 0,-4-1 379,-2 3-379,-3 0 90,-2 1-561,0-2 471,2-1 0,1-3 0,2-2 0,0-3 0,3-1 180,0-3-270,2-1 270,-2-3-450,3 0 270,2-5-360,3-1-630,2-4 989,-8 4-2878,0-5 2789,-14 3 0,20-9 0,0-3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51.0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26 6363,'-27'-13'3868,"36"4"-3508,4 6 0,42 6-1710,4 7 1620,11 1 0,10 1 0,9 2-90,9 0-848,-46-6 1,0-1 757,1 1 0,0-1-45,3 0 0,1 1 135,-4-2 0,1 1-135,2 0 0,0 0 135,0-1 0,-1 0-180,0 1 0,-1-1 0,-1 0 0,0 0 0,0 0 0,0 0 134,-2 0 1,0-1-180,1 1 0,0-1-770,0 0 1,-1 1 724,43 4 180,-5 1-518,-10-1 249,-10-2-91,-8 1-450,-10-2-93,7 2-2426,-14 0 3518,0 3 1,-24-6-1,-11 1 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51.5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1102 29 8072,'3'-24'5307,"-2"20"-5217,-11 23 0,-2 15-90,-9 13-2030,-1-8 2120,0 4-90,0-1 151,0 2-151,0 0 90,1 1-90,-1-1 0,2-3 0,1 1 180,2-5-429,0 0 69,4-3-90,0-4-90,6-5-360,-1-3-449,3 2-810,-4-5 2999,-15-13-1470,5-7 484,-11-18-484,9 0 266,-1-4-86,-2-3-67,-5-4 427,-2-1 0,-5-3 180,-3 1-707,-3-3 797,-4 2-180,-2 0 269,-2 2-179,-2 4 270,2 2-3406,4 2 3316,2 4-649,8 3 469,3 2 682,5 3-323,0-2 151,25 0-421,35 2-269,21 3 90,9 7 0,6 3 1158,-18-1 1,0 1-1384,21 1 0,1 0-359,-15 1 1,-1 1 403,2 0 0,1 0 45,1 1 0,0 1-45,-1-1 0,1 2 0,-1 0 0,0 0 45,-1 1 0,-1 0-45,-1 1 0,0 0 45,-1-1 0,1 2-45,15 4 0,-1 1-45,-16-4 0,-2 1-45,12 2 0,-3 1-1027,15 5 488,-9-1-181,-8 0-89,-8 0-1080,-13 0-720,-9 1 2839,-14 0 1,-8-9 0,-5-2-1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55.530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147 76 3924,'-15'-19'3328,"-8"2"-780,0 3-749,-8 2 387,2-1-2186,15 21 338,2-3-338,15 21 0,-1-4 90,0 4 695,3 3-785,-2 3 0,2 3 90,-1 1-90,4 4 0,-2-1 0,4 2 0,-3-2 0,2 0 0,2 0 0,0-2 90,-4-1-90,8-2 0,-8 0 0,8-2 0,-7-2 0,-1 0 0,-1-3-90,0-1 90,0-2 0,-1-2 90,-2-2-90,3 3 0,-4-3-3238,3 4 989,-18-17 91,-1-6 2158,-11-12 0,11 3 0,5 3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55.989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261 89 6183,'0'-20'2519,"-1"-5"-1440,-2 5-89,-3-2-900,-5 20-90,-1 5 90,-5 17 0,1 1-90,-5 3 0,-3 2 90,-7 11 0,7-11-90,-2 6 0,11-13 90,3-2-90,1-1 89,0 4-89,2-1 0,1 3 90,5 1-90,4-4 90,7 1 0,8-5 0,7 0 0,7-1 0,9-1 0,7 1 0,5-1 0,-7-2-90,12 1 90,-19-5 90,22 4-90,-13-1 90,5 2-90,-1 1 90,-10-1-1,-2-1-6115,-8-1 5936,1-8 0,-15 2 0,1-8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56.255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0 7 11041,'58'-2'629,"5"1"-539,17 0-90,5 0-180,0 1-179,-6-1-631,-11 2 990,-8-1 0,-31 2 0,-5-1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56.489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0 52 6903,'20'-6'3148,"4"0"-2878,44 4-90,-2-1 0,10-1-180,0 1-270,-15-2-270,4 1-809,-16-2 1349,10 0 0,-28 2 0,-8 1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57.183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0 63 6723,'23'-15'3598,"2"12"-3328,-9 9-360,-4 17 180,-10-2-90,-2 3 0,4-6 0,-3-1 0,0 7 90,-3-1-90,3 3 0,6-4 0,8-5 0,9-4 180,18-3-90,11-7 0,9-1 0,0-5 0,-6-1 0,4 0-1,-1 0 1,5 3-90,-5 0 90,5 1 0,-5 2 0,3-1 0,-21-8-90,-7-7 270,-16-10-270,-4 2 180,-2-2-270,-4 6 270,-2-1-180,-2 1 90,0 0-180,-8 0 0,8 1 90,-10-2 90,4 0 270,-9 0 269,-4 0-539,24 14 0,1 9 0,19 8 0,-4 7 0,-8-1 90,2 2-90,-6 3 90,1 0-90,-3 2 90,-1 0 0,1 1-90,-3-2 89,3 0 1,-4-2 0,2-1-90,-2-1 180,0-2-90,1-1 180,1-1 179,1 1-539,1-1 0,-5-6 0,-2-2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04.700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5775 1256 7803,'-49'-4'2428,"-2"1"-2248,3-4-180,-7 1 0,6-2 90,-10 1-90,0 1 0,-9-1 0,-8 0-2106,13 2 2196,2 0 0,-3-1 0,-3 1 90,-17-4-90,-2 2 0,6-1 90,-1 0-180,8-2 90,0 0-90,9 0 90,4-2-90,6 1 0,2 0 90,1-1-90,1 1 90,1-1 0,-4 2 2195,0-1-2195,-6 1 0,-3 0 0,-6 2 0,-5 0 90,1 0-90,-1 1 0,1 0 0,5 0 0,-3 0 0,6-1-90,1 1 0,2-1 90,3-1-90,1-1 0,2-1 179,0-1-89,1 0 0,-2 0 0,2-1 0,-3-1 0,12 3-90,-9-3-90,5 3 180,0-1-401,1 0 401,12 4-180,-8 0 270,8 0-360,-8 0 360,11-1-270,-1 1 180,0-1-180,-2 1 270,2-1-270,-4 0 270,-29-10-270,19 6 0,-23-7 0,29 7 0,-2 0 90,-1 0 0,-2 1 0,4 1 0,-14-6 0,16 4 0,-12-3-742,20 5 742,-2 0 0,3 0 90,-2 1 90,-9-3-90,0 0-90,-9-3 295,7 3-295,5 0 90,2 1 668,3 0-758,0-1 0,-16-8 0,13 4 90,-8-4 0,11 7 0,6 3-90,-6 1 90,-7-3-90,7 2 0,-6-2 0,10 2 0,-4-1 0,-3-2 0,-2 0 0,0-1 90,-1 0-90,4 0 0,-1 2 0,6 0 90,-3 1-90,0-1 90,-3 0-90,-3 1 90,-3-1-90,-2 0 0,-4 0 89,-18-1-268,15 3-3689,-9-1 1169,67 5 451,23 5 2248,33 3 0,-17 1 0,-20-1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06.112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6709 1413 7083,'-34'-9'3058,"-2"0"-2698,-1-1-180,5-1 90,-3 0 0,0 0-1,-7 1 1,-9 0 0,-5 0 90,-8 0-90,-3 1-90,-6 0-180,0 0-90,13 0 135,5 1 0,0 1-45,-1-1-916,-40-5 1006,53 8-90,-1 0-234,0 1 324,-1-1-90,-21-1 0,15 1 0,-19-1 0,-2 1 0,13 0-682,-18 0 772,23 0-90,-5 2 0,5-1 90,-3 1-90,-14-2 0,13-1 0,-13 0 90,20 1-90,-18-3 90,14 3-90,-25-6 0,31 6 0,-22-6 90,29 4-90,-26-7 0,28 6 641,-11-4-641,14 4 89,0 0-89,4 0 0,-9 0 90,-17-5-90,6 4-274,-15-4 364,19 4-90,-5 0 0,-1 0 0,-2 0 0,4 0 89,-3-1-178,1 0 89,-3-2 0,-1-1 89,0 0-602,-1 0 513,0 0 0,-2-1-126,-2 2 36,-29-8 360,21 5-270,-22-5 90,3 1-2275,20 4 2096,-19-5 268,31 6-860,-19-5 591,23 3 934,-14-1-934,27 5 270,1 1-360,4-1 90,2 1 91,3 0 269,-10-4-540,0 1 3052,-8-6-2872,1 3 1794,11 2-1614,-11-2-180,6 3-29,-2 0 29,4 2 180,8 3-180,1-1 270,0 1-3563,-3 0 3473,2 0-180,-3 0 270,2 0-360,-1-1 360,2 1-270,-4-2 180,4 1 20,-4 1-200,4-1 0,-1 1 0,1-1 0,-13-3 0,-3 0 90,-1 1 3392,5 0-3392,14 4 0,2-2 0,-14-1 90,12 1-90,-13-2 0,14 4 90,-2 0-3482,-13-3 3482,12 3-297,-20-6 296,19 6-89,-6-3 0,-1 0 0,6 2 0,-5-2 0,-5-2 3290,1 0-3290,-13-4 0,7 2 0,-4 1 310,12 2-310,0 2 0,2 0-5757,6 1 5757,22-3 0,0 7 0,23-1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09.304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625 452 12660,'-18'-14'270,"4"0"-90,3-2-270,5-1 0,2-1 90,8-3 0,3 2 0,7 0-90,5 2 90,1 3 0,8-1 0,-4 2 0,3 1 0,-1 1 0,2 0 0,0 1 0,4-3 0,0 2 0,0-1 0,2 0 0,-2 2 0,3-3 0,0 4 0,-2-3 0,2 2 180,-4-2 89,1 1-269,3 0 270,-1 2-180,3 0 0,-1 1-180,2 0 270,5 0-270,3 0 0,4 1-90,-3-1 180,6 2 90,2 3 0,-3 4 90,-2 2-90,-12 5 0,-5 0 0,-4 3-90,-1 1 90,-3 0 0,-2 3 0,-3-3 0,-4 3 0,-3 0 0,8 1 0,-15 4 0,4-3-90,-19 6 89,-5-6-89,-6 2 90,-3-2 0,-1-1-90,-4 0 90,0 1 0,-8 0-90,3-1 90,-7 1-90,2 1 0,-10 0 90,6 2-90,-8-2 0,12-4 0,-6 3 0,13-7 0,-12 7 0,6-3 0,-7 3 0,3-2 0,2-2 0,-3 0 0,1-2 90,-6 2-3482,1 0 3392,3-2 0,2-1 0,-5 0 90,-10-1-90,-6 3-2268,-5-3 2268,11 0 90,0-2-90,-3-3 2268,3-3-2268,-7-4-90,13-4 0,2-1 3482,9-2-3392,2-4-90,-4 1 90,2-3 0,0-1 0,2 0 0,0-1 0,5 1-90,1 3-449,6 0-271,13-3-179,19 2-361,17-2 271,22 1-3598,13 0 4677,-11 1 0,-10 6 0,-23 5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10.264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226 408 8072,'-18'-14'1170,"-2"0"-990,5-3 0,-4 0-1,5-2 1,-1-2-90,10 1 0,4-2 0,8 4 0,5-4-90,7 6 90,6-3 0,8 4-90,0-1 90,5 1-90,0 0 90,6-3-90,4 1 90,-7 3 0,-3 1-90,4 0 90,4 2 0,10-3 0,0 4 0,-7 2 0,6 2-1,-3 3 1,4 2 90,-3 4-90,-10 3 90,-3 2 0,-7 1 0,-2 1 0,-2 2-3392,-2 3 3392,-6 2-90,-3 1 90,-5 5-91,-13 2 1,0-3-90,-9 1 90,-3-5 0,-2 0-90,-4 2 90,-5-1 3392,-3 0-3482,2 1 90,-6-1 0,2-1-90,-2 1 90,-5-1 0,0-1 0,-2-2 0,-1 1 0,-1-2 0,-3-1-90,1 0 90,2-3 0,3-1 0,2-1 0,0 0 0,-10 0-1,-1-2 1,-14-2-90,1-9 0,3-3 0,2-7 0,11-3 0,8 4 0,-3-7 0,6 6 90,-5-3-180,5 2 0,0 2-3507,8 0-1800,11-4 5397,13 2 0,5 4 0,3 4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01.695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0 1427 5914,'44'-11'809,"-11"1"-719,20-6 90,-22 6-90,9-3 90,-11 4-90,-3-1 180,2 1-180,9-5 89,-4 4-89,16-8 0,-16 8 0,7-3-90,-9 3 90,2 0 0,16-5 180,-10 2-561,11-4 471,-13 6-180,-2-1 180,1 1-270,-1 0 180,0 0 90,7-4-270,-4 4 180,3-2-180,-7 5 342,-1-1-252,0 1-180,42-11 90,-30 9-331,32-9 421,-42 10 0,-1 1-124,2-1 124,-2 0-3029,29-7 3029,-20 5 0,20-6-167,-27 8 167,-1 0 90,1 0-90,1-1 0,33-8 0,-24 7 0,26-7 0,-34 9 0,1 0 0,-3 0 0,-1 0 0,0 1 90,-2-1-180,1 1 369,-3-2-279,0 1 90,-1 0-90,-1 0 24,2 0-114,-2 0 180,2 0-180,-2 0 180,2-1 3125,-3 1-3215,2-2 262,-2 2-262,4-1 0,-3 0 0,1 0 360,22-8-450,-17 6 270,19-5-270,-25 8 180,1-1-180,-1 1 270,4 0-180,10-5-90,-6 2 180,7-3-180,-9 2 0,0 2 180,4-3-180,1 1 270,1-2-360,0 2 360,0-1-483,0 0 213,-1 1 0,-1 0 0,1 0 90,-2 0-90,-1 1 90,15-6-90,-15 4 90,12-3 0,-16 5 0,0 1 0,-3-1 0,2 1 0,1-2 0,0-1 0,3 1 0,-1-1 0,1 1 0,3-1 0,-2 1 0,3-1 0,-3 0 180,2 1-180,0 0 180,0 0-270,-4 0 270,2 1-270,-6 1 180,4 0-180,-2 1 180,-1 0-90,9-2 90,-3 2 180,7-3-270,-2 2 0,-21 6 0,-2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02.943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86 791 6543,'-45'9'3148,"5"-1"-2968,41 0 0,13-6-90,43-1-180,7-6 270,-8 0-905,3-1 995,-14 1-205,3-2 115,4 1-3503,0-1 3503,4 0-180,3 0 111,0-2-201,5 2 270,-3-1-385,5 0 115,-2 0 359,31-6-1090,-25 4 1001,23-4-180,-32 5 180,-1 0-270,-2 1 2532,-3-1-2532,0-1 270,-5 0-180,0-1 90,17-3 90,-16 2-270,15-3 360,-18 5-360,-1 0 0,18-4 90,-10 4 0,4-4-90,-15 7 90,-9-2 90,1 2-98,13-3 188,23-3-270,-13 3 90,29-3 118,-45 6-118,15-1 0,-18 1 0,6 0 0,-3 0 771,4 0-771,-3 0 0,0-1 0,0 0 0,-1 1-90,3-1 180,0 1-90,2-1 0,-1 0 180,-1 0-180,0 1 339,-5 0-339,15-2-90,-12 2 90,14-2 0,-4 2 0,3-2 0,6 0 622,1 0-622,0 0 322,2 0-322,1-1 180,-16 2-68,12-1-112,-8 1 0,15-3 180,6 2 0,-4-2 0,5 2-90,-20 1 0,13-1-866,-12 1 866,-1 0-180,-3 1 32,-15 1-32,1 0 270,1 1-450,-3-2 180,15 1 0,-2-2 180,12 0-90,-8 0 90,1 0 759,-10 3-759,8 0 255,-9 0-255,7 0 0,-5 1-90,1-1-630,-2 1-1259,-1-4-2788,-9-1 4677,-25-2 0,-4 5 0,-20 1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11.967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1043 36 6453,'3'-17'6836,"1"2"-6566,-3 11-180,-6 6-4341,-17 16 4251,-1-2 0,-6 4 859,-1-1-859,0 1 0,-5 3-165,-1 0 255,-2 2-2304,-43 29 2304,27-18-90,10-7 0,1 0 1764,-7 4-1674,-6-4-90,4 2 90,-1-4 0,7 2-90,4-3 90,0-2 0,3-2 0,4-1 0,6-4 0,3-1 151,-2-1-2040,4-1 1859,-13-6-2309,25-9 2456,2-12 0,16 3 0,1 1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12.400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66 17 6004,'-34'-8'7106,"5"0"-7017,27 7 181,24 2-90,32 9-90,7 0 0,-2 2 90,-3-2-3302,37 7 3212,-18-2-45,-26-5 0,3 0-733,3 1 1,-1 1 867,33 6-201,-32-6 0,2 0 111,2 1 0,-2 0-744,26 5 699,-27-5 0,-1-1-45,14 4 90,0 0 1516,-3-1-1516,-4-1 1706,-3-1-1706,18 4-90,-24-5 270,11 2-1,-17-3 293,-12-2-22,6 1-1522,-41-9-2346,-1-4 3565,-28-9 1,17 5 0,2 1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13.233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528 99 6453,'34'-11'1350,"4"0"-1261,-3 2 181,4 0-360,2 0 180,2-1 90,-3 2 180,3-1 1079,-13 0 450,-20-2-1799,-18 9-90,-15 5 0,-3 9 90,8 5-90,-3 1-324,-1 2 414,-2 3-90,-5 0 90,-1 3 0,-25 11-2332,14-9 2332,-14 9-2512,20-12 2512,1 0 0,-2-1 165,2 0-165,-15 9 0,14-9 0,-3 6 0,11-11-90,7-3 90,-6 1 0,4-4 0,0 0 1520,-2 2-1520,0-1-26,-3 3-1593,-4-12-1439,15-9 2968,-5-12 0,19 4 0,-3 1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13.588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0 19 6094,'5'-12'5217,"15"7"-4858,20 3-179,29 10-1360,-19 1 1450,16 1-90,-14 0 0,1 1 0,2 1 89,2 1-3613,1 0 3524,-2 1 0,-5 0 468,9 0-468,-12 0-91,9 0 1,-9 0-216,-6 0 486,0-1-270,-5 0 179,1-1-179,-2 0 180,1-1-270,-4-2 517,-2 0-517,7 2 3168,-4 0-2898,7 2 668,-6-2-938,-2-1 0,-16-5 0,-3-1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28.840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1410 454 10501,'-8'21'540,"-3"1"-360,-10 0-1,-4 1 1,1 1-90,-5-1 0,2 1 90,2-5-90,-2 2 0,4-6 0,-1 4 90,0-3 0,2-2 0,-1-1 180,-7-1-91,-4-1 91,-6 0-180,-3-2 0,-1-1-270,3-2 90,-6 0 180,6-1-360,-7-1 270,4 1-180,-12-3 270,5 0-180,-7-3 180,6-1-270,0-3-90,9-1 0,0-3 180,4 1-90,-2-1 90,-3 0 0,6 1 180,3-3-270,11-3 270,3-3-270,5-3 0,4 0 0,-1-2 90,3 1 0,1 0 0,4 0-90,2 0 90,4 1 0,-11 4 0,12-3 0,-15 1 0,17-3 0,-4-3-90,2 2 180,1 0-180,2 0 90,1 4 0,5-2 0,1 2 0,6-3 0,-1 5 0,9-5-90,-1 4 90,7-4 0,-2 3 0,-3 1 0,1 0 0,4 5 0,-8-4 0,4 4 0,-5-2 0,5 0 0,8 0 0,0 0-90,4 1 90,-8 1 0,2 1 0,-3 1-90,6 1 90,1 1 0,8 1-90,3 1 90,10 3 0,4 0 0,5 3 0,-2 1 0,-3 2 0,-4 2 0,-11 0 90,-2 1-90,-8-1 0,7 1 90,-8 3-3392,4 1 3392,-9 3 0,0 3-90,-3 5 90,-4-3 0,-6 3 0,4 10-90,-12-10 180,15 20-180,-19-20 3482,5 6-3392,-12-6 90,-1 11-90,-5-6 0,-2 10 0,-2-10-1,-2 0 1,-1 1 0,-4 0 0,-2 0 180,-10 11-90,6-9-90,-8 6 0,11-13 90,-1-3 0,3-1 90,-5 1 89,4-2 181,-5 3-9535,4-5 8995,-2 1 0,10-9 0,2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17.192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65 194 7623,'-36'-9'3508,"15"-6"-3149,14-2-269,22-6 0,2 3 0,7 1 0,-2 5 0,0-1-90,5 2 90,-2 0 0,3 2-90,6-1 180,-2 3 90,19 6 180,-13 9-360,-1 6 179,-14 7-179,-12 1 180,-3 4-270,-4 3 0,-4 3 0,-4 2 0,-4 1 0,-2 1 0,-3 0-3302,-2-1 3302,-3 1-2178,-4-2 2268,0 0-39,-4-1 39,3-1 0,-2 0 0,0-3 0,0 0 0,-1-2 0,1-3 0,-5 5 0,10-9 2249,-6 5-2339,9-7 3364,23-1-3364,9-4 85,31-1-85,20-1 0,-8 0 0,10 1 90,-21-1-359,0-2-271,-1-5-450,-6-6 181,8-7-181,-14-2-179,4-2-630,-9 2-719,2 1 2518,-4 0 0,-10 6 0,-6 1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17.839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38 21 6273,'-20'-17'6387,"14"13"-6117,0 10-90,14 15-1,-5 4 1,-1 5 0,-3 4 0,3 3 0,-4 3-90,4 2 90,-3 1-495,0 2 495,1 0-90,0 1 0,-3 0 0,5-1 0,-11 1 0,10 0 180,-4-2-270,6-1 269,-4-1-408,-1-3 49,-4 0 90,7-4 0,0-2-90,1-4 90,-1-3 0,3-3-90,1-4 90,1 3-1439,1-5-1041,2 4 1221,12-18 865,-5-9-236,7-10 90,-8-6-449,-7 3-90,1-1 1079,-2-3 0,-2 10 0,-3 2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18.098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55 337 6183,'-20'-29'1440,"4"2"-991,5 1 1,4 2-90,7 0-90,2 0 0,1 1-90,15 0 89,-3 2-89,15-1-90,-8 5 90,16-1-90,-6 3 90,13 1-90,-4 2 0,0 4 90,0 1 90,17 5-91,1 5-3391,-3 2 3392,-8 8 0,-21 0-90,-3 6 90,-7 3 0,-5 3 0,-8 4-90,-6 1 90,-10 3 0,-5-2-1,-8 3 1,-5-3 0,-2 2 0,-6-3 2988,0-1-3078,-5-5 90,1-2-3438,-2-4 3168,3-4-630,3-3-2132,-38-8 1773,37-7-630,-21-6-460,44-7 2169,6-2 0,4 8 0,3 2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20.784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0 141 6633,'9'-31'2519,"5"2"-1980,4 3 271,8 6-540,6 4 0,6 5-90,12 4-1,8 6-89,11 6 180,10 7-180,-15 0-550,-2 4 550,-19-2 90,-2 3-90,-2 2 90,0 3-194,-5 2 103,0 3 361,-8 3-270,2 1-90,-5 1 90,7 19 0,-9-10-90,4 13 270,-3 4-360,-2-13 269,8 13-269,-10-18-9,4-1-81,-5-1 90,1-2-90,1-1 90,1-1-90,0-2 90,1-1 0,5-3 0,2 0-90,5-3 90,2 0 0,1-4-90,3-1 90,1-2-90,2-3 0,2-2 0,0-2 0,2-3 0,-3 0-90,4-2-2729,14-2 2819,1-2 135,11-2 1754,-9 0-1799,-16 4 0,-31 5 316,-18 8-406,-25 6 90,9-2 3572,3 0-3662,7-5 180,-2 10-180,2-4 0,-3 8 90,7-7 0,-5 1-90,6 1 90,0 1 0,2 0 90,1 2-90,3 2 90,0 2-90,7-4 90,-2 1 0,5-4-90,1 3 90,2-1 0,2 2 0,0-2 0,10 11 270,-4-10-270,5 7 180,-6-11-270,-3-1 0,-1 2 0,1-3 90,-3 2-1,4 5-89,-6-7 90,2 6 0,-8-10 180,-1-1-90,-4 6 0,-6 1-180,-9 5 0,-5-8 0,-8-2-180,3-6 0,-5 0-539,-2-2-631,-11 2-3327,0-3 2698,-15-6-539,22-10 2518,1-11 0,25 5 0,4 2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21.812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 1877 6633,'11'-15'2699,"5"-1"-2429,20 2-91,-3 0 91,8 0-90,-6 1 0,4 0 0,0 1-483,4 0 483,0 0-90,-1 1 0,3 0 90,0 1-90,3 0-1,2 0 1,1 0 0,2 0-539,0 0 539,3 0 0,2 0-90,1 0 90,1-1-90,-4 1 90,2-1-90,0 0 90,2-1-831,2 1 831,0-1-90,4 0 360,2-4-1252,2 3 1161,2-4-269,5 2-1206,1 0 1206,4-2 180,2 0-270,3-1-888,-21 4 1,2 1 932,-16 2 0,2 0 45,17-3 0,-1 0-619,-20 4 1,1-1 573,22-4 0,0 0-113,-17 3 1,-1 0 157,18-4 0,-1 1 195,25-8-195,-1 1 0,-4-2 0,-1 0 0,-5-2 0,-2 1 90,-3-2-90,-2 0 0,0 0 0,-4-2 1059,-2 1-1059,-3 0 0,-3 0 0,0 0 0,-7 1 90,1 1-90,-6 1 1721,-2 0-1631,-2 2-90,-5-1 90,-2 1-90,1 0 90,13-11-90,-11 9 0,10-9 0,-17 10 0,1 0 0,0-1 270,-1 1-360,2 0 270,12-9-270,-14 8 90,11-5-90,-23 12 90,3 0 1388,-8 1-1388,3 2 90,-4-3-90,1 0 1381,-3-3-1381,-3 3 89,-5 0-178,1 1 1119,4 3-491,5 0 146,-27 11-685,1 3 0,-29 9 90,0-1-90,-4 0-3392,-27 5 3392,11-3 0,-19 5-770,18-4 770,-2 0 0,-4 1 0,1-1 0,1 0-75,5-2 165,6-1-90,5 1-90,-3-1 0,8 0 2883,28-7-2883,12-4 0,36-7 0,-1-2-223,5 1 223,2-2 90,4-1-337,2-2 337,2-1 0,2 0-171,16-4 81,16-4 90,0 2-466,-4 1 376,-23 8 270,-12 1 712,3 1-712,-4 0-270,3 1 270,-4 0-360,-3 2 360,-2 2-180,-1 1 448,8-1-448,2 2 274,4-1-184,10 5 1065,-20 5-975,0 10 0,-26 2 0,-13 6 411,-15 0-321,-5 3 0,-9 2 90,-5 2-450,-8 3 360,-2-2 0,-2 2 179,-18 11-179,15-9-589,-12 6 409,19-14 0,6-3 0,3 0-90,3-3 431,5-2-701,-3 5-539,3-2-3689,5 1 4627,12-3 1,2-10-1,7-2 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15.594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209 194 6183,'-6'11'4948,"-13"-1"-3959,-27-6-449,-2-5-180,7-5-181,11-4-89,12-6 0,17-6-90,8-1 0,12 0 0,5 6 0,4 0 0,6 1 0,-3 0 0,7 2-90,-3 2 90,8 2 0,10 0-90,13 5 90,8 4 0,-7 6-518,-12 5 518,-14 3 0,-5 3 0,-1 3 0,-5 4 0,-3 3 90,-9 3-90,-6 2 0,-15 3 0,0 1-3220,-14 2 3220,0 0-1832,-13 2 2012,-5 0-388,-8 0 208,-5-1 180,11-3-90,-13-2 90,12-2 90,-12-2-90,5-1 90,-12 6-90,18-11-1,-6 4-89,20-11 90,11 2 1941,10-2-2031,23-1 3172,24-7-3262,19-4 90,2-3 0,25-5-90,-5 0 90,12-1-1,-12 1 577,-15 2-2645,-14 2-719,-3-3-451,-8-3 3149,-3-4 0,-22 3 0,-3 2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16.058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416 101 6183,'13'-16'2609,"-1"-4"-900,-1 3-450,-3-4-359,-13 7-450,-17 4-181,-21 7-179,-24 10 0,14 2 0,-40 20 0,50-11-90,-23 10 0,38-13-90,6-1 90,5 6 0,19 1 0,8 6 0,16-7-90,4-2 90,3-6 0,5 0 0,7 0 0,3-2-474,7 1 474,1-2 0,1 1 0,2 1 0,0 0 0,-3 3 0,-2 0-2695,32 19 2785,-35-11 90,23 14-274,-44-15 274,-5 0 0,-7 1 0,-9 1 0,-6 1 0,-10 2 303,-6-1-303,-7 0-90,-11 0 0,-1-2 0,-9-1-105,-1-3-255,-2-2-89,-1-3-1890,-15 1-270,1-3-2158,-12-5 4677,8-9 0,27 0 0,12-5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31.519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165 218 6004,'-43'9'3238,"0"-1"-1799,-2-2-1259,23-10 0,10-4-90,35-13 0,4 4 0,6-1-90,-4 3 89,-1 1 1,5 1 0,15-6 90,10 0-180,1-1-2022,-1 3 2112,-16 7 0,0 1-90,1 2 90,1 0 0,-2 0 0,2 3 0,13-2-90,5 2 90,13 3 0,-4 2-90,-6 4 90,-11 4 2202,-12 3-2292,-14 7 90,-13-1 90,-17 13-91,-6-11-89,-11 7 90,0-8 0,-4 0-90,-2-1 90,-3-1 90,2-2 0,-8 3 0,0-5 0,-5 4-540,5-6 360,34 1 0,11-2 0,29 1 0,5 1 0,-1 5 0,-7-2 0,-2 2 0,-4 4 0,-5-4 90,2 6-90,-12-4 0,-2 1 0,-9 3 0,0 0 90,-12 10-90,0-8 270,-9 7-360,2-12 360,-1-3-360,-2-2 180,2-1-180,-2-1-270,10 3 360,45-6-90,2-2 270,39-6-90,-16-2-90,2 1 90,4 2-270,-3 4 270,-7 3 90,-9 6-90,-20 4 0,-17 0 180,-31 13-91,-10-9 1,-12 10 0,-5-9 180,-31 11-180,10-8-348,18-11 1,0 0 257,-20 4-929,-1-3 929,3-1-180,3-4-90,3-2-360,8-2-1169,-14-4-989,-5-15 449,16 1-719,2-14 2968,37 6 0,6 6 0,5 3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34.310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140 343 7083,'-69'-3'5757,"6"1"-5577,55-4-90,23-1-824,39-1 824,7-1 0,-5 2 0,11-1 0,4-1 90,10-1-180,7-2 224,-17 3 1,2 0-1075,-15 2 0,2 0 850,20-3 0,0 1 45,-19 2 0,-1 1-45,2-1 0,1 0 45,2 1 0,1-1-45,1 1 0,0-1 45,-1 1 0,4 0-1,29-3 1,1 1-994,-24 4 0,-1-1 949,23-3 0,-2 0 0,-29 4 0,-4 0 45,0-1 0,0 0-45,0 1 0,-1 0-492,-3 1 0,-1 0 492,-1 0 0,1 0-683,14 0 1,0-1 682,-19 1 0,-2 1 0,14-2 0,-4 1 485,13-1-485,-6 1 0,-9 1 1280,17 0-1100,-21 0 1247,22 0-1068,-26 0 2807,8 1-3346,-7-2-719,0-2-486,-2-1 1385,-2-2 0,-21 5 0,-6-1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35.509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167 1527 7623,'-46'0'4047,"10"-4"-3687,-1-11-180,15-7 0,5-1-90,12-4-4342,2 3 4342,7-3-27,12-17-63,-2 9-177,15-13 177,-4 13 90,7-2 180,5-2-647,10-2 377,5-2 0,10-2 1578,7-2-1578,11-2-59,-36 25 0,2 0 59,4-1 0,2 1 45,5 0 0,1 0-45,0 1 0,4-1 30,1 3 0,5-2 0,-3 3 15,13-5 0,1 1-693,-10 4 1,5-1 0,-4 1 691,12 0 1,-2 1-45,-2 0 0,5 0-458,-5 3 0,5-1 1,-3 2 457,10-2 0,3 0 0,-19 5 0,7 0 0,0 0 0,-7 2-359,18-2 0,-4 3 449,-12 1 0,4 0 0,-6 2-224,7 1 1,-5 1 267,0 1 1,-1 1-207,1 1 1,-1 0 26,-5 1 1,-1 0 44,4 1 0,0 0-45,-4 1 0,1-1 45,3 2 0,0-1 190,-2 1 0,0 1-235,1-1 0,-1 1 45,-1 1 0,0-1 0,1 1 0,1-1-166,4 0 0,0 0 166,-5 0 0,1 1 0,4-1 0,0-1 0,-8 0 0,0 1 0,2-1 0,-1 0 231,-5-1 1,0 0-232,2 0 0,-1 0 0,-3 0 0,-1 0 0,7 0 0,-1-1 0,-5 0 0,0-1 0,2 0 0,-1 0 314,-7-1 0,0-1-314,-1 0 0,-1 0 284,-1-1 1,-1-1-285,-1 1 0,-2-2 0,47-4 0,-6-1 1470,-4-2-1470,-6 2 0,-5-5 1109,-8 3-1109,-7-3 90,-9 5 335,-6 0-246,2-1 2344,-8 3-1084,3-2-77,-49 7-1452,-67 11 0,3 0-363,11 0 1,1 0 452,-7 0-90,-5 0 0,-1-1-90,-2-1 180,2-1-90,2-2 0,4 0-595,5-3 685,5-2 0,5-1-228,5-1 138,5-2 90,4-2 0,3-2 0,5-4-90,1 0 1105,6-4-1105,5 1 740,9-10-740,8 6 0,43-27 0,-12 25-429,37-14 429,-24 24 90,5 3 0,3 0-89,4 4-570,3 0 659,3 3 0,4 1 0,4 2 0,-3 2-889,0 2 889,8 0 0,-10 3-1087,-14-1 0,0 0 1087,19 4 0,19 3-1025,-32-3 1025,-2-1 0,-3 1 0,-12 0 329,7-1-329,-14 1 0,5-1 90,-7 1 656,2 2-567,-8 4 91,-7 2-90,-14 5 2862,-20 2-2772,-11 6 90,-13 4 1185,-12 5-1186,-9 1-1301,-9 4 1211,-2 0 91,-2 2-180,0-2 0,29-15 0,1 0-90,-28 15 0,-5 10-688,25-20 508,10-2-287,6-4-162,6-3-2340,4 5-2068,11-4 5073,9-1 0,5-12 1,6-7-1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36.319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0 0 5824,'3'9'0,"0"-1"0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8T02:35:49.3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24575,'5'0'0,"0"0"0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27.6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 1 11580,'-4'25'1170,"-1"0"-721,5-3-89,-1 5 0,3 4 0,2 4 0,1 2-91,0 4 1,2 0-499,0 3 409,1 0 0,1 1 90,1 0 179,0-1-359,0 0 0,2-2 0,-2 0 0,1 0 0,-1-1-90,0 0 90,-1 0-90,-1-3 198,-1-2-198,0-2-90,-2-3-444,2 5-5,-4-12-721,4 2-988,-6-10-1099,0-5 3347,-8-2 0,-5-10 0,-3-5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27.8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0 196 9242,'16'-12'1079,"1"0"-809,-4 4-90,4-4 0,2 1 0,4-3-180,2 0-90,3-1-180,-2 0-90,2 0-180,-1 1-3571,0 1 3391,-2 2-449,-2 2-180,-2 1 1349,-2 1 0,-9 4 0,-2 1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28.0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 0 10141,'-1'13'990,"1"1"-721,7 0 1,1 2-90,1 1 0,1 2 0,0 2 0,0 1-3482,0 1 3392,0-1 0,0 1 90,0-1-180,0 0 90,1-1-270,0 0 0,-1-3 3212,0 0-3572,-1-2-89,-2-1-91,0-2-1709,0-1 2429,-1 2 0,-3-8 0,1 1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28.2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32 10411,'2'-15'-2519,"3"3"2519,9 9 0,-6 2 0,-1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28.8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6363,'5'18'1979,"1"1"-1529,1 2-90,0 1-90,0 1 89,1 1-179,0 1 90,0 0-180,1 0 90,0-1-90,0-1 0,0-3-90,0-2 0,0-2-90,-2-3 0,1-1-270,1-2 270,0-2 90,-2-9 0,-1-9 0,-4-6 0,0-6 0,-1 4 0,0-2 90,-1-1-90,1-4 90,0 5 0,0 0-90,1 6 0,0-3 0,2 3-90,4-2 90,5 13 0,-2 2 0,3 9 0,-5 1 0,1 1 0,5 8 0,-4-5 0,3 5 0,-5-6 0,-1-1 0,-1-1 450,0-1-180,0-5-90,-2-11-90,0-5 89,-4-8-89,1 1 0,0-1 180,1-9-90,0 7 0,1-4 180,-1 11-90,2-2 449,1 6-359,5 4-270,-2 6 180,4 8-270,-2 2 180,-1 2-180,2 1 0,0 1 0,1-1 0,1 0 0,0-1 0,-1-1 0,1-1-540,6 0-449,-1-3-630,3-2 539,-3-9-809,-7-2-3931,-1-5 5820,-5-1 0,-1 6 0,-3 1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29.1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1 201 9062,'25'2'2878,"-1"-3"-2518,-7-2 0,-2-2-180,-2 0 90,-1-1-91,0-1-89,0-2-90,0 0 0,-1-1-90,-1-1-89,-1-2-1,-1 0-180,1-6 0,-3 4 180,-1-11 0,-7 12-180,-1-4 270,-6 7 1,-3 4 89,-5 6 0,2 7 0,0 6 89,5 2-89,1 5 0,0 4-3302,2 2 3302,1 4 90,2 1 0,2 1 0,2 1 90,3-1 0,3 1 0,3-3-90,2-1 90,4-3-90,1-2 3392,2-4-3482,0-4 90,2-3-90,0-4-270,9-5 0,-7-5 0,5-5-90,-8-3-179,-3-4 269,0-1-450,-3-1-89,-1-1-1,-3 1-449,-2-1-90,-2 2 1349,-3 0 0,-1 7 0,0 1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29.7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135 4 8162,'-21'-3'2159,"2"3"-1439,5 5-181,2 4 1,-1 2-180,1 3 0,1 1-90,1 3-1,1 0-89,3 1-90,2 0 90,1 0-90,4 1 0,1-2-90,6 0 90,1-1-90,3-1 270,1-1-270,2-1 180,1 0-180,0-1-90,1 0-3302,0 0 3392,1 0 0,1 2 90,-1 0 90,-1 0-1,-1 2 1,-1 0 0,-1 1 3482,-3 1-3392,-2-1 0,-1 2-90,-4 0 90,-1 2-91,-3 2 1,-2 1-90,-2 1 0,-4 0 0,-1-1-180,-2-1-90,-1-1-89,-1-2-451,-5 4 0,4-9-1259,-2 1 630,3-11-2069,2-13 900,1-5 2518,3-12 0,5-1 0,3-3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30.0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0 405 7713,'22'-12'1889,"-3"1"-1350,-9 4 1,2 0-180,-1-1-1,1-1-89,1-3 0,0 0-90,0-3-90,1 0 90,-1-2-90,0-1 0,0-2-3482,-2 0 3482,0-2-90,-2-1 90,-1 0-90,-1 1 0,-2 0 0,-2 1 90,-1 1-90,-2 2 3662,-6-2-3393,-2 4-89,-4 2-90,-2 13 0,4 7 0,-4 20-90,8-1 0,-3 12 0,5-5 90,2 3 90,2 1-180,2 0-90,2 0 90,8 25 0,-1-22-90,6 17 90,-1-30 0,-2-4 90,2-3-360,-3-4 90,1-2-1079,-1-3 0,3-2 629,0-9-269,0-2-721,-2-8-358,-5-1 1978,-2-4 0,-2 9 0,-2-1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30.3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1 119 6633,'2'-16'4318,"6"5"-3869,3 9 1,3 6-90,1 5 0,-2 1-90,0 2 0,1 2-1,-1 3-89,1 0 180,0 3-270,-1-2 0,-1 1 0,-1-1-90,-1 0 0,-2-2 0,-1-1 0,-1-3 90,-1 2-360,0-4 90,-5-11-90,2-4 0,-5-14-89,1 0-1,4-3 0,-3-4-270,6-13 271,1 7 89,2-10-90,1 15 90,0 1 0,1 4 90,1 3 0,1 6 91,5 1 89,-3 7 0,5 2 269,4 12 1,-5 1-90,6 7 90,-7-1 360,8 12-361,-7-6 1,6 7 0,-12-11-90,1 0 0,-2-1-90,-1-3 180,-1-2-450,0 0-990,0-12 271,-5-8 0,-1-8-721,-6-8-448,1 4 2068,-2-1 0,2 9 0,0 2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30.5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11490,'16'3'-3328,"-2"2"1080,-6 5 2248,-1 3 0,-2-6 0,-3-1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30.9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7533,'10'17'2518,"-1"-1"-1798,-2-6-1,0-1 91,1 0-450,-1 0-90,0-2-1,2 1-89,-1-1 360,1-1-270,2 0-630,0-1 90,4-3 90,-3-5 90,-4-10 0,-8-5 1,-3-2 89,-3 1 89,1 8 91,-2-2 270,1 4-360,1 8 0,4 4 360,13 32-360,-2-11 0,10 20 0,-6-16 0,2 2-1,0 1-89,4-1 90,9 11-90,-4-10 0,7 6-90,-10-17-3481,-2-1 3571,2-3-360,-4-3 0,-1-3-539,-3-3 449,4-3 90,-6-5-90,1-4 3572,-5-5-3661,-2-2 179,-1-4-270,0-3-539,-1-15 629,0 5-179,0-11-91,-1 8-89,0-1 899,-1-2 0,2-2 0,0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31.2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48 1 12120,'-7'24'1889,"0"0"-1169,2-2-361,-1 2 1,0 2 0,1 0-180,0 0 90,2 0 179,0-2-359,2 0-90,2-2 90,1-1-90,2-1 0,2-2 0,2 0 0,1-2 0,2 0 90,3-2-90,1 1 0,3-1 0,2 0 0,0-1 180,7 5-90,-7-6 90,4 3 90,-11-6 180,-2 0 449,-3 0 1,-1 4-541,-7 5 1,-3 0-90,-6 4-90,-3-6-90,-1 0-270,-2-2-180,-1-2-359,0-1-271,0-2-2068,2 0-2249,-3-1 5307,2-4 0,4 1 0,3-4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33.0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1 236 12750,'22'4'1259,"-3"0"-6650,-1-4 5661,1 0 1319,4 0-1499,2-1 1129,-3 0-1129,12-1-90,-16 1 90,12-1 0,-15-1 3392,2 3-3482,2-4 180,-2 1 0,9-5 180,-7 1-270,5 0 269,-6 2-359,-2 0 360,1 0-360,-2 0 0,0 1 90,4-2-90,-3 2 90,3-1 0,-6 3 0,0 0 0,5 0-90,-3 0 90,4 0 0,0 0 0,-4 1-90,5-1 90,-4 1-90,-1-1 0,1 0 90,1-1-90,-1 1 90,1-1-90,1 1 0,-1-1 90,2 0-90,-2 0 90,0-1 0,-1 0-90,1 0 0,0 0 89,-1 0-89,-1 0 0,-1 0 90,0 1-90,0-1 0,0 0 0,-1 1 0,0-1 0,0 1 90,0 0-90,0 0 0,0 0 0,0 1 0,-1 0 0,2-1 0,-2 1 0,2 0 0,-1-1 0,1 1 0,1 0 0,-1 0 0,2-1 0,-1 0 0,1 0 0,1 1 0,0-1 0,8-2 90,-6 2-90,6-1 0,-9 1 0,1 2 0,-2-2 0,1 2 0,0-2 0,6 1 90,-6-1-90,6 2 0,-7-1 0,1 1 0,-1 0 90,1 0-90,-1 1 0,0-1 0,0 1 0,0 0 0,0 0 0,1 0 0,-1 1 0,1-1 0,0 0 0,1 0 0,0 1 0,0-1 0,0 1 0,0-1 90,-1 1-180,1 0 180,7 0-90,-4 0 0,12 2 0,-12-3 0,6 2 0,-8-1 0,-1 0 0,0 0 0,0 0-90,13 2 90,-11-1 0,10 2 0,-15-3 0,4 2 0,1 0 0,-1 0 0,0 1 0,-6-1 0,2-1 0,-1 1 0,1-1 0,-2 2 0,2-2 0,-1 2 0,7-1 0,-4-1 0,4 3 0,-6-3 0,0 1 0,0-2 90,7 0-90,1 2 0,1-2 0,-2 2 0,-5-2 0,-1 1 90,10-1-90,-6 0 90,8 0-90,-6 0 90,0-1-90,1 0 90,0 0 0,1 0-90,0 0 90,0 0-90,1 1 0,-1-1 90,1 0-90,0 0 0,0-1 0,-1 0 90,-1 1-90,0 0 0,1 0 90,-1 1-90,2-1 90,-2 0-90,1 1 0,-1 0 90,0 0-90,1 1 0,-1-1 90,0 1-90,-1-1 0,8 2 0,-7-1 0,5 0 0,-9-1 0,-1 0-90,0-1-180,-1 0 90,0 0-180,-1 0-449,0 0 269,5 0-719,-4-1-1170,9-2-5756,-7 2 8185,0 2 0,-7-1 0,-5 3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47.8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180 96 7803,'14'-10'8005,"-9"0"-7825,-7 3 90,-9 1-270,-4 3 90,0 1-90,-3 3-90,3 1 0,0 5 90,5 0-90,1 4 0,2-1 0,-1 4 90,0 2-90,-4 12 0,2-4 90,-1 8-90,3-9 90,1 1 0,0 0 0,2 0-90,2 10 90,1-8 0,1 6 0,2-11-90,1-3 90,1 0 0,1-3-90,1-1 90,1-2-90,0-1 90,1-2 0,-1 0-180,1-1 0,3 1 1,1-3-91,2-2 0,0-4 180,-1-9 0,-1 0 0,-1-6 0,-3 0 0,1-3 180,0-2-360,-1-1 90,0-2 0,0-1 91,-2-1-1,0 1 0,0 0 0,-3 2 90,1 1-90,-2 4 0,0-3 629,0 3-449,5 9 0,-1 10 0,3 9 270,4 11-180,-4-7-180,3 6 180,-3-8-270,0 1 270,0-2-270,1 0 180,-1-3-270,1 1-90,-2-2-629,3-2 89,1-2 1,-1-6 269,-1-8 0,-5-4 0,-1-6 1,-3 2 89,0-4-90,0-1 91,-2-2 89,1 1 0,-2-1 180,1 3 180,-2 0 0,1 3 180,1 3 450,-1-1 359,0 4-809,3 12 0,1 5 90,5 14-90,0 4 359,16 44-449,-9-27 0,13 34 0,-13-42-90,0 0 90,0-2-3392,4 9 3302,-4-11-371,2 6 281,-5-14 0,-2-3-180,-1-2-270,-1-3 450,0-11 3478,-2-10-3478,-1-8 826,-3-10-916,0 2 180,-2-3 0,1-2 0,-2-2 90,0 1 0,0 0-1,1 4 1,-1 2 0,2 5 270,-1 3 630,0 1-811,6 13-89,0 5 0,5 15 90,4 14-90,-2-4-90,3 8 90,-3-12-90,-1 0 0,1-2 0,1-1 0,-1-2-450,7 6 1,-5-9 269,5-2-270,-8-25 270,-4-2 0,-2-13 0,-5 7 90,1-2 90,-2-2-90,0-1 90,0 0 90,-1 1 0,0 3 270,1 3 360,1 0-91,-1 4-539,5 13 90,-1 5-90,4 14-90,0 0 270,2 2-360,-1 0 90,3 0-180,4 9 90,-2-8-90,4 4-90,-4-11 270,-1-3-269,1-2-1,3-6 270,-1-2-180,0-6 0,-4-2 90,-2-6 90,1-2 0,-2-4 180,-1-2 0,-1-2 90,-1-3 0,-2 0 89,-2-2 91,-1 0-90,-2 1 90,-2 1 89,-1 2 1,0 2 0,1 3 809,-1 4 630,0 1-1709,-1 12-90,4 8-1,4 17-89,5 9 0,2 8-90,2 5 0,3 4-90,1 4-2120,2 2 2210,2 4-90,0 3-157,2 3 157,-1 1 90,1-1-2668,-3 0 2578,-1-3 0,-2-2-295,-1-5 205,-2-2-90,-2-6-180,-1-6 994,-2-5-1084,-1-8-1065,-1-6-914,0-4 4729,-3-19-3200,-1-3-719,-2-19 115,-1 0 1594,0-5 0,1-2 0,0-1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48.4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37 183 7443,'-15'-14'6926,"2"3"-6656,7 18-1,4 3-89,5 16-90,1 0 0,1 2 0,0 4 0,1 0-90,1 2 0,0-1 90,1-1-180,-1-3 90,2 0-90,-1-4 0,2 0 0,0-4 0,-1-3 0,-1-3-89,-1-2-91,0-1 270,2-11 0,-2-4 90,0-13-90,-4-4 90,-2-5 0,2-4 89,-2-5-89,1-4 0,-3-2 90,-2-24-180,0 13-421,-1-16 421,1 22 0,0 4-90,0 6-90,1 5 0,0 6-719,1 4-1710,2 3 1260,6 11-450,-1 6-118,5 14 1917,-1 6 0,2 4 0,1 1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127 148 7083,'-14'-9'3058,"1"1"-1079,0 3-1259,-3 2-91,4 5-89,-2 5-180,5 6-90,1 7-1,0 6-89,1 4-90,2 5 0,1 2-90,2 2 0,0 1-180,3 16 0,1-13-295,2 8 295,0-19 0,3-5 270,-2-2-360,2-5 1,-3-2-271,1-4-180,0-1 540,4-20 180,-3 0-90,3-21 476,-7 2-386,1-4-90,0-4 90,-1-1 90,0-26 0,0 25 360,-1-15 629,2 30-899,3 19-90,0 5 0,3 21 0,-3 3 0,1 3-90,-2 1 90,3 0-90,9 20 0,-6-20 0,8 13-90,-10-27-90,-1-4 0,-1-1-450,9-7 450,-7-7-90,6-6 1,-9-9-91,0-4 0,-1-5 0,1-3 0,-2-4 181,0-4-91,-1-1 180,-1-3 0,-1 0 0,-2-2 180,0 0-1395,-2-1 1395,-1 2 629,-1-11-449,0 16 90,0-5 180,2 20 449,1 5 0,-1 2-719,4 14-90,0 7 0,3 15 1305,2 6-1305,1 4-180,0 5 90,2 3 0,1 2-90,6 24 90,-4-16-180,5 16 90,-5-21 0,0-1 0,-2-2-90,0-2-90,-1-3-450,3 8 450,-4-15-1259,2 5-540,-3-14 1979,-3-3 0,-1-6 0,-2-5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49.6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87 9512,'10'16'1709,"-1"0"-1170,-3 3-269,0 1 90,0 2 90,0 0-360,1 1 269,0-1-359,0-2 270,2-2-450,-2-1-3212,1-3 2853,0-3-1,4-1 270,4-12 90,-3-2 90,3-11 90,-8-1-90,1-3 90,0-2 90,-2-2 3392,0 0-3392,-4-1 90,2 0 90,0 2 0,-2 2 359,0 2 181,-1-2 359,1 5-989,3 8-90,-2 9 90,2 14-90,-3 4 0,2 4-90,2 1 90,-1 2-90,2-2 0,-1 1 0,0-1-90,1-2 90,-1-2-90,1-2-90,0-3-270,-2-2-269,4-1 449,1-8 0,2-8 90,-2-6-539,0-15 359,-6 7-90,3-7 0,-5 7 1,0 0 89,0 1-360,-2-1-89,-1-3 89,0 3 900,0 10 0,1 6 90,2 14 0,3-2-1,1 1 91,0-1-90,2 1 0,1-2 0,0-1 0,1-1 179,0-2-89,5-1-180,1-5 0,0-3 0,-2-4 359,4-17-449,-7 5 0,6-13 0,-11 11 0,-1-1 0,-1 0 0,-2-2 270,-1 4-270,-1-2 90,-2 6 90,0-1 269,-4 6 91,-3-1-270,-6 12-270,2 2 0,-2 14 0,7 3 90,2 4-180,1 2 0,2 3 0,1 0 0,5 13 0,1-11 0,4 7 0,7-8 0,-2-9-90,7 3 0,-5-10-180,1-4-90,-1-2-90,0-4 90,-1-4-359,-1-2-91,0-4-179,-3-2-91,0-4-1978,-1-10 630,-4 4 2428,2-9 0,-7 17 0,1 2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50.2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42 7713,'-10'-20'6476,"2"3"-6116,2 13-90,4 5-1,2 14-89,4 5 0,-1 6-90,0 6 0,0 3 90,1 4-180,0 0 90,-1 2-90,2-1-90,-2 0-180,1-2 0,-1-3 180,1-1-359,-2-4-91,2-4-989,-2-3-360,0 1-2968,-2-4 4857,-4-3 0,2-8 0,-2-6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50.73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1 618 11580,'29'-1'1170,"-2"-2"-1080,-6 0-90,-2-3-90,-3-1-90,0-3-180,0-2 0,-1-2-90,1-3-89,-2-1 89,0-2-90,-1-2 91,-1-1-91,-2-1 90,0-1 0,-3-1 91,-1-1-1,-1-1 180,-3-1 0,0-2 90,0-1 0,-2 0 90,-1 1 90,2 2 0,-2 1 0,1 3 90,-4 3 90,1 1 359,0 4 181,-1-1 539,1 4-1079,4 12 0,1 6 180,5 15-360,1 3 269,-1 6-269,2 5 0,0 5 0,0 3-90,-1 4-338,1 2 428,-2 0-3370,1 3 3280,-1-1 0,0 1-134,-1-2 134,0-2 0,-1-4 90,0-4 129,-1-5-219,0-5 90,-1-7-90,-1-2 3367,0-4-3367,-3-12 346,0-4-346,-4-14 0,2-5 0,0-1 180,0-3-90,1-1 0,1-1 90,1 1-90,1 1 269,1 0-269,1 4 0,0 3 180,1 3 270,3 3-270,3 8-1,1 5 1,4 9-90,-3 7 0,2 3 0,0 6 0,1 2 0,0 1-90,-1 0 0,-1-1-90,0-2-3482,-2-2 3212,-1-4-180,2-2-90,-5-5-719,5-2-630,-1-4 810,1-8-990,0-5 2763,-2-8-694,-1-3 0,0-2 0,3-2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51.3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177 42 7533,'-15'-11'3328,"1"1"-2429,0 2 1,0 2-91,-1 2-179,1 1-180,0 5-1,1 1-89,1 6-90,1 4 0,0 4-90,2 3-90,2 5 0,1 1 0,2 2-90,1 0-90,2 0-90,3-1 0,0-2 0,2-2 0,1-3-90,1-3 0,2-1 270,0-4-809,0-2 89,3-1 271,1-7 269,2-6 90,-3-5 0,-3-5 0,-3 1 90,-1-1 90,-1-2-90,-1-1 180,0 0 90,-1 0 269,-1-4 900,-1 4-1349,4 10 0,0 10 0,3 16 0,-1 6 0,2 3-90,0 3 90,0 0-90,1 0 90,0 0-90,0-1 0,0-2 0,0-3 0,-1-4 0,0-5-180,-1-2-90,2-1 180,2-7 0,-1-6 90,1-9-180,-3-7 91,1-4-1,-1-3-90,0-3 360,-1-1-360,0-2 90,-1-1 0,-1 1 0,0 0 0,-1 1 0,0 2 0,-1 2 270,0 1-360,-1 4-630,0-1 721,4 15-1,-2 3 90,7 27 0,-4-5 90,3 11-1,-1-7 91,0 2 0,0 0 0,0-1 0,-2-3 0,0 1 90,-1-5-90,1 2 179,0-5-89,0 0 90,-1-4-90,2-6-180,1-8 270,0-5-90,2-6 359,-1 5-269,3 1-180,-2 7-720,2 5-1079,-2 6-809,2-1-4768,-2 1 7196,3-8 0,-7 1 0,0-5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52.1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 77 6453,'-7'-18'2159,"1"1"-1529,0 2 899,1 3 1529,0-3-2878,3 16 90,2 6-180,3 19 90,2 8 0,1 6-90,0 5-3303,1 3 3393,0 4 0,0 1-287,0 2 287,0 0-1,0 0 1,-1-2-90,0-2 0,1-4 0,-2-4 0,1-3-90,0-5-180,-1-2 3205,0-4-3294,-1-5 473,-1-3-923,1-5-451,0 1-4407,0-4 5577,0-9 0,-2-1 0,0-9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52.2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0 123 10771,'23'-7'1619,"-3"3"-1439,0 4-90,-2-1-90,2-2-90,1-2-360,1-2-270,0-2 1,2-2-1350,-1-3-629,1-1 2698,-3-1 0,2 1 0,-2-1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52.6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7623,'10'20'2698,"1"1"-1798,-3 0-181,2 2 1,-1 3-91,0 2-89,1 1-90,-2 1 90,2 2-91,-1 1 1,0 0 0,-2 1 0,0-1-3573,-2-1 3393,0-2-90,-2-3-180,-1-2-90,0-3-629,0-4-9112,0 1 9635,-5-19 0,3 7 0,-3-16 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52.81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38 7173,'0'-16'450,"4"4"-450,3 5 0,-2 5 0,1 2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53.1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 0 8612,'-12'17'2429,"2"-2"-2218,4-2 419,1 1 76,1 0-256,2 0-96,1 1-84,1-1-90,3 1 0,2-1 89,7 8-89,0-5 168,3 6-259,-1-10 1,-1 2 90,2 0 90,-1 3 0,0 3 0,-1 2 0,0 1 0,-1 2 89,-2 3 1,-1 1 90,-3 1 0,-1 1-1,-2 0 1,-2 1 0,-4-2-90,0-1-1,-3-2 181,-1-2-360,0-3-90,-2-3-180,0-3-180,0-3-90,-1-2-269,1-3-990,0-2-540,-4-3 900,1-8-360,1-2-1350,2-8-1168,5 1 4137,0-1 0,2 6 0,0 1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53.6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1 188 6723,'2'-17'2699,"2"2"-1980,-2 0 810,2 2 630,0 0-1709,4 8-270,1 9-90,2 7 90,-2 11-90,-3-1-90,0 5 89,0 3-89,-2 1 0,1 3 0,-3-2 0,1 1 0,-1-2 0,-1-2 90,3-2-180,-4-3 180,3-3 270,-4 0 180,0-4-450,-1-11 0,1-14 0,0-12-90,3-26 0,2 11-204,0-17 24,4 13 180,-2-1-360,3 0-90,-4 3-180,2 1 1,-2 4-271,2 3-89,-2 4-90,1 5-1,-1 4 1080,0 3 0,-3 6 0,1 4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54.0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1 266 6903,'4'22'4767,"1"-4"-3957,3-6-540,1-8 0,1-7-91,-1-5 1,0-3-90,2-4 0,-1-2-90,3-4-3482,-3 0 3482,3-4 0,-4 1-90,3-2 90,-3 1 0,-1 0 0,-4 3 0,1 2 3662,-5 2-3392,1 0 180,-7 4-270,-1 6 0,-1 8-90,-2 8-1,2 5 1,-1 4 0,2 4 0,0 3 0,2 3 0,0 2-90,1 2 0,3 0 90,0 0-3482,3-1 3392,0-1 90,3 0-90,1-3 0,1-1-90,1-4 0,0-2-90,2-4 180,0-3-899,0-4 359,6-2 3303,-3-7-3483,4-3-90,-4-6 1,0-4-91,1-4 1,1-2-450,1-3-360,-1-2 1709,0-1 0,0-2 0,0-1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54.4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74 4 6813,'-7'-3'5127,"4"3"-4677,-10 13 90,6 7-1,-3 0-89,3 8-90,1 1 0,0 2-1,2 1-179,0 0 90,1 0-90,1-1-90,1-1 90,2-2-90,0-2 0,2-1-270,1-2-90,1-3-90,0-4 90,1-1-359,0-4-900,1-2 719,5-4-89,-2-3 89,4-6 1,-4-4 179,-1-3 90,1-3 1,-1-1-1,-2-2 180,-1-2 90,-1-2 90,-2-1 90,0-1 180,-2-2 180,1 0-3212,-1 2 3212,1 0 0,-1 2 89,1 2 1,0 1 90,1 1 0,1 2-91,0 2 3483,2 1-3392,0 1 0,2 2 269,0 1-89,5 1-360,5 3 0,0 2-1,0 4 1,-2 4-90,-1 3 0,3 1-90,-2 4 90,0 3-90,-2 1 0,-1 4 0,-1 1 0,-3 3-90,-2 2 90,-3 1 0,-2 1 0,-2 0 0,-3-2-1,-1 0 1,-2-1 90,-1-3 0,-1-1 0,-1-3 0,-1-3 0,1-2 180,-1-4-90,-2-2-180,-1-5-90,-1-7 0,3-7 0,4-5-90,3-1-180,1-2 0,2-1-180,1-3 0,1-2 1,1 0 179,2-1-450,-1 0 91,4 2-271,-2 1 180,3 3-359,-1 1 180,1 3-2609,0 2 3508,2 0 0,-5 6 0,0 2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54.7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80 9152,'18'8'3418,"-3"-1"-2789,-4 3-89,-4 1 0,1 0-180,-3 4-1,0 1-89,-1 1 0,-1 1 90,1 6-180,-2-6-180,-1 10-1259,0-12 1169,-4-12 0,1-6 90,-2-16-90,3 2 90,1-3-90,0 1 90,1-1 0,0 1-90,1-1 90,1 1-180,2 1-180,0 0 90,2 1-359,0 1-181,1 2-89,0 1 179,0 2-449,2 0-360,-1 2-360,1 1 1889,-1 2 0,-3 2 0,-2 1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55.1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113 621 14009,'-17'17'2159,"2"0"-1530,7-2-179,0 4 0,-1 1-180,-1 3 0,0 2-91,1 2 1,1 1-90,2 1 90,1 0-180,1 0 0,2-1-90,0-2-90,2-3-89,0-1-1,2-4-90,-1-1-450,1-3-89,3 1 179,2-5 540,2-4-89,4-11 358,-2-5-268,2-7 179,-4-1-180,0-2 0,0-5 90,0-2 0,1-6 0,-2-3 0,2-5 90,-3-4 45,0-5 0,-2-4-1402,1-18 1312,-2 13 0,-1 0-45,-3-11 45,-1 21 0,-1-3 540,-1-12 0,-1 1-805,-1-30 1300,-3 1-91,6 69-539,2 34-180,0 2 0,3 34 0,0-4 284,-1 8-374,6 6 0,-4 2 90,5 4-90,-4 0 0,1 2 179,1 2 30,3 26-120,-1-22-21,2 16-68,-3-34-90,0-3-630,4 10 90,-3-20-359,2 7-91,-4-24-1438,0-5 2020,2-6-942,-1-10-1706,7-16 3056,-3-17 0,0-5 0,-1-5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55.4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64 8072,'1'22'3418,"1"1"-2878,2-5-90,1 0-90,0-7 269,0 1-179,2 0-180,2 0-90,3-2-180,5-7 0,-3-8 0,0-3 0,-5-4-90,-3 1 0,-2-3 0,0-2 0,-1-1 90,-2 0-3482,1-3 3482,0-6 180,-2 7 450,-1-7 89,-3 13-449,-2 12-90,2 7 90,0 12 3392,1 4-3393,1 2 1,1 4 90,1 17-90,2-10 0,3 12 0,1-15-90,1 0-1,1-3 1,1-3-90,1-2-180,0-3-90,0-3-269,0-3-990,0-3-540,3-3 899,1-12 91,1-4-540,-2-10-630,-2-1 2159,4-14 0,-1 6 0,3-11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55.93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99 627 11670,'1'15'2969,"-1"1"-2160,-5 4-89,0 3-1,-2 4-89,-1 1-90,0 2-1,-1 2-89,0 0-90,0-1-3392,0 1 3212,1-3-1137,1 0 1047,1-3 0,2-4-360,1-4-1619,0 0 1799,6-15 2739,-1-4-2739,6-16 1790,-3-5-1790,1-3 0,0-5 0,0-3 270,1-5-360,0-5-347,0-6 347,0-5-753,0-7 753,0-6 0,0-5 180,-1-3-1076,0 0 986,0 2 90,0 6-434,0 7 704,0 8 90,-2 9 90,-1 9 336,-1 7 23,0 7 386,0 3-1015,0 15 1134,3 6-1134,-3 20 90,2 7-90,-3 11 51,1 4 39,0 7 89,2 2-174,1 3-5,3 1 90,1 1-1,2-1 91,2 1-1037,0-2 946,1-1-89,1-3 360,-1-3 226,2-5-406,-1-3-360,1-3 270,1-4-360,-1-2 270,1-3-270,6 5-270,-7-12 342,5 3-432,-8-14-719,-2-4-990,1-1 1348,0-7-358,-1-6 0,-2-5-361,-4-6 91,-3 2-6116,-2-9 7555,0 6 0,-1 0 0,-1 10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57.3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3 579 10591,'-2'-26'1619,"2"1"-1439,8 3 180,2-1-360,3-4 0,2 0 0,2-1 0,1-1 0,2 4-90,0 0 90,11-4 0,-8 9 0,8-2 90,-12 12-90,0 2 180,-2 5-90,-2 3 0,-2 3-1,-2 6 1,-2 2 0,-1 6 0,-3 3 0,-1 3 0,-3 2 0,-2 1 90,-1 0-90,-2 0 180,-5 7-90,2-9 449,-5 7-89,4-14-270,-2-9-180,4-13 0,1-9 90,4-19-90,1 8 0,1-11-90,1 8 90,0-1-90,2 1 0,-1 2 0,0 3 0,1 1 0,-1 5 90,1 1-540,1 2 270,5 6-90,-1 4 90,3 10 0,-3 4 90,0 5-90,0 4-3302,-2 5 3482,1 2-90,-2 3 90,1 1-89,-2 0 89,1-1 0,0-2-90,-1-3 3572,-1-4-3482,0 0-90,-1-5 180,1 0 89,2-5-89,-1-11-90,0-4 90,1-12 0,4-13-90,-1 4 90,4-11-90,-2 9 0,1 0 270,1-1-360,0 2 270,0 2-270,-1 3 180,-1 2-360,-1 4 0,-2 2 90,2 2-89,-2 2-271,2 0-180,2 5 1,-3 3 359,3 9-360,-2 8 361,-3-1-541,-1 2 180,-1 1 271,0-2 179,1 2 1979,-1-3-990,1-12-359,-2-7-180,2-8 0,-2-5-90,4 1 0,3 2 0,2 2 0,3 1 90,0 3-90,3-2 0,-4 2 0,0-1 0,-3 2 0,0 0-90,0 0 89,0-2-89,-2 2 180,-1-1 630,0 0-450,-9 0-1,-5 10-269,-7 1 180,-3 12-270,2 2 90,0 3 0,0 3 0,0 2 0,2 1 90,-2 11-180,5-8 0,0 6 0,6-12 0,1-3 0,3-4 0,0-1-90,3-3 0,1 1-90,4-5 90,6-5 90,-2-6-90,2-7 0,7-12 0,-8 6 90,12-10 0,-16 13-90,5-1 90,-5 1 0,4-1-90,2-2 90,-5 6 0,2-3 270,-6 6-180,1 7-90,-1 3 90,1 8 0,0 2 0,1 0 0,-1-2-270,3-2 180,-4-9-90,-1-8 90,-2-4 180,-1-6-180,0 2-90,4-2 90,-1-2 0,3-1-90,-2-1 90,0 0 0,2 1 90,-1 0 0,5-4 90,-4 11-90,2-3 270,-4 11-180,1-1 0,4 6-1,5 6-89,-2 4 0,3 4-90,-4 0 0,1 0 0,0 0 90,1 1-270,0-1-539,4 2-540,-5-5-540,6 2 1799,-10-5 0,-3-2 0,-5-2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57.9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37 6993,'3'-18'9830,"0"2"-8866,-3 13-694,3 22-90,-4 11-1,3 14 1,0-7 180,-1 2-270,1 2-90,1 2 90,0-1-90,1 0 0,-1-1-180,1-2-180,0-1-89,0-3-181,-1-1-180,0-3-179,-1-2 0,1-4-451,-3 0-89,-1-5-989,-1-1 2518,-3-5 0,2-6 0,1-3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58.1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3 215 8522,'-2'-14'5487,"6"3"-4947,9 1-450,3 4 269,4 1-269,-3 0 180,1-1-360,2-1 180,1-1-360,0 0-89,2-1-1,-1 0-180,1-1-90,-2 0 181,-1-1-361,-1 0-3122,-2-1 2943,-1 0 359,-1 0-269,-3 1-450,0 2 1349,-2 0 0,-5 4 0,-1 1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58.3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1 8162,'-5'18'1979,"1"1"-1259,0-1 89,1 3-89,0 2 0,-1 2-91,3 3-89,-1 0-90,3 1 89,0-1 361,1 12-540,0-10-1,0 8 1,1-3-180,0-11-90,1 6-360,-1-13-629,0 2-2609,-1-5 2428,3-7-1168,-2-9 718,1-15-538,-2-1 2068,0-5 0,-2 12 0,1 2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58.4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31 8882,'4'-12'720,"4"2"-1800,3 4-449,4 4 1529,-1 1 0,-7 2 0,0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59.2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 58 6363,'0'31'2429,"-1"-1"-1440,0-1-359,0-1 0,1-2-91,-1-1-179,1-3 270,0-3-270,1 2-91,1-4-358,7-12-181,-3-7 360,4-14-360,-4 1 360,0-1-270,3-7 90,-1 6-90,1-3 90,-2 8 0,-1 2 90,3 0 180,-1 2 0,3 3-90,-1 7-180,1 9 270,-2 1-270,-1 2 180,-3-1-180,1-1 90,-1 1-90,0 1 630,0-1-450,2-8-360,-2-15 270,1-3-90,0-9 90,-1 7-90,2 0 90,1 0-90,0 1 90,0 1 0,0 2 90,0-1 0,2 4 90,2 6-90,1 9 0,-4 5-1,0 4-89,-2-1 90,-2 3-90,1 0 90,0 1-90,-1-2-3302,1-1 3302,-1-2 0,2 1 0,0-4 0,3-7 0,-4-6 0,4-9 0,-6-3 0,4-3 0,-2-3 3302,3-1-3392,0-2-89,1-1-1,0 0 0,-1-1 270,0 2-180,3-7-90,-4 10 90,2-2 0,-3 9-90,3 5 90,7 7 180,-5 4-90,4 8 90,-6-2-90,0 2 90,0 1-90,-1-1 0,1 1 90,0-2-90,-1-2 0,3 2 180,-3-3-90,3-5 90,-7-7-90,-4-8 0,-4-1-1,-3-1 1,0 5 0,-2 0 270,0 2 90,-3 1 90,-2 4-181,-3 6-269,4 5 270,1 8 90,0 15-180,4-4-90,-2 13 89,5-7 1,1 2-90,3 1 90,0 0-3032,7 14 2942,0-14 89,4 8-89,-1-19-90,1-2-90,2-4-90,1-4-90,1-4-89,1-4-91,-1-6 3302,3-6-4201,8-12 539,-3-1 180,6-12-359,-5 4-270,1-4-3329,25-35 2070,-17 22 2428,18-24 0,-25 31 0,-1 1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59.5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 11 9602,'6'-11'8365,"-1"22"-7736,-1 17 1,-1 17-90,-1-4-518,0 5 337,-2 4-89,0 1 180,0 1-360,0-1-75,0-1-285,-1-2-269,0-2-181,0-5-89,-1-2-541,0-3-3734,0-3 3285,-2-1-1529,0-3-1439,-3 0 4767,0-4 0,-2-2 0,-2-2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8:59.7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17067,'14'16'-7016,"-2"3"2879,-11-5 4137,-1 0 0,-3-6 0,1-4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09.43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62 6 6633,'-19'-6'7826,"4"8"-7466,8 3-181,2 13-89,2 0 0,-1 8 0,2 1 0,-1 5 0,1 3 90,0 4-180,2 2-163,0 3 163,2 2-3218,0 2 3218,0 1 0,2 0-125,0-1 125,1-2 0,1-1 0,0-4 0,2 0 0,1-3 0,1-2 0,-1-3 0,-1-2 0,0-3 0,0-3 90,-2-3 73,0-3-163,-2-5 3193,1 2-6881,-2-3 1769,-8-7-2128,-1-4 4047,-11-9 0,9 3 0,-1 1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09.63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5 234 7083,'-3'-16'2968,"2"2"-2788,5-5 0,3 4-90,5-4-180,-1 4 0,4-2-270,1 0-89,2-3-181,0 1-719,2 0-270,0 3 1619,-1 2 0,-8 6 0,-3 3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09.97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1 239 7173,'5'12'2069,"5"-3"-1889,4-11-90,1-2 0,0-7-90,-2 0 0,0-3 0,1-3-90,0-1-90,-1-1-3302,0-1 3392,-2 0 90,0 0 0,-3 1 360,-1-5 89,-5 3 91,-3-1-180,-10 9-90,0 8 3391,-4 8-3391,2 6 0,-1 4 0,-1 5-90,0 5 0,0 3 270,1 3-360,2 2-1,2 3 1,1 0 0,4 0-90,2-1 90,2 0-90,5-3-3392,2 1 3482,3-2-90,2 0 0,3-3 0,2-1-180,1-4 270,1-3-360,1-3 3303,1-3-3483,2-4 180,-2-2-360,1-5 181,-1-2-271,-1-4 180,-2-4-269,-1-4-540,-1-2-360,-2-4 1709,-3-1 0,-5 8 0,-2 3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10.86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34 270 6094,'-9'-17'1529,"0"1"-630,1 3 630,1 0-1259,7 13 0,6 8-180,18 25-90,-6-7 0,7 8-90,-13-16 0,1-1-90,-2-1 270,-1-1-360,-1-3 0,0-2-269,0 1 179,1-5 180,-3-6 90,-1-13 0,-5-5 0,0-8 90,0 2-90,-1-3 90,0-2-90,0-1 90,0 1 0,0 1 0,1 2 0,1-4 270,-1 5-180,8 8-90,-4 12 90,6 14 0,-5 7-90,1 3 0,1 2 90,-2 2-90,2 0 0,-1 0 0,0-1 0,1-2 90,-2-2 90,1-4 0,1 0 89,-2-4-179,4-9-90,-5-6 90,1-10-90,-4-1 90,0-12 0,1-4 0,-1 0-90,-1 0 90,0 12-90,-1-2 90,1 5 0,7 10-90,-1 16 0,6 8 0,-3 10 0,0-6 0,1 0 90,-1 4-180,0-4 90,1 2-90,-1-4 270,1-3-360,-1-3 0,0-2 0,2-2 90,0-6 180,2-7-180,-5-5 270,-2-7-270,-4-2 0,0-1 180,-1-3-90,-1-1 90,-1 0 0,-1-3 90,-1 1 90,1-2-90,-2 3 90,1 0-90,0 3 89,-1 2 451,1 3 90,0 0-810,6 17 0,0 3 0,7 19 0,-1 4 0,2 6 0,2 5 269,2 4-269,2 3-606,0 3 606,1 2 0,1 2 0,-1 2 180,-1 1-180,0 1 0,-2 1 0,0-1-3221,-3-1 3221,-1-2 0,-2-3-1054,-2-2 1054,-1-4-90,-1-4 90,-1-5-90,-1-4 199,-1-5-648,-2-4 2661,-2 1-2931,-2-9 2019,-5-7-1570,-2-12 90,-1-11 1,1-5 89,1-7-90,-1-5 0,0-6 270,0-6-753,0-3 753,0-5-269,0-3 89,0-2 180,1 0 0,0-1 0,0 3 180,3 4-1,0 4 181,3 5-180,2 6 0,0 4 42,7-5-42,-2 12 90,7-2-90,-4 14 0,2 3-1,2 2 477,1 5-476,3 2 325,8 11-416,-3 2 1,6 9 90,-7 2-90,-2 5 90,-1 3-90,-2 3 90,-1 3 90,-1 17-180,-5-11 90,-3 11 90,-4-18-270,-3-2 269,-2-5-269,-2-2 180,0-5-450,-7 6-899,4-13 899,-8-2-359,10-16-91,-2-9 0,5-4 91,3-5-810,0-4-270,2-2 1709,1-2 0,3 0 0,1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11.36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0 568 6993,'21'7'2519,"0"-4"-2160,-5-5 1,-3-3 0,-4-3-90,-1-3 0,2-3-90,-3-4-1,2-4 1,-2-1-90,-1-2 0,0 0 0,-2-2-90,-2 2 90,0-1 0,-2 2-3392,-1 2 3392,-1 2 90,-1 4 180,-1 2 89,-2 0-359,-2 16 0,3 2-90,0 17-90,7 2 90,0 2 3212,2 3-3301,0 0-91,2 1 90,8 17-180,-4-18 270,4 12-270,-3-25 270,-2-3-180,3-2-180,1-5 270,0-9 0,-2-2 0,-2-10 90,-4-1 0,-2-4 90,-1-2-90,-1-3 0,-1-2 90,-2-1 0,-1-2 90,-3-14 0,2 11-90,-2-8 0,2 17 90,1 5-90,0 3-90,1 0 90,5 16-90,0 2 0,6 17-90,-1 4 0,4 17 90,-3-7-90,2 9 90,-4-11 0,-1-3-90,-1-1 360,-1-3-90,0-4-90,0 0 359,-1-5-269,1-9 0,-1-17-270,1-8 270,0-11-360,0 5 0,2-4-89,0 0-181,3-3-3932,6-16 4023,-3 12-451,6-10 266,-5 17-355,1 3 89,0 2-269,1 3-181,1 3 1260,1 4 0,-7 7 0,-3 2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11.84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83 367 6903,'-12'24'2429,"1"0"-1620,1 0 1,1 1-181,0 1 1,1 2-180,1 0-90,1 0-91,1-1-89,1 0 0,3-2-90,0-1-90,2-1 90,1-2-360,1-1 90,2-2-269,0-3-1,1-1-180,0-4 1,4-2 179,2-7 360,0-3-270,-1-9 180,-5-1-90,0-4 180,-1-3 0,1-1 90,-1-1 90,-2 1 90,1-1 0,-2 1 360,0 3 449,-1-2-89,-1 3-720,3 13-90,1 6 0,2 16 0,-1 1 179,2 2-269,0 0 270,2 0-360,-1-1 360,2-2-360,0-2 180,-1-2-180,0-4 0,0-2-270,4-3 271,0-10-91,1-4 0,-1-12 0,-4-4 0,0-4 0,1-6 0,-1-3 0,0-4 0,-1-2-321,-1-3 321,-1-2 270,-2-3-270,-2-2 270,-3-2-270,0 1 90,-3 2 180,1 4 90,-2 6 90,3 6 0,0 8 449,0 4-179,1 4-360,1 21-90,2 7 0,2 22 90,1 7-90,1 2 90,1 7 89,0 2-221,3 5 222,1 2 0,2 2-90,-1 1 0,1 2-90,0-6 90,0 0-180,5 12-270,-5-18-90,4 9-270,-6-25-179,-2-5-360,1-4 89,-4-5 1080,2-3 0,-5-7 0,-1-3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12.01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1 125 8612,'6'-12'3148,"3"1"-2878,5 1-90,0 4 0,1-1-180,-3 2 0,2-1-180,0 0-180,1-1-179,-2-1 89,1 0-360,-1 0-89,-1-1-540,0 1 1439,-2 1 0,-4 3 0,-1 1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12.36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39 6543,'1'22'1709,"1"-1"-1349,0-1 0,2-1 0,2-1-180,0-1 89,1-2-89,1 0 0,0-3-90,1-1-180,3-5 180,3-1-270,1-5 180,-2-3-270,-4-6 180,-1-2-179,0-3 269,0-2-180,-1-2 0,-2-2 270,0-1-90,-1 2 180,-1 0-180,-2 1 629,0 2 810,0-2-89,-1 2-1260,0 14 180,0 5-360,2 16 359,0 1-359,1 2 270,-1 0-270,3 1 0,-1-2 1,3-1-1,0-2 0,1-2 0,0-2-90,-1-3 0,5-1 270,0-6 0,1-6 0,-4-4-3122,-2-7 3211,-3 0-89,1-2 90,-1-1 0,1-2-90,-1 2 0,0 0 180,-2 3 3302,2-1-3752,0 0-4048,1 1 4228,1 10 0,-3 1 0,-1 7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13.06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16 330 8072,'-7'-23'5577,"0"4"-5487,8 22 90,-3 2-90,10 25-90,-7-7 90,5 10-90,-1 3 0,-2-8 90,-1 5-90,-1-11-90,-1-4 0,1 3-90,0-4 180,-3-15 180,2-7-270,-3-19 360,3-2-360,0-5 270,0-3-180,1-4-180,1-23 360,0 13-360,1-14 360,0 22-360,2 4 180,0 3-270,2 4 90,0 4-359,2 4-91,1 3 90,0 4-1529,1 4 360,6 6-539,-4 6 2248,5 8 0,-12-4 0,-2 1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13.40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0 515 10951,'13'-16'899,"0"-3"-719,-4-2-90,3-5-90,1-4-90,1-1-90,2-2-90,-1-1 180,0 0-179,-1-1-5482,-2 1 5391,-1 1 360,-2 1 1409,-2-7-1409,-5 13 1130,-1-4-1040,-5 13 359,-2 5 91,-2 3 3032,-8 6-3392,2 5 90,-5 6 0,4 5-1,5 6-89,-5 5 90,4 6 0,-4 5-90,3 5 0,3 3 0,2 4-90,4 1-275,4 0 275,4 0 0,3-2-90,4-3 90,3-4 179,2-2-359,2-7 360,2-1-360,2-6 180,1-5-270,0-4 0,1-6 1,0-4-91,0-7 90,-1-6 180,1-6-360,-2-7 180,1-4-270,-1-6-89,-3-2-91,2-2-179,-6-2-91,2 1-89,-4-2-630,-3 1-540,-1 2 2250,-4 1 0,0 3 0,-2 1 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14.30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76 262 6633,'-5'-17'2249,"-1"1"-540,1 7-90,-4-2-90,-1 0 0,-3 1 630,0 2-360,-1 2-1619,13 4-90,5 3-90,13 4 90,5 1-90,4 1 0,3 1 90,4 1-90,3 2 0,4-1-3392,2 2 3392,2-1-246,2-1 246,-1 1 0,0 0 0,-1-1-90,0 0 90,-3 0-90,0-2-90,-5 1 90,1-2-180,-5 0-90,-1-1 90,-3 0 1,-4-1 3269,-4-1-3360,-3-1-351,-1-1 441,-11-10 0,-2 1 0,-11-10 0,-3 4 90,0-3 0,-2-3 91,0-2-91,0-3-341,-1-2 431,1-3 0,1-1 90,1-1-90,1 2 180,-1-5 0,4 12 90,0-5 0,5 14 520,13 8-520,-1 7 0,9 13 0,-5 3 0,0 5-90,0 4 270,4 23-180,-5-10-325,3 17 325,-9-16 269,0-1-359,-2-2 334,-2-2-245,1-2 181,-3-3-180,1-3-90,-4-2 0,1-5 0,0-2-90,-2-4-306,0 1-1043,-2-3-4021,-1 1 5370,0-2 0,3-7 0,0-1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14.88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108 87 6813,'-1'-23'2159,"-1"1"-810,0 5-90,-4 2-359,-2 6-630,-4 10 0,-1 9-91,1 11 91,3 4-90,0 5 0,2 3-90,2 3 90,5 2-90,0 1 0,6 3 0,-3-2-90,4-1 90,1-3-90,3-3 90,1-1-90,2-1 0,7 10 90,-4-11-90,4 7 0,-6-14 180,-2-2-91,-1-1 181,-1-1 0,-2 1 90,-1-2 0,-3 1 0,-2-1-1,-1 1 181,-3-1-270,-3 1-90,-1-1 0,-3 0-90,-1 1-90,-8 5-180,3-6-180,-6 2-90,5-7-89,-1-2-91,-1-1-180,2-2-629,1 0 360,-5-5-91,6-2 181,-2-7-990,7-4-629,3-4 2608,2-2 0,2 6 0,1 1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15.50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0 369 7173,'17'-12'1799,"0"0"-1349,-1 3-91,1 0 1,2-1-90,1-2 0,1 0-90,0-2-90,1 0 0,-2-2-90,4-2-90,-5 1 0,2-2-90,-6 2 0,0-2-3302,-4 0 3482,0 1-90,-4-1 180,-1 1 0,-3 1 90,-3 0 0,-2 4 90,-2 0 3481,-2 4-2851,-2 0-270,-5 3-361,-2 6-89,0 3 0,0 7-90,5 5 0,1 5 0,1 5 0,1 8 0,2 1-90,2 4 0,3-3 90,1 2-90,5-1 0,0 1 0,6 11 0,-1-13 0,4 8 0,-5-18 0,1-3-90,1-4 90,-2-2-90,2-4-180,-4-2 180,3-3 0,-1-6 90,0-4 0,1-8 90,-5-14 90,1 3-270,-3-12 0,-1 7 0,-1-3 90,0 0-90,-1-1 90,0 2 0,0 1-90,-1 3 90,1 3 0,0 3 0,-1-2 90,2 5-90,3 10 0,-2 9 90,5 13 90,-4 4-180,1 3 180,1 2-270,-1 2 0,0 1 0,-1 0 0,1-2 0,0-2 180,-1-3-270,1-3 0,-1-4 91,2 0-271,1-5 270,-1-9 90,2-6-90,-2-12 90,-1-1 0,1-4 0,1-3-90,1-2 90,0-1 0,1 0 90,0 2 0,0 2 0,-1 3 0,0 3 90,-1 3 179,1 3-179,-1 2 0,0 3 0,6 1-90,-3 5 0,5 2 0,-3 5 0,1 2 0,0 2 0,0 0 0,1 2-90,0-1 0,-2 1 0,0-1-180,0-1-270,-2 0-449,3-1-91,0-3 720,2-8-449,-4-4 179,0-10-270,-3 0 91,0-5-1170,3-15 720,-3 6 1169,3-13 0,-4 12 0,-1-2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15.73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85 49 6993,'-2'-15'4228,"-2"-2"-3329,0 5-539,-1 7-90,1 8-90,2 10 89,-4 3-89,4 3 0,-3 2 90,4 1-90,1 2 0,0 0 90,2 2 0,0 0-1,0 1 1,2 1-3482,0-2 3482,1 2-1907,0-2 1907,1 3 89,-1-2-89,0 3 180,0-2-180,-1 2 2447,-1-1-2447,0 0-90,-2 1 2851,0 0-2851,-2-2-90,-2 0 0,0-2-90,-2-3-90,0-1-180,-2-2-179,1-1-721,-7 3-809,4-9-359,-6 5-1170,4-14 360,-1-8 3148,3-4 0,3-2 0,5 4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16.04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1 111 6543,'18'-19'1799,"1"0"-1349,1 1 0,1 3-90,1 2 89,0 3-89,1 2 0,-1 2 90,0 4-1,0 3 181,-1 3-360,0 4 90,-2 4-91,-1 3 271,3 16-270,-8-3 270,2 27-360,-11-16 89,-2 12-89,-6-15 0,-4 0-90,-1 0 90,-3-2-90,0-2 90,-1-3 0,0-4 0,1-3 0,2-4 0,1-2-1,1-4 1,-1-2-180,-1-8 0,1-7 0,1-6 0,6-6 0,2-1 0,2-4 0,1-1-90,1-3-90,2-2-89,1-2-91,1 0-90,2-3 90,1 2-269,0-1-181,2 4 1,-1 2-181,1 4-89,-2 3-1,-1 3-629,0 3 1709,0 3 0,-5 5 0,-1 2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16.32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 9422,'16'8'5127,"-2"1"-4947,-3-4-1,-2 3 1,0 1 0,0 3-90,0 2 0,1 3 0,-1 3 0,-1 1 0,2 3-90,-4 2-1078,1 0 1078,-4 0 89,-2 1-89,-1 0 0,-1-3 0,0-1 90,0-5-90,0 1 1259,2-5-1169,2-11 90,1-3 0,3-15-90,0 0 89,1-2-89,3-1 90,2-3-180,3 1 90,0 0 0,2 0 0,8-4-90,-6 6-90,5-2-180,-8 10-539,-3 2-810,-1 0 1619,0 2 0,-7 2 0,1 3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18.31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50 358 7263,'-13'-15'7556,"0"2"-4948,1 10-1079,0 2-1529,15-3-90,3 0-180,30-11 90,-7 1 1,14-6-1,-9 2 0,3-1-180,-1-1 90,2 0-539,16-9 449,-13 7 0,11-5 180,-19 9-270,-3 2 360,-3 1-359,-3 2-631,8-5 721,-14 9 179,5-4 0,-23 8 180,-6 3-90,-12 3 180,1 2 180,-2 0-180,6-1 89,-4 1 1,-1-2 0,-1-1-180,2-1 180,13-3 0,8 0-270,8-1 270,6 2-270,-3 2 270,3 2-270,0 2 0,2 2 90,0 3 0,1 4 0,1 2 0,0 6 90,-1 1 0,0 4 90,-2 2 0,-2 2 90,-2 0 89,-4 3-89,-2 0 90,-2 1-90,-3 0-90,-3-2 90,-1-1-180,-2-2-3393,0-2 3214,-2-3-271,1-2 0,-1-3-540,1-3-359,-1 0-360,0-1-989,-1-1 2402,0 0 206,-2-1 0,4-5 0,-1-2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19.10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176 39 6993,'-1'-17'4318,"-5"3"-3869,-7 7-89,0 8 0,-5 8-90,4 6 269,-3 3-359,2 4 0,-1 4 0,2 1 0,1 2-90,1 1 0,2 1 90,3 2-90,3 1 0,2 0 0,4 1-90,3-2 90,3-1 0,4 0-90,2-3 89,4-2 1,2-2-180,3-3-179,-1-3-1,3-3-90,-1-3 0,0-3-3482,-1-3 3393,-1-4-990,10-6 899,-10-2 180,5-6-90,-14-1 180,-3-2 91,-2-2-1,-2-3 90,-2-1 180,-1-2-90,-3-1 90,0-2-90,-1-1 3482,-1-2-3392,0-1-1,1-1 91,-1 2 0,1 1 90,1 1-90,0 2 90,1 0-90,0 1 90,3 2-91,1 1 91,2 1-90,1 2-90,1 1 90,1 2 90,8-1-180,-3 6 90,4 1 0,3 10-90,-6 3 0,5 6 0,-8 3-1,-1 3 181,-2 4-270,-2 3 0,-3 2 90,1 0-90,-5 2 0,0-1 90,-5-1-90,-1-1 0,-1-3 90,-1-2 0,0-2-90,-1-4 90,-1-2-270,-2-2-270,-3-7-89,1-7 89,2-7-989,4-16 359,4 5-629,0-9-449,3 7 2158,1 0 0,0 11 0,0 3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19.48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68 6363,'12'10'2249,"-3"-1"-1709,-1 7-1,-4-2-89,1 2 0,-1 2-90,0-1-90,-1 2 269,-1-1-359,1 1 180,0-2-360,0-2 270,0 0-180,0 2-540,1-5 450,2-7-180,-2-13 0,3-16 90,-3 1 90,1-1-90,-2 8 90,3-3 0,-1 4 0,2 1 180,3 9-180,1 10 90,0 5 0,1 6 0,-2 0 0,5 13 0,-3-6-90,3 8 0,-1-3 0,-4-10 0,3 4 0,-6-12 90,1-2-90,2-11 180,-2-3-270,0-13 0,-2-1-3392,0-4 3392,1-3 0,0-3-180,-1-1-90,3 1 1,-4-1-91,3 2-3348,-2-16 2449,-3 20 1916,2-12 0,-4 29 0,0 1 1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19.75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29 4 10591,'-11'-4'3778,"3"7"-3508,2 13-90,4 4-1,1 1 1,1 1-90,1 2 0,1 0 0,5 1 0,-3-1-3392,5 0 3392,-2-1 0,2-2-154,1 0 154,2 0 0,-1 0 0,3-2 0,-1-1 0,0-3 3450,5 8-3360,-5-6 0,3 5 95,-7-6-95,-1 0 0,-2 0 0,-2 1-90,-1 1 0,-3 1-90,-2 2 0,-2 0-270,-2-1-90,-2 0 90,0-1-449,-1-1-181,-1-1 1,1-4-1350,0-1-1169,-2-2 720,3-10 2698,1-3 0,3-3 0,3-1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19.99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 8702,'13'11'3058,"3"18"-2428,-7-1-90,1 17-1,-3-4-89,-1 3 0,3 5 0,-1 1 359,5 23-1472,-4-16 933,3 16-91,-4-25-65,0-3-24,0-2 0,0-5 0,2-2-360,2 6-90,-2-13 1,0 4-451,-4-17-2878,-1 1 540,-6-5 1561,-5-3 1587,-4-7 0,1-4 0,4-1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20.14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1 172 8252,'19'-15'2069,"-2"2"-1619,-2 7-180,-3 1 0,4 0-1,-3 0-179,0-1-90,2 0-90,2-1-269,1-1-91,5 0-360,-2-2-89,6-1-540,-3-2-270,1-1 1709,0 2 0,0-2 0,1 1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20.94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109 586 7263,'-15'14'2428,"1"3"-1708,0 4 0,2 1-1,0 4-179,2 0-90,1 4-1,1-2-179,1 3 0,3-3-90,1 0 0,3 0 0,1-1-90,1-2-90,1-3 0,2-3-90,1-2 0,1-2 90,0-4-450,2-2 0,3-2 181,1-8 89,1-3 0,-1-7 180,-4-4-180,1-3 0,-3-3 0,2-1 90,-3-1 90,1 0 0,-2-1-3392,-2 2 3482,0 1 90,-1 4 90,-1-2 0,1 5-180,3 11-90,0 5 90,2 13 3571,-1 0-3661,2 2 180,0 0-270,1 1 360,1-1-360,0-1 270,2-2-270,-1-1 180,0-2-270,0-2 270,0 1-270,2-6 90,-2-6 270,-3-6-270,-4-7 90,-2 0-180,2-9 180,-1 5 0,2-5-90,-3 9 0,1-1 270,0 3 270,6 6-450,0 9 90,1 6 0,5 12 0,-6-9 0,7 6 180,-6-10-180,3-4 0,-5-7 0,1-8 0,-5-2-1,1-2-3481,-2 2 3482,1 1 90,1-4-90,0 3 0,2-1 0,3 7-90,2 9 0,1 4 3392,0 6-3302,-3-1-90,1 2-180,6 7 90,-3-6-180,3 4 91,-6-8-91,-1-2 90,1-1-450,1-2 360,0-9-179,0-3-1,-3-9 0,-2-2 0,-1-2-89,-1-3-1,-1-3 90,0-1 0,-2-1 91,-1-3-1,-1-1 90,-2-2 0,0-3 0,-2-1 90,-1-4-349,0-2 439,-1-3 90,-3-24 270,3 17 270,-2-14-90,3 27-1,0 7 1,4 7 90,-1 5 359,1 6 541,-1 0-901,7 12-89,-1 6 439,7 14-80,4 22 1,1 18-180,1 3-973,-1 7 613,-6-16 0,0 2-91,1-1 1,0 1 0,-1-2-90,1 0 0,-1-2-180,-1-2-90,-1-2-269,-1-2-91,-1-3-1079,-1 10 989,-1-14-449,-1 5-1,-2-18-2518,-4-3 3598,-3-3 0,2-8 0,-1-1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21.10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7 159 6633,'-4'-19'1979,"2"1"-720,1 2-179,5-1-631,5 3 1,2 2-180,4 6 90,-2 3-180,3 3 0,1 0 0,3 1-90,-3 0-90,4 0-90,-3-1-90,2 0-90,-1 0-180,-2-1-270,0-1-89,-3-1-180,-1-2-631,-2-3-448,0-2 2068,-2-3 0,-4 5 0,-2 1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21.61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 7892,'8'6'3059,"-2"1"-2610,6 23 1,-2 0 0,0 6-90,1 4 0,2 4-5751,-2 3 5571,2 4 0,-2 2 979,0 0-979,0 0-91,0-1 1,0-2 0,0-3-180,-2-3-1079,8 33 629,-9-39-2338,6 22 3436,-13-59-828,-1-5 90,-2-17 0,-2-4 3298,0-4-3118,-1-3 556,0-1-466,1-2 90,-1 2 0,1 2 90,2 2 90,-1 6 539,0 3 540,1 0-899,9 20-360,0 1 0,10 19-90,-6-1 90,2 3-91,-1 0 91,14 17-180,-9-14 90,8 11-90,-6-21 0,-6-2 0,3-3 0,-6-2 0,2-2 0,1-9 0,-1-3 90,1-19-90,-4 4 0,0-12 270,2-16 0,-6 18 0,3-17 1169,-5 21 1080,-1 5-2070,4 16 1,-2 11 0,4 24-90,0 5 899,13 54-809,-5-27-397,-3-10 1,1 0 216,5 9-864,2 2 774,2 2-1,1-1-2992,1 1 2903,0-1 0,0-1-606,-2-3 336,-1-2-90,-1-3-179,-3-3-451,-2-4 256,-3-3-795,-4-5 0,-2-4-60,-4-3-750,-3-4-989,-4-4 1976,-3-4 1262,-2-6 0,3-7 0,2-3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27.96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140 63 6543,'4'-14'3148,"-1"1"-1978,2 1 2518,-1 0-3149,-4 2-359,-5 8 0,-3 3-90,-4 10-3392,1 2 3392,-2 7 0,-1 6 0,-1 7 0,-10 49-90,9-26-135,-6 38 135,14-39-424,4 2 334,1 2 180,3 0-90,3 1 180,9 28 1847,-1-19-1937,6 22 0,-3-27-514,0-2 514,1-2 90,1-3-2324,7 20 2234,-6-22-1,6 14 198,-8-29-197,0-3 654,-2-5-655,-1-5 404,-1-4-493,-3-4 3380,0-3-3380,-2-5-67,2 1-4520,-1-4 4591,3-4 0,-5-1 0,1-6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28.76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213 72 7083,'-11'-16'3058,"-1"1"-2248,-2 2-91,-2 2-179,-1 2 0,-2 4-270,0 3-1,1 3-179,1 5 0,4 3-90,2 4 90,3 2-3122,1 6 3122,1 5 180,0 6-180,0 6 0,1 5 90,1 4-416,2 6 416,0 3-1066,2 4 1066,3 3 90,0 2 1956,2-1-2046,0 0 90,1-1 0,1-1 0,0 0 90,-1 0-2216,3 25 2216,-4-22-91,3 16-15,0-28 16,-3-5-90,1-2 908,-2-5-998,-2-3 180,3 15-180,-2-22 426,2 11-696,-3-23-6980,0-3 7160,-3-9 0,1-2 0,-3-10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28.98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1 299 9332,'14'-14'989,"0"1"-719,-3 5 180,2-2-360,3-1 179,3-2-269,2-2-89,1-2-181,2 0-90,0-2-3302,2 1 3032,-2 1 91,1-1-193,-1 1 192,-1 0 0,-1 0-269,-1 2-1,-2-1 810,-3 3 0,-6 5 0,-4 2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29.23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 0 8612,'-3'14'630,"2"0"-360,6-1-91,2 3 1,0 1 90,2 2 360,1 11-1,1 3-269,-1 0-180,-1-4 180,-4-12 90,0-3-90,0 3 719,-1-4-989,2-8-90,-4-10 90,3-9-180,-4-5 90,3 1-180,0-1 180,1-1-270,0-1-629,4-6 449,-2 7-180,3-4 1,-4 10-901,0 1 271,3 0 1259,0 5 0,-3 1 0,-1 5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29.91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0 295 6273,'1'20'3149,"2"-1"-2430,0 1 1,3-6-360,4-5-91,1-5-89,4-7-180,-2-3-90,0-4 90,-3-2 180,0-1-270,-1-3 90,6-12-180,-6 6 90,7-9 1,-9 9-1,1 1 90,-4 0 90,-2 2 359,0-3 631,-3 5-541,-4 1-449,-2 13 90,-1 14-90,1 6-90,2 8 0,2-3 90,1 3-90,1 0 0,1 1 0,1-1 0,1 1 0,1-2 0,2-1 0,0-2 0,4 4-90,-2-7 0,3 1-90,-2-9-269,4-3 89,4-7 180,0-3-270,1-8-90,-3-4 1,0-3 179,2-5-360,-1-1 91,0-3 89,0-2 0,-2-2 91,0 0 179,-1-1 0,-1 2 90,-1 0 180,-3 3 90,-1 3 90,-2 3 539,-1 3 181,-3-2 179,-3 4-89,-3 3-271,-3 8-449,-3 11 0,1 4-90,1 7 180,4 2-180,-1 13-90,2-5 0,1 10-90,4-12 0,0 0 89,2-1-89,1-2 0,0-2 0,2-1 0,0-2 180,1-2-360,0-2 1,0-2-181,4-1 90,1-5 270,3-4-180,-2-6 270,-2-6-270,0-2 0,-3-5 90,2-1 0,-2-4 0,-2-2 0,2-2 90,-1 1 360,-1-9-90,-1 10 450,0-4 269,-2 9 630,1 5-1349,-4 13-90,3 11-90,-3 18 90,1 6-90,1 6 90,1 4-220,1 4 309,1 3-701,-1 4 702,1 3-90,0 1 0,0 1 0,1 0-1,-1-2-89,0-2 90,0-3-180,2-4 90,-1-3-90,0-4-90,0-5-90,0-5-89,-1-4-181,-1-4-603,1-5-4614,-1-1 5124,-1-18-987,0-2 1530,-1-31 0,-1 21 0,1-9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30.32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 8342,'4'4'4048,"-1"-1"-3868,-1 31-90,0-10 0,0 1 0,0 1-4252,0 0 4252,1 0-90,-1-3 1129,3 6-1039,-2-10-270,4 7 91,-3-12-181,2-9 180,-2-12 3572,-1-15-3302,0 0-360,-1-1 360,0 6-270,-1 2-90,2 1 90,0-2 0,0 2 90,3 1 180,1 8-90,11 17-90,-7-1 0,8 12 0,-10-9 0,2 1 0,-1 0 90,2-2-90,1 4 0,0-4 90,2-1-180,-2-8-90,-1-10-180,-3-4 180,0-5-360,-3-3 91,1 1-451,-2-4 1,1 1-631,-1-2-448,0-1 1978,-2 0 0,0 9 0,-3 5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30.96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1 195 6813,'2'17'2519,"0"-1"-720,4-6-1350,3-4-449,1-6 270,1-6-270,-2-4-90,-2-1 0,2-2 0,-1-3 0,0-1 0,-1-1 1,1 0-91,-1-1 0,0 0 0,-1 0 90,1 1 0,-1 2 90,-1 1 899,-2 0-629,-4 3-180,-4 10 0,-1 8 0,-3 13 0,3 2 180,-2 3-180,2 2-90,-1 1 90,2 3-90,1-2 0,1 3 90,1-2 0,2 0 0,0-3-90,1-2 90,2-2 0,0-1-90,3-3 90,-1-3-90,1-2-90,4-1 0,2-5 0,4-5-3392,-3-6 3392,1-7 90,-3-1-90,-1-5 0,2-1 270,-1-5-360,0 0 90,0-3 0,0 0 90,0-2-90,-2 2 90,0 0 90,-4 3 90,2 3 539,-4 2 3123,2 0-3122,-1 4-630,1 11-90,-2 13 0,-1 6 0,0 6 0,0-7 0,0 2 0,1-3 0,-1-1-90,3 4-270,-1-4-90,2 1 360,0-11 270,0-9-270,-1-7 270,-1-5-270,0 1 0,1-1 0,-1 1 90,1-1-90,1 1 90,-2 1 0,1 1 180,1 0-270,0 2 90,5 4 0,-1 9 270,3 9-270,-5 3 180,1 2-180,-3-2 0,1-2-90,1 1 90,0-2 0,-1 0 0,4 0 0,0-3-360,4-2-269,-3-7 269,0-8-180,-4-1-1079,1-2-810,-3-1 2429,1-1 0,-3 5 0,-1 1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31.22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67 1 13559,'-1'21'1529,"-1"2"-1079,-4 2 90,-1 3-180,0 2-1,-1 1-89,0 0-90,0 0 0,2-2 90,0 8-180,3-11-90,0 6-90,2-15-360,2 4-269,1-4-91,3 1 0,3-7 361,3-5 179,0-5-360,2-4 1,-2-5-541,7-4 361,-4-2-1,6-4-89,-6 2-540,0-3-450,-2-2 1889,-1-2 0,0-2 0,-2-1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31.56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11 5 7533,'-6'7'4497,"3"-2"-4227,2 21 0,3-5 0,2 2-90,-1 1-1,2 0 1,0 1-90,0-1 0,2-2 0,1 0 0,0-3-90,1-2 90,0-4-90,0-1 0,1-3-90,0-2-90,4-4 90,-3-5 270,3-5-360,-5-4-90,1-4 91,-1-3-1,-1-2 0,2-16 90,-5 8 90,1-10 0,-3 12 90,-1 1 0,-1 2 359,0 3 91,-2-1 899,2 4-1079,0 17 1079,2 43-809,-1 2-678,1 30 677,-2-26 91,0 3-180,1 1-180,1 3-91,0 2 1,0 0 0,1 1-90,-1-1-3287,1-2 3466,-1-2-449,0-3-1218,1-5 858,0-4-359,-1-5-181,-1-4-89,1-5 65,-1-6-2044,0-5 1724,1-3-2174,2-15 3884,-2-3 0,0-5 0,-2 1 1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31.87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1 252 6543,'3'-45'2519,"1"4"-1890,2 4 271,1 5-270,2 4-91,0 5 1,1 5-90,1 4-1,1 4-3391,2 6 3392,3 5 0,3 6-91,3 4 1,2 7 90,2 6 0,2 5 0,1 6 179,0 6 810,13 29-719,-10-11-875,9 22 695,-14-20 269,-3 2-449,-2 0 0,-3 2-90,-4 0 269,-2 1-449,-5 0 0,-3 0 0,-6 0-180,-3 0 0,-5-3-518,-4-2 339,-2-4 2745,-3-6-3016,0-6-90,-1-9-269,1-5-90,1-6-1,0-5-449,2-6-90,0-5-923,-5-6-66,5-4-720,-3-6 3416,7-2 0,5 3 0,1 1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34.12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33 310 7713,'-15'2'8994,"2"0"-8724,9 5 0,5 1-90,9 2 0,6 0 0,3 1-90,5 0 90,4 0-90,3 0-90,3-1 90,2-1 0,18 2-90,-11-4 0,13 2 89,-16-4-89,-1 1 0,-1-1-89,-2 1 89,-1-1-90,-2 0 0,-2-1 0,-2 1-90,-3 0-90,-1 0 0,-4-1 0,-2 0-269,-3-1-361,1 2-629,-2-2 1169,-5-9 90,-4 0 0,-8-11 91,-2 2-1,0-4 0,-1-2 90,1-4 0,0-2-3482,-1-19 3572,2 11 0,-1-13 0,5 18 270,2-11-180,2 12 90,3-7 0,1 14-1,1 3 181,8-4 0,-3 8 3122,6-1-3302,-4 9-90,0 3 90,0 2 0,0 7 89,0 1-89,0 6 90,0 2-3392,-1 6 3392,-2 4 0,-1 5 90,-1 4-1,-3 4 1,-2 1 90,-1 1 0,-1 0 89,-3-2-89,0 0 0,-2-3-90,-1-3-1,-1-2 1,0-2-90,-2-1 3572,-1-3-3752,-1 1 180,0-2-270,0 0-180,0-2-90,1 1-270,-1-2-179,1 0-181,-2 0-179,-1 1-360,3 0-271,-1 0-178,0 2-1171,-3 0-988,-3 1 4047,-1-1 0,0-1 0,-1 1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34.89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44 13289,'13'8'810,"-1"3"-630,-6 6-90,1 5 0,0 1 180,2 30-270,-4-20 0,1 21 90,-5-27-90,-2 0 0,-1-4 89,0-2 1,-1 1 0,0-7-180,-3-9-359,2-27-1,0-5 0,5-19-179,4 11-1,2-2-180,2-1 91,3 0-4112,8-10 4291,-4 14 0,6-5 1,-6 18 179,-2 5-270,-1 4 360,3 6 270,1 17 180,-5 1 90,-1 14 3572,-10-5-3393,0 3 91,-1 2-90,0 2 90,0-1-91,0 1 91,0-4 0,1-1-180,-1-3-1,4-2 1,-2-3-90,3-4 90,1-2-90,2-1-90,3-5-91,1-3 1,2-7 0,-2-5-90,1-5 0,2-4 0,-1-4 0,0-1-90,-1-2 0,0 0 90,-3 0 0,-1 2-89,-3 2 89,-1 2 89,-4 3 1,-3 1 0,-4 3 0,-5 6 0,-1 6 0,-3 10-90,4 6 180,-2 5-90,1 4 90,1 4-90,1 2 90,1 2-90,3 0 0,1 1 0,3-1 0,2 0-90,1-3 90,4-3-90,2-1 0,-1-5-90,3 0 0,-1-5 0,3-2-180,1-3 90,1-3 90,0-4-270,2-4-179,1-4-1,0-5-180,1-3 270,0-4-449,-1-3 0,1-2-1,-2-1-449,0-3-90,-2-2 1439,0 0 0,0-2 0,0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35.33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64 1 9781,'-8'17'2159,"0"2"-1529,1-1-90,0 3-91,0 3-5749,-1 2 5570,2 2 1408,1 1-1408,1 0 769,2 0-859,0 0-90,3-1-2268,2 0 2268,2-2 2268,2-1-2358,2-3 0,3-2-90,1-3 0,2-3-90,2-3 0,1-4 3303,1-3-3483,2-4 90,0-3-90,1-6 0,1-3 1,-1-3-1,0-4 90,-1-2 0,-2-2 0,-2-2 90,-1-2 90,-1-2 0,-4 1 90,0-1 90,-6 1 90,1 2 90,-4 4 0,1 1 90,1 5 629,-5 3 1,4-1-720,-3 2-270,7 7 0,0 4 0,3 9 0,-3 2 0,1 0 0,0 3 89,-1 2-89,0 2 90,-1 2 0,-1 1 0,-1 12 0,-3-7 0,0 7 0,-3-11 90,-1-1-90,-4 4 0,0-7 0,-2 2 90,1-10 90,-3 1-180,0-4-270,-3-6-270,4-10 90,3-12 0,6-2-89,3-6-631,8-10 451,0 9-181,5-11-89,-2 16-810,9-8 809,-6 10-359,7-4-180,-8 13 1439,-1 3 0,-6 6 0,-3 2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35.55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90 10141,'11'20'3058,"0"2"-2608,-6-7-90,0 3 0,-2-4 0,0 2-91,-1 1-89,0-1 270,0 8-180,-1-6 0,0 17-990,-2-17 630,2-2-90,2-17 0,1-13-179,3-2-1,-1-4-270,2-4-89,1-4-91,5-1-89,-3-2-181,5 1 1,-4-1-360,2 1-270,0 4 1709,0 3 0,2 4 0,0 3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36.24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182 456 7982,'-5'-12'9355,"-2"9"-8815,-2 4 269,-5 18-539,3-3-90,-6 12-3302,3-2 3212,0 2 0,1 2 0,-3 0-2269,3 1 2179,-1-1 90,4-2-180,2-2 2359,2-3-2449,0-2-450,3-3-269,1 3-361,4-5 4293,6-3-3303,-1-9 0,6-9 0,-4-8 90,3-5-90,2-6 270,-1-5-180,3-5-89,-2-5-91,13-26 180,-8 11 270,8-20-225,-7 8 0,0 1 45,1-5-605,-2 6 0,-1 3 965,-6 20-180,-2 5 90,-2 6 89,-1 6 451,-3 5 269,1 0-809,-3 20-90,0 3 1570,-5 38-1480,0-6 90,-2 19-3482,2-11 3392,0 2 90,-1 2-417,1 0 327,1 0-90,0 0-1,1-2 1,1-1 0,0-3-90,1-3 0,1-3-90,1-3-89,0-5-181,1-2-90,1-5-180,0-3 2826,1-3-3456,1-3 1075,2-8-355,1-3 91,0-11 89,-1-4 0,-3-4 90,4-4 90,-2-4 0,3-2 0,-1 0 90,0-1 90,0 0 90,-1 2 0,0 3 360,3-6-180,-4 11 360,2-3 449,-3 11-809,4 7 0,-2 2-90,4 10-1,-4 3 91,0 2-90,1 2 90,0 3-90,-1 0 0,0 1-90,-1-1 0,1 0 0,-1-1 0,0-1 0,-2-4-990,1 2-89,0-6-91,1-6 361,-1-14-271,-4-3-179,0-10-900,0 3-629,0-3 2698,-1-2 0,1-3 0,0-3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36.36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47 8702,'0'-19'4767,"1"2"-5666,5 8-2519,1 8 3418,3 8 0,-5-1 0,-2 1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37.10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0 110 8072,'1'16'5127,"-1"1"-4587,0 3-270,0 1-540,1 1-539,1-2-91,1-2 810,3-13 90,0-5 90,0-12-90,-1-2 90,-2 2 0,1 0 0,0 0 90,0 1-90,1-2 0,2 1-90,3 0 0,3 9 0,-3 4 0,1 7 0,-4 1 0,0 1 0,2 2-90,5 5 90,-4-4 0,5 3 0,-6-6 180,2-1 899,0-2-629,1-6-90,-5-6-180,-3-8-180,2 9 0,0 1-90,10 14 0,-4-4 180,8 3-180,2-3 180,1-4-180,3-2-90,-3-3 90,-1-1 0,-1-3 0,-1-1 90,-3-2 0,-1-1 270,-3-4-360,-1 1 90,-3-4 270,-1 0-270,-3-3 0,-3 0 90,1-1 89,-4 2 1,2-1 450,-2 0 90,0-1 629,0 3-1259,1 12 0,0 22-90,1 11 0,0 36 90,0-17-661,0 20 661,1-14-90,0 2 89,1 3-89,0 2 90,0 1-1646,-3-2 0,-1 3 1646,-2 14-90,0-15 0,-1-3-106,-3-1 106,-4-3 90,0-6 0,-3-6 0,-1-5 90,-2-7 90,0-6-90,0-7 0,-1-6 0,2-7 280,-2-6-370,1-8 3290,1-7-3290,1-6 218,3-5-218,1-5-90,4-2 0,3-3-90,3-1 90,5-1-89,3 1-1,6 0 0,3 2-300,6 1-60,4 2-89,4 2-271,5 2-89,6 2-708,4 1 78,5 3-3418,4 1 2068,3 2-988,3 3 3746,1 2 1,0 1-1,1 3 1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38.49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225 453 7623,'3'-15'4677,"0"-3"-3598,-5 4-629,-6 3-180,-3 7 0,-6 7-3482,2 6 3392,-3 3-90,-2 7 89,-1 2-179,-1 6 90,1 2 0,1 1-90,3 1-90,3-2 0,3 0 180,4-2-270,3-1-89,2-3 89,1-3-90,5-3-90,0-3 90,5-4 3392,2-3-3301,2-4-1,2-6 0,2-5 90,0-5 0,1-5 90,0-3 0,1-3 0,-2-3 540,11-33-91,-11 18-89,7-42 0,-15 40-258,-2-14 348,-5 19 89,-2 3 811,-3-8-631,0 14 1,-2-3 449,0 17 90,-1 1-1079,-2 12 0,2 7-90,-2 17 0,5 8 0,0 5-90,2 5-3044,6 41 3044,0-27 0,5 30-644,-2-39 554,1-2-162,0-4-18,1-2-180,0-4-270,1-3-89,-1-4-1,0-4 91,1-3 2767,-1-5-3128,3-3 1132,-1-6-1042,2-5 211,0-5-121,0-5 1,0-6 179,1-4 91,-2-4 269,1-3 0,-2-4 90,0-3 180,-2-1 180,0-2 270,0 1-180,-2 1 360,0 3-181,-2 3 361,1 3-180,-2 4-1,-1 4 631,3 4 988,-4-1-1978,3 16 90,-7 15-180,1 9-3392,-3 13 3392,-1-8-90,0 1 90,0 1-90,1 0 0,-1-2 0,2-3-90,0-2 3122,0-3-3302,2 0-539,0-5 629,7-10 180,1-18-90,3-8 270,1-11-360,1-6 90,-3 8 90,4-9-90,-6 13 90,0 3 90,-1 2 0,-1 4 360,0 1-360,3 12 90,4 18-180,0 4 89,-1 15 1,-5-11-90,0-1 0,1 1 90,-1-2-90,2-1 0,-1-3 0,-1-2-90,0-4 0,2 0 90,3-7 0,-1-4-89,1-9-1,-2-5 90,3-5-90,1-3 0,2-5-90,1-1 90,-2-3 90,0-1-360,4-20 180,-5 10-288,3-15 378,-9 15 0,1-1 0,-1-15 180,-2 16 0,0-7 180,-3 23 180,-1 5 179,0 0-449,-1 32-90,0-4-90,-1 30 90,-1-6 90,1 2 0,0 4 90,0 3 89,0 2-89,1 1 0,-1 1 127,1 0-218,-1-1-89,0-2 180,0 15-180,0-16-180,-1 8 0,0-20-90,0-4-539,-1-3-1170,1 0 450,-3-7-720,-8-19 1439,4-4 1,-6-20 179,7 5 90,-1-3 342,2-3-252,-1-2 91,1-3 89,0 0 90,1-2 180,1 2 90,0 2 179,1 4 1,0 5 90,2 3 359,0 4-89,0-1-90,3 3-181,3 0-269,7 5 180,8 4-270,-1 5 90,4 2-180,-4 2 90,1 1-90,2 0 0,1 1-90,0 0 0,0 0-450,9 0 181,-8-2-91,7 0 270,-11-2-360,1-1-89,0-2-91,0-1-629,0-1-180,-1-2 1529,-2-1 0,-7 3 0,-3 1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38.83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146 0 7892,'-17'5'2519,"2"2"-1799,3 2-1,1 3-89,-1 2-90,1 6-91,0 1-89,0 5 0,1-2-90,1 3 0,2-1-91,0 3 1,3 1-90,0 0 0,1 0 0,1-1-90,2-1-3392,2-3 3392,1-2-90,2-3 0,2-2 0,0-4-90,2-1 1,1-5-1,1-2-90,1-4 3302,5-9-3212,-2-2 0,3-8 90,-5-3-90,-1-3 90,0-5-89,-1-3 89,-1-1 270,1-15-180,-4 12 89,-1-8 91,-4 17 180,-1 5 360,-2 3 629,0-1-1259,-2 19 0,2 2 0,0 19 0,2 2 90,3 3-90,0 2 90,3 1-1,0 1 1,4-1-90,2-1 0,2-2-90,2-2 0,1-4-90,0-3-180,0-3-89,-1-4-181,0-4 0,-2-4-89,1-5-1,-2-5-270,-2-6-89,5-3-360,-8-4-720,4-3-809,-5-2 2878,-4-1 0,-1 11 0,-3 4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41.31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211 266 7533,'-15'-2'6836,"-1"0"-4857,2 3-1889,13 0-90,6 0 90,24 0-90,-7-1 90,8-2-1,1-3-178,-5-1 178,12-4 1,8-8-90,-9 2 0,13-7 0,16-13 0,-24 14-439,21-14 439,-34 19 0,-2 2 0,-4 1-89,-2 1 178,1 0 361,-5 3 2249,1 1-1901,-8 10-798,-2 1 0,-4 10 0,2 2 0,-2 1 0,-1 5-3302,3 14 3302,-2-1 0,3 16-2268,-1-7 2268,1 6-259,1 3 259,1 7 0,1 5 90,2 5-90,0 4-348,2 2 348,0 2 0,0 0 0,0-1 0,0-1 0,1-3 0,-1-3 90,0-3 1477,1-5-1567,-1-5 0,1-6 0,-2 0 0,-1-6 2507,0 3-2507,-1-6 0,0-2 478,-2-4-478,0-3 0,-2-4 950,0-3-950,-1-2 613,0-4-613,-2-1 242,-1-2-152,0-1-90,0 3 0,1-3-90,1 3-90,-1-4 180,2-1 90,-6-2 0,-2 0-90,-5-2 0,-3 0 0,0 0 0,-6 1 0,-2 3 0,-4-2 0,-13 8 0,7-7 0,-60 21-90,43-17 180,-37 11-180,48-15 180,-2-1-180,3 1-3302,0 0 3392,2-2 0,3 1 0,2-2 0,3-2 0,4 0 0,2-1 0,3 1-90,2-1 3482,-1 1-3122,2-1-450,-2-2 90,8-9 180,-3-3-90,9-8 90,-7-25-90,3 10 90,-4-21-90,0 17 90,-2-3-90,-3-4 0,-2-2 90,-13-29-1122,5 14 1122,-11-22-270,8 21 270,-1 0-90,1 1 180,0 1-90,2 3-180,-2 2 180,2 3-90,2 4 180,0 3-216,2 4 216,1 4-90,1 5 90,3 2-90,1 5 0,2 4 0,1 3 1106,2 2-1106,2 4 141,-1-1-501,1 1-4227,1-2-5334,4 2 9320,-4 0 1,6 5-1,-4 0 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43.75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1139 152 12120,'-9'2'6386,"6"-4"-6296,-22 17 0,13-10 0,-2 0 0,-7 1-90,5-1 90,-5 1-90,6-3 90,-8 1-90,6-2 90,-13 0-90,13 0 0,-8-2 0,5-1 0,-3 0 0,2 0 0,3 1-90,1 0 90,0 0 0,2 0 90,-3 0-90,3 1 0,-3-1 0,4 2 0,-1 0 0,2 2 0,1 0 0,-1 2 0,0 0-90,1 0 180,1 0 0,3-7 0,-2 4-180,1-5 90,-2 6-90,0 2 180,0 1-90,-2 1 0,1 0 0,-1 0 0,-1 2 270,1-3-360,-2 2 360,1-2-360,-1 0 270,0 0-270,-2 1 270,0-2-360,-2 1 360,2-2-270,0 1 180,0-2-270,0 0 270,0 0 90,-2 0-270,2-1 270,0 0-180,4-1 0,-4 0 0,1 1-180,-1 0 360,-1-1-360,4-1-360,-2 0 180,5-5 270,7-3 0,8-7 0,3 2 90,2-1-180,6-15 90,-7 13 90,7-12-179,-9 17 89,2-3-90,-2 1 90,2-1 90,-3 0 0,-1 0 0,-5-2 0,-1-2-90,-1-1 0,1-1-90,0-3 0,2 0 0,0-1 90,0 0-90,2 4 270,-1 0-180,-4 14 0,-1 6 90,-4 10 0,0 5-90,-3 7 1,0-4 89,-2 8 0,-8 13 0,7-14 0,-6 15 0,8-22 0,1 0 89,1-1-178,0-4 178,1 0-89,0-5 0,1 3 0,1-3 90,3 4 0,5 1 0,3 1 0,6 4 0,1 1 270,2 4-270,2 2 360,11 19-91,-5-11-359,9 13 360,5-1-483,-9-10 123,9 9 270,-11-16-360,-1-1 359,0-4-359,-2-2 270,-2-3-90,4 1 90,-8-6 0,4 3-10011,-10-9 8758,-7 3 0,1-6 1,-7-1-1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45.89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 64 6004,'-2'-14'1169,"-1"-3"-360,0 2 2520,0-1-3060,1 15 1,2 3 90,0 18-180,3 8-90,-2-5 0,2 3 0,-2-12 0,1 0 0,1 1 0,-1-1-90,2 1 90,-1-1 0,0 2-1,1-1-89,-1 0 90,2 1 0,-2 0 0,2 2 0,-1-2 0,1 3 0,0-2 0,-1 3 0,0 0 0,0 1 0,0-1 0,-1 1 0,1-2-3212,0 0 3212,-1-1-180,1 0 180,-1 9 0,1-6-90,0 6 90,-1-9-90,1 2 89,-1-1-178,1 3 3570,-1 1-3481,1 1 90,-1-1-90,0 1 90,0 0-90,0 0 90,0 0-90,1 11 90,0-8-90,0 7 90,-1-10 0,0-1-90,0 0 90,0 0-90,0 0 90,1 0-90,-2-1 90,1 1-90,0-1 90,0 0-90,0 0 0,0-1 0,1 1 90,0 11-90,1-9 0,1 8 0,-1-10 0,0 1 0,1-1 0,1 1 90,0-1-90,1 1 90,2 1-90,-2 0 90,3 2-90,-3-1 90,2 1-180,0 1 180,0 1-90,-1 0 0,1 2 0,-1 1 90,0 1-90,-1 1 0,1 2 0,-1-1-90,-1 1 90,0 1 0,-2-1-3392,1 1 3392,-1 0 0,-2-3 0,1 0 0,-3-3 0,2-1 0,-1-1 0,2 0 0,1-1-90,-1-1 180,0 1-90,-1-1 90,1 1-90,0 1 0,1 2 3392,0 0-3302,1 2-90,0 0 0,4 19 90,-1-12-400,3 14 400,-3-17-90,1 3 90,2 0-90,0 1 0,1 2 0,0 0 0,2 0 0,0 3 90,1-1-1,-1 2-89,0 2-347,1 2 437,-1 1 0,5 27 0,-4-18-90,3 20 90,-7-24-90,0 0 90,-2 1-90,0-1 0,-1 1 90,2 24-90,-2-19 90,3 18-90,-5-25 90,1-2 0,-1 0 0,0-1-1,-1-1 1,1 0 0,-2-1 0,5 23 0,-2-18-90,3 18 90,-3-23-90,0 0-3084,4 20 3084,-3-16 90,3 15-200,-4-22 110,1-1 90,-1-1-90,-1-2 90,1 0-90,-2-3 0,1-3 0,-1-3 138,0-5-138,-1-3 0,-1-3 384,-1-5-384,0-2 3153,0-1-9539,-1-2 266,4-9 6120,-5-12 0,3 0 0,-5-4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50.29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132 32 6543,'-2'-15'5937,"-1"-1"-5847,4 16 0,2 19 0,1 4 90,5 25-180,-4-21 90,6 24 0,-3-19-90,2 9 179,-4-12-179,1-1 180,-1-1-580,-1-2 490,-1-1 90,1 5-90,-2-9 0,2 7 359,-1-13-359,-6-7 0,1-7 401,-5-10-491,-3-10 90,2 3-180,-4-8 180,2 3-90,0 0 0,-1-2 0,0 1 90,1-1-180,0 1 180,1 2-90,1 2 89,0 3-89,1 1 90,-1-1 0,2 2 90,-1-2-180,8 21 0,0 0 0,7 19 0,2 6 0,-3-4 0,3 10 0,-4-10 0,4 11 90,-2-9-90,-2 5 0,1-4 0,-4-9 0,3 4 0,-2-8 180,-1-4-180,-4-12 0,-1-3-90,-6-14 90,-2-9 0,2 3 0,-4-8 0,5 6 0,-1 1 0,0-1 0,2 2 0,0 0-90,0-4 90,1 7 0,0-2-180,2 7 0,0 2 180,3 9-90,3 11 90,2 9 0,1 6 0,-2-1-89,4 13 89,-3-7-90,3 7 90,-4-10 0,0 0 0,-1 0 0,-1-1 0,0-2 0,0-4 90,-1 2-1,-1-2-178,-3-11 89,0-7 89,-6-14-178,3-4 178,-2-3-178,0-3 89,0-4-90,-1-3 90,0-1 0,1-2 0,-1 1-90,0 2 180,1 2-180,1 3 90,0 3 0,2 4-90,0 4-90,0-1 270,6 18-180,0 1 180,5 17-180,-2 1 90,0 2 0,0 3 0,1 1 0,0 1 0,1 1 0,-1 0 0,1 0 0,0-1 0,0 0 0,0-3 0,-1-1 0,3 11 0,-3-15-90,-2 8 0,-6-26 90,-3-4 0,-3-11 0,1-4-90,0-1 90,-1-5 0,-1-2 0,0-3-90,0-2 180,-1 1-180,0-1 180,2 3-180,0 1 90,-1-4 90,3 10 0,-1-2-180,4 10 90,3 18 90,2 2-90,13 47 0,-6-19-234,8 24 234,-8-26 0,1 0 0,3 11 0,-3-11 0,2 7-90,-4-16 90,-1-3 0,-1-3-89,0-4 89,-1 0 0,0-3 0,-3-12 143,-1-4-53,-3-15-180,-2-2 180,-8-27-180,4 15 180,-7-22-180,7 24 180,-1-1-180,0 2 90,0 2 0,1 2 0,1-5 0,1 10 90,-1-5-90,14 33 90,-3 0-90,10 23 0,-4-4 0,0 4 0,0 1 0,0 1 0,1 0 0,0-1 0,-1-2-90,0-1 180,-1-3-180,-1-3 180,0-3-270,-2-3-270,-1 0 360,-1-17 0,-3-1 90,-3-20-90,-2-1 1,-1-4-1,-1-3 0,-1-3 0,-2-1 90,0-2 0,-1 1 0,0-1-90,0 2 90,-2-11-90,3 15 90,0-5 0,4 19 0,0 0 0,6 21 0,-1 1 90,7 20-90,-2 2 0,2 3 0,-1 3 0,1 2 0,-1 1 0,1 1 0,0-1 0,-2 0-90,0-2 90,0-3 0,-1-3 0,0-4 0,-2-3 0,-1-3 90,0-1 0,-10-28-90,4 2 90,-9-26-90,3-8 0,2 9 90,-4-14-90,-6-19 0,7 25 0,-7-22 0,11 35 0,1 2-90,2 5 90,0 3 0,0 1 0,4 17 0,4 14 0,6 27 0,0 3 0,0 4 0,-2-13 0,0 0 0,-1 1 0,1-2-90,3 25 0,-3-22 90,2 15 0,-7-29 0,1-3 90,0 0 90,-2-1-180,-3-16 0,-1-4 0,-3-18 90,-3-9-90,3 3 0,-4-9 0,1 6 0,-1-2 89,0-2-89,-2 0 0,1 0 0,-5-11 0,5 13 0,-3-7 0,7 19 0,0 3 0,1 1 0,5 14 0,1 3 0,5 18 0,2 6 0,2 5 90,0 4-269,10 39 268,-7-26-636,6 28 547,-9-37 0,0-1-10,-3-2 10,0-2-90,-1-3 90,-2-3 0,0-3 0,-2-4 90,1 0-90,-2-5 458,-4-13-369,1-6-168,-4-18 168,3 2-178,-3-6 89,2-2 89,-2-3-89,0-2 0,-1-2 90,0-1-90,0-1 0,-1-1 0,0 2-90,1 0 180,1 2-90,1 3 0,1 1 0,1 5 0,1 2-90,0 3 90,2 0 0,2 7 0,7 13 0,0 6 0,4 17 180,-3-2-180,0 3-90,1 1 90,-2 1 0,1 1-3482,-1-1 3572,-1-1-473,-1-1 383,0-1-90,-2-3 90,1-2 0,-2-2 90,0 0 3066,0-3-3156,-5-8 350,1-6-350,-5-13 0,1-4-90,-1-1 90,1-4 0,-2-3 0,1-2 0,-2-3-90,0-1 90,0-1 0,0 0 0,-2 1 0,2 0 0,-1 4 0,2 3 0,2 4 0,-1 1 0,6 21 0,0 3 0,6 21 0,0 3 0,1 3 0,1 3-401,-1 0 401,1 1-3259,-1-2 3259,0-1-357,0-3 357,-1-1 0,-2-5-90,1-3 90,-1-4 0,1-1 254,-1-3-254,-3-9 3298,0-8-3298,-3-12 555,-1-5-555,-2-15 0,0 5 0,-1-11 0,0 10 0,-1 1 0,0-1 0,0 2 0,-2 1 0,2 4 0,0 1 0,2 5 90,0 2-90,1 1 0,5 14 0,2 12 0,4 10 0,0 8 0,0-4 0,-1-2 90,1 1-90,3 11 90,-4-13 89,4 11 1,-5-18-1889,1 0-1619,-9-10 3328,1-5 0,-4-4 0,3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51.85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1 431 15448,'9'-10'990,"9"-1"-990,-3 11 90,7-5-90,-5 0 0,3-2 0,3-2 0,2-2 90,3-3-90,2 0 0,2-1 0,3-2 0,-1 1-3392,2 0 3392,0 1-90,-1 1 74,-1 1 16,0 3 0,12-3 90,-11 5-90,6 0 0,-14 4 0,-5 1 0,-2 2 90,-4 0-90,0 0 0,-1 0 4374,0-1-3295,-1-1-6633,-9-1 5644,-8 2 0,-7-1 0,-6 3-90,3-1 0,-4 0-90,4-4 90,1 0-90,2-4 90,2-1-90,3-3 90,3-2 0,4-2-89,3 2 178,3 3-178,1 1 89,3 6 89,-1 4 1,0 5 0,-4 7 0,-2 4 90,-5 4-90,-1 0 0,-5-1 0,-2-5 0,-4-4-90,0-6 0,-2-5 0,5-5 0,0-4-90,0-7 90,3 3-90,-1-6 0,4 6 90,0-1-90,1 3-90,2-4 0,1 3 90,7 1 1,2 9 178,1 7-89,3 10-89,-5-1 178,2 6-178,-5-2 178,-1 0-178,-1 1 178,-1-2-89,-1 1 90,-2 2 0,-2-2 0,-2 1 90,-2-6-180,-4-7 90,-1-8-90,0-3 0,1-3-90,4 0 180,1-1-180,0 0 90,1-7-180,2 0 90,2-2-90,5 5 91,5 6-1,5 7 90,0 4-90,1 6 90,-4 1 0,0 2 0,-2 1 0,3 8-90,-3-4 180,-1 4-180,-3-6 180,-2-2 0,-1 4 89,-3-3 91,-2 2-90,-5-6 90,-3-4-180,-12-12 0,6-1-90,-6-6 0,12 3 0,2 3 0,0-1-90,1-4 90,2-1-180,4-3 90,7 0 0,1 5 0,5 2-180,2 2 180,2 4 1,6 1 89,-6 4-90,2 5 0,-8 0 90,3 5 90,-7 3 0,-1 5-1,-4-2 1,-5 0 0,0-5 0,-1-1 0,-3-1 90,2 0 0,-2-2-90,-3 2 90,-1-4-180,-6-2 0,5-6 0,1-10-90,8-2 0,1-4 0,3 2 0,1 0 0,2 1 0,0 0-90,2 2 180,-1 0-180,2 2 1,0 1 89,3 1 0,3 1 90,3 6-90,-1 7 180,-2 4-90,-2 4 90,-3-1-90,-2 2 179,0 0 91,-1 0 180,-2 5 90,-1-2 179,-1 1 1,-5-4-630,-3-8-90,0-5 90,-1-9-90,5-3-360,-1-2 180,6 11-360,2 2-2968,6 10-2068,2-8 5576,-6-8 0,0 2 0,-8-5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54.26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64 188 5914,'-5'-17'269,"0"0"-269,0 0 0,-1 0 0,0-1-89,0 2-1,-1-1 0,1 0 0,1 0 90,-1 0 0,3 7 0,0 2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54.76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48 42 6903,'-14'-13'2429,"2"-1"-990,3 7 180,0-1-1439,7 12 0,1 0 0,8 11-90,-1-1 89,0 4 1,0 4 0,0 4-3392,0 4 3392,0 3-1175,-1 5 1175,-1 3-91,1 4 91,-1 3 90,1 1-1910,-2 5 1910,1 3 90,-1 5 1566,0 3-1657,0 3 466,1 5-465,-1 2 0,1 4 0,-1 2-1,4 0-89,-3 1 0,4 0 0,-2 1 0,1 0-90,0-2 90,2 0-90,0-4 0,1 0 0,2-1 0,0-3 0,1 1 0,-1-4-90,1-1 90,0-3-90,-2-3 15,0-1 75,0-4-90,-2 0 0,-1-3 0,-2-1 90,1 18-90,-4-18 90,1 14-90,-4-25 90,1-1 0,-1-4 90,-1 11-180,0-17 90,-1 8 2832,1-19-2832,0-3-510,1 1-7045,0-3 5854,0-12-1897,1-5 3583,-1-15 0,0 8 0,-1 1 1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56.32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32 9602,'18'-5'899,"-2"2"-719,1 1 90,-2 0-180,1-1 90,2 1-90,1 0-1,1-1 1,1 1 0,0 0 0,1 0 0,1 1-90,-1 0 180,0 0-90,1 3 0,0-1 0,1 2 0,-1-1 0,1 2 90,-1-1-180,1 2 90,-1 0 0,0 1 0,0-1 0,1 1 0,2-1 0,0 0-1,1 0 91,2-2 0,15 2-90,-9-2 0,13 0 0,-12-2-90,1-1 90,2 0-90,2-2 90,-2 1-90,4-1 0,-2-1-152,4 0 152,1-2 0,0 0 0,1 0 270,0 0-270,2 0-3132,22-3 3042,-14 2 90,17-1-1944,-23 4 2124,2-2-399,-1 2 129,0 0 90,0 2-90,0 0 90,-1 2 0,0-1-90,0 1 360,-1 0-360,-1-2 90,0 3-90,-1-3-1155,46 4 1245,-34-1 180,35 0 688,-44-1-688,1 1 1102,1-1-1372,0 1 270,2 0-270,1 1 90,0-2 0,1 1-1713,0 0 1713,1 0 0,1-1 1517,-2 0-1517,4 1-1257,-2-1 1257,6 0-1201,1 1 1201,-3-1 501,5 1-501,-3 0-81,3-1 81,1 0 0,31-1 0,-24 0 0,-25 0 0,-1-1 1380,19 0-1380,2-1 90,2 0 450,1-1-540,1 1 0,1-1-1414,-1 1 1414,0-1 0,-21 2 0,1-1 1203,29 1-1203,-30 0 0,0 0 0,20 1 0,0 1-1572,2-1 1572,0 1 0,0 0-494,0 0 494,1 0 960,-1 1-870,1-1-180,0 1 90,-1 0-941,1-1 941,0 1 0,-22-3 0,2 0 0,31 2 0,-30-2 0,-1 0 1019,24 1-1019,0 1 0,-1-2 0,1 2 0,-1-1 0,1 0 0,-1 0 0,0 0 0,1-1 0,2 1 639,0 0-639,1 0 0,1-1 0,-1 0 0,1 0 0,0 0 0,-1 0 0,1 2 0,0-1 0,1 1 0,0-1 0,1 2 0,0-2 0,1 4 0,-2-2 0,0 1 0,-1 0 0,-1-1 0,0 2 0,1-1 0,0 0 0,1 0 0,1 0 0,0-1 0,0 0 0,1 0 0,-1-1 0,0 0 0,1 0 0,-1-1 0,-21 0 0,10 0 0,-6 0-281,-9 0 0,0 0 281,9 0 0,7 0 0,-9 0 0,25-1 0,2 1 0,-1-2 0,1 2-294,-25-1 1,1 0 248,-16 1 0,-1 0 90,19 0 0,-2 0-135,28 0-711,1 0 801,-1 0 0,-49 0 0,0 0-183,0 0 0,1 0 183,0 0 0,1 0 367,0 0 0,0 1-367,0-1 0,1 0-45,-1 0 0,0 1 45,1 0 0,-1 0 0,0-1 0,0 1 0,0 0 0,0 0 0,-1-1 0,2 1 0,22 1 0,0-1 178,-17 1 1,0 0-179,17 0 0,0 0 0,-22 1 0,-3-1 476,1 1 1,-1 0-522,0 0 1,0 0 44,48 4 0,-2 0 89,0 1-178,-1 1 1217,2 1-1039,-6 0-89,3 2-89,-7 0 89,2 1 89,-5 0-178,1 2 89,-6-1 0,1 1 0,-5-1 214,2 2-214,-4-2 0,3 2 0,-1-1 0,-1 0 0,-1-1-986,0 0 986,-2-1 0,-2 0 186,-1 0-186,0 0 0,-1-1 0,0 0 0,0-1 0,-1-1 0,0 2 0,0-2 0,-1 0 0,0-1 0,-2-1 0,1 0 0,-3-1 438,1 0-438,-3-2 0,2 0 0,-4-1 0,2 0 0,-1-1-1285,-1-1 1285,0 0 0,0-1 1996,1 0-2086,0-2 90,1 1 315,-4-2-315,3 1 0,-3-2-1678,27 0 1678,-20 0 0,16-1 2099,-27 3-2099,0-1 0,-2 1-252,1-1 252,-2 2 0,0-1 0,-2 0 0,0 1 0,-2-1 0,23 1 0,-18 0 0,14 1 0,-23 0 0,-1 0 342,-1 0-342,0 0 0,-3-1 0,1 1 0,-2 0 3214,0 1-3214,-2 0 47,2 0-47,-4-1 401,1 1-491,-5 0 178,1 0-448,-2-1 90,5 0-90,-7 0-180,3 1-989,-9 1-2249,2 0 3778,-4-2 0,-4 0 0,-5-2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57.35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 8882,'1'13'5487,"0"-3"-5307,12 32 0,-4-9-1,1 4-89,2 4 0,-1 4-983,0 6 1073,0 3 90,3 32-90,-4-20-90,2 18 0,-6-27-2006,-1-5 2006,-1-1-90,0-3 743,0-3-743,0 9 90,-1-18-270,1 6-270,-3-21-899,1 1-1120,0-7 1300,-2-14 1206,-1-5-2555,-1-17 2518,-2 2 0,3 8 0,-1 2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57.55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0 119 8432,'22'-3'2789,"-4"0"-2250,2 0-89,-4 0-180,3 0 90,1-3-180,0 1-1,3-2 1,0 0-180,3 0-90,-1 0-89,2-1-271,-3 1 0,0 0-180,-1 0-89,-2 1-181,-1 0 1,-1 0-540,-2 1-270,-1 0 1709,-3 1 0,-6 2 0,-2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57.74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9602,'4'18'1709,"1"-1"-1170,-1 0-89,1 3-90,1 2 0,0 4-91,1 1 1,-1 3 90,3 15-90,-3-6-180,1 8 0,-4-12-3392,0-3 3482,0-1-2449,1-1 2269,-3-5-131,2-2-139,-4-4-1259,3 2 1529,0-4 0,-1-5 0,0-6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57.91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32 9512,'13'-16'-3598,"-1"5"3598,4 8 0,-9 1 0,1 3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58.45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91 6993,'0'27'1979,"2"-1"-1439,-1 2-91,2-1 1,-1 2-90,0 0-90,0 0 0,0 0-91,0 0 1,0-2-90,-1-1 0,1-3-90,-1-1-90,0-5-180,1 2-89,1-5 269,-1-9 90,1-7 0,-3-14 0,3-2 0,-1-2-3392,2-2 3392,0-1 0,1-1 90,-1 0-90,1 0 90,0-1-90,2 2 0,-2 0 0,2 3 0,-1 3 3392,-1 1-3392,2 4 90,0 1-1,2 3 1,2 4-90,-1 4 90,1 6 0,-4 5 0,0 3-90,1 2 90,-1 2 0,0 1 90,-2 1-90,1-1-90,0-1 90,-1-3 0,0-1-90,1 0 0,-1-3 0,2-8 0,-2-12 90,-1-8-90,0-7 0,0 3 0,1-2 180,3-11-90,-1 7 0,2-5 90,-3 12 179,-2 3 1,0 2 0,0 3-270,1 8 90,1 5-90,4 17 0,-2-3 0,3 8 0,-2-5 179,0 0-179,0-1 90,1-1-180,-1-3 180,2-2-180,-2-1-270,4-2 90,0-5-89,-1-4 89,0-6-90,-4-5-90,1-4-90,1-3 1,0-2-91,1-2 0,-2-1-89,0 0 89,0 1-90,1 1 1,-1 2-91,1 3 90,-2 2-809,-1 3 1439,0 1 0,-4 5 0,1 1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39:58.75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1 308 7173,'7'28'2878,"3"-4"-1978,-2-10-540,7-9-91,-6-5-89,3-8 90,-3-4-90,-1-2 0,2-4 0,1-2 180,1-2-360,0-3 90,1-1 0,0-2-90,-1 1 0,0-1 89,-3 1-89,-1 1 180,-1 3 0,-2 2 360,-1 2 269,-3-1-269,-3 5 0,-11 16-450,3 8 90,-7 18-90,6 1 90,1 3-90,-1 4 89,3 2 1,0 2 0,3 1 90,1 1 0,1 0 90,3 0 89,1-2-179,3-1 90,0-5-180,5-2 180,7 4-270,2-11 0,8 2 0,-3-14 0,2-4 0,2-3-90,1-5-90,1-3-270,2-4-90,0-3-180,0-3-269,-1-3-91,-2-1-179,-1-2-180,-2 1-180,-3-2-1350,-5 1-988,-2 0 3867,-5 0 0,-4 9 0,-3 2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01.06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12 1 9691,'-8'7'3149,"5"1"-2610,4 8-179,6 2-4252,-2 3 4252,4 5-1319,2 3 1229,4 3-55,1 2-35,4 3-90,1 1 90,3 1-90,0 0-1,2 0-89,-1 1 2104,0 0-2014,-1-1-90,-3 0 90,1-1-90,-3-3 3131,-1-1-3221,-2-2 0,-3-3-90,-1-3 28,-4-2 62,-1-5-1079,-2-3-450,0 1 70,-5-5 470,-6-5 179,-3-7-539,-4-8-67,1-5 1506,-1-3 0,-2-2 0,0-3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01.22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26 233 7533,'-20'7'3058,"14"-3"-2698,21-13-270,5-1 90,9-9-360,-9 2-270,2-3-270,0-2 91,0-2-810,-1-1-450,0-1 1889,-2 1 0,-1 1 0,0 1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01.53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1 327 7263,'17'12'2069,"3"-6"-1979,-3-7 90,4-6-91,-7-3-89,1-4 180,-1-2 90,0-5-270,1-1 270,0-4-360,-2 1 90,-2 0 0,-2-2 0,-1 1 90,-4 1 90,-1 2 180,-2 3 0,-2 2 629,-2 5-539,-4-1-270,-3 6 0,-1 5-91,-1 8 1,2 7 0,0 7 0,0 7 0,0 4-90,1 6 0,2 4 90,2 3 90,4 0-180,2 1 180,3-3-270,3 0 0,2-3 0,3 0-90,2-4-90,1-2-89,0-4-721,7 1 361,-6-9-1,6-1 90,-8-12 1,0-4-1,0-6-89,-1-4-181,-1-5 900,-1-13 0,-5 13 0,-1-6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02.44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72 794 6453,'-16'-29'1979,"2"2"-1259,2 5-270,1 4 629,2 2 360,0 2-1439,11 9 0,-1 5 90,24 30 0,-9-7-360,9 16 90,-10-17-90,-1 0 90,-1-1-89,-1-1-1,-1-3 0,-1-1-180,-2-4-269,1 0 629,0-12-450,-2-21 630,-2-3-270,-5-18 270,0 13-180,-2-3 0,-1-3 0,0-1 180,0-3 0,-1 1 0,0 0 90,0 3-90,1 4 0,1 4 0,0 4 90,2 5 269,2 1-359,7 13 0,-1 5 0,5 14-90,-3 6 270,-1 3-270,2 3-90,-1 1-90,4 10 90,-7-10 0,8 7 90,-10-16-90,5-1-90,-3-5-89,0 0 269,-1-12-90,0-2 270,-2-14-270,-2-4 270,0-4-270,-1-4 269,-1-3-179,-1-2 0,-1-2 0,-1 0 90,-1-2 0,0 2 0,1 1 0,-1 5 90,1 4 90,1 4 90,-1 1-360,9 18 90,3 15 0,5 12-90,0 12 0,-2-8 270,0 3-270,1-3 0,0 3-90,0-4 90,0 0 0,-2-3-90,1-3-90,-2-4-180,-2-2-450,0-2-359,-1-2 899,0-12-180,-2-3 1,-1-15-1,-4-2 180,0-5 0,0-3 90,-2-2 180,0-4 0,-1-1 90,-1-3 360,-5-38-270,2 26-429,-5-27 789,6 38-270,-1 3 359,1 4-359,1 4 899,1-1-449,1 7-360,6 3-270,2 13 0,5 8 339,2 9-340,-1 3 1,3 5-90,1 5 90,2 5 0,1 3 0,0 6-142,0 2 232,0 4 90,-1 1 0,-1 3-1,-1 0-89,-1 1 90,-1 0-90,-2-2 0,-1-1 0,0-2-90,0-3 0,-6-2 0,5-4 0,-7-4 0,4-5 0,-1-4-180,-2-4-1080,1-1 990,-7-17-269,0-4-1,-5-18 412,1-4-412,-1-3 91,-5-23-1,3 6-296,-5-18 386,4 12 270,-1-4-270,1-1 360,-1-1-3204,-1-21 3024,3 20 360,-1-11-452,8 28 451,-1 5-179,5 3 180,0 4 188,4 2-188,3 5-270,1 2 3386,3 4-3296,1 3 288,3 4-288,0 3 0,3 4 0,-1 4 0,2 3 90,9 13-180,-7-1 90,5 10 0,-11-3 0,-2 1 0,-1 1 0,-4 2 90,-2-2-90,-3 1 90,-1-1 179,-5-2-269,0-3-90,-4-1 90,-1-4 180,-1-2-360,-2-4-180,-1-2-179,-6-7-181,2-2-90,-3-6-359,5-2-180,0-3-271,1-2-448,0-1 1978,3-1 0,3 7 0,3 3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04.63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22 228 9781,'-12'-11'1619,"3"-3"-1259,9-3-90,4 0 0,0 2-90,5 2 0,-1 2-90,4 1-270,1 4 180,2 6-90,-3 3 90,0 4 0,-3 3-90,0 0 90,-1 2 0,1 3-90,-1 0 0,-2 2 270,1-1-270,-3 3 180,1-2-180,-2 1 180,-1 0-270,-1 0 90,-1-2 0,-2-1 0,-2-1 90,0-2 180,-2-2-270,-1-1 90,-2-3 90,-3 0 0,-3-5-90,0-4 90,1-5 180,-1-10-270,4 3-90,-3-9 90,7 4 90,1-1-180,0-2 270,5-19 0,0 16-270,5-13 270,0 22-270,2 1 180,2 3-180,1 2 180,2 2-90,9 3-90,-6 3-90,7 3 90,-7 4 0,-1 4 90,1 1-90,-2 5 90,-1 1 0,-1 2 0,-2 1-90,-2 2 90,-1 1 270,-3 0-360,-2 0 360,-2-1-360,-1 0 270,-3-1-270,-1-2 90,-2-1 0,-1-3 270,-1-1-270,0-3 269,0-2-89,-6-3-180,4-4 180,-4-4-360,6-4 90,1-3 90,0-3-90,0-3 0,2-2 90,2-2-89,1-1-1,4-21 90,2 17 179,3-14-268,2 23 268,2 1-269,0 3 180,2 2-269,1 2-1,1 4 90,5 2 90,-2 5-90,4 3 90,-5 3-90,-1 2 90,0 2 0,-2 3 0,0 1-90,-1 1 90,-1 1 0,-3 0 0,-1 0 0,-2-1 0,-1-1 270,-6 9-270,1-10 270,-5 7-181,0-14 1,-4 0 0,-2-5-270,-3-4 91,3-5-1,1-4 0,4-1 90,1 0-90,0-3 90,1-2 0,0-2-90,0-1 90,2-2 0,0 1 180,2-1-180,1 1 90,2 2-180,1 1 270,1 1-360,3 2 270,0 1-270,2 2 270,1 3-90,1 2-180,6 3 90,-3 3 0,4 5 0,-4 4 0,-2 3 0,1 2 90,-1 4 0,-1 1-90,-2 2 90,-1 0 90,-3 1-180,-1-1 90,-3 0 270,0-3-270,-2-1 180,-2-2 0,-2 3-270,-1-6 270,-2 1 0,-2-7-180,-3-3 0,1-2-90,0-5 90,4-3-90,0-3 90,0-2 0,0-2 0,0-3-3392,1-1 3392,1-2 0,1-2 0,0-1 269,1-1-358,2-1 268,2 2-269,1 1 1,2 1-1,0 2 0,2 4 3482,1 2-3482,1 1 270,2 4-90,6 3-180,3 5 0,1 4 0,0 5 90,-4 3-90,-1 3 90,-1 1-90,0 4 90,-2 1 0,-1 0 0,0 2-90,-2-1 90,-1 1 0,-2-2 0,-2 0 90,-2-2-90,-1-3 0,-3-1 90,0-1 90,-2-3 89,-3 0-89,-4-5-90,-4-3 0,3-6-90,0-6 90,4-1-90,0-3 90,1-3-90,0-1 0,0-3 0,2-1 0,0-2 0,2 1 0,1-1 0,0-6 0,4 8-90,0-4 270,4 11-180,0 1-90,6 1-180,3 4 180,6 5 0,-2 7 0,-1 8 1,-4 0 89,0 4-90,-2 3 90,0 1-90,-2 3 90,-2 1 0,0 1-90,-3 0 90,-1-2 0,-1-2 270,-3 0-270,-1-3 0,0-1 0,-2-3 269,-4 2-89,-2-6-90,-2-2 0,-2-11-90,5-4 0,0-5 0,5-3 0,-1-2 0,2-2 0,0-2 0,2-1 0,1 0 0,1-1 0,2 3-90,1-1 90,-2 4-90,4 1 90,-2 3-90,3 2 0,4 1 90,3 4 0,0 3 0,1 6 0,-4 4 90,1 3 0,-1 2 0,-1 3 0,-1 2 90,-1 1 0,-2 0 90,0 0 180,-2-2-1,-1 4-179,-4-3-630,1 2-5037,-5-7 5397,-4-7 0,6-2 0,-3-5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1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42 52 10591,'-20'-9'4587,"2"1"-4047,15 3-180,7 1-90,9 0 0,7 1-91,0 1 1,7 0 90,2-1 0,5 0 0,4 0 90,3 1-180,4 0-1,5 1 1,0 1-499,5 1 409,-1 1 0,4-1 0,1 1 0,2-1-778,0 2 778,0-1-90,0 1 90,0-1-90,-3 1 0,-2 0 0,-2 0-288,-5 0 288,-3-1 90,-6 0-180,-4 0 629,-7 0-539,-4-1 90,-6 0 539,0 0 271,-3 0-2989,-7-6-2588,-6 1-2732,-10-8 7409,-1 3 0,4 2 0,0 3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12.41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22 70 8162,'-18'0'8006,"14"-2"-7467,15-1-89,12 0-90,10-1-90,-2 2 0,4-2 89,4 0-179,3-2-265,6 1 264,1-2-89,4-1 90,26-1-983,-18 3 893,18 0-90,-25 5 0,-3 2 90,-3 1-290,-2 2 290,-5 0 90,-4 0 0,-3 2-90,-4-1 90,-4 0 226,-5 0-136,-4 0 1355,-2-2-905,0 1-224,-3-1-7152,2-2-3148,-3-5 9804,-1-3 0,-4 1 0,-2 2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17.65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29 1096 7533,'-13'-14'2248,"2"-1"-1798,8 2-180,2-4 0,3 3 90,2-2-1,0 2 1,2-1 0,1-2-90,1-1 90,1-2-90,5-2-1,-2 0 1,5-4 0,-3 0 0,3-5-90,3-3-90,1-2 90,4-4-90,2-1-1798,3-2 1798,2-2 0,2-2-1046,2-2 1046,1 1-2570,0-1 2480,3 1 0,-2 1-197,-1 4 107,0 1 90,-4 7-179,10-7 268,-15 13-1070,5-3 1071,-15 16 219,-5 5-219,-2 1 1419,-1 1-1869,-8 12 212,-2-2-571,-7 12 3301,-1-4-3751,0 2-900,-2 0 2069,-4 7 0,7-10 0,-2 4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17.94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0 387 9602,'19'11'1529,"0"-3"-990,-4-8-269,2-3 360,15-7-180,-4-1-360,12-7-1,-9 0 1,2-4 0,1-3 0,1-2 90,1 0 0,0-1-1189,-1-1 1189,-3 2-91,1-1 91,-5 3 0,-3 2 0,-3 2 90,-4 4-90,-3 2 90,-3 4 180,-3 1-7646,-1 1 5507,-12 8 1689,3 1 0,-8 4 0,7 1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40.88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54 320 6183,'-14'5'3329,"2"-1"-1620,-1 1 2068,1-2-3687,9-3-90,6-4 0,10-3 0,12-7 90,5-6-90,-1 0 90,6-3-90,-11 6 0,4 0 0,1-1 0,-1 0 0,0-1 0,-1 0 0,0 1-90,-2 0 0,8-5 0,-10 6 0,5-2 90,-7 4 0,-5 3 0,0-3-269,-12 14-451,-4-2-629,-9 12-360,0-2-1080,-2 0 2789,0 1 0,5-4 0,1-1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41.25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0 205 7982,'6'-14'1170,"0"1"-810,2 4-1,1-1 1,2-1-90,1-1 90,0 0-90,1 0 89,0 1-179,-1 1 180,0-1-180,0 1 90,-1 2-180,0-2 180,-1 3 0,1-1-91,0-1 1,1 0 90,1 0-4228,-2 2 3958,-3 7 0,-4-2 0,-2 6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42.05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0 385 11580,'15'-18'450,"-1"0"-270,-5 4-90,0-1 90,1-2 90,4-10-180,-3 5 359,9-24-269,-11 21 0,4-14 0,-8 20 90,-2-1 90,1-4 89,-2 6 1,0-8 270,-1 9 269,0-3-989,2 23 90,2 2-90,2 19 0,1 0 0,0 3 90,2 5-90,-1 2 0,1 2 0,0 2 0,0 1 90,-1 0-90,0-1-1081,0-1 1171,-2-1-90,1-1 90,-1-1-90,0-2 90,-1-1 0,-1-3 0,-1-1 0,0-2 1171,-1-2-1081,0-3-1,-1-2 91,-1-2 0,1 2 0,-1-2-4498,-1 2-1978,4-6 6206,1-1 0,-1-7 0,0-1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42.83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0 122 12750,'5'16'360,"0"1"-271,-2 0-89,0 1 90,0 2-90,1-1 0,0 2 90,0-1-90,0-1 0,0 1 0,0-3 0,-1-1 0,0-2 0,0 0 90,-1 1-90,1-1 0,-3-13 0,0-9-90,-1-12 90,0-5 0,1 2 0,1-2-90,2-2 90,-2 1 0,2 0 0,1 1 0,-1 3 0,1 2-90,-2 3 90,2-1-89,-1 4 89,2 0 0,3 10 0,2 9 0,0 6 0,0 5 0,-3-1 0,4 12 0,-3-5 0,2 9 0,-4-11 0,0-1 0,0 0 0,-2-3 0,1 0 89,-2-4-89,2 2 0,-1-2 0,0-10 0,-2-10-89,-1-9 178,0-6-3570,0 2 3481,0-2-2269,2-12 2269,-1 8 0,2-8 0,-1 11 0,1 1-90,-1 2 90,1 2 0,-1 1 2269,0 4-2359,1-2 3482,0 5-3392,4 4 0,1 10 90,0 6-90,0 5 0,-1 0 0,-1 1 0,-1 1 0,1 1 0,-2 0 0,1-1 0,0 0 90,0-1-90,0-1-90,0-1 90,-1-2 0,1 3-1350,-1-3-718,2 2-91,-2-14 2159,2-6 0,-2-14 0,1-2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43.05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0 10141,'14'17'990,"-3"1"-631,-5 0-89,-2 2-90,1 3 90,-1 0-90,1 1 0,0 0 0,0 0-90,-1-1 0,0 0 0,0-1 0,0-3-1,-1-1-89,1-2-89,-1-1-1171,2 1-1708,-1-2 0,4-7 2968,-3-10 0,1-1 0,-5-5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43.22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16 8162,'11'-8'-750,"-6"0"1,2 10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43.61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5914,'4'22'1079,"0"0"-629,-1 1-90,0-1-1389,1 0 1298,-1 2 440,0-3-440,1 1 1,-1-3 0,0-2 0,0-1 270,-1-1 3199,2 7-3560,0-18-89,0 3 0,-1-22 0,0-1-90,0-5 90,2-2 0,0-3-90,1 0 90,0 0 0,1 2-90,-1 3 90,1 1 0,0 3 180,-1 2 0,3 1-270,0 4 90,7 6-90,-3 6 90,1 9 89,3 10-179,-5-1 90,5 6-90,-4-7 90,-1 0-90,0-1 90,-1-1-180,0-1 0,0-2 0,-1-3-1169,-1-2-3508,-1 0 4767,2-3 0,-4-2 0,0-2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47.56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64 229 7713,'-14'11'2608,"0"-1"-1079,3-1-269,0-2 359,2 0-900,5 2-359,10 0 0,6 0-90,10-2-1,2-3-89,4 0 0,5-3-90,4 0 0,5-3-254,2 0 254,3-2 0,1 0-90,1-1 90,2 0-90,23-2 0,-16 0-2178,18-4 2268,-24 1-90,3-1 0,-4-3 0,2-1 0,15-6-429,-15 5 0,-1 0 339,1-4-195,-3 2 195,-3 0-90,-3 1-449,18-9 539,-28 12-90,13-5-360,-32 12 1640,-1 1-4608,-3 0-1024,-9-2 4532,-6 5 0,-3-1 0,1 4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47.85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31 0 8342,'-15'14'3598,"3"-2"-2968,9 8-1,6-5 1,9 5-270,6-5 180,6-1-361,4-1 181,6-1-270,4-4 270,3-2-613,4-2 523,4-2-270,2-2 180,2-2-671,-1-4 401,1-1 90,-3-2-89,-2 0 89,-4 0 0,-5 1 0,-7 1 89,-5 2 451,1-1 60,-7 2-5097,1-1 2211,-18 9-1491,-4-1 3777,-12 6 0,5-5 0,1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50.82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0 15628,'0'24'90,"2"-1"0,2-7-90,3 9 90,-1-5 0,-4 6 0,4-7 0,-6-1 0,4 3 359,0-2 1,0 11-360,0-9 270,-1 7 0,0-11-270,-1 4 90,0-4-180,-1 4 0,0-12 0,-1-2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51.91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0 12390,'6'18'1439,"1"8"-1169,-3-6-90,1 6 270,-3-11-271,1 2-89,-1-1 0,1 0 0,-1 1 0,1-2-180,0 1 270,0-1-180,0-1 180,1 0-180,-1 0 90,0 0-90,0-1 90,1 0 0,0 3 90,0 0-180,1 2-3418,-1-2-90,-2-13 3508,-1-6 0,-2-5 0,1 1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52.89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0 15178,'1'25'630,"-1"-1"-540,4-6 90,-2 2-90,3 1 0,-1 1 0,1 2 0,-1-1 0,0 1 0,1-1-1,-1-2 91,0 1-90,0-2 90,-1-2 90,0-2-90,-1 2 90,0-4-7286,2 2 7016,-6-13 0,3 1 0,-3-8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53.86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15628,'3'27'810,"0"0"-6291,-1-10 5841,2 11-270,-1-7 1409,1 7-1409,-1-9 0,1 0 949,-1-2-949,0-1 0,0 0 90,-1-2 3482,1 3-3482,0 0 89,0 4-179,-2-1 0,-1 1 0,-1 0-180,-1 0-449,-1-1-4948,0-4-1349,3-1 6836,4-13 0,-2 2 0,3-8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54.79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 14459,'7'20'1709,"-1"5"-1349,-3-10 269,0 5-359,-1 0 180,1-5 0,0 11-1,-1-7-179,0 3 90,1-2-90,-3-2 0,1 0-180,-1 0-1979,1-3 1889,-3-1 0,3-7 0,-3-2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55.76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15 1 11670,'-9'16'3328,"3"1"-3148,8 4 0,0-4 0,1 2 0,0-5 0,0 2-90,1 0 90,0 1 0,0 1-90,0 0 90,1-2-91,-1 2 1,0-2 0,1 1 90,-2 0-90,2-1 180,-3-2 0,3 3 90,-3-2-360,-1 3 0,0-10 0,-1-1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56.65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17 6273,'2'-12'6747,"2"7"-6208,2 8-269,1 8 90,-2 2-90,0 1 359,0 6-359,-2-3 90,0 7 0,-1-6-90,-1-1 89,0 0-89,1 0-90,-2 1 90,1-1-90,0-1 90,-1 0-90,1 5 0,0-3-90,0 3-5577,0-3 1709,5-9 3778,0-6 0,1-3 0,-2-4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57.52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 0 10501,'-2'17'2968,"0"2"-2518,1 3-180,1-3 90,1 1-90,-1-4-1,1 0 1,1 1 90,-1 0 0,1 1 0,-1-1-1,1 1 1,-1-1 90,0-1 359,0 1 1,0 2 179,-1-1-269,1 4-10551,-2-6 9522,-1-3 1,-1-6 0,0-3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0:59.63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75 72 9512,'-15'12'4857,"1"-6"-4857,6-12 0,4-4-90,4-4-90,5 2 90,1 4 90,5 4 0,-1 5 0,3 4 0,-2 3 0,-1 0 0,-2 2 90,-4 2 0,-6 1-90,-6-2 90,-3-2-90,-2-5 0,0-3 0,-1-3 0,1-4-90,1 0 90,2-6-90,4 1 0,2-6 90,5 0-90,3 2 90,2 2 0,4 4-90,1 3 90,2 3 90,0 5-90,0 4 90,-1 4-90,-3 3 90,-3 2 0,-5 0-90,-4-1 90,-4-2-90,-3-4 90,-4-2-90,0-3 90,-3-5-90,0-2-90,5-3 0,4-4 0,6-2 90,2-3 0,2 1 0,5 5 0,4 0-90,5 8 180,1 0-90,-1 5 0,-2 0 0,-3 6 0,-4 0 90,-2 6-90,-5-2 90,-3 0-90,-6-5 0,-1-4 0,-2-5-90,1-5 0,2-4 0,2-2 0,3-2-90,3-1 180,4 3 90,5 6 180,0 8 270,2 8-3958,-5 21 3418,-6-15 0,1 9 0,-4-22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00.99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79 90 8432,'-15'9'4588,"1"0"-4139,3-7-359,3-5-90,2-9 0,4-3-90,3-2 0,1 3-90,3 3 180,3 6 0,0 7 90,1 9 0,-1 16 90,-5-5 0,-1 9 0,-3-12 270,-3-5-90,-2-2-270,-5-8-90,-1-7 0,-1-6-90,4-4 90,3-4-90,2 1 90,2-3 0,3 3-90,2 2 0,6 5 90,3 4 0,1 6 180,0 7-180,-2 12 90,-5-2 0,-2 7-1,-6-8 1,-4-3 90,-1-4-180,-3-5-90,0-6 90,-3-7-90,6-2 90,0-3 0,3 1-90,1-1 1,0-1-1,2-5 90,2 0-90,2 0 0,2 4-90,4 3 180,1 3-90,4 2 90,1 7 0,2 4 0,-4 3 90,2 5 180,-6-1 179,1 3 451,-3 0-360,-7-1-271,-3-3-538,-10-1-271,-3-3-540,-4-4-629,1 0-719,0-2 2428,3 0 0,7 0 0,3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02.06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3 154 8702,'-2'-20'810,"2"-1"-720,3 5-90,3 0 89,-1 4-89,0 2 90,2-3 90,2 1 0,3-2 90,-1 4 450,2 1-181,-2 9-179,-1 2 90,-1 8-90,-3 3-90,-2 3 269,-4 0-89,-1 2 0,-3-4-1,-1-1-269,-6-7-180,2-5 0,-2-6 0,4-7-180,5 0 90,4-1-89,4 4-1,4 3 270,2 5-90,2 3 90,-2 5 179,-3 3 91,-3 2 90,-3 2-180,-6 0-270,-4-1-540,-4-2-719,-3-4-1350,0-3-3147,0-7 5756,3-3 0,5 1 0,3-1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03.16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13 75 10411,'-10'6'2699,"10"-10"-2699,3-8 0,10-4 0,-3 9 89,2 4-89,0 5 90,0 5 0,-3 5 0,-2 2 180,-2 2 0,-4-1 0,-4-2 0,-3-2 0,-3-3-181,-5-4 1,1-3-180,-2-5 90,3-2-89,3-5-1,3-5 90,9-8-90,1 6 0,5-2 0,-1 10 90,0 1-90,2 1 0,0 1 90,5 1-90,0 3 90,4 4 90,-3 6 180,-4 7 0,-3 4-91,-7 3 91,-3-4 0,-4-1 90,-1-4-90,-2-1-90,-1 0 90,-1-2-91,0 0 1,-2-2-90,0-1 0,1-1-450,-4 0-3867,3-2 629,-2-6 3598,12-4 0,-1 0 0,6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04.13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66 12480,'2'-22'-270,"2"3"180,5 7 0,1 3 180,3 6-90,-2 5 90,0 5 90,-4 7 0,-3 1 180,-2 5-1,-2 0 91,-4-2 0,-2-4 180,-1-2-361,-3-4-179,-1-5-180,2-5-989,-1-4-7016,10 5 8095,-4 5 0,7 2 0,-5 1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05.15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48 55 14639,'2'-19'-180,"1"3"180,7 10 0,-3 7 90,1 7-90,-5 6-3302,-3 1 3392,-3 2 89,-2-4 91,-2 2 90,-2-6-180,-1 0-180,-1-7 0,0-5 3302,1-6-3482,2-5-90,3-2 90,4-1 1,3-1-91,5 3 180,1 3 90,3 4 0,3 3 360,-1 7 359,0 3-269,-7 6-7196,-7 0 6746,-16-2 0,8-4 0,-6-3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06.15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45 97 8522,'-13'1'4767,"6"-5"-10337,4-8 5480,8-5 1499,0-3-1409,3 2 1039,-1 2-589,3 5-270,-5 12 0,-1 17 3392,-6 0-3482,0 11 0,0-12 90,-4 0-91,4 0 1,-5-2 90,0 4 180,2-6-90,-3 3-180,2-6-270,-3-6 450,4-7-270,0-9-360,8-5 90,-1-1 0,4-1 1080,0 5-90,13 14-181,-12 4-3417,8 11-2249,-22-6 5127,-2-7 0,1-1 0,3-5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07.07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19 66 13919,'-9'-9'270,"2"-1"-540,10-3 0,0 0-90,4 1 270,1 5 90,1 5 0,0 5 0,-2 8 0,-3 2 90,-3 5 270,-2 1-270,-4-1 180,-1 0 0,-1-5 90,0-2-450,-2-9 180,4-7-180,1-9-90,9-14 90,0 8 0,4-3-90,-3 12 0,2 1 450,0 3-90,4 4-90,-3 9 180,-1 5-3482,-4 11 3391,-3-6 91,-2 4 0,0-4 90,-1-2-90,-1-1 0,-2 0 269,1-3-359,-4 2 2583,-1-2-4203,-3-2-359,1-7-2068,-2-6 3867,5-7 0,3 4 0,3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07.98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19 63 11131,'-11'-4'1439,"3"-2"-1349,13-9-90,3 1 0,-1 3 450,4 1 89,-1 8-89,-2 5 359,0 6 91,-6 3-3509,-3 0-4676,-5-3 7285,0 1 0,0-7 0,3 1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13.22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1884 15808,'0'-18'90,"0"-1"-90,0 0 0,0 2 90,0 0-90,0 2 0,0-2 0,0-1 0,0-1 0,0-1 0,0 2 0,0-2 0,0 3 0,2-2 0,3 3 0,3 1 0,3 2 0,2-2 0,-3 4 0,0 0-3392,-3 3 3392,4-4 0,0 2 0,0-4 0,1 4 0,-4 0 0,4-2 0,-3 3 0,3-4-90,-1 3 3482,1-3-3482,0 0 90,0 0 0,0 0 0,1-3 0,-3 4 0,9-9 0,-9 9 0,7-6 0,-8 8 90,0-1-90,1 2 90,-1-1-90,1 0 0,-1 0 0,1 0 0,3-2 0,-3 2 0,3-2 0,-4 2 0,0 1 0,1-1 0,-1 0 0,1 1 0,-1 0 90,2 1-90,-1-1 0,0 1-90,-1 1 90,1-1 0,3 0 0,-1 1 0,5-2 0,-5 3 0,3 0 0,-2 2 90,0 1 360,0 2-450,0 0-90,-1 3 90,4-1 0,7-1 0,-5-2 0,5-2 0,-13 1 0,1-1-90,0-1 360,-1 0-360,1 0 269,0-1-268,-1 1 178,1-1-268,-1 1 89,3-2 0,1-1 0,0 0 90,2-2-90,-5 2 90,4-2-90,-3 1 0,1-1 90,0-1-90,-2 2 0,-1-1 0,0 0 0,6-7 0,-3 4 90,3-3-90,-7 6 90,-1 1-90,1 0 90,-1 0 0,3 1-90,-1 0 90,1 0 0,-2 0 0,0 2-90,2-2 0,-2 1 90,3 0-90,-2 1 90,2 0 0,1 4 0,1 0 0,2 0 0,-2 0 0,3-3 0,0 0 0,3-3 0,0 0 0,-3 1 0,0 0 0,-5 1 0,1-1-90,10-5 90,-8 4 0,8-4 0,-12 6 0,2 1 0,0-2 0,2 2 0,-1 1 0,-1 2-89,1 0 89,0 2 0,0-4 89,3-1 1,5-3-180,-3 2 90,1-1-89,-6 2 89,3-1-90,-1 0 0,24-9 180,-19 8-180,17-9 180,-21 10-180,0 0 180,1 1-180,-1 0 180,0 1-180,-1 1 90,0-2 0,-1 2 0,1-1 0,-1 2 0,1-1 0,-2 2 0,1-1 0,-1 0 0,1 0 0,-1 0 0,1 0 0,0 2 0,0-3 0,-1 2 0,2-3 0,-1 1 90,1 0-180,-3 0 180,1-1-180,-1 1 180,0-1-180,1 0 180,0-1-180,0 1 180,0-1-180,-2 1 90,2 0 90,3-1-180,-3 1 90,5-1 0,-4-2-90,0 3 90,1-2 0,-4 3 0,2 0 0,-1 0 0,0 0 0,0-1 0,0 2 0,0-1 0,0 1 0,0-1 0,-1 1 0,2-1 0,-2 1 0,2-1 90,0 1-90,0-1 0,6 0 0,-3 0 0,4 1 0,-4 0 0,0 0 0,2-1 0,-1 1 0,2-1 0,-1 1 0,0 0 0,8-2 0,-5 1 0,14 0 0,-12 1 0,6 0 0,-9 1 0,-1 1 0,-2-2 0,3 2 0,-3 0 0,4 1 90,0 0-90,9 1 0,-7-1 0,8 1 0,-11-1 0,1 1 90,-1-1-90,0 0 0,0 1 0,0-1 0,-1 1 0,0-1 0,-1 1 0,0-1 0,0 2 89,-1-1-89,-1 1 0,-1 0 0,5 2 0,-5-1 270,4 1-270,-5-1-90,-2-1 90,1 1 0,-1-1 0,0 2 0,-1-1 0,2 1 180,-1-1-270,1 1 360,-1-1-360,-1 1 270,1 0-270,-3 0 270,2-1-270,-3 2-90,3-1 90,4 6 360,-4-4-360,4 5 0,-7-6 0,6 4 90,-4-4 0,3 5 0,-3-4 0,-1 0 0,1 1 0,0 0 0,1 0 0,0 1-90,0-1 90,0 0 0,0 0 0,0-1 90,0 2-180,0-2 180,1 2-90,0 0 0,0 0 0,0-1 0,0 1 0,1 1 0,-1-1 0,1 0 0,-1 0 0,1-2 0,0 3 0,1-2 0,-1 2 0,0 0 0,15 9 0,-10-8 0,10 8 0,-14-9 0,0 1 0,0-2 0,1 1 0,-1-1 0,0 1 0,1 0 0,-1-1 0,0 1 0,1 0 0,0-1 0,-1 0 0,0 0 0,0 1 0,1-1 180,-1 0-180,1 0 180,0 1-270,1 0 360,-1 0-450,2 0 360,0 0-90,7 6-270,-4-5 360,6 4-270,-9-5 180,2 1-180,-2-1 180,1 1-180,1-1 180,-1 1-180,1-1 180,0 0-180,-2 0 180,2 1-180,0-1-90,1 2 90,1-2 90,-1-1-180,10 5 180,-8-5-90,8 5 90,-11-6 0,1 1 0,-2-3-90,2 3 180,-3-3-180,2 3 90,-1-1 0,0 0 0,-1 0 0,0 0 0,0 0 0,1-1 0,0 1 0,-1 0 90,0 2-180,0-3 90,0 2 0,0-4 0,-1 3 0,1 0 0,0-1 0,0 0 0,0 0 0,0 1 0,0-1 0,0 1 0,-1-1 0,0 1 0,1-2 0,-2 0 0,1 1 90,-1 0-180,1-1 90,0 1 0,-1 0 0,1 0 0,0 0 0,1 0 270,-1 0-360,1-1 90,-1 1 270,1-1-360,0 1 270,1 0-270,0-1 270,0 0-270,0 0 270,0-1-360,-1 1 360,2 0-270,-2 0 180,1-1-180,-1 0 180,1 1-180,-2-2 180,1 2-180,-1-2 180,1 2-180,0-1 270,-1 0-360,1 0 270,0 1-180,-1-1 270,1 0-360,-2 1 270,2-1-180,-2 0 270,1 0-360,1 0 270,-1 0-180,0 0 270,-1 0-360,1-1 270,-1-1-180,1 1 0,-3 0 0,5 0 270,-4 0-270,4 1 270,-2 0-360,-1-1 360,0 1-270,0 0 180,0 0-180,0 0 270,0 0-360,0 0 360,1 0-360,-1 0 360,1-1-360,-1 0 360,0 1-360,1-1 360,-1 0-360,1 0 360,-1 0-360,1-1 90,-1 1 0,1-1 270,0 1-270,-1-1 270,2 1-360,0-1 360,-1 2-360,0-2 360,-3 1-270,2-1 180,-1 1-180,1-1 270,-1 0-360,1 0 360,-1 1-180,8-1-180,-5 0 360,4 2-360,-6-3 360,0 1-360,0-2 360,1 0-360,-2 0 90,2 0-90,4 0 90,-3 0 0,3 0 90,0 0 0,0 0-90,6-1 90,-6 1 90,2-1-180,-3 0 180,3-1-90,-2-1 0,-2 0 0,-1-1 0,-2 1 180,1-1 0,-2 0-90,2 0 0,-1 0-90,-1 0 0,0-1 90,-2 2-90,1 0 0,-1 0 180,0 1-360,1-2 180,-1-1-90,1 1 180,-2-3-180,1 1 180,-3-1-90,2 0 0,0 0 0,2 0 0,10-4 180,-8 4-360,5-2 360,-10 4-360,1 0 270,0 0-180,0 0-90,0 0 270,1 1-270,2-3 0,2 1 180,3-1-90,-2 0 90,-2 1-90,-2 0 90,-1 1 90,3-4-90,-3 2-90,5-2 90,-4 1 0,2 1 0,-1 1 0,0 0 0,-4 0 0,1 1 0,1-1 0,0 1 0,1 0 90,7-2-180,-4 1 90,4-2 0,2 0 0,-5 2 0,6-2 0,-7 2 0,14-6 0,-10 4 0,11-4 0,-14 4 0,-1 1 0,2-1 90,-2 0-90,9-4-90,-6 3 180,7-4-180,-8 4 180,1-2-90,0 1 0,2-2 0,-1 0 0,11-6 0,-9 5 0,8-5 0,-10 6 0,1-1 0,0-1 0,-1 2 0,10-9 0,-7 7 0,7-6 0,-10 6 0,-1 0 0,1 0 0,-2-1 0,0 1-3392,0 0 3392,0 0-155,0-1 245,-1 2-180,0-2 180,0 1-180,0-1 180,0 0 3225,1 0-3315,0 0 0,1 0 232,0-1-232,0 0 0,-1 0 0,1 0 0,-1-1 0,1 0 0,0 0 0,0 0 0,0 0 0,-1 0 0,1 0 0,-1-1 0,2 0 0,0 1-90,0-1 90,9-7 0,-7 6 90,7-6-180,-10 8 180,1-1-90,-1 2 0,0-1 0,0 1 0,0-1 0,0 1 0,0-1 0,1 1 0,-1 0 0,1 0-90,0 0 90,0 1 0,0 0 0,1 0 0,0 0 0,-2 0 0,2 1 0,1 0 0,0 0 0,4 1 0,-3-1 0,1 1 0,0 1 0,0 1 0,1-1 0,0-2 0,0-1 0,1-1 0,0 0 0,0-1 0,1 1 0,0 0 0,0 0 0,1 0 0,0 0 0,0 0 90,0 1-90,0 1 0,-1-1 0,1 2 0,-2 0-90,0 2 180,0 0-180,-1 1 180,0 0-90,-1 1 0,0-1-90,-1 2 90,0 0 0,0 0 0,1 2 0,-2-1 0,1 1 0,-1 1 0,1-1 0,0 1 0,1 0 0,1-2 0,0 2 0,1-1 0,-1 2 0,0-1 0,1 0 0,0 1 0,1 0 0,1-1 0,0 1 90,2-1-180,0 0 90,1 1 0,0-1 90,0 0-180,1 1 180,0-1-180,0 1 180,-1 0-180,2 0 180,-2 1-90,1-1 0,-1 2 0,0-1 0,0 0 0,-1 0 0,0 1-3392,0 0 3482,0 1-90,1 0 90,0 1-90,-1 0 0,1 0 0,-1 0 90,0 2-90,0-1 90,14 2 0,-11-1-90,10 3 3482,-14-1-3482,-1 1 0,0-1 90,0 1 0,-1-1-90,-1 2 0,0 0 90,-1 0 0,0 2-90,-1 0 0,1 0 90,-2 1 0,11 4-3393,-10-2 3303,10 3-558,-11-3 558,0-1 90,-1 2-90,1-1 90,0 1-90,1-1 3160,1 0-3160,12 6 0,-8-4 90,9 3-90,-10-3 970,-1-2-970,1 2 0,0-1 0,1 2 0,0-1 90,1 1-90,0-1 0,0 1 0,1 1 0,-1-1 90,14 9-90,-11-6 0,11 8 90,-14-8 0,0 1-90,0 0 90,1 1-90,-2 0 90,1 0-90,-1 1 90,0 1-90,0 0 0,1 1 0,0 0 90,0 0-90,1 1 0,13 10 0,-9-7-267,11 8 357,-14-11-90,1 2 0,1-2 0,0 2 0,1-1 0,0 1 0,0 1 0,1-1 0,0 1 0,0 0 0,1 1-353,-1 0 353,1 1 0,1 0 0,-1 2 0,1 0 0,0 1 0,1 0 0,1 0 90,1 2-639,1 0 549,2 1 0,1 1 0,1 0 0,2 1 90,0 1-90,1-1 0,1 1 0,0-1 0,0 1 0,-1-1 0,0 0 0,-1-2 0,-1-1 0,-1 0 0,16 11 0,-16-11 0,11 7 0,-21-14 0,-3-1 206,-4-3-206,-2 0 0,-4-3 90,-1-1-90,-3-2 0,-3-3 340,-3-1-250,-3-3-138,0 0-7418,-3-2 7476,-5-10 0,-8-2 1,-8-11-1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17.34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4 100 7443,'2'-16'2608,"1"1"-2248,1 0 0,1 1 269,1 1 1710,0-2-180,0 4-1889,-4 10-90,0 10-90,-2 10 0,0 4 0,0 9-90,1-6 0,0 9 0,0-11 0,0-2 0,4 11 0,-3-7 0,4 7-90,-3-12 0,0-1 0,1-1 0,-1-2-90,0-1 90,-1 2-360,0-3 450,-6-11-90,2-6 90,-5-17 0,3-1-3482,-4-29 3482,3 17 0,-2-21-121,3 25 211,2 2-180,-1 1 90,1 4 0,1 2 0,0 2 180,0 1 3736,0 1-3916,0 16 47,0 3-47,1 20 90,-1-1-90,0 4 0,1 1 0,-1 15 0,0-10 0,0 10 0,1-15 0,0-1 0,0-1 0,0-1-90,0-3 90,0 0 0,0-4-180,0 4-540,0-4 810,-4-8-180,1-14 90,-1-9-3572,1-21 3572,1 10 0,1-11-89,0 9 89,2-1 0,-1 1 0,1 3 0,1 0 0,-1 3-90,1 2 180,-1-1 179,2 5 3303,0 10-3572,0 8 180,0 13-270,-3 4 0,1 3 0,-1 3 90,0 0-90,-1 12 90,0-10-90,0 7 90,0-13 0,2-2 0,-3-4 90,3 0-359,-4-2 269,1 0-90,1-17 0,-1-2 0,0-19 0,1 1 90,0-4-90,0-2 90,0-2 0,0-1-90,1 0 90,0 1 0,0 1 0,0 2 0,-1 0 0,1 5 0,0-2 629,0 6-539,3 9-90,-3 9 90,3 14-90,-3 3 0,1 22 0,0-14 0,-1 15 0,1-20 0,-1-2 180,0-1-90,0-2-629,1 2-271,-1-3 720,2-13 90,-2-3-90,0-19 90,-1 2-90,-1-6 90,1-2 0,0-1 0,0-1 0,2-1 0,-2 2-90,1 0 180,0-11 540,-1 12-180,2-7-361,-2 33 1,2 5 0,1 34-90,-1-9 0,1 14 90,-1-10-90,1 0 0,-1 1 0,1 0 0,0 0 0,-1 0 0,1-3 0,0-2 90,-1-3-90,-1-4 0,0-2-180,1 0 180,-3-3-180,2-15 91,-1-7-1,1-17 0,-1-1 90,0-2-90,0-16 90,0 8 0,-1-11-90,1 14 90,0 3 90,0 2 0,0 3 539,-1-3 181,2 7-720,1 10 0,4 18-90,2 10-90,0 6-90,-2-5 90,1 0-450,-1-1-179,1 0-271,0-1-3057,2 8 359,-3-7 3688,-1 6 0,-2-16 0,-2-3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33.17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7 1 14009,'-6'19'-2159,"6"-5"-359,15-3-900,0-4 3418,2-2 0,-9-2 0,-3-2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33.36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 9602,'20'3'1079,"0"-2"-2968,-6-3-989,2 0 2878,0 3 0,-6-2 0,-2 4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33.51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0 6543,'14'12'4138,"-1"-1"-2429,-1-1-540,-1-2-1259,1-4-1169,1-3-720,1-3 90,2-3-539,0 0 2428,0-2 0,-8 4 0,-2 1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33.71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1 118 8162,'14'-1'4678,"3"-1"-2430,-4 0-1348,3-1-1170,-3 0-629,0 0 269,2-4 0,-2 3 1,1-3-1,-2 2 0,2-2-179,0-1-1,1 0 91,0-2-91,0 1-449,0-1-90,1 0 1349,3 0 0,-10 5 0,1 1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33.85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1 116 6453,'14'-4'2339,"-1"-1"-1080,2 0-89,0 1 449,2-2-540,-1 4-989,-2-3-1079,-2 2-900,1-3-1080,3-9 721,-3 3 2248,6-8 0,-6 6 0,1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34.01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1 172 8162,'13'-4'4318,"2"-2"-2699,-2 1-810,1-2-898,-3-2-271,0-2-270,-2 1-269,-1-3-181,-2 3 1,1-2-1080,2-3-539,2-2 2698,0-1 0,2 0 0,-1 1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34.17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1 225 7713,'13'-9'2968,"1"0"-1889,-3 1 720,-1 1-539,1-2-361,-1 1-359,3-3-540,-2-2-270,-1 1 0,0-1-540,-2 2-269,1-2-90,-1 0-270,2-2-810,-1-2-809,0-2 3058,0 0 0,-3 9 0,-2 2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34.68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6903,'42'7'2069,"-2"2"-1439,-4 0-1,-3 0 271,-3 0-361,-4-2-89,-2 0 90,-4 0-90,-1-2-91,-5-1 91,-1 1-360,0-2-1889,-2 3-720,3-2 361,0-1 539,5-1 1619,-3-2 0,-3-1 0,-6 1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34.82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6453,'27'15'1889,"-1"1"-1259,-2-1-90,-3 0 89,-2-1-89,-2-1 179,-1-1-269,-2 0 180,-1-2 89,-3 0-629,4 1 90,-5-3-899,7 2-810,-3-2-1440,3-1 2969,3-4 0,-9-1 0,0-3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34.96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 8072,'17'14'2339,"-1"-1"-1709,-1-1 179,-2-2-89,-1-1-180,0 0-7736,-2-3 7196,-8-5 0,1 1 0,-8-6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19.38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56 159 6813,'-11'-14'2609,"1"0"-810,1 4 449,-1-3-269,1 4-1799,4 6 0,3 7-90,8 12 0,2 3-90,0 5 90,1 4 0,1 3-3482,1 2 3392,0 2 90,-1 1-840,0 0 750,-1 1-12,-2-3 12,1 1 0,-2-2 0,-1-2 3014,-2-2-3014,0-2 1119,-2-3-939,0-4-159,-1 2 69,0-5-90,-6-11 0,3-9-3392,-4-17 3392,3-3-2156,2-6 2156,-1-3-626,2-4 716,-1-3-250,2-2 160,0-1 0,1 1-90,0 1 2024,2 2-2384,2-13 90,1 15 180,3-9-359,0 18 2716,2 1-2897,1 3-179,1 3 1149,1 1-2318,9 1 711,-5 5-711,7 3 2068,-9 10 0,-7 0 0,-2 2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20.25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1120 6813,'3'20'4857,"5"-8"-4587,1-14 0,2-8-90,-1-9 0,0 1 90,7-17-90,2-6-180,1-2 90,-1-1-90,-7 13 89,0-1 181,1-9-90,-3 11-180,0-5 90,-4 15 180,-2 3 270,-2-2-91,-3 4 1,-4 3-270,-6 9 0,0 7-90,-2 6 0,2 4-3212,-6 26 3212,6-10 0,-5 19 0,10-18-1,3 0-89,0 0 90,2 0-90,1-1 0,1-1 0,3-3 0,1-1-179,0-4 3301,3-1-3392,1-4-180,1-2 270,-1-3-899,9-3 449,-5-5-89,6-3-1,-4-7 0,1-3 91,0-4 89,1-3 90,1-1-359,6-13 449,-5 5 90,3-9 0,-8 8 90,-1-1 90,-2-2 90,0 1 0,-3-1 540,2-9 0,-4 13-180,0-7 629,-5 15 270,-2-4 1,-1 4 449,-3-1-990,-2 7-449,0 12 0,-1 6 90,0 25-270,2-5 90,-1 16-180,3-8 90,0 2-90,3 1 90,0-1-180,2-1-3302,0-2 3302,0-2 0,2-4-180,1-3 90,0-4-90,0-3-90,1-3-269,3-2 449,4-11 3482,-1-3-3482,3-14 90,-6-3 0,1-7 90,-1-3-90,0-3 0,-2-3 90,0-1 0,-1 0 180,-1-1-180,-1 1 0,-1 4 0,-1 3 180,0 3 180,0 6 269,2-1-359,-1 5-180,4 13 0,-3 8 90,6 26-180,-3-4 90,2 11-180,-1-9 180,-1 1-180,1-1 0,1-1-90,-1-2 0,3-3 270,-5-3-450,3-2 91,-3-5-541,1-1 90,1-3 271,1-7-1,0-4-629,2-17 449,-5 2 0,2-12 91,-3 5-1,0-3 90,-1-3 180,0-1 0,-1-3 91,0-1-1,-1-2 180,-2-3-90,-1-3-1546,0-3 1726,-3-4 0,1-4-562,-2-3 652,0-3-2574,-3-1 2754,3 1 0,-2 3-84,4 8 264,0 6 179,2 7 991,-1 8-541,2 5 702,-1 3-1421,6 11 3282,-1 10-3372,7 17 330,0 13-420,1 9 0,2 9-3392,0 6 3391,0 4-89,0 5-520,0 1 610,-1 3-90,1 2 90,-1 1-90,0 0-90,-1-3 0,0-2-180,-2-5-180,1-4-180,-1-4 0,0-5-539,0-5-1530,5 4 990,-3-16-1079,3 3 2608,-4-21 0,-5-7 0,0-3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20.87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109 145 7263,'-21'7'4587,"2"0"-3597,1-1-631,3 1 451,1-2-360,3 2-630,1-2 180,10-5-3392,6-4 3302,6-5 90,5-2 0,8-5 0,-6 3 0,8-5-90,2 0 0,2-1 0,1 2-360,-2 1-179,-10 6-271,-1 1-179,-1 1 3122,-1 1-3573,-1 2 1530,-3 0 0,-5 3 0,-3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21.16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0 10231,'6'10'4048,"-1"-2"-3688,3 24-1,-1-6-89,-1 4 0,1 4 90,1 4-180,0 4 90,1 2 0,-1 1-91,1 1-226,-1 0 227,3 0 0,-4-1 0,2-3-90,-3 0 0,0-3 0,0 0 0,-1-3-90,1-1-90,-2-3-90,1-4-270,-1-5-90,1-3-1079,-2-4-2878,1 0 3825,-1-18-228,-2-1-359,1-16-270,-4-1 1529,1-2 0,-3-4 0,0-2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21.34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42 341 8162,'-23'-7'4318,"5"-1"-3958,19 0-180,2 0 179,11-3-359,-1 0 270,4-3-270,2-3 270,2-2-450,1-3-90,1-1-89,2-1-91,-2 0-180,2 0-89,-3 1-271,0 1 1,-1 2-540,-2 2-360,-2 2 1889,-2 4 0,-7 6 0,-2 2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21.55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 8342,'1'17'2519,"-1"-3"-3289,4 2 1219,1-1 391,-1 2-481,2 3-89,-1 3 90,1 3 21,0 1-111,0 3-90,0-1-90,-1 2 90,0-2-90,-1 1 0,-1-2-90,1-3 89,-1-1 181,2 2-900,-1-8-899,0 4-1349,1-11-180,-2-8 3058,-1-12 0,-1 0 0,-2-2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21.73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 26 10861,'-5'-17'-4947,"7"8"4947,10 11 0,-2 2 0,-3 1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22.30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 51 8522,'-3'19'2519,"1"-1"-1800,2-1-89,-1 2-180,1 5-4252,1-1 4162,-1 3 577,2-2-667,1 1-90,0-2-90,0 1 0,2-1 0,-2-1 0,2-2 3206,-2-3-3296,2-1 198,0 0-468,0-2 180,2 0 0,-5-16 270,2-3-270,-3-12 0,1-1 90,0-1 180,1-4-270,1-2 0,-1-1 90,1 0 0,0-1-90,2 0 90,-1 1 0,1 0-90,0 4 90,0 2 0,1 4 0,-1 2 90,1 2 0,3 10 0,-1 3-90,1 13 270,-3 4-270,0 2 0,0 3 0,-2 0 0,1 2 0,0 1 0,0 1 90,3 8-90,-4-11 0,2 6 90,-3-14 0,-1 1-180,1-3 90,-2-11 0,-1-5 0,1-16-90,-3-2 359,4-4-358,-2-3 178,6-19-178,0 10-898,2-13 897,-1 16 1,-1 3 89,1 3-90,0 4 90,-2 5 0,1 3-90,-1 3 270,2 1-91,1 6 1077,1 4-1076,4 12-3392,-5 2 3392,3 6 0,-4-2 0,0 2 0,1-1 0,-2 1-90,0-2 90,0-2 3302,0 0-3392,0-3-270,-1 1-719,1-3-540,-1-19 449,-3 0-269,1-20-540,0 6-4111,0-3 6000,1-3 0,0-2 0,0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22.67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1 260 8612,'9'19'2159,"-1"0"-810,-2-8-809,1 4 539,0-5-449,2 4-450,1-8-90,3-5-90,-1-6 90,1-6-90,4-13 0,-4 4 0,4-9-90,-7 7 90,-1-2 0,-1 2-90,1-17 90,-3 12 0,0-10 0,-4 15 90,-1 2 90,-1 2 359,-2 4 361,-1-1-720,-7 10-90,2 4 89,-4 13-89,3 6 90,0 8-90,0 4 90,-1 25-538,3-10 448,0 18 0,5-19 90,3 1 180,2 0-1,1-1 1,4-1 0,1-2 0,4-4-90,3-4-1,2-4 91,1-3-180,2-4 90,3-5-90,1-4-90,1-5 0,0-5 0,1-5-180,0-4-90,0-6 358,-1-6-718,-1-4-179,0-5-1,-3-4-539,-1-4-2069,9-23-90,-10 11-2031,7-18 5449,-11 16 0,-2 1 0,0-1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34.34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1 115 6363,'16'-10'2519,"-1"0"-540,-1 3-360,0-2-360,-3 3-2698,2-3-270,-2 1 630,-1-3-451,-1 1-538,0-1 2068,-2-1 0,-2 6 0,-1 1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34.51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26 6543,'21'-8'2879,"-2"1"-631,-4 2 631,0-1-1170,-2 7-4498,-2 3-4766,-1 3 6707,0-2 0,-4-2 0,1-4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35.80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239 501 7263,'-32'25'2518,"1"-1"-1618,1-2-91,2-3 1,3-1-180,3-2-5661,2-1 5481,3-2-91,4-3 1500,2-2-1499,1-1 589,14-4-859,1-3 90,16-6-90,2-6 90,7-5-90,7-5 2886,7-6-2886,8-4 0,6-4 0,9-4-3092,4-3 3092,6 0-90,2-2-1013,2 2 1013,1 2 0,0 2-518,0 5 518,0 2-1456,0 4 1456,-2 4 90,-3 3 294,-24 8 1,-1 1-475,24-5 188,17-2-278,-37 10 480,-7 2-930,8 0 360,-20 3 1,4 0-1,-21 2 2161,-1 2-2340,-14 4 1429,-2 0-1340,-18 5 1017,-1-1-1017,-9 2-89,2 0 89,-8 2-180,2 0 90,-6 2 1,-2 0-91,-1 2 90,-3 1 0,-1 2-379,-1 1 379,-1 2-180,-1 1 1,0 1-188,-3 3 1,1 1-1,-2 3 1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35.98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96 239 6813,'-31'29'1979,"4"-3"-1439,7-4 629,5-4-539,13 0-1,7-7-89,13-1 90,7-11-181,8-4 1,8-5 0,5-4-90,7-5-327,4-3 237,4-3-852,4-1 942,1-2-90,1 2 0,0-1-91,-4 2 1,-4 1-90,-4 2 0,-7 2-67,-5 2 67,-7 3 0,-6 2-90,-5 2 0,-7 2-337,-3 3-3711,-2 0 2135,-16 9-1954,-1 3 3886,-18 13 0,-2 7 0,-3 4 1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42.32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397 0 7803,'-13'28'1529,"2"1"-1170,1 3 1,0 4 90,0 4 0,-2 4-575,0 3 484,-2 1 1,1 2 0,0 0 0,0 1-90,-1-1 89,2 1-89,0-1 90,-1 1-90,1-2 0,-1 2 0,0-2-90,1 1-1,-2-2 1,0-1 0,0-2 29,0-3-29,0-3-180,0-4 90,1-4-90,1-3 0,1-4-180,3-3 0,-1-4-449,3-2-1164,-2 0-546,1-3 1530,2-10 89,3-5-629,4-14-270,1-2 1619,-1-3 0,0 9 0,-1 1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42.57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86 403 6183,'-10'-49'1080,"-1"2"-720,2 3-1,0 3 1,2 3 90,-1 1 0,1 4 269,0 3-269,1 6 270,1 2-1,2 5 810,-1 0-1259,12 13-90,-1 5 0,11 17 0,0 5 0,4 6-90,2 4 90,2 4-90,3 4-548,0 2 548,2 2 0,-1-1-90,0 0 89,1-1-89,0-2-3210,2-3 3300,1-2-90,-2-3-158,0-1 69,-2-4-91,0-2 0,-2-1-90,0-4 0,-2-2-180,-3-2 1,-3-4 176,-4-1-1166,-3-2 1331,0 0 108,-9-1 0,2-3 0,-8-1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1:42.81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73 521 6813,'-21'-4'2339,"2"1"-1530,1-3 181,6-1-451,10-6-89,7 1 0,14-5 0,4 1-91,6-4 1,8-2-514,7-3 424,6-2 0,5-2-867,5 0 777,2 0-90,2 1 90,0 0 90,-1 1-270,-2 3 0,-6 1 0,-3 3 0,-6 1-111,-4 3 21,-6 0 180,-3 3 90,-5 2-180,-5 1 462,-5 2-912,-4 2 80,0-1-7725,-2 2 8152,-9 7 1,1-3-1,-9 7 1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09.41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52 131 6633,'-11'-33'2609,"0"4"-1710,3 5 1620,-4-1-630,6 8-1619,2 14-1,7 13 1,5 20-90,0 6-90,1 6-320,2 5 320,1 4 90,1 2-3346,1 3 3346,-1 2-1,2 0-436,-2 0 437,0 0 0,-1-3 90,-2-1-2123,0-3 2033,-2-2-1245,-1-4 1155,-1-4 1416,0-5-1416,-3-6 304,1-5-304,-2-4 2089,0-2-2449,-1-3 3572,-2-12-3482,-1-6 90,-2-17-90,0-2 0,1-4 0,0-4 0,1-3-89,1 0 89,1-2 0,2 0 0,1 0 0,0 1 0,4 2-3392,2 3 3392,1 2 90,4 6-90,-1 4 90,1 3 0,1 6 1,2 5-1,2 5 90,1 6 3392,1 6-3392,1 5-90,-1 5 90,0 5 90,-2 2 0,-1 5-1,-6 1 91,0 1 90,-7 3-3392,-2-3 3482,-2 1-566,-4-2 566,-3-2-1,-2-2 1,-3-3 90,-2-3-180,-1-3 90,-3-4-1,-10 0-269,6-8 0,-8-1 2842,9-10-3202,0-4-89,0-5-91,0-6 666,-2-3-845,2-6-1,2-3-270,4-4-89,2-2-90,4-1 89,2 0-179,4 2-90,5 0-361,2 4-358,3 1 1978,4 4 0,1 2 0,3 2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10.10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50 139 6813,'1'-17'5217,"-3"2"-3328,-4 4-1439,-5 8 0,2 5-181,-2 9-89,6 3-90,1 3 90,2 2-180,2 2 0,0 1-90,2 0-90,3-2 90,1-1-180,2-1 91,2-2-3483,0-2 3482,1-3 90,1-3-360,0-3 0,6-3 360,-5-4-179,5-4-181,-3-10 270,-2 1 3392,-1-8-3302,-4 5 0,-1-4 0,-1 1 90,-2-2 0,-1-1 180,-2-8 0,-1 6 0,1-3 450,-2 12 179,0-1 270,-1 4-809,0 14-270,1 5 180,3 17-270,2-1 0,0 1-90,2 0 90,0-1-179,4 8 89,-3-8 90,3 5 0,-3-12-270,0-2 0,0 0 360,1-1 0,-2-8 180,0-23-90,-2 2 0,1-14 0,-3 15 0,1 0 0,-1 0 0,0 0 0,2-6 0,0 7 0,5 3 0,-3 14 0,10 23 0,-7-5-90,6 12 0,-7-13 89,1 1-89,1-1 0,-2-1 0,1-2 0,-4-2 90,1 1 180,0-3-270,-1-11 90,-2-4-90,-1-12 0,0-1 90,-1-2-90,1-3 0,1-2 0,0-1 0,-1 0 0,2 2 90,-2 3-90,1 3 0,-1 0 180,4 6-180,2 6 90,1 7 0,3 11 0,-2 1 0,2 3 0,-1 2 0,1 2 0,0-2-90,6 9 0,-4-9 0,3 5 0,-6-11-180,-2-2-630,2 0 91,-3-12 89,0-10-90,-3-8-179,-3-9-91,-1 5 181,0-3-360,2-1-361,-1 0-448,1-1 1978,-2 0 0,1 13 0,-1 3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10.62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21 95 6723,'-6'-25'2609,"1"3"-1620,1 4 900,0 3 720,2 0-2070,6 17-89,1 5 0,6 21-90,-1 6-91,2 8-3391,0 6 3302,0 8 0,0 5-164,-1 6 164,1 3-90,-2 2-701,1 2 701,-2-1 0,1-2 0,-2-2-90,0-2 90,-1-4-90,1-4 0,-2-3-90,1-6-180,-2-3-168,0-6 78,0-5-270,-1-5 0,-1-5 2340,0-6-2879,-1-2 727,1-15-98,-1-4 1316,0-16-1316,0-6 134,0-7-134,0-5 360,1-7-3662,1-4 3662,0-6-400,2-2 400,0 0 0,0 1 180,2 5 360,-2 3-240,1 5 150,-1 5-1966,-1 6 2236,-1 5 2775,-1 5-1876,0 1-772,1 16-397,-3 5 423,0 37-334,-3-5 1,-2 18 0,0-11 3186,-2 1-3186,2 3 180,0-1 179,1 15-359,2-16-180,1 7 0,2-20-90,2-3 0,1-3 0,1-4-90,3-2-360,10 3 0,-5-10-90,9 1 0,-8-14 116,1-3-385,1-3-1,1-4-899,10-11 540,-7 2-1,6-9-179,-9 7-630,-1-2-539,0 0 2428,-1-1 0,-1 0 0,-2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10.88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16 8882,'7'-15'6026,"-2"14"-5486,-1 4-90,-1 15-90,0-2-90,-1 2-1,1 1-89,1 1-90,1-1 0,2 1 0,1-1 0,1 0 0,3-1 360,8 9-270,-2-7 0,7 6 89,-4-9-89,0 1 90,1 0 90,-1 1 0,0 0 269,0 1-269,-3 0 270,-2 2-360,-2 1 269,-4 1-359,-3 1 90,-7 16-180,-4-8-90,-6 11-90,-3-12-180,-5 0-449,-2-2-361,-3-2-179,-2-1-540,0-3-360,-2-2-1619,2-5-1798,-1-3 5576,2-4 0,1-2 0,-1-2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03.51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51 10 7803,'-14'-7'4587,"1"5"-4317,4 9 90,2 5-1,3 8 1,2 2-445,1 4 445,0 5-90,2 4 89,1 5-89,1 2 90,1 4 0,2 2-90,0 1 0,1 0-90,1 1 89,0-2-179,0 2 90,1-2-90,1 1 0,-1-3 0,1 0-90,0-3 90,3 14-90,-3-16-90,3 8-90,-5-19-180,-1-5-179,0-3-91,0-3-180,-1-3-1078,1-3-1,0 1-3418,-1-4 5307,-5-8 0,0 1 0,-4-9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03.69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44 264 6903,'-20'3'3688,"2"-2"-3508,13-5 0,4-2-90,11-4 0,2-1 0,2-2-90,4-3-90,2-1-180,0-2-630,13-12 271,-11 9-91,10-9-539,-11 11-180,-2 0 1439,0 3 0,-1 1 0,0 1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03.87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7263,'5'15'1529,"-1"-1"-1079,1 0-90,1-1-1,0 3-89,1 0-90,0 2 0,1 1 0,1 1 0,-1 1 0,1 1-90,0-1 179,-1-2-179,0 0-90,-1-2 0,1 0-90,-1-2-179,0-1-451,-1-2-1799,0 1 2519,-1 0 0,-1-5 0,-3-2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04.04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17 74 9332,'-10'-18'-540,"4"1"-2338,10 3 2878,5 2 0,-3 4 0,0 4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04.81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1 274 6183,'6'17'1799,"1"0"-1259,0 0-180,-1-1 0,0-2-90,0-1-1,0-2 91,2 1-180,0 1 0,1-1-90,3-3 0,-4-11-90,1-9 90,-5-6-90,-2-4 90,1 5 0,-3-3-90,1 2 90,0 0 0,-2 2-90,4-4 90,1 2 0,1 1-1,6 10-89,-2 6 90,4 9-90,-4 3 90,2 4-90,4 10 90,-3-4-90,3 5 0,-5-8 0,-1-2 0,-1-2 90,-1-1 0,1-1 450,-2-2-450,0-11 0,-4-9 0,-3-10-90,0-1 90,0 4 0,0-3-90,2 3 180,1-2-90,5 11-90,4 9 89,1 6-89,1 5 0,-3 0 270,1 0-270,0 0 180,0 0-270,-1 0 270,0-3-90,-1-1-90,0 0 0,-1-1 180,-1-9-360,-5-3 90,-3-10 0,-1 0 0,-2 0-90,2-2 0,-1-2-89,2 2 179,3 0 90,5 13-90,3 4 90,7 15 0,-4-4 0,4 4 180,-4-5-270,0 0 270,0-2-360,1-1 270,-1-3-270,0-1 0,6-2 90,-6-4-90,5-4 90,-7-4 90,-1-4-90,0-5 0,-3-1 90,0-5 0,-1-2 0,-2-1 0,-2-2 90,-2 1 0,-1 0 0,-3 0 90,-2 1 0,-1 1 90,-2 2-1,0 5 91,0 2 360,2 5-1,-1 0-629,0 16 0,4 5 0,0 17 0,7 4-90,0 5-3302,3 2 3302,3 2 0,2-1-467,10 13 557,-2-13-194,8 8 104,-5-18 0,2-3 0,0-5 0,1-4-90,1-3 0,1-6-180,0-3 270,0-5 2480,-1-6-3020,0-4 418,-3-6-868,-1-5 78,-2-6-438,-2-3-269,-2-5-539,0-3 2095,-2-3 1,-1-1-1,0 0 1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05.36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46 18 6453,'6'-15'6926,"-5"12"-6476,-4 14 0,-3 9 0,-3 10-1,2-4-89,-1 3 90,2 1-90,1 1-90,0 0-1,2 0-89,2-1 0,2-1-90,1-2 0,3-2 0,2 0 0,2-2-90,2-1 90,3-3-90,8 6 0,-3-8 0,7 4 0,-6-9 90,-1 1-90,0-1 0,-1 0 90,-1-1 180,8 11-90,-11-8-91,4 10 91,-12-9-90,-1 3 0,-4 1-90,-3 1 0,-3-1-90,-3 1-180,-2-2-89,-1 0-181,-2-2 90,-1-1-629,0-4-90,0-1-1440,-3-4 990,-4-6-360,3-5-719,-1-8 2698,8-4 0,0-4 0,2-3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05.97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0 374 7713,'26'-10'2968,"0"2"-2518,-9 5-91,-1-2-89,-3 1 0,-1-2-90,1-1 0,0-3 0,0 0-90,-1-3 0,0-1 0,1-3-90,-2-1 0,0-3 90,-1-1-90,-2-1-90,-1 0 360,0 0-360,-2 0 269,0 2-179,-2 0 180,-2 4-180,-1 1 180,-2 3 180,-3 0 0,-2 4-270,-4 6-3392,3 6 3392,2 9 0,1 6-90,2 3 90,-1 5-90,2 3 0,2 1 0,2 1 0,2 0 0,5 13 0,1-11 0,4 5 0,-2-13 0,0-6 0,1-2 3392,1-2-3392,-1-2-90,0-3 90,0-2-90,0-3 90,4-3-90,-4-3 270,2-3-270,-4-2 180,-1-3-90,3-11-180,-4 1-90,3-8 180,-5 3-90,0 0 90,-1 1 0,-1 0 90,0 3 0,-1 1 270,0-1-90,-2 5 0,2-2-90,0 15 0,1 5 0,0 15 0,1 2 0,1 4-1,0 2 91,1 2-90,0 0 180,1 0-180,0 0 90,0-2 0,1-2-90,-1-3 0,0-3 90,1 2-180,-2-5 180,2 1-90,-3-16 0,-1-3 89,-1-21-89,-2 5-90,0-9 90,0 7-90,-2-1 0,1 2 90,-1 1-90,1 2 0,-1 1 0,-1-3 0,2 3-180,0-2-449,2 7-361,2 2-809,2 0 540,1-1-360,-3-2-3058,-1-1 4677,-3-5 0,-1 10 0,-1-3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06.44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16 0 10951,'-8'26'3508,"2"-3"-2969,5 4-89,2-4 0,0 3-180,3 0 0,0 2-90,1 0-1,1-1-89,1-2-90,1-2-90,1-2-899,8 9 179,-6-13-629,8 7 540,-8-21 179,0-2-449,-2-10-90,-5-3-361,0-5-358,-3-4 1978,1-2 0,-2 10 0,0 2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06.60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 24 7533,'-2'-16'4767,"6"10"-5037,4 5-719,5 8 269,1 5-1169,-3-3-629,1 4 2518,-3-1 0,-4-6 0,0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07.18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0 369 9422,'17'1'3148,"-1"-3"-2698,1-3-271,0-7-89,-2 1 90,3-4-90,-6 1-90,3-2 0,-3-1-90,3-1 270,-3-1-270,0 0 0,-1 0 0,-1 0 90,-1 1 0,-2 3 90,-2 2 0,-1-1 180,-4 0 180,-4 4-270,-7 6 90,0 8-91,-2 6 1,3 2-90,1 5 90,0 3 0,3 3-90,1 3 90,1 2-90,3 0 0,1 1 0,3 0-90,1-1 90,3-1-90,1-2 90,3-2-90,0 0 0,1-4 90,1-2-90,1-3-90,1-3 90,0-2-90,1-4-90,0-2-90,0-4 0,1-4 90,0-2-269,-1-4-91,-1-1 0,0-2-89,0-1-1,-1-1 0,-2 0-89,-1-1 179,-2 0 90,-1 0 0,-1 0 91,-2 0 179,-1 0 0,0-1 0,-1 0 0,-1-1 90,0-1 90,-1 0 270,0-2-180,-1 2 180,0-2-90,1 2 179,-2-1-89,2 2 0,-1 0 90,0 2 449,1 0 361,-1-3 1618,2 3-1708,0-1-900,3 19-1,0 3 91,6 26-90,-2-7-180,5 9 180,-3-8 90,3 4-90,2 0 90,1 2-90,1 0 269,8 15-179,-7-10 0,7 10 0,-9-13 0,-1-3 0,-3-1-1,-1-1 1,-4-2 90,-1 7-180,-5-8-90,-3 5-90,-4-10-270,-3-1-360,-2-2-269,-4 0-181,-4-2-808,-4-1-271,-1-1-1259,-6-4-1619,1 0 5037,-5-3 0,0-2 0,-1-1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07.89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16 1 12030,'-9'17'2609,"3"3"-1890,6-3-89,1 5-90,1 0-91,0 2-89,1 0 0,1 1-180,1 0 0,0 0-90,1-1-180,1-2-90,0-1-180,0-1-180,-1-3-89,0-2-990,0-2-630,1 1 2249,-1-2 0,-2-4 0,-2-3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08.05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31 8252,'1'-14'2879,"4"2"-4139,1 8-449,5 6-539,-2 4 2248,1 4 0,-6-6 0,-1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08.39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7083,'5'16'1889,"0"1"-1349,0-4-91,1 1 1,0 2-90,1 0 0,-1 1-91,-1 0 1,1 0 0,-1 0-90,2 0-90,-2-1 90,1-1-90,-1-2 0,1 3 90,-1-4-90,4-4 0,-1-14-90,1-9 90,-2-4 89,-2 1 271,0 6-270,1-1 450,0 3-91,4 2-269,0 14 0,0 4 0,-1 10 0,-1-1 0,-1 1 0,1 1-181,-1-1 91,0-2-180,0-2-90,0-3-89,-1-1-631,0-3 450,4-2-359,-1-6-181,5-6-179,-3-7-271,3-9-988,1-3-810,2-7 3148,0-2 0,1-2 0,1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12.52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14 968 7533,'-13'-10'4407,"13"2"-4137,9 7-90,10 0 0,7 2 0,0-1 0,5 0 0,5-1-1,5-1-1458,6 0 1459,5-1-90,6-2-664,6-1 754,5-3-90,7-3-783,5-2 783,7-3-1058,3-1 1147,6-4-89,-48 11 0,1-1 0,1-1 0,1 0 0,1-1 0,0 0 0,2-1 0,-1 1 0,1-2 0,1 0 0,0 0 0,1-1 45,0 1 0,0-2-90,0 1 0,0-1-58,0-1 1,-1 0 102,1 0 0,-1 0-45,0-1 0,0 1-765,-1-1 1,1 1 764,0-1 0,-1 1 0,0 0 0,-1 0-520,1 0 0,-1 0 475,-1 1 0,1-1 64,-2 1 1,0 0-20,-1 1 0,0 0-45,-1 1 0,0 0 45,-1 0 0,0 1 0,0 1 0,-1 1 172,46-13-127,-2 4-90,-4 3 45,-28 7 0,0 2 45,28-5-90,-33 7 0,-1 1 90,14 0-90,-4 4 1380,-5 0-1290,-6 3-90,-3 2 0,-4 0 0,-4 2-90,-3 1 2368,-6 0-2458,-1 1-90,-5-1 1192,1 1-1372,-3-2 1111,-2 1-1021,0-2-540,-3 0-179,0-2 611,-1 0-1061,-3-2-3598,-1 0 5127,1-4 0,-7 3 0,0-1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19.70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24 212 6543,'-8'-21'7556,"0"4"-4318,1 3-2968,8 10 0,-1 7-90,8 11 0,-3 10-90,1 6-1,2 7 1,0 2-3392,2 4 3302,1 1 90,0 1-325,1 1 325,0 0-90,1 0 0,-1-1 0,0-1 0,1 0 90,-2-2-90,0-2-2191,-3-3 2191,0-6 557,-2-3-737,0-6 91,-2 1-1260,0-4 629,-5-1 180,-2-15 2331,-8-12-2421,-5-18 271,1-2 89,-2-7 0,5 4 0,-1-6 0,0-3-911,-1-4 1091,0-4-1934,1-2 1934,1-2-294,-3-25 384,5 19-90,-1-18 87,7 27 3,3 2 0,2 4 0,3 5 90,2 4 0,1 4 0,2 4 2333,2 4-2333,-1 5 2584,6 3-2494,0 6 969,7 4-969,0 4 180,6 7-360,0 6 90,6 5-90,0 6 90,2 4-345,-1 6 615,0 4-360,-2 5 90,11 27-90,-14-13-773,7 18 863,-18-19 270,-3-1-180,-4 2-90,-5 1 180,-4 0-91,-3-1-146,-5 0 237,-4-2 0,-3-2 90,-3-2-91,-2-4 1,-2-3-90,-2-4 0,-1-5-90,0-4-90,0-5-180,1-4-90,0-3 658,2-5-748,2-4-539,0-4-91,2-5-375,-2-13 285,6-4-89,0-11-900,9 1-629,3-6 2698,4-2 0,4-4 0,3 2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20.23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24 348 11311,'7'9'1529,"-1"5"-1170,-10 7 1,0 4-90,-1 2-90,0 2 0,1 0 0,-1 1-90,1-1 0,2 0-180,-1-3 0,3-1-90,1-4-90,1-2 90,2-3-180,0-2-269,2-3-1,4-1 360,1-6 0,1-2 90,-1-7-89,-4-4 89,0-3 90,0-2 0,-1-2 0,-1-2 90,0 0 0,-1 0 90,-1 0 0,0 1 180,-1 1 179,1-2 361,-1 4-450,3-1-180,6 15-90,-3 1 0,7 12-90,-5-3 89,2 0-89,-1-1 0,2 0 0,-1-2 0,0-2-89,0-1-1,3-3 0,-2-1 0,1-5 0,-4-2 0,-3-3-90,2-4 90,-3-3-90,2-3 90,-3-4 0,1-2-90,-4-4 0,0-20-236,-1 9 416,-2-15 180,0 14-270,0 1-8,0 1 98,-3 3 90,2 3 90,-2 5 90,2 4 719,-1 0-179,3 7-720,1 11 413,4 11-413,3 18 101,1 4-11,2 7-90,0 4 0,1 3-1,1 3 1,0 0 0,2 3-351,-2-1 351,2 0 0,-2-2-1,-2-2-89,0-4 90,-1-3-180,-1-4-197,0-3 108,-1-4-541,-1-5-3688,-1 2 2160,-6-20 449,-4-12 1799,-4-12 0,-3-11 0,2 7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20.38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90 10591,'14'17'989,"0"-3"-809,-3-8 0,2-2 0,1 0-180,1-1 0,2-1-90,-1-3-180,2-1-719,8-7 269,-5 0-89,6-6-1,-8 0-359,0-1-180,-1-2 1349,1-1 0,-2 1 0,0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20.67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26 0 7803,'-1'27'2428,"0"-1"-1708,0 1-1,-1 0-89,1 1 180,-1 0-361,-1 0 91,1 0-270,-1-2 90,0-2-270,1-3-1,0-3-538,0 3-1620,2-5 1889,3-12 90,2-10 90,5-15 90,-2 3 0,1 2 180,-2 6 270,3-1 89,0 5-269,6 4-90,-2 4 90,0 6-181,-2 1 1,-1 1 0,0 0 0,1 0-90,-1-2 0,1 1 90,4-1-180,0-3-270,2-3 0,-3-11 90,-5-3-539,-2-8-271,-2 0-269,-1-3-1439,0-4-810,-1 0 3508,0-2 0,-2 14 0,0 3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21.34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32 130 6453,'-9'-25'2249,"1"2"-1529,1 2 629,3 4-90,1-1-90,2 2-719,6 8-90,0 6-90,8 13 0,-1 9-90,2 6-90,3 9 89,0 5-560,2 7 471,1 4-3236,-1 4 3236,0 1-90,-1 1-94,1 0 94,-2-1-312,2-1 402,-3-4-90,0-3 0,-2-4-1805,-2-6 1805,-1-4 2096,-1-7-2096,-3-4 183,-1-4-362,0-1 425,-5-15 24,0-5 3032,-3-18-3392,-1-7 0,0-4 90,1-4-90,1-3 0,3-19-289,0 13 289,4-13 0,1 21 90,1 3-90,3 4 0,1 3 90,1 5-90,1 3 90,7 4 290,-5 7-200,12 9-90,-12 8 269,4 10-89,-6 13-180,-5-3 90,0 9-90,-8-7 90,-3-1 0,-2 1 90,-3-1 0,-6 9 0,1-12-180,-4 5 90,3-16-180,0-4 0,0-2-360,0-3-629,-8-9 449,7-4-89,-5-10-181,10-2 1,3-2-1,2-3 1,2-1-630,3-2 1529,7-11 0,-1 9 0,5-6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21.71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29 87 9152,'8'-7'3958,"-7"16"-3599,-9 8-89,-2 11-90,5-9 0,0 1 0,1-2 180,1-1-360,3-1 180,-2-1-360,5 2-270,1-2 90,6-1 90,5-8 90,-2-6 0,2-7 1,-4-3 89,0-3-90,0-2 90,-1-1 90,0 0-90,-1-1 90,-2 2 90,0 0 449,-2 2 361,1-1 539,-1 2-1259,1 9-90,-2 4 0,0 11 0,-1 2 0,1 1-90,1 0 0,0 0 0,1 0-90,2-2-90,-2 0-90,5 2 0,-1-4 90,4-1-89,-2-7 89,0-9 180,-4-3-270,-1-5 180,-2 1-360,0-2-90,0-3-89,0-1-91,-1-1-179,0-2 89,0-1-269,0-1-360,-1 0-360,1 1 951,-1-1 0,-1 12 0,-1 2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21.94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140 0 7713,'7'17'2878,"-3"1"-1889,0-1-89,-3 3-1,0 2 1,1 1-91,-2 2 1,1 2-1,0 1 1,-1 1-180,2-1-1,-1 1-179,4-2-90,-2 0-90,3-2 0,-2 0-91,1-1 1,1-2 0,-1-1-90,1-1 0,0-1 0,1-2 0,-2-1 0,0 0 0,-1-2-180,-2 6 90,-2-5-180,-2 5-90,0-6 0,-4 1-179,0 0-91,-4 1 0,-3-1-179,-1 0-181,-3 0 181,1-2-541,-2-2 1,0 0-90,-1-3 89,1-1-179,0-4-270,2-4-629,1-3 2338,3-5 0,4 4 0,3-1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22.29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1 603 6453,'15'-8'1889,"1"1"-1349,0-1 0,1 1-91,-1 0 91,1-1-90,0-1 0,1-1-181,0-1 91,3-2-90,-1-3 90,13-12 0,-8 4-270,18-19-90,-18 15 90,13-23-206,-19 20 26,5-10 180,-12 12-270,-1-1 90,-3 0 0,-2 1 0,-1 1 90,-3 2 90,-1 3 90,-2 3 90,-2 4 449,-1 4-179,-4 2-64,-4 12-27,-4 19-179,3 6 90,2 15-90,6-6 90,2 3-91,4 3 1,2 0-3032,7 17 3122,1-15-90,5 11-1,-2-21-89,2-3 0,0-4-90,2-3 0,0-4-90,-1-4 0,0-4-180,-1-3 3482,0-4-3482,-2-4 0,-1-6-89,1-4-91,-2-7-90,0-4-629,4-15 449,-5 5-90,3-11 91,-6 11-451,0-1 181,-1 1-540,-1 0-720,0 4 2159,-2-7 0,-2 18 0,0-3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24.76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 0 10501,'-3'31'989,"2"-1"-719,2-8 0,0 2 0,2 1-90,-1 3 270,2 1-360,1 1 0,0 1-1,0 1-3391,1-1 3392,1 2 0,1-2 0,-1 3 0,1-1 0,-1 1 0,1 0 90,1 0-90,0 1 90,-1 2-90,0-2 90,-1 4 0,0 0 89,0 1-89,-2 1 0,0 1 0,-1 0 0,-1 0 0,1-1-90,-1-1 90,1 0-90,0-1 0,0 1-149,-1-2 149,1-1-90,0 0 3316,0-2-3226,0-1-90,2-1 90,-1-1-90,0-1 0,0-2 0,1 0 313,-1-1-313,1 0 1,1 0-1,-1 0 0,0 0 0,0 0 0,0 1 270,2 16-1515,-3-10 1245,1 12 0,-2-12-29,2 1 29,-3 1 0,2 0-90,-2 1 90,-1 0 0,1 0 0,-2 0 0,2-1-3000,-2 1 3000,1 0 90,-1 0-90,1-1 90,1 35-90,0-25 509,-1 25-509,0-34 0,-1 0 270,1 1-270,1 0 180,-2 1-180,2 0-90,-1 0 0,0 0 90,0 0-135,0 0 135,0-1 0,1-1-90,-1 0 90,1-2 0,-2-1 0,2-3 0,-1 0 0,0-2 0,1-1 3140,-1-1-3140,1 1 0,-1-1 0,0 0-2970,1-2 2970,-1 1 68,1-1-68,0 1 0,-1-1-180,1 0 90,-1-1-449,1 9 449,0-9-450,1 7 3302,-1-12-3571,0-3-1170,0-1-1439,-1 2 3418,2-2 0,-2-5 0,0-5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27.15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0 191 11221,'18'1'449,"0"0"-449,-2-2 90,0 0-90,-2-2 0,0 1 0,0 0 0,2-1 90,0 0-90,2 0 0,1 0 90,1 0-90,0 0 0,2 0 90,1-1-90,0 0 0,0 0 0,0 1 0,1 0 90,-1 0-90,0 1 0,1 0 0,-1 0 90,1 0-90,-1 1 90,1 0-90,1 0 90,-1 1 0,2 1-90,0-1 0,-1 1 90,2-2-90,-2 1 90,1-1-90,0 0 0,1 0 90,-1-1-90,0 1 0,0-1 0,0 0 90,-1 0-90,2 0 0,-3 0 0,2 0 90,-1 0-90,-1 1 0,2-1 0,-2 1 90,1 0-90,0 1-90,0-1 180,1 0-90,0 0 0,0 0 0,0 1 0,0-1 0,1 1 0,0-1 0,0-1 0,0 1 0,0 1 0,1-2 0,-1 1 0,1 0 0,13 0 0,-9 1 0,9 0 0,-12 1 0,1-1 0,-2 1 0,3-1 0,-1 1 90,1-1-90,0 0 0,-1 1 0,2-1 0,-1 0 0,2 0 0,0 0 0,1-1 0,1 0 0,0-2 0,1 3 0,0-2 0,1 1 0,1 0 0,-1-1 0,1 1 0,1 0 0,34 2 0,-25-1-407,26 0 407,-35 1 0,0-1 0,1 1 0,-1 1 0,37 0 0,-26-1 0,26 1 0,-33-2 0,0 0 0,1 0 0,0 1-3257,22-1 3257,-15 0 0,18 0-991,-20-1 991,0 1-247,1 0 247,0 0 0,1 0 0,22-1 0,-16 1 221,16 0-221,2 1 0,-17-1 2753,18 1-2753,-24 0 0,-1-1 0,16 1 286,-14 0 1,-2-1-287,5 1 0,0-1-148,-1 1 148,1-1-54,-2 1 54,0-1-444,0 1 444,-1-2 0,24 3 0,-18-1 187,19 0-187,-23 1 0,0 0 0,26 0 0,-18-1 0,20 1 0,-25-1-1299,0-1 1299,-1 1 0,0 0-65,1-1 245,24 0-270,-17 0-1280,20-1 1280,-25 1 90,0-1 388,1 1-478,28-1 90,-20 1 786,21-1-876,-28 1 90,0-1-411,0 0 681,-1 0-360,2 0 90,-1-1-90,30-1 90,-21 1 1091,23-1-1091,-27 1-90,0 0 90,0 1 0,1 0-115,-1-1 115,-1 2 438,-1-1-528,0 0 90,0 1 0,-1 1 0,2-1-90,0 1 90,-1 0 0,3 0 0,-1 1 0,1-1-90,-1 1 90,0-2 0,1 1 0,-2-1 270,1 1-360,-1-1 90,0 0-90,30-1 90,-20 0-361,21 0 361,-28 0 0,0-1 0,0 1 0,30-1-90,-22 0 360,22 1-270,-31-1 180,1 1-137,-2 0-133,2-1 0,0 1 90,2-1 0,1 0 180,1 0-270,0 0 90,1 0-90,-1-1 270,-1 0-180,0 1 180,0-1-360,0 0 360,0 0-270,2 0 0,0 1 0,1-1 90,1 0-748,0 0 928,-1 1-180,1 0 90,-2 0-180,0-1 270,0 0-270,-1-1 180,0 1-180,1 1 0,0-1 0,1 0 184,-22 2 0,3-1-49,2 1 0,1-1 89,0 1 1,-1 0-193,-4 0 0,-3 0 238,21 0-270,-2 0 270,0 0-2234,-1 2 2234,0 0-270,1 1 386,-2 0-296,1 0-90,-2 0 62,0 1-62,-2 1 270,0 0-270,-2 0 0,0 1 0,-1-1 270,-2 1-270,0-1 270,1 1-270,-2-1 270,2 1-360,-1-1 90,1 1 0,0-1 90,0 0-90,0-1 270,-1 0-270,0 1 270,-1 0-270,0-1 0,-1 0 90,0 0 180,1 1-270,-1-1 270,0 0-270,1 1 180,1 0-180,-1 0 0,2 0 270,0 0-270,0 0 180,0 0-180,1 0 270,-1-1-360,0 0 90,0-1 0,0-1 360,1 1-450,0-1 360,0 0-270,2-1 270,0 1-360,1-1 360,1 1-270,-1-1 180,0 1-180,0-1 180,-1 1-180,0 1 0,-2-1 0,0 1 270,0-1-270,-2 1 270,1 1-360,-1 0 360,-1 1-270,0 0 180,-2-1 147,0 2-147,-1-1-180,-1 1 180,-2 1-180,-1 0 180,-2 0-180,-2 1 0,-1-1 2861,-1 0-2771,-1 1-90,-2 0 90,0-1 0,-2 1 0,-1 0 0,0 0 0,-2-1 90,0 1-90,-1-1 0,0 1 90,0 0-90,-1-1 0,1 0 90,-1 0-90,17 0 90,-12-1 167,15 0-257,-20-3 0,4 1 0,-6-2 855,2 1-855,-2-1 0,0-1 0,-1 0 581,-1 0-581,-1 0 0,10-1 0,-10 1 0,5-1 0,-14 2 90,-3-1-90,2 0 720,-5 0 809,2 0-1529,-12-5-180,-5 2 180,-11-6-180,1 3 90,-5-5 0,5 3 90,-4-5-90,4 3 0,-1-3 90,0-1 0,0-1-90,0-1 90,-2-1 0,1 0-90,0-1 90,1 0 0,-1 1 0,1 1 0,0 3 0,1 0 0,1 3 0,-1-2-269,1 3 269,7 9 0,4 2-90,9 12 180,1-1-180,0 0 90,12 9 0,-7-7 0,10 6 0,-7-9 0,0 0-90,1-1 90,-1-1 0,-1 0 0,0-2 0,-2 0 0,-1-2 0,-2-1-90,-1-1 90,-1 4 180,1-6 809,-3 6-359,0-4-360,-6 9-91,-4 2 1,-3 4 0,-3-1 0,-1 2 180,-2 1-360,0 1 270,-1-1-360,0 1 90,0 0-270,0-1 90,1-1-450,0 1-89,0-2-271,0 1-89,0-1-360,-1 2-1440,-2-1-898,0 1 3777,-2-2 0,-1-1 0,-1-1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27.67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31 6633,'4'-16'6926,"2"2"-6296,-1 14-180,0 4 269,0 12-359,-1 2 180,1 5-270,-1 4 89,2 4-269,-1 4 0,0 3 0,0 4 90,0 1-1698,-1 2 1608,1 0 0,-1 3-314,-2 1 224,-1 0 90,-1-1 0,0-2-90,-2-1 0,1-4-90,-1-2-179,0-4-1,0-3-180,0-4-180,-1-4 475,2-5-2634,-2 1-531,3-4 1252,-4-15 2068,2-2 0,-1-11 0,2 6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27.85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1 207 10951,'22'-7'899,"1"1"-629,-3 4-90,2-2-90,4 0 90,2-3-90,3 0 0,2-1-180,2-1-90,0-2 180,-1 0-540,1-2 0,-2 1-269,0-2 269,-5 1-449,1-1-856,-4 0 136,-1 1 1709,-2 0 0,-3 0 0,-1 1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28.02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42 0 7803,'-7'21'2518,"2"-3"-1888,4 2-91,1-2-89,0 1-90,2 3 0,-1 3 0,1 1-91,-1 2 1,1 1-90,-2 2 0,0 1-90,0 0 90,-2 0-90,1-1-90,-1-2-270,-1 9 180,0-11-540,-2 5-269,2-13-180,-1-3-181,0 0 1260,-1-3 0,3-4 0,0-4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28.20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 19 8612,'-3'-14'990,"4"9"-1800,3 17-539,1 4-180,0 10 1529,-4-8 0,-1-8 0,0-1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29.04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0 348 7263,'3'21'2788,"0"-4"-1978,-1 2-450,1-3-1,-1 2 1,0 1-180,-1 2 90,0 1-90,0 1-90,1 0 90,-1 1-90,0-2 0,0 0-90,0-2 90,0 0-90,0-3 0,-1 0-450,2-1-90,-2-1 630,4-15-360,0-3 360,2-17-270,0 0 270,1-2-270,0-3 270,1-2-270,1 0 270,0 0-270,-1 1 360,1 2-360,0 1 270,-1 4-180,0 2 90,-1 4 360,2 0-450,1 9 360,-2 4-360,1 10 270,-6 5-270,-2 4 270,-1 2-270,-2 2 180,1 2-180,-2-1 270,1-2-270,-1-1 0,1-3 180,-1 1-180,1-3-90,4-12 360,0-5-270,5-18 90,3-12 180,-1 4-270,4-12 270,-3 9-270,2 0 90,0-1 0,-1 2 90,-1 3 0,0 4 90,-2 4 180,-1 4 179,1 0-359,0 11-90,-1 9-90,-2 7 90,-4 8-90,-1-4 0,-2-1 90,1 1-90,-1 3-90,1-2-360,-1 1 360,3-18 0,1-4 90,4-14-359,-1-1 269,3-2-270,-1-1 270,0 1-180,2-4-90,-1 2-269,6-10 359,-5 10 90,5-3 0,-6 12 0,2 4 540,2 1 90,6 16-91,-3-1-269,2 13 270,-7-1-180,1 0 180,-1 2-270,0 1 539,8 14-629,-5-14 180,6 10-180,-7-20 180,-1-3-180,1-2 180,10-8-90,-8-3 90,7-5-90,-10-3 0,1-2 0,-1-3 0,-1-2 0,0-3 0,-1-1 0,0-2-90,0-1 90,1-3 179,-2-1-269,-2-1 0,-1 0 0,-2 0 0,-1 2 90,-1 3 0,-1 3 360,-1 5 270,-1-1-450,-6 17-181,-2 31-89,-2 1 0,2 26 90,6-20 180,1 3 180,2 2-90,2 0 269,5 16-449,1-16 90,4 9-180,2-19 90,1-5-90,3-2-90,3-5-90,1-4-270,16-8 90,-6-6 1,13-11-181,-11-6-90,2-5-90,-1-4-89,1-4-1260,13-20 245,-11 10 475,8-15-1260,-17 16-719,-3-1 3238,-3 2 0,-2 0 0,-3 1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30.60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10 1 12210,'-6'12'3148,"2"2"-8358,10 16 5569,3-1 1,1 5 1076,3 5-1166,2 4-90,3 6 0,2 2-1,1 2-89,0 0 971,2-2-971,-1-2 0,1-3-241,-1-1 241,1-3 270,0-3-360,-2-2 0,-1-3 3207,-3-3-3207,-1-3 0,-2-4 0,-2-2 0,-1-3-270,-3-4-439,0 1-3609,-3-2 2879,-8-10-990,-1-3-441,-11-13 2870,3-1 0,-2-2 0,-1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30.80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0 374 12480,'23'-18'540,"0"-1"-450,-3 3-90,12-15-270,-7 6-90,9-10-90,-12 8-90,-1 0-89,-2 0-91,-1 1 1,-1 1-1,0 1-629,-3 3-90,0 1 1439,-2 3 0,-5 9 0,-3 1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31.05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1 118 10141,'15'18'720,"0"-1"-540,-4-3-90,0 1 449,23 39-269,-16-22-90,17 29 0,-21-33 0,-2-1 180,-2 0-180,0-3 89,-3-2-179,-1-2 180,-2-3 270,0 0-270,-2-3-180,-3-7-90,-1-10 90,-5-11-180,1-6 0,-1-4-90,0-4-90,0-5-90,-1-4-412,1-5 322,1-3-359,0-2-1,2-1-179,1 3-810,2 2-540,2 5 2339,0 4 0,1 16 0,-1 5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31.78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74 199 8072,'-13'0'4408,"1"6"-3778,2 3-181,2 6-4340,1 0 4340,0 3 591,1 3-770,1 1-181,2 1 91,0 0-90,5 0 90,2 8-719,12 4 179,-4-7 0,9-2 90,-8-18 2943,0-2-2943,5-5 0,-5-2 0,3-5 90,-6-3 90,-2-2-90,1-3 90,-3-1 90,-1-2-90,-1-2 180,-2-1-90,-2-2 90,0-1 90,-2 1 0,-1 0 360,-2-5-180,0 9 449,-1-4 360,1 8-269,0 1-810,6 17 0,0 3-90,5 18 0,1-2 90,1 1-180,1 2 90,1-1-90,0-2-90,-1 0-630,9 9 271,-4-11-1,5 5 360,-8-22 0,-3-7 0,-2-10 90,-4-4-90,0-3 1,-1-4 89,-2-1 0,0-2-3482,-1-2 3482,-2-1 90,-1 0-90,-1-1 0,-1 0 90,-1 1 0,1 3 0,0 3 0,2 3 180,0 6 270,1-1 3032,8 15-3482,-1 2 89,8 15-89,-4 1 90,6 11-90,-3-6 0,4 8 0,-5-9 0,0-2 0,-2-2 90,1-3-90,-1 0 90,0-4-90,-4-13 90,-1-5-90,-3-14 0,0 2 90,-1-3-90,0-2 0,0-1 0,-1 0 90,1 3 0,0 3 90,0 3 90,1-2 90,2 4-270,6 8 0,0 5-1,5 9-89,-2 4 270,0 0-270,0 2 270,2 0-360,-3 0 270,2 0-270,-2 0-90,0-3 0,1 1-269,-2-4 179,-3-8 0,-3-8-90,-4-6-90,-1-3-89,0 4-271,1-1-179,1 1-1890,-2-2 2879,2-1 0,0 8 0,0-1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32.22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26 19 7803,'-5'-14'5037,"-3"10"-4767,4 7-1,-3 11 1,6 5 90,3 3-270,-3 2 180,5 2-180,-3 0-90,5-1 0,1-1 0,3 0 0,1-2 0,1-1 90,0-1-180,1-2 90,1-1 90,0-3-90,1-1 0,0-2-90,0-1 180,-1-2-90,0 0 0,-1 0 0,-1-1 180,-2 0 179,0 2-89,-1 0 0,1 5 180,-2-2-360,-1 3 270,-4 0-360,-2 1 0,-1 2-180,-1 0 180,-2 0-450,-1-1-90,1 0-179,-2-2-1260,-1-1-1619,0 3 3598,-2-3 0,5-3 0,0-5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32.86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52 604 9062,'-13'-14'4497,"-1"7"-4227,5 8 0,0 9 0,5 6-90,2 4-90,2 5 0,1 2 89,2 2-358,2 0-1,0-1-3392,2 0 3302,2-3-90,1-1 180,-1-3-180,1-4 91,0-2-361,0-3 180,2-3 360,0-7-90,-1-4 3482,-2-9-3302,-4-4-90,0-6 1,-1-16 89,-2 4-3392,-1-11 3392,-2 9 0,-1-1-45,-1-1 135,-2 0 90,1 1-1,-1 4 91,0 4 810,0-2-91,1 8-809,7 13-90,-1 9 3460,11 29-3460,-5-6 0,6 10-23,-4-8 23,1-1-90,1 0 0,0-1 0,-1-3 0,-1-2 0,2-2 0,-1-3 0,-1-2 89,0-2-89,1-6 0,-3-4 0,2-9-89,-6-5-91,1-4-90,-1-4 180,-1-3-450,0-3 0,-1-2-179,-1-3-1620,-4-40 1710,-1 24-538,-3-29 807,2 34 0,-1-2 90,0 3 90,0 2-28,0 4 388,1 6 90,1 6 90,0 4 629,1 5 990,-2 1-1619,3 20 613,1 2-613,2 19 0,1-1 0,1 4 221,0 2-221,2 2 360,1 18-361,0-12 1,2 12 0,0-17 0,0-1-90,1-3-1,0-2-89,0-3 0,1-2 0,0-3-90,0-2 0,1-4-90,-1-2 0,2-4 0,4-2-180,4-6-90,0-5 0,-1-5-179,-5-2-1,-1-4 270,0-2-450,0-4 1,-2-2-91,-2-3-89,-1-1-1,-2-4-179,-1-1 89,-3-2 1,-2-3-1,-3 2-269,-3-2-180,-1 2 1349,-2 1 0,-2 1 0,0 1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33.05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34 73 7263,'-9'-16'2339,"1"0"-1080,-1 1 1709,3 2-1978,5 0-451,6 13 1,4 3-90,5 12-1,-2 2-89,1 2 270,8 18-450,-4-8 0,5 15 0,-7-11-1,2 1 1,0 1 0,0-1-90,-1-1-3482,-1-1 3212,-1-2-90,0-2-179,-2-2-91,-1-4 90,-1-3-449,-1-3-1080,-2-4-2339,0 1 6001,-6-15-3931,0-1 2248,-7-14 0,3 10 0,0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33.38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35 325 7892,'-17'-17'5757,"1"1"-5127,14 6-90,5 3-361,12 1 181,12-6-450,0-4 0,1-3 90,-6 0-359,-6 2-91,-2 1-3572,1-2 3482,-1-1-89,-2 1-1,0-1 90,-2 1-179,0 1-1,-1 0 181,-1 3-181,-1 1 1620,0-1 3121,3 11-3661,-1 6 90,2 7 179,-4 5 91,6 5-270,-3-1-91,6 4 181,-3-4-270,0-1-90,1 1 90,1-1-90,0 0 0,1 1-91,-1-2 1,-2 0 0,0-1 90,3 4-270,-5-6-809,2 4-3778,-6-8 3057,-5-10-448,-1-3 2068,-7-12 0,4 8 0,-1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33.50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 40 7173,'-4'-16'22,"5"4"1,-2 4-1,4 5 1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33.84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 1 9691,'-2'20'1979,"-1"2"-1529,4 0-5750,-1 5 5659,1 3 1178,0 3-1357,2 2 1068,0 0-1248,1 2 90,1-1-90,0-1 90,0-4-90,1 1 0,0-5 0,0 0 0,1-5 3247,-1-3-3337,0-4 505,0 0-325,3-14 293,-4-1-383,2-14 270,-5-10-90,-1 5 539,-1-25-449,-1 21 90,-1-11 449,-1 12-269,0 5-3059,-1-4 181,3 5 539,4 4-990,5 1 2789,2 0 0,-4 4 0,-1 1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34.18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7 61 7892,'-6'-23'5847,"6"12"-5487,2 13-270,9 22 90,1-2-180,-2 10 90,1-8 0,-3 1-90,-1 1 90,1 0-90,-1-3 0,0 0 0,-1-4 0,-1-2-180,1 0-450,-2-3 450,-1-11 0,-3-5 90,-3-33 0,1 11-89,1-29 89,1 25 0,0-10 0,1 13 90,1 0 0,0 4 0,2 1 0,-1 3 90,2 3 179,4 2-89,3 6 180,1 3-360,1 8 90,-3 3 0,13 16-90,-9-7 0,9 10 0,-13-13 0,0-1 90,-1-2-450,-1-2-1799,2 0 1080,0-7 359,-2-8 1,-2-6-630,-5-8-360,-2 1 1709,0-1 0,0 9 0,0 1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34.69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52 32 8342,'-6'-16'7556,"-2"4"-6477,0 9-719,-3 10-90,3 5 0,2 8-90,3-1-90,2 3 0,1 1 0,3 1-90,2 0 89,2 0-89,2 1 0,2-2 0,4 1 0,1-2 0,2-1 0,2 0 0,1-1 0,1-1 0,1-1 0,1-2 0,-2 2 90,2 0 90,-3 2 90,1 1 0,-1 3-394,-1 4 393,1 3 1,-4 2-90,-1 1 0,-3 2 0,-2 1 0,-3 0-90,-3 1 0,-2-2-270,-1-2-270,-2-2-180,-2-3-449,0-1-450,-2-2-630,-1-1-1529,-3-2-1619,-2 1 5307,-3-2 0,-4 1 0,-3-1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39.55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185 30 8522,'-8'-9'6207,"-2"1"-11508,2-1 5751,-1 6 1318,-5 6-1408,3 4 860,-1 3-951,-2 3-89,1 2 90,-2 3 3302,1 3-3482,1 3 90,1 2-90,1 3 0,2 2 0,2 1 0,4 3-90,2 0 0,4 3 0,4-1 0,3 2 0,4-2 0,3 0 0,4-1 0,4-3-90,2-2 0,2-3 0,2-3-180,1-2 0,1-4 0,0-4-90,0-3 1,-1-4-1,-1-3 0,-2-4-90,-2-3 1,-2-3 89,-2-3-270,-3-4 1,-2-3-91,-4-3-90,-2-4-89,-4-3-1710,-4-16 451,-2 8 2158,-5-10 0,-2 13 0,-2 2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39.85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1 121 7083,'1'-17'2788,"2"0"-2428,5-1-90,1 3-90,1 2 0,0 3 90,1 1-180,0 2 0,2 1 89,0 2-89,0 0 0,0 3 0,0 2 0,0 2 0,-2 2 180,4 10-180,-6-1 90,3 8 0,-7-2 0,-1 2 0,-1 1-1,-3 1 1,-1 1 90,-1-2 0,-2-1-90,-1-2 0,-1-2 180,-1-2-270,-1 1 89,0-6-179,-5 3-179,1-9-91,-4-3-90,3-6 0,0-5-90,4-5-899,-3-11 540,4 3 89,-3-8-359,7 7-450,-1 0-360,2 0 1889,1 1 0,1 11 0,1 1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40.52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1 392 7892,'13'26'1260,"0"-3"-990,-5-6-90,1 0-1,1 2 1,2-1-180,0 0 0,2-2-90,0-1-90,1-3 1,0-3-1,0-1 0,0-4-90,1-3 90,-2-3 0,0-4 0,-1-2 90,-3-4 0,0-1 0,-3-2 90,-1-3 0,-2 0 0,-2-1 180,-2-1-180,-2-1 270,-2 0-180,-1 2-3212,-2-1 3392,0 2 269,-5-4-89,3 5 270,-2 0 269,4 6-989,4 14 90,4 3-180,6 13 3392,6 0-3482,-1 1 90,3-1 0,-3 2-89,2-2 89,0-2-90,-1-1 0,0-2 0,-1-2 90,-1-2-90,-1-2-90,1-2 270,-2-7 0,-1-8 0,-4-5 270,-7-26-270,1 15 90,-6-15 0,3 16 90,-1 2-90,2 0 0,-2 3-90,2 0 90,0 3 0,1-2-90,3 5 90,6 2-90,6 10 0,1 5 0,2 6 0,-4-2 0,0 0 0,-1 0 0,-1 0-90,2 1 270,-3-1-270,-2-10 180,-5-1-90,-3-11 90,-1 1-1,-1-2-89,0-1 180,0-1-90,-1-1 90,1 1-180,0 0 180,2 1-90,-1-2 0,3 4 0,3 1 0,7 7-180,0 5 90,5 6 0,-1 3 0,2 4 0,0 1 0,1 2-90,0 1 0,0 0 0,0 0-90,2 3 180,-4-5-90,0 2-90,-4-6-359,-2-3 179,-4-6 0,-4-4 0,-5-9-89,-3-1-1,0-1 90,-1-3-719,-4-13 719,1 7-360,-4-9 91,2 7 629,-1 1 0,0-2 0,-2 1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40.72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86 181 6004,'-19'-40'1439,"1"4"-810,4 6-89,2 7 90,3 3 359,2 5 630,0 0-1349,13 13 90,0 5-180,12 16-3392,-1 5 3302,3 7 90,3 3-91,2 4 91,2 3-90,1 0-479,1 1 479,0 0 0,0 0 90,1-3-90,-2-2 0,1-2 0,-1-3 0,-2-3 0,-1-3-180,-2-2 0,-2-4-180,-1-3 3019,-2-2-3288,-2-3-91,-2-1-1079,-3-3-2296,1-2 4005,-6-9 0,0 3 0,-5-7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40.88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34 339 7892,'-13'-5'3778,"0"-1"-3238,5-2-360,8-6 0,6-1-90,9-4-180,2-1-90,2-2-360,1-3-269,1-2-1,0-2-1079,1-1-539,1 0 2428,0-1 0,0 2 0,-1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42.24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11 26 10771,'-10'-17'4587,"10"8"-4317,4 30-90,6-2-4162,-1 18 4252,-3-13-90,-1 2 859,0 0-769,0 0-90,0 0 0,-1 0-90,1 0 450,1 9-450,-1-10 180,1 6-270,-3-13 3392,0-2-3482,0-2-360,0 1-5217,1-1 5667,0-1 0,-1-5 0,-1-4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42.91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10051,'6'6'6477,"-2"0"-6298,4 21 1,-3-4 0,0 3-90,1 1 0,0 1 0,2 1-90,-2 1 90,2-1-90,-1 1 180,1-2 180,-1-1-270,-1-2 0,0-3 0,-1-3 89,-1-2 91,0 0-6386,-2-2 4886,-3-11 1,-1-4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43.52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5 10771,'15'-4'3418,"-3"7"-3058,-6 10-1,-1 5 1,-1-1 0,0 3 90,0 1 0,0 3-91,-1 1 91,-1 2 0,0 1 0,-1 0-1,1 0-89,-2 0-90,1-2 0,-1 1-90,0-2 0,0-2-90,-1-2 0,1-2-720,0 1-7825,0-3 5486,-1-12 2969,2-6 0,-1-8 0,1 3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44.13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9871,'11'12'3958,"-1"3"-3238,-5-1-1,-1 3 1,-2-1-1,0 0-89,-1 3 360,1 10-631,0-7 1,-1 9-90,1-9-90,-1 0 0,0 0-90,1 0 90,0 5-270,0-8-270,0 4-630,0-6-8841,0-3 9140,-6-7 1,3-2 0,-4-8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44.79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 0 16168,'8'18'1529,"-2"-3"-899,-6 20-361,-1-11 91,0 9-180,0-9 90,0 2-90,-1-1 0,1 0 0,0-1 0,0-1-91,0-2 91,-1-2-90,2 3-809,-2-4-6207,2 1 3148,-4-24 630,5 2 3148,-3-18 0,4 14 0,-2 1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45.43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0 17517,'13'20'1439,"-3"-1"-6739,-5-2 5839,1 13 1050,-1-6-1499,1 10 949,-3-8-949,1 0 0,-1 0 0,1 10 3392,-3-9-3572,2 6 90,-3-13 0,2-3-90,-1-1-719,0 1-6837,-1-1 1530,-5-11 6116,3-8 0,-3-6 0,4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46.10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4 9871,'20'-3'7286,"-6"7"-6836,-6 5 0,-4 8-91,-1-1-89,1 2 0,-1 2-90,1 1 180,0 11-180,-1-6-90,2 8 90,-3-11-90,1 0 0,-1-2-1,0 0 1,0-4 0,-1 0 0,0 3-90,-1-3-1799,0 4 1799,-1-6 0,1-5 0,-1-5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46.75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10411,'14'13'9830,"-4"5"-8416,-6 1-875,-2 0-449,-1 2 360,1-6-450,-1 1 360,2-1-360,-1 1 270,0-1-90,1 0-540,-2 5 270,-1-1-990,0 4-808,-2-4-2880,-2-3-4676,-2-5 9444,-3-5 0,3-2 0,1-5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51.10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14 6 9961,'-8'4'90,"3"-3"0,9-12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52.35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843 15 11940,'2'-8'4678,"-2"3"-4589,-19 3-89,2 3 90,-1 2-90,2-1 0,0 0 0,-3 1 0,6 0 0,-11 1 0,10-1 0,-4 0 0,5 0 0,-6 1 0,4-1 0,-5 2 0,6-3 0,1 1 0,-1 0 0,1-1 90,-1 2-90,0-2 0,-5 0 90,4 0-90,-4 1 90,2 1 180,-9 1-180,4-1 0,-5 1 0,12-3 90,1 1-90,0-1 0,2 1 0,-2-1-180,2 0 90,-4-1 90,2 1-180,-3 0 180,-1-1-180,1 0 0,0-1 90,2 0 0,2 1 0,0-1 90,2 0-180,-1-3 270,1-1-270,1 4-1170,-2-1-988,1 2 809,-2-5-91,2 0 1,-1-1-90,-1 4-809,-1 3 2428,1 7 0,6-4 0,2 2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53.05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75 29 6903,'-16'-8'2699,"0"0"-1710,1 1 2159,2 1-3058,3 8 0,6 4 90,4 9 0,6 11-90,-3-4 0,4 8 0,-4-9 0,3 2-90,1-2 90,-1 1 0,3 6-90,-3-7 0,2 3 89,-3-9-89,3 1 90,-6-2-5037,7 1 2249,-13-11 2698,5-14 0,-6 3 0,4-7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53.37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8 320 7353,'-3'-27'899,"1"0"-719,0 9 0,2-1 0,-1 3-90,2-1 90,0 0 0,0-1 90,4-8-180,-2 6-1,2-5 1,-1 9 90,1 2-90,-1 1 90,2-2-180,1 3 90,2-1 0,2 6 90,-1 8-180,3 7 90,-5 3-90,1 4 90,-3-2 90,3 14-90,-3-8-90,1 9 270,-4-12-1,-1 3 181,-1 0 360,-2 1-91,-2-3-809,-4-12 90,1-5-90,0-9 0,2-4-269,1-7 89,0 5-450,1-6-89,1 3-271,1 2-629,1-1 1709,3 4 0,-2 6 0,2 3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53.95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11 105 12840,'-4'-15'180,"2"0"-180,-2 2-90,4-2-90,1 2 90,2 1-180,3 1 90,3 3 180,2 5-90,-1 4 90,1 5-90,-3 4 90,1 1 0,-1 4 0,0 2 0,-1 3 0,-2 1 0,1 2 0,-3 1 0,1 10 0,-3-7 90,-1 7 0,-2-12 90,0-2-90,-2-1 90,0-2 0,-1 0 0,0-3-1,-1-2 271,0-1-180,-3-1 0,0-2-360,-4-2-270,3-9 0,-1-6 1,5-5-181,1-3-90,3 0-179,-2-1-1,3 0-179,-1-1-450,4 0 1439,1-4 0,-1 12 0,0-2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54.30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13 220 6543,'-6'-17'2969,"1"-2"-2700,3-4-89,2 3 0,3-1 0,1 6-90,2-2 0,0 1 0,1 1-90,-1 1 90,2 3-90,0 0 0,1 3 0,1 1 0,3 1 90,1 6-90,0 2 0,-2 5 0,-4 1 0,-1 3 270,0 1-270,0 3 270,-1 1-270,-1 0 89,-2 2 1,0 0 90,-2-1-90,-2 0 90,-1-1 90,-1-1-90,-1-1 90,0-2 269,-1-1 1,-3 2-360,-2-1 90,-3-2-90,-2-3-270,3-7-630,-2-4 271,4-6-3573,2-1 3302,1-2-809,4 2-899,-2-4 2428,4 0 0,0 4 0,1 3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2:54.65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18 265 7083,'-6'-17'2519,"-2"-1"-2340,8-5 1,-3 4-90,5-2 90,0 4-90,0 0-90,1 0 90,2 0 0,1 0-90,1 0 0,1 3 0,1 0 0,0 3 0,1 1 0,2 2 0,4 2 0,-2 5 0,4 3 0,-3 4 0,1 4 0,8 10 0,-7-3 90,6 8-90,-9-6 0,-1 1 0,-1 0 180,-2 0-90,-1-1 1439,0 12-899,-6-7 449,-6 11-629,-9-18-180,-8-4-181,-2-10-89,4-5-89,1-3-91,6-2 180,0-1-450,2-5-90,1-1-179,2-3-181,1-3-179,2-1-181,2-1-359,1 1-539,2 1 2158,2 2 0,-1 7 0,0 4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3:00.00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2132 10051,'4'-12'900,"4"-1"-900,3 7 360,1-2-360,-2 1 269,1 0-269,0-1 360,0-1-360,2-1 270,-1 0-270,1 1 0,-1-2 0,0 1 0,0-1 0,4-4 90,-5 3-90,3-2 0,-5 4 0,0 1 0,-1 0 90,0 1 0,1-3 0,0 1 0,2-4 0,-2 3 90,0-1-90,0 0 0,-1 1-90,0-1 0,1 2 89,-2-1-89,1 1 0,0 0 0,2-2 0,1-1 0,-2 2 0,3-5 90,-4 7-180,2-3 90,-3 2 0,-1 2 0,1-1 0,2-4 0,-1 0 0,4-2 0,-2 0 0,0 1 0,2 1 0,0-1 0,1 0 0,-3 3 0,0-1 0,-2 4 0,0-1 0,0 1 0,3-5 0,-2 4 0,1-4 0,-2 4 0,-1 0 0,0 0 0,0 0 0,1 1 0,1-5 0,-1 4 90,1-3-90,-1 1 0,0 2 0,3-4 0,-1 2 90,2-2-180,-2 0 90,0 3 90,-2 0-90,0 2 90,-1 0-90,1 0 90,-1 0-90,2-1 270,-1 0 0,2-2-180,1-1-180,-1-1 0,1 0 0,-1 3 90,-1-2 0,0 6 0,-1-4-90,0 3 90,-1-2 0,1 1 90,0-1-90,1 1 0,0-2 0,1 1 0,-1 0 0,-1 2 0,-1-1 0,1 0 0,2-2 0,0 0 0,3-2 90,-1 0-90,-2 2 0,0 0 0,1 1 90,0 0-90,1 0 0,-1 0 90,0 0 0,0-1-90,1-1 90,1 0 0,1-1-90,-2 1 0,-1 1 90,-1 2-90,1 1 0,-2 1 90,2-2-90,-3 0 90,1 0-90,-1 0 0,2-1 0,-1 2 0,1-1 0,0 2 0,-1-1 0,2 1 0,-2 0 0,1 1 0,1-1 0,1 0 90,5-2-90,-3 1-90,5-1 90,-6 1 269,1 1-89,2-1-90,-2 0 0,-1 2-90,-1-1 90,1 1-270,0 0 180,2 0 0,3-1 0,-1-1 90,4 1-180,-6 1 180,1 0-180,-4 2 180,0 0-90,0 0 0,1-1 0,1 1 90,0 0-180,0 0 180,0-1-90,1 1 0,1-1 0,-1 1 0,1 0 90,7-2-90,-6 2 0,5-2 0,-6 3 0,-2 0 0,2 0 90,-2 1-90,0 1 0,0-1 0,1 1 90,-1-1-90,2 2 90,-1-1-90,0 2 0,0-1 90,1 0-90,-1 1 90,0 0-90,0-1 0,-1 1 90,0 0-90,0 0 90,-1 0-90,1 1 90,-1-1 0,6 2-180,-5-1 180,4 0 0,-6 1-90,1-1 0,-1 2 90,0-1-90,-1 0 0,5 2 90,-4-2-90,4 2 0,-5-2 89,-1 1-89,0-1 90,1 1 0,7 4-90,-5-2 90,4 2-90,-7-3 0,0 0 90,0 0-90,3 1 0,-1 0 0,6 3 0,-6-3 90,2 0-90,-4-1 0,1-1 90,-1 1-90,1-1 0,-1 1 0,1-1 0,0-1 0,0 1 0,0 0 0,0-1 90,0 1-90,0-2 0,0 2 0,0-1 0,-1 0 90,1 0-90,-1 1 0,1 0 0,0-1 0,0 1 180,5 2-180,2 1 0,1 1 90,-2-1-90,-4-2 0,0 0 0,1 0 90,0 0-90,1 0 90,7 2-90,-5-1 90,7 1-90,-8-2 90,0 1-90,1-1 0,-1 0 90,1-1-90,0 1 0,1 0 90,-1-1-90,1 2 0,-1-1 0,1 0 90,1 0-90,-2-1 0,1 2 89,8 1 1,-7 0-90,7 1 0,-8-2 90,0-1-90,-1-1 0,0 2 90,1-2-90,-1 1 0,0-1 0,0-1 0,-1 0 90,1 1-90,-1-1 0,0 0 0,0 0 0,1 0 0,-2 0 0,2 0 0,-1 0 90,1 0-90,-1 0 0,0 0 90,0-1-90,1 0 0,-2 0 0,1-1 0,0 2 0,0-1 0,0 0 0,-1 0 90,0 0-90,1-2 0,-1 2 0,8 0 0,-5 0 0,6 1 0,-6-1 0,-1 0 0,0 0 0,0 0 0,1 0 0,-1-1 0,1 1 0,0-1 0,-1 0 0,1-1 0,0 1 0,1 0 0,-2 0 90,3 0-90,-2-1 0,0 1 0,0 1 0,0-2 0,0 2 0,0-2 0,0 0 0,0 0 0,0 0 0,0 0 0,-1-1 0,1 0 0,1 0 0,-1 0 0,1-1 0,-1 1 0,0-1 0,0 1 0,0-1 0,1 0 0,0-2 0,0 0 0,0-1 0,1 0 90,-1 1-90,0-2 0,0 1 0,0-1 0,1-1 0,-1 0 0,0-1 0,-1 0 0,1 0 0,1-1 0,-1 0 0,18-9 0,-16 7 0,15-7 0,-19 8 0,2 0 0,0-2 0,0 0 0,0 0-3392,1 0 3392,-1 0 0,1 0 0,0 1 0,0-1 0,1 0 0,-1 0 0,1 1 3392,-2-1-3392,1 1 0,-1 0 0,1 1 0,0-1 0,-1 1 0,-1-1 0,1 1 0,-1 0 0,0 1 0,0-2 0,-1 2 0,0 0 0,0 0 0,1-1 0,-1 0 0,0-1 0,0 2 0,0-2 0,-1 1 0,1-1 0,0 0 0,0-1 0,0 0 0,0 1 0,1-1 0,-1 1 0,1-1 0,-2 0 0,1 0 0,0-1 0,1 0 0,0 0 0,1-1 0,0-1 0,0 0 0,1-1 0,-1-1-90,1 1 180,-1-1-90,2-1 0,1-1-90,0 1 180,1-2-90,1 2 90,0-2-180,1 2 90,-1-1 0,0 1-90,0 1 90,1 0 0,-1-1 0,2 1-90,0 0 90,0 0 0,0 1 0,12-7 0,-8 6 0,9-6 0,-11 8 0,0 0-90,0 1 270,12-6 0,-9 5-180,10-4-90,-12 6 0,1 0 90,0 1 0,1 0-90,14-4 90,-11 3 0,12-2 0,-15 4 0,0 2 0,1 0 0,-1 1 0,0-1-90,1 2 90,-1 0 0,-1 1 0,0 1 0,-1 0 0,-1 0 0,0 2 0,0-1 0,0 3 0,-2-1 0,0 2 0,-1 0 0,0 1 0,-1-1 0,0 2 0,0 0 0,-2 0 0,1 0 90,10 2 0,-8-1-90,9 2 0,-11-1 90,1 0-90,-1 0 0,0 1 0,0-1 90,-1 1-90,0 0 0,1 0 0,-1 0 0,-1 1 0,0-1 0,0 2 90,0-1-90,-1 2 0,0-1 90,-1 1-90,1 0 90,-1 0 0,0 0-90,-1 1 90,0-1-90,0 1 90,-1 0-90,1 0 90,0 0-90,-1 0 90,1 1-90,0 0 0,-1 0 90,0 0-90,0-1 0,0 1 0,-1-1 0,0 1 89,0 0-89,0 1 90,-1 0-90,0 0 90,0 0-90,-1 1 0,1 0 90,-2 0 0,0 0-90,0 0 90,-1 0 0,0 0-90,-1 0 90,0 1 0,0-1-90,-1-1 90,0 1-180,0-1 180,1 1 0,-1-1-90,1 0 90,0 0-90,-1 0 0,0 0 0,0-1 90,1 0-90,-1-1 0,0 1 0,0-2 0,-1 1 0,1-1 90,-2 1-90,2-1 0,-2-1 0,2 1 0,0-2 0,-1 1 0,1 0 0,-2 0 0,2 1 90,-1-1-90,0 1 0,-1-1 0,0 0 0,1 2 90,-1-1-90,0 1 90,1-1-90,0 0 0,0 1 90,0 0 179,5 5 1,-3-3-360,4 3 360,-5-4-360,1 0 270,1 0-270,-1-1 270,1 0-180,5 4-90,-3-3 270,3 2-360,-5-5 360,0 1-360,1-1 360,0 1-270,0-1-90,0 0 90,1 0 0,0 0 90,-1 0-90,2 2 90,0-1-90,-1 1 180,2-1 180,-2 2-360,3-2 270,7 5 0,-5-4-270,6 5 360,-6-5-450,-1 1 360,1-2-90,7 5-180,-4-5 180,5 4-180,-7-5 270,1 1-360,0-1 360,1 1-360,-1-1 360,1 0-270,-1-1 270,1 1-360,-1-2 360,0 1-360,1 0 270,-1 0-180,0 0-90,0-1 90,0 1 90,0 0-90,-1-1 90,0 0-90,0 0 90,-1 1 0,1 0 0,-1-1 0,0 0-3392,0 0 3392,-1 1-90,1-1 90,-2 1 0,1-1 0,0 1 0,0 0 0,-1 0 3392,0-1-3392,8 4 0,-7-2 0,6 2 0,-8-3 0,0 1 0,1-1 0,-2 1 0,1 0 0,0-1 270,0 0-360,1 1 90,-2-1 270,1 1-360,-1-2 270,1 2-270,-1-1 270,0 1-270,1 0 270,0 0-360,1 0 90,-1 0 0,0 0 270,0 0-270,1 0 270,-1 0-180,16 8 180,-11-5-360,12 6 360,-16-8-360,1 0 360,0 0-360,1 0 180,9 4 180,-6-3-270,6 3 180,-7-5-270,-1 1 360,1-1-270,0 1 180,0-1-90,9 4-90,-7-1 180,7 1-180,-9-2-90,-1 0 90,0 0 0,0 0 0,1 0 0,0 1 90,0-2 0,-1 1-90,1 1 90,0-1 0,0 0 0,-1 0 0,1-1-90,0 1 90,0-1 0,0 0 0,-1 0 0,2 0 0,0 0 0,1-1 0,0 1 0,-1-2 0,12 4 0,-9-4 0,8 3 0,-10-4 0,0 0 90,-1 1-180,0-1 90,0 0 0,1 0 0,-1 0 0,1 0 0,10 1 0,3 0 0,1 0 0,-3-2 0,2 0 90,-9-2-180,8 0 90,-10-1 0,-1-1 0,0 1 0,0 0 0,12 0 0,-9 0 0,8 0 0,-10 0 0,0-1 0,0-1 0,1 1 0,0 0 0,1 0 0,-1-1 0,0 1 0,0 0 0,0 0 0,-1 0 0,0 0 0,0 0 360,0 0-540,-1 0 450,1 0-360,-1 0 270,0 0-270,0-1 270,0 0-270,0 0 270,-1 0-360,1 0 180,8 0 180,-7 0-360,7 0 0,-10-1 90,0 1 0,-1 0 90,0-1-90,-1 2 0,1-1-90,-1 0 180,0 1 0,0-1 0,-1 1 0,1 0 0,-1-1 0,0 1 0,-1 0 0,1 0 0,-2 0 0,2 0 0,-1 1 0,1-1 0,0 0 0,0 0 0,0 0 0,0 0 360,7 1-450,-6 1 360,6 0-360,-8 0 270,-1 0-270,0 1 270,2 0-360,-2 2 360,1-1-270,-1 1 270,1 1-360,1 0 180,8 4 180,-5-2-270,7 4-90,10 6 90,-13-6 0,14 7 90,-19-9-90,0 0 90,1 1-90,0-1 90,9 6 180,-6-5-180,7 3 180,-10-4-270,0-2 270,-1 1-270,1-1 270,0-1-360,-1 0 360,0-1-270,0 1 180,-1 0 0,9 1-270,-6-1 360,6 1-360,-10-2 180,17 4-90,-13-4 270,12 3-270,-17-6 180,-1 1-180,0-2 180,0 0-180,0 0-90,-1-1 360,0-1-360,0 0 180,-2-1 0,6-1-270,0 0 90,1 0 0,-2-1 90,-4 0 0,0 0-89,-1 0 179,3 1 0,-1 1 0,2 2 0,1 0 90,11-1-90,-2 0-90,0-1 180,-5-1-90,-6 1-90,2-1-90,1 0 270,1-1-90,0 0 0,1 1 0,0 0 90,0-1-90,0 1 0,1-1 0,1 0 0,-1 1 0,14-1 0,-8 0 0,10-1 0,-11 2 0,2-1 0,0 0 0,2 1 90,0-1 179,0 0-359,1 1 0,0-1 90,0 1 0,0 1 0,-1-1-89,0 1 89,0 0 0,0 1 0,12 0 269,-11 0-449,22 3 180,-25-1-89,9 1 89,-14-1-90,10 2 90,-11-2 0,8 3 0,-14-2 0,0 0 0,0 1 0,-1-1 0,-1-1 90,12 5 179,-10-4-359,9 3 90,-15-4-90,0 0 90,4 1 0,1-1 270,4 1-360,-2-1 270,0-1-90,-1 1 0,2-2-360,0 0 0,3-1-179,-1-1-181,0-1-269,-2-1-451,-2 0-449,-2-1-179,0-1-361,-1-1 2339,0 0 0,-7 2 0,-3 1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3:02.09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1 675 7263,'14'0'2428,"0"-3"-1798,-1-1-180,0-4-360,-1-2 270,0 2-360,0-4 0,-2 3 0,2-3 90,13-12-1,-7 7-89,11-9 0,-12 10 90,1 0-90,0 0 90,0 1-90,1 1 90,0 0-90,0 0 90,1 2 0,-1-1-90,1 1 90,1-1-90,-1 2 90,0 0-90,-1-1 0,1 3 90,-2 0-90,1 1 0,-1 0 0,-1 1 0,1-1 0,-3 2 90,12-6 0,-11 5 0,7-4 0,-9 7 270,0 0-360,3 1 90,0 3 0,-3 2 269,0 1-359,-2 2 90,2 1-90,0 0 270,3 3-180,10 4-90,-4-1 90,9 2 0,7 1 0,-8-3-90,13 3 270,20 5-180,-21-8-208,25 6 118,-29-10-1171,-1-1 1171,1-1 90,0 0 0,34 0-90,-26-3-244,25 1 244,-35-6 90,-1 2-90,-2-3 0,0 0 0,11-4 90,-10 1-90,8-4 90,-15 2 85,-2-2-85,-1 1 1148,-1-2-1238,-2 0 90,-1 0-90,-2 0 389,-2 1-389,0 0 90,-2-1-90,0 1 0,-2-1 90,0 1-90,0-1 0,-1-2 0,1 1 90,0-1-90,1 0 0,-1-1 0,2 0 0,0-1 0,0 1 0,1 0 0,1 0 0,0 1 0,1 0 0,0 1 0,0 0 0,0 0 90,1 1-90,-1 1 0,0 1 0,0 0 90,-1 0-90,1 2 0,-1 0 0,-2 2 90,-1-1-90,-1 2 360,1 1 1259,0 0-990,0 0-539,-5 6 90,-1 3-90,-2 8 0,-1-2 0,2 3 0,-2-2 0,1 2 0,0 2-90,1 2 90,0 1-90,1 2 90,1 0-90,0 0 0,2 1 90,-1-1-90,2 0 0,2 0 0,0-1 0,1-2 90,1 0-90,1-1 0,1 0 0,2 0 0,0-1 0,2-1 0,1 0 90,13 5-90,-7-5 0,10 2 0,-10-6 0,1-1 0,1-1 0,1-1 0,1-1 0,1 0 0,1-1 270,2 0-360,2-2 90,2 1 0,2-1-265,3 0 175,1-2 90,3 1 0,1 0 0,3-1 0,2 0 0,2-2-663,1 0 663,3-1 0,0-1 0,1-1 180,1-1-180,1 0 0,2-2-90,1 0 90,3-3-920,0 1 920,2-3 0,1 1 0,1-2 0,0 0-90,0-1 90,0 0 0,0-1 0,0 0 0,0-1 0,2 1 0,-1 0 0,1 1 0,0 0 0,0 0 0,-1 1 0,-23 4 0,1 0 0,27-3 0,-28 4 0,-1 0 0,19-2 0,0 1 0,0 0-89,0 1 178,0 2-89,1-1 0,1 1 0,-1 1-89,-1 1 89,0 0 0,-1 2 0,-1-1 0,-1 2 0,27 1 0,-22 2 0,20 3 0,-30-1 0,-1 2 0,-1 1 0,-2 2 0,-3 1-2781,-2 2 2781,-2 0 0,-4 1-52,-3 1 52,-1 0 0,-4 1 0,0-1 0,-2 2 0,-3-1 665,-1-1-755,-4 0 270,0-1-180,-2-1 90,-1 1 472,-1-2-382,0 0 2914,0-1-3094,1-1-630,9 2 180,-8-4 359,8 2-358,-13-5 89,0 0-360,-1-3 1,0 0-271,-2-3 91,-1 0-271,-2-2-179,-1 0-180,-3-2-2968,-1-2 4497,-4-6 0,-2 7 0,-4-3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3:03.22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45 127 6813,'-12'-18'2339,"1"1"-630,2 3 0,2-1-540,1 2-719,9 5-270,5 9-90,7 6 90,1 8-180,-2 0 90,1 3 89,6 15-179,-5-6 90,5 10-90,-7-10 0,0 0 0,-2-1 0,-1-3 0,-1-1 0,-2-2 0,-1-3 90,-2-4 90,1 2 0,-2-4-180,-8-2 0,0-8-90,-8-8 90,4-5 0,0-3 0,3 1-90,1-4 90,1-2 0,1-2 0,2-1-90,1 0 90,2 0-90,2 3 90,1 2-90,3-3 0,0 7 90,4-1 0,3 9 90,5 2-90,1 5 90,10 7-90,-11 0 0,7 4 90,-10-1-90,-1 0 0,1 0-90,0 1 0,0-2-89,-1 0-1,-3-2 180,-3-1-810,0-1-4047,-1 1 3688,-8-9 719,-3-6 270,-6-6 180,-5-14 90,4 9 0,-2-7 180,4 8-1,0 0 1,1 0 0,1 2 180,1 1 0,2-4-91,5 2 1,1 0 90,8 5-270,2 6 0,1 7 0,2 4 0,-3 4-90,1 2-1,0 2 1,1 2 0,0 1-90,0 1 90,14 11 0,-12-11-90,9 9 0,-15-16 0,-2-3-360,2 0-359,0-4-540,-3-7-271,-4-10-448,-5-3 1978,-2-6 0,0 14 0,0 1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3:03.36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 53 6903,'-4'-15'4857,"2"0"-4767,7 5-1169,6 3-810,5 4 540,7 1-489,-5 2 1838,1 1 0,-12 0 0,-1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3:03.80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76 1 8432,'-16'13'2249,"3"2"-1799,3 0 179,2 3 91,-3 15-540,5-5 180,-2 11-360,6-10 90,1-1-90,1 0 0,3-2 0,1-1-90,2-2 0,1-3-90,1-2 0,2-2-90,-1-3-180,5 1 180,-1-6 180,3-3 0,-1-12 90,-5-3-89,-2-7 89,-3 0 0,0-3 0,-1-1 0,-1-1 89,1 1 1,-2 0 90,1 3 0,-2 2 90,1 1-90,0-1-90,1 2 0,4 1 0,4 8 0,-1 5 0,5 6 0,-2 5 0,1 5-90,2 4 90,1 6 0,1 7-1,1 5-287,-1 3 288,0 3 90,-2 0 0,-2 1 90,-1 0 0,-3-2 0,-1-1-90,-4-2 89,-1-2 91,-3-2-90,-1-4 0,-4-1-3207,-1-4 3297,-2-3-263,-2-4 173,-2-3-1,-1-2-89,-1-5 188,0-2-458,-3-4-90,1-4-90,-2-4 3214,-1-5-3483,-2-4 175,1-5-266,0-6 1,0-6-361,1-5 91,0-6-919,2-4-430,1-3 2248,-3-25 0,6 19 0,-3-16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3:04.24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 62 6813,'-3'-18'4498,"1"-2"-3599,2 5-359,4 6-91,3 10-89,5 12 0,2 6-90,3 6-90,3 8 0,4 5-416,0 6 326,2 3 0,1 1 0,0 0 0,0-1 0,0-1-90,0-1 90,-1-1-90,-1-2 0,-3-2 0,-1-3-180,-2-3 0,-3-3 0,0-8 0,-4-3 0,-2-5 180,-1-3-360,-2 2 360,-5-18 326,-1 0-326,-4-14 0,-2-2-90,0 1 90,0-2 0,1-3 0,0 2-90,1-8 90,1 8-90,2-2 90,5 7 0,2 5 0,8 5 90,6 12-90,-1 5 90,0 6-90,-4-2 90,0 1-90,2 1 0,-2 1 0,1-2 90,-4-1-90,0-1-90,-1-3-90,-2-3-180,4 0 1,-3-5-181,3-10-90,-6-4-89,-2-10 179,-2 1-1079,2-19 180,-1 6-180,1-15 1619,-3 11 0,0-3 0,-1-1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3:04.44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39 7083,'0'-17'4228,"2"2"-3689,3 8-89,3 8 90,0 12-181,3 6 91,-1 6-90,3 8 90,2 5-180,1 6-1,1 3 1,0 3-592,0 0 502,1 0 180,19 38-270,-14-33-1200,12 27 1110,-18-44-180,-2-3-90,-1-1-90,-1-7-449,4 7 449,-6-14-1259,3 4-4948,-6-11 6678,-10-13 0,4 5 1,-8-12-1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3:04.59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1 318 0,'-1'-15'3569,"3"3"-408,4 1-2532,4 4 1320,5 0-1499,3 0-91,5 0-89,4-1 859,4-1-1039,3-3 3060,5-2-3150,1-3-540,5-2-359,-2-2-450,4-3-1350,-3-1-899,3-2 3598,-4 1 0,-4 0 0,-1 2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3:58.6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92 579 6633,'-16'10'1979,"0"-2"-1259,2 0 89,2-1 720,1-1 180,0 0 990,1 0-2609,8-8 90,4-1 0,11-10-1,2 1-89,5-6 0,4-4 0,4-6 180,38-36-270,-22 21-385,-8 8 0,0 0 385,4-2 0,2 1-411,-4 2 411,1 0 89,11-9-89,-12 11 0,7-5-89,-16 15-1,-4 3-180,-2 3 0,-4 2-90,-2 4-359,-4 2 274,1 0-994,-3 3 1086,-5 7-726,-4 3-1,-4 8 91,-4 1-450,-1 1-180,-4 2 1619,0-1 0,4-7 0,2-1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3:59.0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0 7443,'-15'4'4677,"8"7"-4317,4 1-90,8 10 90,1 1-91,1 7 1,1 6 0,0 6 0,0 6-450,0 4 539,-1 2-179,1 0 90,-1 0 0,2-1 90,0-1-270,1-1 180,0-2-91,1-1 91,1-2-90,0 0 90,-1-1-90,2-2 0,-1-1-3243,0-3 3243,-2-3-90,2-1-53,-1-3 323,0-2-270,-1-3-90,1-4 298,1-1-298,0-3 90,1-3-90,0-1-547,1-4 637,1-1 90,2-3-1,1-3-89,2-3 90,2-3 0,2-5 0,0-2-90,4-5 869,-1-2-869,2-2 0,0-3 0,1-1 0,-1-2-90,1-1 90,-2 0-90,-1 1 89,-1 0-178,-2 1-1,-1 0-90,-3 2 0,-1 1-90,-2 0-180,-2 4 3391,-2 0-4201,-3 4-83,0 0-1266,-2 2 450,-6-4-1079,-5 4 810,-10 0 2428,-1 5 0,3 2 0,5 2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3:59.65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1 363 12660,'17'-11'809,"-1"0"-629,-1 3 0,0-1-90,3-1 0,1-3 0,0 0 0,1-1-90,-1 0 0,1-1 0,0-1 90,0 1-270,0-1-90,0 1 0,-2 0-90,0 1 1,-2 1-1,0 0 0,-3 1 90,0 1-359,2-2 269,-4 3 90,1-5 90,-5 4 180,-2-3 450,-2-1 179,-1 0-269,5 5-180,2 8 90,5 8-90,1 7-90,-1 2 90,0 5-90,2 3 0,-1 4 0,1 1 269,-1 0-359,1 1 180,-1-1-180,-1-1 180,-1-1-180,0-2 180,-1-2-270,-1-2 0,-1-2 0,-2-3 270,-1-3 0,-1 0-180,-3-14-90,-3-2 360,-5-15-360,-1 0 270,0-3-270,2-2 90,0-1-90,2 0 90,1 0 0,1 1 0,1 4 90,1 0-90,2 5 0,0 1 90,1 2 0,5 0 180,-2 4-180,4 1 89,0 3 91,6 5-360,-4-1 0,6 4 90,-6-2 0,1 2-90,0-1 180,-2 2-269,0-1-271,0 2-720,2 1-449,-1 1-2069,0 2 3688,-5 1 0,-4-5 0,-3-1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00.7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0 932 8882,'14'-16'1709,"-2"4"-1349,0 4-90,-1 0-1,1 0-89,1-2 0,0-3 0,1-1 0,1-2-90,0-1 0,0-2 0,0-2 0,-1 0 0,-1-3-90,-1 0 0,-2 0 0,0-1 0,-4 1 90,-1-1-90,-2 1 0,-3 1 0,-3 1 0,-1 2 90,-2 2 0,-1 3 90,-2 1 269,-1 3 1,0 2-180,-5 3-90,2 6-180,-1 5 90,3 7 269,6 6-359,1 4 180,3 21 0,3-7-180,2 14-90,4-13 90,1-1-90,1 0 90,3-2 0,-1-2 0,2-1 0,1-3 0,0-2 0,0-3 0,0-2 0,0-3-90,0-3 0,-1-3 1,1-4-181,-1-2 360,6-7-270,-5-2-90,3-9 90,-8-3 0,2-5 0,-3-6 0,1-3-359,2-23 269,-5 9-272,1-17 272,-5 16 90,-1 0 0,-2 2 90,-1 1 0,-1 5 1,-2 1-1,1 5 90,-2 4 0,1 3 90,1 5 359,-1 2 181,2 0-90,-1 2 181,10 8-721,-2 4 270,9 9-270,-4 2 270,1 2-270,1 2 270,2 1-270,0 2 0,0 0 270,0 2-270,0 0 0,-1 1 359,-1 0-449,-1 0 90,-2 0 0,-1-1 180,-1-1 0,-1-2-90,-1-2-90,-2-12 0,-2-5 0,-3-14 0,-1-3-90,2-5-180,0-4 1,1-3-91,1-3 180,1-1-899,4-19 449,0 14 0,4-12 1,-1 21-91,3 2 90,0 3 91,2 3 89,1 3 0,2 4 0,-1 2 181,2 4-1,-1 1 90,-1 2 0,0 1 180,-1 3-90,-1 0 270,-1 1 539,3 0 3869,-3 0-4138,-6 9-91,-5-1 91,-9 11 180,-3 8-270,2-4-181,-3 9 91,5-7-180,1-1 270,1 19-270,3-16-90,2 13-90,3-20-90,3-1 0,1-1 0,2-3 0,8 2-89,-3-5 179,7-1-180,-8-5 180,2-3-270,-2-2 270,1-3-270,-2-1 270,0-3-179,-1-1 89,-1-2 0,-2-2 0,-1-1 90,-3-2 0,-1-1 90,-2-2 0,-1 0 360,-4-10-90,0 8 89,-4-6 1,2 12 90,-2 2 0,1 1 449,-1 2 1,-1-1 89,1 4-899,6 11-90,2 6 90,10 14-90,10 18 0,-2-5 90,9 16-560,-4-10 470,1 3 45,2 3 0,2 2-45,7 16-687,-7-13 0,-1 0 777,2 7 0,-3 1 90,0 0 0,-4 1 180,5 25-1042,-9-22 772,1 17 90,-12-28 0,-5-4 0,-3-3 89,-4-5-89,-4-4 363,-2-6-364,-5-4 1114,-1-5-1383,0-6 0,-6-5-180,1-7 0,-6-6-90,0-7-179,-1-8 1050,0-8-1141,0-7-437,2-6 257,2-8 1,2-3-1,3-6-562,2 0 562,3-2-3180,3 2 3091,3 2-1,3 2-203,3 2-336,1 3-270,3 3 1709,1 4 0,2 2 0,0 2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01.1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1 245 6813,'5'-18'4408,"3"5"-3959,4 13-89,3 6 0,3 10-90,-1 1-90,4 3 0,0 4-1,2-1 181,0 3-360,1-2 270,1-2-270,0 0 180,0-3-180,1-2 90,-1-2-180,0-2 180,-2-4-270,0-3 90,-2-3 0,-2-4 0,-2-3 90,-1-5 0,-2-4 0,-2-5 0,-2-4 180,-4-5-90,0-3 270,-4-23-180,-3 10-324,-1-16 504,-4 17 0,1 2 270,0 4 89,0 5 91,0 5 629,1 5 0,1 0-1169,8 26-90,0 3 0,8 26-3375,0 6 3375,3 8-1480,1 3 1480,3 4-328,-1 1 597,3 2-359,0-1 0,1 0 180,1-2-180,1-1 90,0-4-90,0-4 90,-1-2-180,0-5 90,-2-3-90,8 7-90,-9-14-90,3 5 0,-11-17-270,-2-3 2345,-1-2-3514,-2-2-449,0 0-7763,-1-1 9953,-7 4 0,2-7 0,-5 1 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09.8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55 311 7623,'-11'-13'2608,"0"1"-1528,2 3 179,0 0 540,-2 0-1799,7 14 90,9 12 180,6 10-270,7 8 179,-2-2-268,2 2 268,1 2-269,1 2 180,9 16 90,-4-11-704,3 7 704,-7-18-360,-4-3 270,3-3-270,-4-1 180,1-2-450,0 1 270,-4-8 0,1 0 90,-5-6 90,-4-16 345,-2-4-345,-5-15 0,-4-6 0,0-4 0,-3-4 0,-1-3 270,-7-22-270,4 15-389,-5-13 389,5 21 90,2 4 0,0 5-90,2 4 0,2 6 0,1 4-180,2 1 180,13 12 389,-1 2-389,11 13 0,-1 5 180,0 3-270,2 1-3212,-1 2 3212,1 0-90,0 0 90,0-1-90,-2 0 90,-1-2-90,0-1 90,-3-4-90,-1-1 3303,-2-3-3213,2 1 90,-1-9 0,-3-4 0,-2-10 0,-4-6 269,-2-4-359,1-7 90,-2-1-89,-1-21 89,-1 11 58,-1-14-58,1 16 180,0 2-270,1 1 0,0 3 90,0 2-89,1 3-91,1 3-90,1 3-90,0 4-90,3 2 121,0 4-1020,1 1 540,7 4 89,-2 5-539,5 5-180,-4 6 1439,-1 5 0,1 3 0,-1 2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10.3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1 567 10141,'7'-18'900,"-1"-2"-6381,-2-1 5751,5-17 90,-3 7 295,5-11-565,-4 10 866,2-1-956,-2 0 0,1-1 0,-2 1 90,-1-1-90,-1 0 0,0 2 0,-1 1 0,0 3 179,-2 4 3068,0 5-2708,-2 4 1254,2 1-1793,-4 17 90,3 3-90,-3 38 90,1-9-90,0 19 90,-1-10 180,5 0-360,-2 1-987,4-2 987,2-2 0,2-2 0,1-3 90,2-2-90,1-2 90,1-3-90,1-3 90,0-5-180,1-3 90,0-4-90,0-2 90,1-3-89,0-4-1,-1-3 0,1-3 1257,-1-5-1257,1-3 0,-2-4-90,1-4 90,-1-3 0,0-3 90,-2-4 0,0-2 0,-1-2 180,-1-2-180,-2 1 1,-1 0 89,0 2 179,-1-17 181,-3 19 450,0-15-91,-3 26-359,2-1-180,2 13-90,2 5 0,1 10 0,-1 2 0,2 3 0,-1 1 0,2 3 0,-2 2-90,0 1 90,-1 1 0,-1 0 0,-1 1-90,-2 1 89,0-1-89,-2 0 0,-1-1 0,-1 0-89,-2 0-91,-1 0-90,-1-2-180,-2 0 0,0-2 1,-1-1-181,0-3 90,-2-2-809,2-3 539,-5-4 1,4-8-540,-3-5-270,3-9 1619,2-5 0,-1-5 0,1-4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10.70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 24 6813,'-2'-17'6476,"7"10"-6206,0 10 0,7 14 0,-1 10-90,3 4 0,2 8-605,0 3 605,2 5 0,1 1-90,-1 1 0,0-1 90,-1 1-90,-1-1 90,0 0-90,0-2 0,-3-2-90,0-3 90,-1-2-1,-1-4-89,0-3-89,-1-2-91,-1-5-90,-2-3 0,-1-3-270,-1-4-2968,0 0 3123,-9-8-514,0-6-630,-8-9-270,0-7 1799,-1-4 0,-2-3 0,-2-1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10.84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15 291 8432,'-10'-19'1979,"5"1"-1799,10 5 0,5 0-90,1 0 90,2-2-180,2-3-90,2-1-180,1-2-180,1 0-179,0-1-91,-1 1-629,1 0-270,-1 1 1619,-1 1 0,-7 9 0,-3 2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11.3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0 341 8252,'9'21'3059,"-1"-4"-2700,3-7-359,3-10 0,0-7-90,1-6 0,-4-3-89,1-1-91,0-3 0,1-4 0,-1-2 0,-1-3 0,0-1 90,-1-1 1,-2 0-1,-1 0 90,-2 3 360,-1-5 359,-3 7-449,-5 5 0,0 15 0,-3 15 0,2 10 0,0 8 0,1 2-91,1 5 1,1 1 0,1 0 270,3 0-360,2-3 0,2 1 0,1-4 0,2 0-90,2-6 0,0 0 0,1-6 0,1-1 0,1-5 0,0-3 1,-1-4-1,0-4 0,0-2 270,-1-5-270,0-2 0,-2-5 90,0-3-90,-2-4 90,-1-2 0,0-2 0,-2-1 90,-1-2 0,-1 1 89,-2-1 1,1 2 0,-2 3 0,1 3 180,-1 3-180,0 0-180,5 11 90,-1 5-90,4 13 0,-3 6 0,1 5-90,0 1 180,-1 2-180,0 0 360,-1-1-270,-1-3 180,0-2-270,0-3 180,0-2 629,0 1-629,1-13 0,-1-5-90,2-15-90,-2-4-90,2-5-90,0-3-179,1-1-91,0-3-90,0 0-989,2-11 810,-2 13-720,0-4 1529,-3 15 0,-2 10 0,-1 2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11.7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83 10411,'11'6'2429,"-1"1"-1980,-4 5-89,2 1 0,-1 2-180,1 2 90,1 2-90,0 0-90,0 0 0,0 0-1,0 0-89,-1 0-89,0-1-1,-1-2-180,-1-3 0,1 2-540,-1-3 720,-1-10 90,-1-5 0,-2-13-90,0-2 180,-2-5-90,2-3 90,-2-4 0,1 0 0,-1-2 90,2 2-90,-1 1 0,0 4 0,2 3 270,-2 5-360,4-2 360,0 7-360,6 3 0,-1 8 0,2 7-3392,-1 2 3392,1 4 0,1 1 0,1 1 0,-1 2 90,1 1-180,-1-1 90,1 1 0,-2-1 3482,1-1-3482,-2-2 0,-1-1 0,-1-1 89,1 1-178,0-2-271,3 0-630,-2-7-809,2-4 720,1-8-990,0 0-539,0-1 2608,0 1 0,2-1 0,1-1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12.5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0 242 8162,'9'-22'4228,"0"16"-3778,-3 11-91,2 17-89,-3 5 0,2 5-90,0 7 0,-1 4-1589,1 4 1499,0 3 90,0 0-424,-1 2 334,2-1-90,-2-2 90,0-3-90,0-3 0,0-4-90,2-4 0,-1-4-90,1-4 1,-2-4 268,-1-4-448,0-4 89,0 0 1793,-2-15-1613,-1-5 489,-3-17-489,-1-8 90,-2-7 0,-1-9-1345,-2-5 1615,-1-7-360,-3-3-496,0-5 496,0-2 90,-2-1-1299,1 1 1389,1 3-939,0-17 849,4 25 0,2-9 0,4 32 836,2 5-836,2 6 635,0 5-455,3 4 1309,8 9-1309,-1 7 1299,9 10-1389,-1 9 0,3 9 0,2 7 0,2 5-90,0 5 89,0 1-1306,1 1 1217,-1-1 90,-1-1-490,-1-1 400,-1-3 270,-2-1-360,-1-3 270,-1-3-450,-2-3 90,-2-4-90,-2-4 0,-3-4-179,-1-4 443,-3-3-4042,0-2 1714,-9-3 2334,-2-4 0,-1-3 0,-1-4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13.3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1 636 10321,'24'3'2159,"2"-1"-1889,-9-2 0,1-3-91,-2-1 1,1-3 0,1-3 90,2-2-360,0-2-180,1-3 0,0-2-89,1-3-91,-1 0 0,-1-2-90,-1 0 271,-3-1-271,-2-1 0,-3 2 91,-2-2 89,-2 1 90,-2 1 0,-3 1 270,-2 3 0,-2 2 450,0 3 179,-4 0 541,0 4-1080,4 15 0,2 4 0,7 16 89,8 7-179,-1-5 90,6 8-90,-3-10 0,2-1 0,0-1 0,2-2-179,17 5 89,-14-11 0,12 3 0,-18-15 90,-3-2-90,-1-2 90,-3-3 0,0-8 90,-5 0 0,0-7 0,-6 2 89,-1-1 1,-3-1 90,-1-2-90,-1 1 90,-1-1 90,-2 3 0,2 2-91,-1 2 181,2 2 0,0 2-450,6 13 0,2-1-90,5 15 0,0-2 0,0 3 270,2-1-360,-1 2 180,1-3-180,0 1-90,-1-2-179,-1-2 89,2 2 90,-3-3 270,-2-10 0,-4-3 270,-3-14-270,-1 1 0,-3-13 0,4 5 0,-3-10 0,3 8 0,1-2 0,1 0 0,2 0 0,1 2-90,5-8 90,0 10 0,4-5 0,0 11 0,0 3-90,1 2 90,2 2 0,0 2 0,1 3 0,-2 1 0,5 5 90,-2 4 0,-1 3 180,-4 4 89,-5 5 91,-2 2 90,-2 6-90,-4-2-91,1 0-179,0-4 0,3 3-90,1-6 90,4 2 0,-1-3-90,4 0 90,1 2-90,3 0 180,10 12-180,-4-6-1,7 8 1,-7-7 0,0-1-90,-2 1 180,-1 1-90,-2 2 90,-1 12-90,-6-8 0,-3 10 0,-6-12-180,-4-1-90,-2 0-90,-4-1-90,-2-3 91,-3-3-451,1-3-90,-1-3 1,1-5-91,-1-4-179,1-6 0,0-6-181,1-8-359,2-7-629,1-7 2248,2-6 0,1-5 0,3-3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13.5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15 6633,'11'-12'3778,"3"10"-2968,1 6-181,3 10 1,-4 5-90,2 4-91,0 5 1,1 3 0,3 4-90,-2 2 89,3 3-3481,-1 1 3392,1 2-90,-1-1-192,0-1 101,-1-2-89,-1-2-90,-1-3-180,-1-3-179,0-3-91,-3-2-180,1-2 271,-2-4-451,0-2 3117,-3-4-4196,0-3 1961,-1 1 0,-4-7 0,-1 1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13.74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0 334 10051,'4'-19'1889,"2"3"-809,12-6-901,-2 7 91,11-11-180,-6 9 90,2-1-180,-1-2-180,2 1-90,-2-1-179,0 1-181,-1-1-180,-2 2-89,-1-1-90,-2 3-631,-2 1-358,-1 2 1978,-4 2 0,-3 5 0,-4 2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14.6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1 828 6723,'6'19'2429,"0"1"-1800,2 1 91,0 1 0,1 1-181,1 0 1,-1-1-90,1 0-1,-1-1-89,1 0-90,-1-2 0,0-2-3392,-1-3 3302,-1-2 90,1-2-270,-1 0 179,0-9-448,-1-4-1,-1-11-90,-2-5 0,0-5 3302,0-3-3391,1-2-361,3-15 91,3-3 359,0 1 0,2 7 0,-3 16 90,1 0 90,2 4-179,6-8 269,-3 7-90,5-4 90,-6 9 0,-2 2 0,-1 2 270,-2 2 1169,0 1-899,-6 11 0,-3 4 89,-7 13 1,-2 2 90,-3 4 269,-4 16-539,2-9 0,-2 12-91,7-16-89,1 1 0,2-3-90,2-1 90,3 7-270,3-10 90,1 4-180,1-12 90,2-3-269,0-1 269,7-3-90,0-7 90,3-3 0,-4-8 0,-2-4 90,-1-3-90,0-5 90,-2-2 0,0-3 0,-4-2 0,0-2 180,-3 2-90,1 0 809,-3-4-89,1 7-450,1 0-270,3 22-1,3 7 1,0 14 0,1 3 0,-1 2-90,1 2 90,4 9-180,-3-7 0,3 5-90,-4-13-89,0-2-91,-1-3-270,1-1 360,0-9 90,0-4 1,1-11-1,-3-8 0,1-4 0,-1-6 0,1-5 0,-2-6-450,1-29-628,-4 12 898,0-24-90,-2 18 91,-3-5 89,-1-3 0,-1-5 270,-1 5 540,-3-16-91,2 30 1,0-5 0,3 34 359,4 5-629,-2 17 90,4 13-90,-1 20 90,3 10 0,1 7-467,2 6 466,1 7 1,1 4 0,2 3 180,1 3-270,0 0-5,1-2-85,1-1-1,1-5-89,0-3 90,1-5-180,1-4 1,-2-6-91,1-5-473,-2-5 383,-1-5 169,-1-6-528,-2-4 810,2-6-361,-3-9 774,2-8-864,-3-9 0,0-7 90,0-6 0,-1-5-90,-3-4 180,-1-4 348,-2-2-258,-1 0 90,-2 0 12,-1 4 78,0 5-90,1 5 90,2 5 90,-3 6 0,6 0 179,-2 7-269,8 5 0,2 7 0,3 8 0,0 4 180,1 2-360,2 3 360,-2 0-450,2 1 359,-1 0-358,1-1 358,0-2-449,-2-2 360,0-1-270,-1-2 180,-2-2 90,2 0 0,-1-5 0,-1-7-360,-4-4-90,-4-6 0,-2 1 91,-1-3-451,0 0 0,-2-3-89,0-3-181,0-3-89,0-1-360,-1-4-990,1 0-719,-1-4 3058,0-4 0,0-3 0,-1-2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14.76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15538,'21'14'-450,"-2"-3"-269,-8-4-7736,6 2 8455,0-1 0,-5-1 0,-3-3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15.1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55 0 8162,'-9'16'4408,"-1"13"-3419,1-4-179,-1 13-181,5-8-89,-1 2-90,3 2-90,0 0 179,3 1-359,1-2-90,2-1 270,3 10-360,2-1-270,2-2 90,-1-8-449,2-13 359,0-5 180,3-9 90,-3-7 0,0-12-90,-3-4 90,0-3 90,0-2 0,-1-1 90,0 0 0,-2 1 89,0 2 91,-2 4 360,0 2-1,-1 1-269,3 2-360,4 9 90,1 5 0,14 22 0,-8-7-90,10 11 0,-6-11 90,2-3-90,3 0-90,2-4-90,3-1 0,3-4-180,0-3-180,2-5-180,-1-3-179,0-4 89,0-5-719,2-5-90,-1-4-270,1-4-4291,-2-1 2402,-1-4 3688,-1 0 0,-4-1 0,-1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20.7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 1 11221,'-14'2'4587,"7"8"-4407,9 9 90,4 7-180,-1-3 90,2 3-1,1 3 91,1 2-90,2 3 0,0 2 270,-1 4-270,2 2-90,-2 2-359,1 3 449,1 3-90,-4 3 90,4 4 0,-3 2-810,1 4 810,-1 2-90,1 2 180,1 1-90,0 2-1,1 0-2974,1 2 2975,1 2 0,0-1-689,3 0 599,-1 1 0,1-2 0,0-2 0,1-1 243,1-2-288,-1-9 0,0 1-45,6 14-709,-5-16 1,-1-3 708,0 2 90,1-2 1617,-1-2-1707,-1-1 0,-1-1 90,-1-3-90,-1-2 0,-1-1 0,-2-3 0,-1-1 0,-1-2 0,0-2 0,-2-3 656,-1-1-656,1-4-180,-2-3-89,0-2 2908,-1-5-4258,0-2-308,-1 0-4279,2-3 2030,2-9 4176,-1-6 0,0-5 0,-4 1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21.6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1160 9871,'15'-22'900,"-1"-2"-720,-4 7 90,2-6 179,17-37-359,-9 17-545,13-31 544,-14 28 299,0-3-298,9-27 180,3-8-1292,-1 0 1202,-1 6 0,-9 26 0,0 1 450,14-32-451,-12 32-104,10-23 195,-17 42-90,-2 5 0,-1 1-90,-1 5 90,-1 3 90,-2 4 1201,0-1-7227,-1 3 1798,0 9 3958,-7 6 0,2 4 0,-6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22.3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950 0 6993,'-4'14'3058,"-2"-3"-2158,-4-3-451,-3-1-765,-4 1 765,1-2 181,-1 1-181,-1 1 1,1-1 0,-7 2 90,1 1 449,-16 8-539,7-3 359,-12 7 1,-3 4-450,10-5 611,-13 8-701,17-9 180,-15 12-270,13-8-90,-10 8 0,15-9 0,0-1-1,1 1 1,1-2-90,0 0 90,-1 0-90,5-3 90,-2-1-90,6-2 0,1-2 245,2-1-334,1-2 89,1-1-90,2-2-180,1-1-270,-2 0-809,3-2-4588,-2 3 4768,12-10-900,3 3-719,10-8 2788,0 2 0,-4 3 0,-2 1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22.9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0 112 8072,'3'-24'2429,"1"2"-1530,-3 7 271,2-1 1079,-3 2-1440,3 0-89,2 10-361,7 1-89,0 9 180,4-1-90,-2 1 0,1 3-1,2 2 1,3 2 0,2 3-90,3 3 90,1 3-1,4 5-89,2 4 0,4 3-90,2 2 0,3 2-621,2 1 531,3 0 0,1 1 0,1-1-90,2 0 90,-1-1-90,1-1 0,-1 0 90,0-2-90,-2-1 0,-1-2 0,-1-1 90,-3-2 179,-2-2-359,-3-1 90,-4-3 0,-5 0 0,-2-6 0,-6-1 90,-4-5 90,-3-2 360,0 0-2429,-2-3 720,-6-9 620,-3-4-1340,-7-11 1,-1 0-1800,-1-4-1529,0 0 5217,-1-1 0,4 9 0,1 4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26.9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29 302 7353,'-14'4'6476,"0"0"-5576,14-5-631,16-4-89,4 0 0,11-3 0,-11 5-1708,6-5 1708,2 0-90,5-2 0,1-1 270,5 1-360,3-1 0,3 0 0,3 0 180,25-4-937,-15 3 847,18-2 180,-23 4-683,0 1 413,-1 0-90,-2 2 1350,-1 0-1260,18-3 0,-17 3-39,13-2-51,-23 3 360,-2 0 448,-1 1-808,-4-2 0,12-1 90,-13 1 0,8-1 510,-14 3-510,-3-1 154,1 1-154,-3 0 364,0 1-364,-2 1 0,-1 0 0,-1 0 0,0 0 0,-1 1 0,6 0 90,-6 0 180,4 0-360,-6 1 0,3 0 90,2-1 0,-1 1 0,0 0 2339,-3 1-1889,-2 1-360,-3 5 0,-3 5-90,-4 2 0,5 27 0,-2-17 89,3 20-89,-5-21 0,1 3 0,1 1 0,-1 3 0,1 2 0,0 4 0,-1 3 90,1 3-90,-2 3-299,0 1 299,-1 4 0,1 0-3203,-1 2 3203,0 0 90,-1-1-235,2-1 235,-1-1 89,1-2-89,0-2 0,1-1 0,0-2-2124,0 0 2034,1-1-60,-1-1 150,0-3 2094,1 0-2094,-1-1 142,0-3-52,2 10-90,-2-11-90,0 6 384,-1-15-384,-1-2 89,-1-2-89,2-2 0,0-2 0,0 0 3482,-1 0-3482,1 1 0,-1 1-179,-4-1-1,-4-6 0,-10-3-90,-9-5 0,-1 0 90,-4-1-180,-12-2 270,8 0-89,-15 1 89,11-1 0,-4 1 0,-1 1-257,-3 0 257,0 0 0,-2 1 90,0 0 0,-2 1 0,1 1 0,0 1 90,0 0-90,1 0 90,2 3 0,2 0 0,2 2-1,2-2 1,2 1 0,3-1-90,4 0 90,2 0-90,4-1 90,2 0-90,3-2 0,-4 1 257,3 0-257,-4 0-90,3-1 0,2 0-89,-1-1 89,-2-1 0,-3 0 0,4-1 90,-6-1 0,10 0 0,-5 0 180,0 0 0,3 0-270,-3-1-180,5 0 180,11-5 90,2-4 0,8-3 0,0-3 0,0 2 0,1-2 0,0-1 0,-1-2 0,0-1 0,-1-2 0,-1 0-3392,-1-2 3392,-2-2 90,-1 0-90,-1-3 0,-2-1 90,-6-19-90,-1 9 0,-4-15 0,0 12-212,0-3 212,-3-2 0,-1-3 0,-13-29 0,8 21 0,-9-22-501,10 29 411,2 0 90,1 3 0,1 2-184,3 4 184,1 3 0,2 3-90,2 4 360,1 2-270,2 3 0,2 3 3036,2 3-3036,0 1 760,2 3-760,3-8 313,1 9-313,2-6-90,1 8-90,1 1-90,0 2-360,1 1-989,2-1-3778,-1 2-269,4 8 5666,-7 13 0,0-1 0,-6 4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27.64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38 6993,'0'-18'6117,"1"2"-5938,4 12 91,1 5-90,6 13 450,9 18-540,-1-2-250,10 17 250,-6-6 0,1 5-549,1 4 459,0 4 179,-2 3 1,0 4-90,-5-7 0,0 0-776,4 13 1,-2-2 865,6 30-180,-12-34 90,-1-2 180,-1-2-585,-1-6 0,-1 1-360,2 1 136,7 32-1,-15-63-539,-2-4-1799,0-2 2762,-3-13-1863,-1-4 1979,-3-15 0,-1-6 0,0-1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27.9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0 115 6273,'2'-26'1619,"-1"2"-269,-2 4-91,3-1 720,-2 6-1709,6 7 0,0 10-91,3 15 1,-1 6-734,2 7 914,0 5-270,2 4 0,0 5 90,7 26-90,-3-13-347,5 21 347,-5-16-1415,0 1 1415,1 4 0,-3-2-749,-1-1 659,0-2-110,-3-5 200,5 19-360,1-5 90,-1-2-90,-1-14-90,-6-24-179,-1-5 308,1-5-308,-2-4-81,4 0-280,-3-13 2098,2-8-1647,-5-13 217,-4-10-217,-1 1-91,-2-4-180,0-4 91,0-5 629,-2-3 0,-1-4 0,-1-2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28.1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1 112 6004,'0'-21'989,"1"1"-449,0 3 89,2-1 1,0 4 359,3-1-269,4 9-360,4 8 0,1 7-91,0 7 1,-1 3 0,0 3 0,2 4-90,0 3 0,1 4 0,1 3 0,0 3-90,-1 3-285,1 2 195,-1 3 180,1 1-180,-3 1 0,1 1 0,-3 0-270,9 21 0,-9-17-2150,7 16 1880,-7-25-270,-1 0-336,0 0 337,1-1-720,-2 1-450,0-2 1979,0 0 0,-1-2 0,-1-2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29.3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 32 7533,'-16'-15'6746,"2"0"-6566,14 13 269,1 3-359,20 30 0,-7-8 0,11 21 270,-8-12-270,1 3 180,-1 3-270,1 2 270,0 2-609,1 3 339,-1 0 0,-1 2 0,0-4 89,-2 0-89,-1-3 0,0-2 0,-2-4 90,-1-3-90,-1-3 0,0-4 0,-3-3-179,0-5-181,-1 1 249,-2-4-69,-5-11 270,0-6-270,-6-17 0,0-4 1,-2-6-1,0-5 90,0-4-90,-2-4 90,2-1-279,0 0 369,2 2-90,1 3 0,1 2 90,3 5-89,-2 5 89,5 2-90,-1 4 90,7 1 0,-3 4-90,5 2 90,-2 3 0,2 3 0,3 3 278,1 4-278,2 5 0,2 4 90,0 4-90,0 5 0,-1 4 90,0 4-90,-1 2 90,-1 4 0,-2 0 90,-2 4-90,-1 1 270,-3-1-270,-2-1 0,-2-2-1,-3 0-89,-1-4 90,-2-1 0,-2-3-90,-1-4 0,0-2-180,-1-3-269,-1-3-1,-6-3-180,3-7-89,-5-5-1,4-7-179,1-5-1890,-4-19 451,6 5 2338,-1-11 0,8 9 0,3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29.8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53 511 7803,'-7'-5'3957,"3"3"-3507,-5 13-90,4 3-90,-1 4 0,0 3-91,0 1 1,2 2-90,0-1 0,3 0-90,0-1-90,2-3-90,2-1 0,0-2-359,2-3-91,4-1 360,3-6 0,-1-4 1,2-7-1,-4-6 0,0-4 90,-1-3 0,0-3 90,-2-2 0,0-2 0,-1 0 90,-1-1 0,-1 5 180,-1-1 270,0 5 269,0-3 991,-1 4-1621,4 6 181,-2 12-180,5 11-90,-2 6 0,2 2 0,1 2 0,1-1 0,0 0 0,1-2-90,-1-1 0,1-3 0,-1-1-179,0-4-271,-1-2 0,2-2 180,1-11 1,-2-4-1,1-11-90,-5-3 0,0-4 91,-2-4 179,0-2-90,-1-2 180,-1-3-180,-2-1 90,-1-2 0,-2-3 0,-1-2-343,-2-2 433,-2 0 180,-1 1 90,-1 4 0,1 4 102,-1 7 258,2 4-3253,1 5 3882,1 6 1,1 0-271,3 15-311,6 12-408,4 12 233,4 12-233,0-3 90,0 2 90,2 2-91,1 1 91,1 0 0,0 2 270,8 16-271,-6-13 2970,4 10-3059,-8-18-180,0-2 90,-1-3-180,-2-2-90,0-2-270,-1-4-180,-2-2 91,0-4-1440,-2-1-6387,0-2 8276,-9-11 0,4 3 0,-6-9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30.0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1 321 11580,'20'-12'540,"0"-1"-6110,-8 2 5570,2-4 0,1-3 1229,1-4-1499,1-5-180,0 0 680,1-3-1849,5-10 180,-6 10-270,5-6 1709,-9 15 0,-6 10 0,-2 3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30.4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 40 7263,'-6'-14'6656,"1"1"-5846,5 0-541,4 13-89,2 3 0,4 14 90,0 4-180,2 4 0,1 6 0,0 2 0,2 3 0,-2 1 0,1 2-90,-1 0-90,0-1 0,0 0 0,-1 0 90,0-3-360,-2 0-90,-1-3 1,-1-4-181,-2-4-180,1-4-1168,-2-4-3329,1-1 5307,-2-16 0,-1 6 0,-2-12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31.0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1 675 8162,'12'-12'1979,"1"-5"-1799,-4 1-90,2-5 90,-3 1-90,0-1 0,2-3-180,-1-1 0,0 0-90,0-1 0,-2 1 0,0 0 0,-1 1 0,-1 1 180,-2 4 0,-1-3 450,-4 8-270,-5 2-90,0 20 90,-2 3 0,4 23-90,2-11-90,1 10-3302,2-10 3302,2 0-227,1-2 137,1-1 0,2-3 90,5 5 90,-3-9-180,5 3 3324,-2-9-3414,3-6 115,3-15 425,0-17 0,-6 4 0,-4-9-1,-5 20-89,1-2-270,3 13-180,1 7-90,5 9 91,0 1 89,1-3 270,1-5-91,-2-5-89,0-10 90,-5-1 0,-1-5 90,0-11-180,-1 10 90,1-13 0,-1 14-90,-2 1 90,5 9 0,0 8 0,2 9-90,-2 4 90,-1-2-90,-2-1 0,2-1 90,0-1-90,2 1 0,0-2 0,5-4 0,-3-7 0,0-5 0,-3-5-90,-4-3 0,6-12-90,-3 4 0,2-9-180,-4 7 91,1 0 89,-1-1-90,0 0 90,-1 3-90,0 1-90,-1 4-269,0 2-91,-1-3 0,-1 1-719,-1 0 1439,-4 5 0,2 7 0,-2 2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31.2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10321,'13'6'2069,"-1"1"-3148,-1 0-1980,0 2 721,1 0 2338,-3 2 0,-3-5 0,-4-2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31.6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1 257 11041,'18'11'2788,"-1"-2"-2698,-4-8-180,0-3 0,-1-3-90,-1-3-90,-2 0 1,1-2-91,-2-3 90,1-1-90,-2-2 90,-2-2-90,-1-1 91,-2-1 89,-2-1-90,0 0-90,-5-15 360,1 16 360,-3-9 270,-2 18-1,-1 5-269,-3 8-180,5 4-90,2 10 90,4 2 0,1 3-90,3 2 89,2-1-89,3 2 270,14 16-270,-5-15 0,11 11 0,-10-22 0,1-3 0,-2-1 90,2-1 0,-3-2 0,2 0 179,-1-2 1,-3 1 270,-2-1-90,0 3-1,-4 0-89,1 3-90,-4 1-90,-2 4-180,-2 3-180,-2 3-180,-3 2-270,-2 4-449,-2 0-451,-1 2-89,-3 1-1619,-2-1-1169,-1 0 4317,-1-5 0,0-3 0,0-2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32.4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 73 11041,'-2'24'899,"1"1"-809,5 1 90,1 3-90,2 1 0,3 0-90,2 0 0,2-1-90,2-3-90,2-2-90,1-4 90,0-3-179,9-1 179,-7-6 0,5-3 90,-10-8 0,-1-3 90,0-6-90,1-11 90,-5 0 0,1-9 90,-7 5 90,-2 0 0,-2-3 89,-2 2 1,-1-1 90,-1 4 0,-2 1 90,0 3-91,0 3 451,0 2 89,-2 1-899,11 14 0,-1 0-179,20 25 89,-8-11-90,8 7 90,-9-12-90,0-3 0,4-1 270,0-4 180,0-4 180,-3-6-181,-6-8-89,-5 1 90,-5-3 0,-2 4-180,0 0 90,-3 0-180,0-1-90,-1 3-90,0-1-630,0 4-719,-2-3 1529,0 4 0,2 1 0,3 3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32.6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14998,'10'22'900,"1"-1"-720,1 0 0,1 1 0,1 2 0,8 13-180,-5-8-90,4 8 90,-6-13-180,-1 0 90,0-2-90,-1 0-90,1-2 180,-3-2-630,1-1 1,-4-4-1260,1-1 1979,-2 0 0,-3-6 0,-1 1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32.8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34 9062,'2'-14'2878,"4"4"-3777,5 3-990,4 4-1349,2 3 3238,-2 5 0,-6-3 0,-4 1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33.4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0 690 7173,'14'16'1799,"0"-2"-1080,-7-5-269,1 0 180,1 1-360,-1 1 179,1-1-359,-1 0 270,-1-1-360,3 2 450,-1-1-270,2-1 0,-2-8-270,-1-11 90,-4-4-90,-1-7 0,0 3 90,0-1 0,0 0-90,1 0 0,3-7-90,-2 7 0,6-8 0,-3 14-90,2-1-179,2 6 179,2 5 90,1 2 0,1 6 0,-3 2 0,0 1 0,4 1-89,-3-2-1,4 1 0,-4-2 0,-1 0 180,3 0 360,0-4 90,-4-5-180,-7-9 179,-6-2 1,-4-4-90,-2 3 90,0-1 0,-3-2-1,-1-2 361,-7-9-360,3 7 179,-5-7 1,7 12 0,1 1-90,1 3 359,3 2-89,-1 1-720,4 12 90,2 2-90,6 15 0,4 2 0,2 5 0,1 2-90,2 3-630,10 24 450,-8-21 90,8 17-89,-12-30 89,-1-3-90,-1-3 0,0-2 450,-7-17-270,1-2 0,-7-19-90,-4-14 180,2 4-90,-5-13-171,2 9 261,-2-2 0,-1-3 0,-2-3-90,0-3 90,-1-2 0,-3 0-372,4 0 462,-2 4 0,6 6 180,0 8 0,4 6-90,1 6 899,1 6-809,8 14-90,1 10 90,8 18 179,1 8-110,3 7-159,11 25-180,-4-12-207,9 18 207,-8-23 0,1 0-487,1-3 487,-2-3-180,1-1-180,-1-4-90,-1-2-269,3-4 179,-5-2-539,2-5-1440,1 4 181,-7-12-811,4 3 3149,-9-12 0,-6-3 0,0-3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36.2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688 375 14279,'15'-10'360,"0"0"-270,1 4 0,3-2-798,17-10 708,-3 1 90,15-7-90,-9 3 0,3-1 90,0-1 98,3 1-188,0 0 0,0 0 0,1 3 90,-3-1-90,16-4 0,-16 7-1908,9-2 1908,-20 8 485,7 0-485,-11 4 0,3-1 184,-14 4 355,1 0 1440,-5 1 2069,2 0-2020,-6 5-2028,-1 7 0,-3 3-89,-2 5 89,1-3 0,0 2 0,-1 0 0,4 13 89,-2-6-89,3 9 0,-1 4 0,-1-8 90,3 9-90,-4-11 90,4 14-90,-2-8 0,2 13 90,-3-10-90,1 1 90,-1 1-90,2 1 0,-2 2 90,2 1-90,-1 0-238,0 2 238,0-1 0,1 2 0,0-1 90,1 2-180,1-1 180,0 0-90,0 1 0,1 0 0,0 1-90,1 0 90,1-1 90,0 1 180,2 1-270,0 1-3313,6 25 3313,-3-16 0,4 18-635,-6-21 635,1 1-184,-1 1 184,1 2-90,-1 0 90,7 27 0,-5-20 0,5 20 0,0-2 0,-5-20-535,4 18 535,-6-24 0,6 25 0,-6-18 0,5 19 0,-6-25 0,-1 1 0,0-1 0,-1 2 0,1 0-620,4 26 620,-4-20-230,3 19 230,-6-27 0,0 1-90,-1-3 90,0 1-90,0-2 90,-1-2-89,-1 0 178,2-3-178,-1-1 484,1-2-395,0-3 0,0-1-90,-1-2 180,1-3-180,-1-3 180,1-1-180,-2-3 2507,1-2-2417,-2-2 90,0-3-90,0-3 1692,0-2-1782,-1-2 901,3 3-901,-1-6 259,1 5 101,-3-8-90,-5 2-90,-7-6-90,-3-1 0,-8-4 0,1 1 0,-10 4 0,7-2 0,-7 2 0,10-1-3392,-2-2 3302,0 4 90,-3-1-90,0 1 90,-2 2 0,-1 1-90,-2-1 90,0 2-90,-1-1 0,-15 6 90,9-4 0,-10 4 0,14-6-90,-1 0 3572,1 0-3572,0 0 180,1-1-180,-11 4 1,9-4 358,-8 3-449,14-4 450,-1-1-450,3-1 450,-1 0-450,3-1 360,1-1-360,1 0 360,1-1-450,1 0 450,0-1-270,2 0 270,0-1-450,1 1 360,0-2-270,-7 1-89,4 0 449,-7-1-450,8-1 450,-2 0-450,0-1 360,-1 2-270,1-2 90,-8 0 270,6 0-180,-4-1 0,4 2 0,1 0-180,0-1-900,2-1 1080,7-5 90,5-8-269,5-3 358,3-7-358,-1 4 358,0-4-358,-1 1 358,1-1-358,-1 0 358,-1-1-358,-1 0 358,-2-2-269,-1-1 270,-1-1-360,-3 0 360,-1-2-360,1 1 450,-4-2-450,1-1 360,-4 0-360,-2-3 140,-1 0-140,0-2 360,-1-1-360,-1 0 270,1-1-270,-1-1 90,0-1-90,0-1 90,-1 0 0,1 0 90,-4-1-90,3 2 1,-11-23 89,9 15-90,-6-18 90,8 21-463,2 0 463,-2 0 0,1 0 0,-9-22 0,9 16-724,-6-16 724,8 21 0,1-1 0,-1 1 0,1 0 163,0 1-163,0-1 0,-1 1-398,1-2 398,-1 1 0,1 1 0,0-1 0,1 1 0,0-1 0,0 1 0,1 0 0,-1 0 0,1 0 0,0 1 0,1 1 0,0 0 0,0 1 0,-1 1 0,1 2-2687,0 0 2687,-3 0 90,3 2 343,-2 1-523,4 0 90,-1 1 0,2-1 90,-1 0-90,0 1 0,-4-17 0,4 11-192,-3-13 192,4 18 0,0-2 0,1 1 0,0-1 0,0 1 0,0-1 0,0 0 0,1-1 0,-1 1 0,0 0 0,1 1 0,-1 0 0,0-1 0,0 2 0,0-1 0,0 3 0,-1-1 0,1 2 0,-1-1 0,0 0 291,1 2-291,0 1 3370,1 3-3370,-5-10-90,5 12 0,-4-7-90,7 14 1,-2 2-91,2 2 247,-1 2-427,1 1-630,-2-2-269,2 4-450,-2-5-809,2 6 2608,-1-2 0,4 7 0,-1 2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37.1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215 105 6453,'-3'-20'2789,"-2"1"-1890,-2 8 91,-1-1-181,-1 3 1,-1-1-1,-1 2-179,-2 1 0,1 2 449,-2 2-539,-5 2-91,4 2-89,-4 2-90,7 1 0,0 2-90,1 4-90,2 4 0,0 5 0,2 3-90,2 5 0,1 3-180,4 2 90,0 0-180,4 0 0,1-3-90,3-1-449,6 5 449,-2-10-90,6 3 90,-3-13-89,0-4 179,0-3-180,0-5-90,5-7 360,-5-3-89,3-8 179,-8-1-90,-2-4 180,-1-1-90,-3-2 90,-1 0 90,-4-11 90,-1 8 0,-2-6-1,-1 12 1,0 3 90,-1 3 270,0 2-90,-1 0-450,10 10 90,1 5-90,29 37 0,-12-9 0,17 20 0,-13-19-1273,-2 2 1273,4 0 0,-4 2-95,0 3 95,0 1 0,-1 2 179,-3 1-89,-2-1 0,-4-2 270,-1 0-270,-5-1 0,-2 0 90,-3-1 90,-4-1 0,-2-2-1,-4-2 91,-3-2-90,-2-3 0,-3-2 0,-2-3 1156,-1-3-1246,-1-3-90,-2-3-90,1-4-90,-1-2-180,1-6-90,-1-3 122,2-5-301,1-4-181,2-5 0,2-3 91,2-5-271,3-1-89,4-3-91,3-2-89,3-2 0,3-2-360,4-2-3662,2-2 5191,1 1 0,3-1 0,-1-1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37.53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 1 9512,'-24'2'3148,"5"3"-2788,7 11-1,7 4-89,1 5-90,1 3 0,1 2 0,2 2-90,2 0-90,2 0 0,3 0-90,0-2 0,3-2-180,0-3 180,2-4-180,0-2 0,0-3 1,0-4-271,0-2 0,3-3 450,0-8-90,-1-3 90,-3-7 0,-7-2 90,-2 0 0,-1-4 180,-2 0-90,0-3 90,-1 1 0,-3-1 0,1 1 90,-1 1 0,-1 3 269,2 1 361,-1 0-810,9 11 0,-1 4-90,15 22 0,-4-4 90,7 8-90,-5-8-90,0-2 90,1-2-90,-1-1 0,1-3-180,0-3-270,-1-2 360,3-4-269,-5-5-1,2-5-90,-6-4-89,-3-5-91,0-4 0,-2-5 91,0-2-91,-2-3 91,0-2-271,-2-1 1,0-2 899,-2-1 0,-1-2 0,-2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37.7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 97 3986,'-5'-26'2069,"-1"2"595,3 6-325,-3-1-1529,8 13-540,0 3 234,7 13-234,0 5 647,3 1-647,2 3-90,2-1 0,2 1 90,0 0 89,3 1 91,0 0-90,2 0 90,-2 2 89,0 0-89,-1 1 0,-1 1 90,-1 0-91,-3 1 1,0 0-90,-4 2-90,-3 0 0,-4 1-1,-1 1-89,-5 1-180,0 0-90,-4 1-269,-3-1-361,-2-3-180,-2 0-449,-1-3-360,-2-3 0,-1-2-1529,0-3-1349,-2-5 4587,0-5 0,9-3 0,2-3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38.2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99 6363,'-8'-23'2429,"1"3"-1530,1 4 900,0 3 360,0 0-630,5 1-1259,2 11 90,6 5 180,4 16-270,1 6-181,4 6 91,1 5-90,2 5 0,1 2 0,1 4-586,0 3 496,1 3 90,0 4 0,0-2-1,-2 1-89,0-5 90,-2-3-90,0-2 90,-1-5-180,-1-2-89,-2-5-181,-1-4-90,-2-3 90,-2-6-1169,-2-3-2249,-1-2 2969,-10-13-1,0-3 181,-10-15 765,1-4-675,-2-4-1,-3-2 270,-1-5 270,-14-19 0,7 7 0,-10-16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38.4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148 504 6363,'-40'-80'1350,"5"8"-1698,16 31 798,3 5-90,4 2 230,2 3-320,2 3 207,3 2-208,2 3 1,4 2 0,1 2 360,3 1-450,3 0 0,1 3-1,3 2 91,2 2-90,1 2 90,3 3 0,1 4 0,2 2 0,2 5-1,-1 3 1,1 5 0,-1 0 90,-1 4 90,-2 2-270,-1 4 269,-3 1-269,-2 3 180,-3 0-270,-3 0 270,-2 1-450,-4-2 270,-1 0-450,-4-2-90,0 0-90,-1-2 1,-3-3-181,-1-2-90,-1-3-269,-1-2-91,-1-3-359,-1-4-270,0-4-629,-1-4 2338,1-6 0,0-5 0,1-3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38.6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9152,'15'3'2338,"-1"5"-1708,-2 11-90,0 5-90,2 5-1,0 3-179,2 3 0,0 1 0,1 4-476,1 1 296,1 2 90,0 1-90,0 1-90,-1-1-90,0-2-90,-1-2-13,0-3-167,-2-3-90,-1-4-179,0-3-91,-2-4-90,-2-4-89,0-2-1620,-2-4 2591,5-4 1,-8-5 0,3-2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39.5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53 697 7803,'-14'-16'4677,"-1"11"-4317,6 7-90,1 13-1,5 4 91,1 0-180,0 2 90,3 1-270,1 1-90,2 3 0,1-2 0,2 0-270,5 3 90,-1-8 1,3 3-541,2-9 360,1-6 270,3-6 0,-5-7 91,-2-8-1,-6-1 0,-1-3 0,0-11 90,-1 6 270,-1-7-181,0 11 1,-3-1 630,0 3-90,-2-3 629,0 3-1169,4 15-90,-1 6 360,8 25-450,-4-8 180,4 9-270,-2-11 90,2 0-90,-2-3-90,2 0 90,-3-4-180,1-1-89,1-1 269,3-5 180,-2-6-90,-1-6 0,-4-8 90,-1-2-90,0-4 360,-2-2-360,1-2 90,-2-1-90,1-2 90,-1 1 0,0 2 90,0 2 90,0 4 0,-2-1 89,4 6 91,1 6-360,4 8 90,2 11-90,-1 2 270,0 3-360,0 1 270,1 1-270,-1 0 90,1 0-90,-1 0 0,-1-3-180,-1-2-179,1 0 269,-1-3 90,-3-11 90,0-11 0,-4-8 0,0-5 0,0 4 0,-1-1 90,0-1-90,1-1 90,-3-9 0,3 10 89,-2-7 181,4 14 90,5 7-360,1 16-90,4 9 90,-1 8-90,0-1 90,1 1-90,0 1 90,1 0-90,-1-1 0,0-2 0,0-5 0,-2 1 180,0-5-450,-1 0-180,-1-1 540,2-11 90,-4-10-360,0-9 270,-4-8-270,-2 3-270,-3-32 270,0 17-277,-3-24 187,1 23 0,-3-2 90,-2-2 1,0-3-181,-9-24 270,5 16-493,-6-17 583,7 26 90,1 5 0,3 5 90,1 5-90,2 6 359,1 5 631,2 1-639,8 16 9,0 6 329,8 18-509,1 7-1,1 5 1,1 8-194,1 2 374,1 5-1,-1 1-89,2 1 90,-3 0-90,2-1-1,-1-1-89,-1-4-90,-1-3 0,0-2 0,-1-3-270,-1-4-90,-1-4-360,-1-4-89,-2-4 89,-2-4-1709,-1-3-6191,-1-1 8440,-8-10 0,4 2 0,-5-8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4:39.8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9 280 7623,'-7'-15'3418,"5"-1"-3059,4 3-89,5 1 0,0 1-90,2-1-180,3-1 0,2-1-180,2-2 0,2 0-90,0 0-89,1 0-91,0 1-3392,0 0 3482,-1 1 1,0 0 89,-3 2 90,0 0 0,-3 4 270,0-2 899,-4 2 1,-5 6 3301,-5 5-3571,-6 9-450,4 4 0,4-1-91,3 2 1,3-3 0,2 2-90,3 0 0,1 1 90,2 0-90,4 3 180,1 1-90,4 1 0,2 1-1,2 0 1,2 1 0,0 1 90,0 1 0,-1 1 90,-2 1-90,-2 0 89,-3 0 1,-4 0-90,-4 0 0,-4-1 0,-4 1-90,-4 1-180,-3-2-90,-5 3-360,-3-2-270,-3 0-179,-3-4-720,-2 0-360,-2-5-809,-2-1 2788,-11 0 0,5-7 0,-8 2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11.08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21 87 6363,'-13'-5'540,"6"-4"-630,6-5-90,7-2-90,1 2 1,0 4 269,-1 0 0,-3 5 0,0 1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11.76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35 842 6453,'-15'2'7466,"1"0"-7376,10-6 0,2 0 90,12-7-90,2-2 90,3-4 0,4-5-90,3-7 269,3-3-614,4-5 255,1-3-3188,3-3 3188,2-1 90,16-22-2192,-10 16 2102,11-16-320,-16 23 679,-1 3-329,0 0 240,-2 3-270,-3 3 180,0 4-270,-3 2 270,-1 4-360,-4 3 2272,-4 4-2182,-2 2 0,-3 3 3219,-3 3-2859,-1 0-2770,1 1 161,-10 8 270,-2 7-629,-6 6 2712,-2 4 0,7-9 0,-1-1 1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12.05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8 369 6903,'-4'13'3778,"1"2"-2519,5-5-629,6-6-90,4-6 89,7-9-179,-1-3 90,4-5-271,3-3 1,2-3 0,4-2-90,1-1-3392,2 0 3392,1 0 0,-1 0-147,0 1 57,-3 3 0,-2 2-90,-2 2 89,-4 3-89,-2 2 90,-4 2 0,-2 3 3364,-3 2-3274,0-1-159,-2 3 0,-4 1 1,-1 2-1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15.57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1 808 11131,'12'-14'449,"1"-2"-449,-6 3 90,2-3-90,-2 2 0,-1-1 90,5-9-90,-4 6 90,4-8-90,-4 9 0,1-3 90,-1 1-90,1-1 0,-1 1 90,6-16 0,-5 12-90,4-12 0,-6 18 90,0-2-90,0 2 0,0-1 0,0 1 0,0 0 0,0 2 90,0 1-90,0 1 0,-1 1 0,1 2 0,1-3 0,0 2 0,2-2 180,0 5-90,3 3 0,0 4 0,3 7 0,-2 1-180,0 4 180,-3 0 0,0 0 179,2 2-179,-1 1 180,2 0-360,0 1 90,0 1 0,1 0 0,-1 0 0,9 5 0,-7-5 0,6 4 0,-6-8 0,0 1 0,-1-2 0,2 2 0,-1-2-3392,0 1 3392,-1-2 90,11 9-90,-10-8 0,9 6 0,-14-9 0,0 0 0,-1-2 3392,3 1-3392,-1 1 0,2 0 0,-2-2 0,1-3 90,-1-5-90,2-5 0,-3-4 0,0-3 270,0 0-90,2-10-270,0 4 90,2-9-90,-3 8 90,0-1-90,2 0 360,-2 1-360,1-1 270,-1 2-180,0 1 180,0-1-360,-1 2 90,0 0 0,0 1 90,-1 1-90,0 0 0,3-6 90,-2 7 0,2-5 0,-4 9-90,1 0 90,-2 1 0,0 2-90,1-1 90,2 2 0,4 4 0,-1 5 0,4 7 0,-4 2 90,0 4-90,-2-2 0,-1 2 270,0 2-270,0 1 0,1 1 0,-2 2 180,5 11 90,-4-8-360,3 10 270,-5-12-270,1 2 0,0-1 90,0 0-90,-1 1 90,1-1 0,-1 0-90,1 0 90,0 0 0,-2-1 0,1 0 0,0-1 0,-1-1 0,4 5 0,-3-5 0,2 4-90,-2-10 90,-1-2 0,0-2 0,2-1-90,1 0 180,2-2-90,0-5 0,0-6 0,-3-3 0,3-9 0,-4 2 0,3-7 0,-5 4 0,3-2 270,-2-1-360,2 0 90,-1-1-90,7-20 90,-4 14-90,4-15 90,-6 20 0,0-1-90,0-1 90,0 0-90,6-10 90,-4 9-90,5-8 360,-5 13-360,2 0 270,-1 2-270,2 0 180,-2 1-270,5-6 90,-5 5 90,5-4-90,-7 8 90,2 1-90,-2 2 90,1 1 0,0 1-90,0 0 90,-1 2 0,-1 0-90,4 1 90,1 4 90,5 2-90,-5 5 90,2 2-90,-7 1 90,4 1-90,-3 3 270,3-1-270,-1 3 270,2-1-360,12 14 90,-8-8 0,9 10 0,-13-14 0,1 0 0,-1 1 90,1 0-90,-1 1 0,6 7 0,-4-6 0,4 7 0,-7-8 0,0 0 0,0-1 90,0-2-90,-2 1 0,0-2 0,0 0 180,0-1-180,-2-1-90,0-1 90,0-2 0,1 2 0,-2-3-90,3 0 90,-4-9 0,0-5 0,1-8 0,-4-3 0,5-4 0,-3-3 0,3-6 0,2-2-3392,0-4 3302,2-1-1893,1-2 2163,0 2-320,1 1 320,0 1-270,-1 5 180,-1 2-180,1 5 180,-2 3-270,0 3 360,-2 2-360,0 3 2655,-1 2-2745,2 1 3114,1 1-2754,2 2-164,1 3 74,1 7 360,-2 2-360,0 4 0,-2 1 0,0 1 0,1 1 180,8 10-90,-4-4-90,6 7 90,-6-7-90,2 1 89,-4 0-89,4 1 90,-3 0-90,3 3 0,1-1 90,0 1-90,0 0 0,-1 0 0,1 1 0,-1-2 90,-1 0-90,1-1 0,-1-2 0,-1 1 0,0-1 0,0-1 0,-1-2 0,-1-2 0,0-1-90,-2 0 90,0-3-90,-1 0 0,-2-1-89,1-3-1,2 2 90,-1-4 0,4-1 90,-2-8 0,-3-3-90,-1-4 90,-3-1 0,1-3-90,9-22 90,-6 12 0,8-16 0,-10 18 0,1 0 0,-2 2 0,4-1 0,2-9 0,-1 9 0,1-8 0,-3 11 0,-1 1-90,1 2 90,-1 0 0,0 1 0,1 1 180,0 0-270,-1 2 270,1 2-270,1 0 270,-2 3-270,1 0 0,-1 2-90,0 1 180,5 1 0,-3 3 270,10 2-270,-9 4 0,6 1 90,-5 4 0,0 1 90,7 12-90,-6-3-1,6 8-89,-8-5 90,1 0-90,-1 2 0,0 0 0,0 2 90,5 14-90,-4-13 0,4 11 0,-6-17 0,7 10-90,-4-8 0,4 3 1,-5-11-1,-1-2 269,0-2-358,1-2 358,-1-2-358,0-1 358,-1-2-268,0 0 89,3-3-180,1-2 270,0-3-270,-2-3 90,-4 0-90,1-3 90,-1-3 90,1-1-180,11-23 180,-7 11-90,10-14 90,-11 17 0,1 0 0,-1 1-90,1 1 90,5-5 0,-4 7 0,4-1 0,-9 8 90,1 3 90,2 0-90,2 5 90,0 1-90,1 4 0,-5 2 0,2 0 0,0 3 0,1 0-1,0 1 1,1 2-90,0 0 90,2 0-90,-1 1 0,1-1 90,0 1-180,1-2 0,-1 0-89,1-2-181,-1 0 90,0-3-450,-1 0-89,-1-1-2879,-1-1 3688,1 0 0,-9-1 0,1-1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16.98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18 23 8342,'-13'-15'5937,"8"8"-5667,10 22-90,2 0-1,4 14 91,-6-8-90,2 4 0,0 4 0,0 3 0,1 3 0,0 2-90,0 2-3392,1 0 3482,-1 0-90,2 1-897,-1-2 807,1-1-436,0-1 526,-1-2-90,1-2 0,-1-2 0,1-3 90,0-2 727,0-3-817,-2-2 515,0-3-694,-1-2-181,1 0-4587,-3-3 6989,-5-9-3751,-3-7-629,-8-10 2338,1-2 0,4 7 0,1 2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17.15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1 267 8702,'12'-15'1169,"0"2"-989,-3 3 180,1-1-360,2-5 0,3 0-90,1-5 0,1 0-450,1-1-89,1 0-181,1-1-269,-1 3-180,-1-2 1259,-1 6 0,-8 5 0,-2 4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18.23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1 594 8162,'6'-11'3059,"-2"5"-8450,5-23 5301,-4 12 1679,0-2-1679,-1 2 770,2 3-501,-3 0 91,2 1 0,-2 1 3392,-5 10-3662,2 5 270,-6 13-270,1 3 270,-1 13-360,1-6 90,0 8 0,3-11 0,1-2 0,1-1 0,2-3-90,1-1 0,1-2-90,3 0 90,3-4 0,5-4 90,-3-7 0,0-7-90,1-11 90,-3 1 0,3-9 180,-5 5-180,-1-2-90,0 0 90,-2-1 270,0 3-270,-2 1 180,-1 3 180,1 1-181,-1 1-179,3 12 0,-2 3 270,3 16-360,-2-1 270,1 2-270,1-1-359,4 10 89,-1-8-180,2 5 720,0-19-270,-4-12 90,0-6-90,-3-7 360,-1 3-360,0-2 270,-1 1-270,-1-1 0,-1 2-90,0 1 0,1-1 0,1 4 180,4 8 270,-1 6-360,3 13 270,-2 1-360,1 3 270,0 2-180,0 0-90,0 0 90,0-1-90,-1-1 90,1-3 1,0-1-1,-2-1-180,2 1 270,-1 0 180,-1-12 0,-1-4-270,-3-19 180,-1 4-90,0-3 89,1 6-358,1 1 89,6 7 90,1 6 90,4 1 0,-5-3-180,0-10 90,-4-3 0,0-5 90,-1 2 0,2-1 0,-2-5 0,1 2 0,-2-3 90,1 2 0,-1-1 90,0 2-90,-1 1 180,1 4-91,0-2 181,1 6-270,4 4 90,-1 10-90,4 9 90,-2 8-90,2 3 0,-1 7 90,1 3 0,1 5 90,2 23-181,-2-11-422,0 18 423,-3-17 0,-1 0 0,-1 0 179,0 0-3250,2 15 2981,-3-17 179,2 9-268,-3-23-1,-2-4 90,1-6 179,-2 1 15,-2-6-194,-3-11 3302,-2-8-3302,-2-15-90,0-3 90,1-6 0,-1-4-90,1-4-90,-3-28 180,2 12-784,-1-21 964,5 19-180,1-2 90,0 0-180,2 0 0,1 2-366,3 4 366,0 3 0,3 5 0,0 5 90,1 5-90,0 6 0,1 5 90,0 4 90,1 4 578,4 7-309,-3 6 34,5 6-303,-5 6 0,0 4 90,2 14-90,-4-5 0,1 9 0,-5-11 0,-3 0 0,0-1 0,-2-1 0,-2 6-90,-1-9-180,-3 5-180,0-10 0,-1-2-449,-1-1-91,-1-2-539,-2-1-3238,-7 1 4677,3-4 0,1-1 0,9-3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19.01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83 71 7713,'-15'-13'3598,"-3"0"-2789,7 8-629,-2 6 0,4 5-90,3 8 0,2 4 270,1 4-360,1 5 0,0 1 0,3 2 0,0 0 0,3-2-3482,1-1 3482,1-2-180,1-3-155,1-2 155,1-2 0,0-3-90,0-3 0,-1-2 0,4-3 3451,3-10-3271,-3-3 457,0-12-367,-8 2 0,0-4 269,-2 2-359,-1-2 360,-1-1-270,0 3 180,-1 0-90,0-2 270,1 4-270,3-1-90,5 11 180,6 7-360,0 4 360,3 2-270,-5-1 0,1 0 0,-1 0 0,0-1 0,0-1 90,0-1 0,4-1 360,-2-3-90,2-3-180,-3-8 90,-5 0-1,-2-3 91,-3 2 90,-1-1 0,-1-5-90,-1-1-90,-1-3-540,-1 3-899,0 2-91,4 3-808,3 3-1530,5 1 3688,4 2 0,-6 3 0,0 2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19.20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12390,'5'24'809,"0"2"-719,-1-2 0,2 3-4341,-1 0 4341,1 2 859,-1-2-949,3 12-90,-1-11 270,1 4-450,-2-12 1,-1-3-1,1-2-540,-1-2-719,0 1 334,0-2 1195,-5-11 0,2 2 0,-5-10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19.36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32 6543,'4'-14'4138,"0"0"-4678,7 11-629,0 2-1889,5 8 3058,-1 3 0,-7-5 0,-1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19.93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0 549 6363,'6'17'1619,"0"-1"-1079,-1 1-90,0-2 0,0-1-181,0 1-3391,-1-1 3572,-1-1-180,2 3-90,-1-1-180,0 1-180,-1-14 90,-1-8-90,-1-10 3392,1-3-3392,1 4 0,0-1-89,2 0 89,0-1 0,2 0-90,1 0-450,12-13 540,-7 11 0,10-10 91,-9 16-1,-1 2-90,1 0 90,-1 1 0,-2 2 90,0 0 899,0 0 810,-1 2-809,-4 9-450,-5 8-1,-3 6-89,-2 4 180,0-4 89,1 7-179,0 1-270,2 4-270,2-4 180,2-6-90,3-5-90,4-10 270,-2-4-180,4-18-90,-6 2 0,0-11 0,-3 5 90,-1-4-90,1-3 90,-3-4-90,-1-4 90,-2-4 0,-1-3-471,-2-2 471,0-2 0,-1 2 90,-1 2 89,2 4 1,0 7-90,2 5 0,0 5 90,1 6-270,0 0 90,3 16 0,0 7 270,5 18 202,0 10-292,2 6-270,0 5-561,1 4 651,0 2 0,2 0-90,1 0 59,6 19 31,-4-20 0,6 13-365,-7-25 186,2-3-181,-2-5-90,0-4 363,0-2-542,0-5-239,-1-1 148,0-4-3867,-1-3 4660,2-5 0,-6-2 0,1-3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21.77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18 1161 8792,'-12'-12'5667,"6"1"-5667,8 2 180,6 1-180,3-2 0,-1-2-90,3-1 0,1-4-90,7-10 180,-2 4-270,2-8 90,-5 8-90,-4 0 90,0-2 0,-1 0 1,-1-1-1,-2-1 0,-1 1 0,-1-12 360,-4 11-270,-1-7 270,-2 15-180,-3 3 629,-6-2-449,0 11 90,-7 7-270,7 11 270,1 12-180,1 31 90,4-17-680,1 25 590,5-28-180,2 0 0,1-2 0,2 0 90,1-3-89,0-3-1,1-3 409,0-2-229,0-3-360,1-3 360,-1-4-360,0-2 90,3-2 1,0-7 268,-1-4-268,-1-6 269,-4-3-180,-1-3 0,-1-2-180,0-26 270,-2 15 0,-1-19 90,-2 23 180,0 0-180,0 4-1,0 1 271,0-5-270,1 6-90,6 2 0,1 12 0,5 9 90,-2 3-90,1 3 0,0 2 0,2 2 0,-1 2 270,0 1-360,0 1 90,2 6 90,-3-6-270,1 3 90,-5-8-180,0 0 90,0-3 90,-2-10 1,-2-4-1,-2-13 269,-1-4-268,0-4-1,1-3 0,0 0 270,0-1-270,1-1 269,-1 1-268,1 1 178,1 2-178,1 2 268,0 4-89,1 3-270,-1 0 270,2 6-90,3 4 90,0 7 0,2 7 180,-2 5-270,1 1 270,0 3-360,0 2 360,0 2-360,-1-2 270,0 1-270,-1-3 90,1-1-270,-2 0-180,2-2 720,-2-17-360,-2-3 270,-1-17-180,-2 3-90,-1-2 0,0 0 0,-1-2 90,1 3-90,1-11 0,0 12 0,1-10 0,0 15 90,4 1 270,5 14-360,-1 4 270,1 9-90,-1 3-180,-3-3 90,2 3-270,-2-2 630,-1-3-360,-6-11-90,-1-1 90,-7-13-90,2 2 90,0-1 0,0-2-90,-1-8 90,3 5 0,0-5-90,3 9 0,1-4 1,4 4 89,4 0 0,6 9 0,-3 7 89,3 6 1,-5 3-90,-1 2 90,0 1-90,-1 2 0,0 0 90,-1 0-90,-1-1 0,0-2 90,1 3 90,-3-2-180,3-8 0,-6-10 0,3-10-90,-4-8 0,3 2 0,0-1-90,0-2 1,2 0-91,3-14 180,-2 10-270,4-8 0,-2 13 0,1 2 270,1 2-359,0 1 359,1 4-180,2 1 180,-1 2-90,1 3 180,1 0-180,-1 5 270,1 0-180,0 3 90,6 0 0,0 1 90,5-1 180,-4-3-180,-3-4 90,-3-10-90,-6 2 90,-3-7-1,-5 7 1,-1-1 90,-2 0 270,0 1 180,-1 0-1,-2-1 450,0 2-1079,-5 9 0,4 19-90,-1 7 0,5 12-90,1-5 0,3 2 0,0-3-89,2 0-1,1-3-270,4 7 180,-2-8 0,4 2-269,-4-11-1,2-2 630,4-13-180,-4-3 270,2-14-360,-7-2 360,1-3-270,-3-1 270,1-1 90,-1-10-270,-1 9 269,0-7-359,0 12 360,0 1-360,2 2 180,1 1-180,2 2 270,0 3-90,3 1-180,3 4 90,-2 6 90,3 6 90,-3 8-90,2 5 90,0 7 0,1 4 0,0 6 0,1 3 0,0 3 179,-1 2-179,0 3-381,0 0 381,-1 1-90,-3 0 90,1 21-90,-5-16-374,-3 14 374,-4-23 0,-3-4-90,-2-4 90,-3-4-90,-1-5 0,-3-3 192,0-5-372,-3-5 0,0-5-90,0-6 293,0-4-383,0-8 1,2-5 179,0-8-2339,-7-43 1440,11 17-4382,-4-34 2673,10 30 2788,1-6 0,1-2 0,0-4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22.09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46 6993,'14'14'2159,"0"-2"-1530,-3 2 1,1 1 270,0 2-451,0 1 181,-1 0-360,1 1 180,1 0-361,-1-1 271,0-2-360,-1-1 270,0-2-270,-1-2 180,0-2-180,-1-2 0,2-1 90,-1-5-180,-1-8 180,-3-4-180,-3-6 270,-1-2-270,-1-2 180,-1-2-180,0-2 270,0-1-270,-1 0 0,0 1 90,1 2 90,-1 3-90,2-1 450,0 6-270,9 6 89,-2 10-89,7 11 0,-2 6-3392,2 7 3392,1 6-547,1 6 727,3 5-266,1 4 356,1 1-270,2 2-2000,1 0 2180,0-1 141,1-1-681,-2-1-537,0-2 177,-3-3-150,-1-3-299,-2-3 89,-4-3-449,-2-3 1859,-4-3-2669,-3-3-629,-4-3 3297,-4-5 1,1-7 0,0-3-1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22.60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3 10951,'7'-1'-870,"-10"1"1,18-2-1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22.74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7 1 9781,'-5'24'4498,"3"-2"-5398,4-10-1348,4-1-2969,2-1 5217,2-3 0,-3-2 0,-3-2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22.87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 8342,'0'17'1012,"0"-1"0,0-5 0,0-5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24.56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41 512 7623,'-15'17'3688,"-1"-1"-1889,7-7-1710,9-8 91,4-4-90,23-20 0,-2 2-90,15-14-3392,-4 4 3392,5-4 90,5-2-556,3 0 376,2-2-90,0 2 90,-1 2-179,-1 2-361,18-7 180,-19 12-89,10-6-1,-22 15 90,-4 2 0,-3 2 91,-4 4 89,-4 1 0,-3 3-180,-4 1 3431,-2 4-2981,-9 7 697,-2 3-607,-9 5 270,-7 8-180,2-5 90,-6 8 89,3-7-89,1 0 90,0 0-90,-1 1 270,-4 7-360,5-7-1,-3 4-89,8-9 180,2-2-180,0 1-90,6 2 90,5-1-90,11-2 0,2-6 0,3-2-90,-3-4 90,0 0 0,2-2 0,-2 1 0,1-1 0,-1 1 0,3-1 0,-3 2-1979,4 0 1979,-6 3 0,-6-1 0,-4 1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26.69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1 586 10411,'18'0'270,"0"-2"-180,-7-8 90,2-5-90,1 0 0,1-5 0,0-1 89,1-1-89,0-1 0,1-1 0,-1-1 0,1-1-90,0 1 90,1-2 0,0 2-90,0-1 0,1 2 90,0 0-90,0 1 0,0 2 0,-1 2 0,0 3 90,0 2-90,-2 3 0,1 3 0,-1 2 90,6 6-525,-5 3 615,4 6-90,-5 4 0,-2 5 90,1 2-90,1 3 0,-2 2 180,7 15 90,-5-9-360,4 10 614,-7-14-614,0 0 90,-1-2-90,0-2 0,0-1 0,0-2 0,0-3 0,0-2 0,0-3 0,0 0 90,-1-3-90,0-2 0,5-2 90,1-7-90,0-1 90,-1-8 180,-5-2-180,1-5 90,-1-4-180,1-5 0,1-2 0,0-3 0,0-1-90,2 1 90,-5 0 0,4 2 0,-3 4 0,1 1 0,0 2 0,3-4-90,1 2 90,-1 5 0,2 5 90,-2 11 0,4 7-90,-1 6 0,-1 8 0,-3 1 269,0 3-269,0 3-89,0 0 89,0 2 0,-1-1 0,0 2 0,-1-2 0,0-1-90,0-2 90,0-3 0,-2-1-90,1-4-90,1 4 90,-1-4 90,2-2-180,-2-8 270,-2-7-270,0-8 90,-2-5-90,0-6-90,9-35 270,-7 19-1384,8-24 1294,-9 31-268,0 4 358,-1 3-90,-1 5 0,-1 3 90,1 2 90,3 6 1152,2 10-1242,1 8 90,11 36-90,-9-16 410,8 22-410,-9-22 270,0 0-270,0-1 180,-1 0-450,12 19 450,-9-17-270,8 11 270,-12-24-360,-1-5 180,-1-2 90,1-1-90,3-6-90,0-7-90,-1-6 180,-2-10-90,-2 1 0,6-15 90,-3 5-90,5-9 90,-3 10-89,0 0 89,1 3-90,1 2 90,1 4-90,8 0 90,-6 8 0,6 4 0,-8 10 0,1 6 0,1 7 0,0 6 0,-1 5 180,8 21-180,-6-10-90,4 15 90,-8-17-1171,0-1 1171,-1-3 0,-1-3 0,-1-4-3004,0-3 3004,-1-4-90,0-5 0,-1-3 873,4-6-873,-3-7 0,3-9 270,-4-8-540,7-26 90,-4 3-256,6-18 346,-8 10 90,2 0 0,0 0 0,2 0 0,0 3 90,0 4-90,1 4 3221,-1 6-3131,0 5 0,0 7 0,-1 6 90,-1 6 0,1 7 517,-1 8-517,1 6 0,1 7 0,1 5-90,-2 3 90,1 2-90,-2 3 0,0 0 90,1 1-90,0-2 90,-1 0-90,1-3 90,-2-2-90,2-4 0,-2-3 0,1-3 90,-2-5-90,1-2 90,3-5-90,-2-5 90,2-5-90,-4-5 0,0-5 90,0-3-90,0-4 0,-1-2 0,0-1 0,1-3 0,-1 2 0,1-1 0,0 1 0,0 1 0,0 3-90,1 2 90,0 3 0,0 4 0,1 2 0,0 5 0,0 4 0,1 4 90,1 5-90,0 5 90,10 13 0,-5-4-90,8 9 0,-8-7 90,1-2-90,1 0 0,-1-2 0,1-2 270,0-3-270,0-3 179,1-3-269,0-4 1,0-5 89,1-4-90,0-5 0,-1-6 0,2-4 90,-1-4-90,0-5 90,0-1-90,0-2 90,1 0 0,-2 1-90,0 2 90,-1 2 0,0 5 0,-1 3 90,-2 6 0,-2 4 180,1 5-91,-2 5 91,0 6-90,0 4 90,0 6 0,1 4 0,0 2-90,-1 3 89,1 0-179,0 1 90,-1-4-90,1 1 90,1-5-180,-2-3-90,7 2 0,-6-7-270,5 0 271,-3-9-361,-5-2-90,2-5-1259,-6-3 540,-2-8-3598,-2 4 4857,-3-7 0,-1 13 0,-3-1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31.75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131 861 6273,'-17'9'1530,"1"-1"-991,2 0 1,1-1-90,0 0 89,2 0 541,1-1-91,-2 2 181,2 0-271,-1 2-539,7 0 0,11-4-181,4-2-89,11-6 90,1-6-90,6-4 90,4-7-90,5-6-455,4-7 455,3-6 0,5-6 0,4-4-1203,1-2 1113,4-2 89,1-2-89,1 1 0,0 0 0,0 1 90,-2 1-90,-1 3-90,-4 2 1,-2 3-181,-4 3 90,-2 3-180,-4 5 0,-5 4 180,-5 4-269,-6 4-1,-4 4 90,-5 4-360,-4 2-1438,0 1 2190,-11 9-481,-2 2 1265,-10 9-1086,-2 2 0,-1 3 90,-1 2 0,-2 3 0,-1 2 90,-1 4 0,-1 1 0,1 3-89,-2 2 179,0 1 90,0 4-407,1 2 317,-1 2 0,0 2 180,1 1 0,0-1 89,2 0 1,1-3 0,2-2 90,2-3-90,3-4 0,1-4-91,3-5 361,1-3-180,4 1 360,2-7-361,9 1 1,0-10 227,7-3-317,-2-3-1,3-4-89,1-2 90,2-4-180,1-3 90,1-2-180,1-2 180,-1-2-180,0 0 90,0-1-90,-2 1 0,-1 0-270,-2 3 90,-2 2-90,-3 1-179,-3 2-721,-2 2-1168,1 0 2338,-4-1 0,-1 5 0,-3 1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33.42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14 448 10141,'-8'-9'2969,"3"1"-2790,8-9-179,2 1 90,3-4-90,2-3-3392,3-1 3392,0-1 0,4-1-90,7-8 90,-4 8-90,5-5 90,-7 13-89,-2 4 89,5 0 0,-4 5-90,3 4 180,1 15 3302,-6 3-3213,7 13-89,-7 3 180,7 25-90,-6-9-90,4 17 0,-8-19-1238,-1-2 1238,-1-2-90,0-4 90,-1-3-90,-1-4 0,1-3 0,0-4-180,-1-3 90,0-4 1238,0-3-1418,0-2 180,5-4-90,-1-5 180,5-5-180,-3-6 91,1-4-91,1-5 90,0-3-90,1-3 0,1-2-270,16-27 450,-12 19-180,13-15 180,-20 28-90,2 6 90,-2 4 0,1 5 180,-2 5-90,1 7 90,0 6-90,0 6 90,2 6 0,-2 3 0,0 4-90,0 1 90,-1 2-91,-1-2 1,0 0 0,-2-2-90,1-2 0,-1-3 90,1-3-90,0-3-90,-1-3 90,1-3-180,0-4 91,5-5 89,-3-5-90,5-8 90,-7-5-180,1-7 180,0-6-90,0-5 0,0-3 0,0-3 90,1 0-90,-2 0 90,0 2-90,0 5 90,0 2-90,-1 5 90,-1 4 0,-1 6 270,0 2-90,2 8 0,-2 6 0,4 9-91,-3 8 1,1 5 0,0 4 0,0 2 0,0 3 0,-2 1 0,2 0-90,-2-1 90,4-3-90,-1-1-90,0-3 90,0-5-3482,0-2 3482,0-4-180,1-3 180,0-4-90,0-4 90,1-7-90,-1-5 90,1-6 3302,0-6-3391,5-20 89,-6 7 0,6-13 0,-8 15-90,0 0 180,-2 4-180,0 2 90,-1 4-90,3-2 90,-3 9 180,5-3-91,-3 13 1,2 3-90,0 6 90,-1 4 0,-1 2-90,1 2 0,0 0 0,0 2 90,-1-1-90,0 1 0,0-2 0,-1-1-90,-1-2 0,3 0 90,1-4-90,4-6 90,-2-6 0,1-8-90,-3-2 90,2-4 0,0-4-89,1-2 89,-1-1 0,1 0 0,-1 1 0,1 0 179,6-7 1,-5 10-360,4-4 360,-6 12-360,0 3 270,0 3 0,-1 4-270,7 6 90,-6 5 1,7 6-1,-6 4 0,1 4 90,-2 3-90,-1 4 90,-2 1 0,-1 2 0,-2 0 90,-1 1-90,-2-1 90,-1-2 0,0-3-90,-1-4-180,0-3 90,0-1 0,3-5 180,4-5-180,-1-8 90,4-7 0,-2-5-90,2-2 90,2-4 0,2-3-90,1-1 90,2-1 0,-1 0 0,2 0 0,-1 3 0,0 2-90,0 4 90,-4 4 180,6 3-90,-7 6 0,3 5 90,-7 7-90,0 5 89,0 4-89,-1 3 0,0 2 90,6 13 0,-5-7-180,4 9 90,-5-14 0,-1-2-90,0-2 90,0-2 0,-1-2 0,5 1 0,-4-5 90,8 2-180,-2-6 90,5 0-90,-4-4 0,6 2-270,-8-1-900,10 4-179,-9 0-1169,4 1 2518,-2 5 0,-10-9 0,3 3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6:15.20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1410 8882,'6'-12'1439,"2"1"-989,4 0 0,5-1-1,4-6 181,23-13-270,-5 4 0,20-13-1367,-10 7 1367,6-4 44,-10 7 1,3-1-1127,29-20 902,-24 16 0,1 1 90,30-18-135,-40 25 0,1 1 0,1-1 0,1 1-45,1-1 0,0 0 0,-1 1 0,3-2 44,19-9 1,0 0-673,-17 9 0,-1 0 583,17-7 0,-3 1 45,23-11 0,-2 0 0,-2 2-2105,-1 0 2015,-3 1 90,-3 1-635,-4 3 545,-5 1 437,-4 4-437,-7 3 0,-6 3 0,-7 4 0,-8 4 90,10-6-90,-21 13 523,8-7-1962,-22 13 2669,-10 2-2129,-9 5 2157,-7 3-2428,-1 4 118,3 0-747,0 2-539,-1 1 2338,0 1 0,7-6 0,1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6:15.52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175 589 7892,'-39'39'1799,"4"-1"-1439,5-5 0,6-4-180,5-4-5571,4-5 5751,5-4 1229,8-1-1229,8-8 769,10-4-949,11-9 90,9-6-90,11-6-102,11-5 102,8-6 1936,10-5-1936,7-6-90,-38 18 0,0 0-1423,2-2 0,1-1 1378,2-1 0,0 0-1,0 0 1,3-2-514,19-11 0,1 0 469,-19 9 0,0 1 44,15-8 1,-3 0-45,17-9-536,-7 5 626,-8 5 214,-9 5-214,-10 6 90,-9 6 0,-8 3 2287,-7 5-1747,-5 1 898,-3 4-1978,-16 11 1202,-2 1-1381,-16 11-181,-1-1-269,-3 2-271,-2 3-1168,-1 0-157,-1 1 2585,-1 0 0,2 0 0,1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6:41.17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371 1827 10051,'1'-16'1349,"1"-3"-6649,3-2 5570,0-5 90,0-3 537,1-5-627,0-3 831,0-5-921,1-2 0,0-3 0,-1-4 0,1-3-90,-3-2-305,0-2 305,-1-3 90,-2 0-90,-1-1-90,-1 1 90,0 1 0,-5 2 0,2 1 270,-5 3-360,1 0 180,0 2-180,-2 1 2470,-1 2-2560,0 1 90,-1 2-2088,0 2 2088,0 2 0,1 4 77,0 1-77,0 1 0,2 3 427,1 0-427,1 4 262,0 1-262,1 3 0,1 1 3364,0 3-3364,0 1-7,0 3 7,1 1 0,0 2-90,0 0-179,-3 4 269,-2 5-90,-1 9 90,0 10-90,-10 37 90,6-14-360,-9 28 360,8-23 0,1 1 0,0 0 0,1 0-3302,-6 17 3302,5-16 0,-4 11-54,8-22-36,1-3 270,3-5-270,1-5 0,1-3-270,0-1 449,6-11-179,0-4 3454,8-16-3454,0-7 90,3-7-90,1-6 90,3-5 90,-1-3-180,3-2-208,1-2 298,1 1 0,17-39 0,-15 34 0,11-25 0,-18 43 0,-3 5 0,0 3 0,-4 5 0,0 6 0,-2-1 89,0 3-89,-3 13 382,-5 6-382,-2 16 0,0 0 0,3 0-90,3-4 180,4-3-180,2-5 180,4 0-180,2 0 180,3-2-180,1 0 180,2-2-180,3 0 90,1-1-180,1 0-90,0 0-269,0 2-91,0 1-359,-2 2-271,-1 3-2697,6 18 3957,-10-3 0,2 16 0,-12-8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6:42.80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251 1106 12840,'9'-14'1169,"-1"1"-989,-8-16 0,1 1-90,-1-4 0,1-4 0,0-2-90,0-2 90,0-3-1199,-1-5 1109,-1 1 89,-1-4-174,0 3 175,0-4-90,-1 0 0,1-2 90,0 0-90,0 1-2876,0 1 2876,3 4 0,-1 2-68,1 6 68,-1 4 0,2-7 0,-2 16 580,1-6-490,-1 13 179,0 2-359,-4 9 3444,1 7-3354,-5 14 115,1 4-115,-1 4 0,-7 15 0,2-7 0,-4 10 0,4-12 0,0 1-90,-1-1 0,1 0 0,0-2 1,0 0-1,0-1 0,-1-1-90,2-1 90,1-3 0,0 0 0,1-4-90,0-1-270,1-1 270,0-11 0,5-3 1,1-11 89,6-5 0,2-2 0,1-5 90,2-1-90,1-1 90,1-1-3482,5-12 3482,-3 10-90,4-7 90,-5 14 0,-1 2-90,0 2-2178,0 4 2268,-2 1 2178,1 3-2088,1 0 0,1 4 0,1 3 0,-1 5-90,-1 4 3572,3 7-3482,-2-2-90,3 5 90,-5-3-90,1-1 0,-1 1 0,-1-1 90,0 0-90,0-1 0,-1 0-90,2 0-90,0-2-180,3-1-180,0-1-809,11 1 449,-3-4-719,9 2-539,-7-2 2158,2 1 0,0 3 0,1 1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6:44.03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346 1748 8432,'11'-7'3058,"-4"-9"-2788,-3-4-90,-4-10 0,0-1 0,0-4-90,1-6 0,0-5 0,-1-3-565,0-5 475,-1-3 90,-1-5-90,0-1-561,-1-3 651,-2-2-90,0-2 90,-1-1 0,-1-1 0,-1 0 0,0 0 0,1 1 0,-1 2 0,2 4 0,0 5 269,1 5-269,-1 5-90,1 4 90,0 3 0,-1 5 0,1 4 0,0 5 0,0 2 0,1 6 0,0 2 180,1 4 426,1 0-426,-1 2 609,-3 10-879,0 4 0,-3 14-90,1 4 90,0 4 0,-3 2 0,1 2 0,-3 2 0,1-1 0,-3 0 0,-1-1 0,1-2 0,1-2 0,0-2 90,1-2-90,1-3 0,1-2 0,1-1 180,1-4-1080,0-1 811,1-12-1,2-2 0,4-13 0,3-3 0,4-5 0,1-3 0,15-51 0,-10 35 0,13-34 0,-9 40 0,-1 14 0,7-8 0,-10 20 90,5 1 0,-7 13 180,2 5-180,-3 8-90,1 6 90,-1 4 0,0 4 0,-1 2 0,-1 2 90,1 0 0,-2-2-90,1 0 90,0-3-90,1-2 0,1-3 90,1-3-90,1-4 0,1-3 90,2-2-90,1-3 270,1-4-270,0-2 0,12-6 0,-6-1-90,9-6 270,-8 2-450,2 0-90,-1 1 0,1 2-269,0 3-1170,11 6 359,-9 5-179,6 8-629,-11 4 2248,-3 6 0,-2 5 0,-2 2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39.09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341 55 6453,'-7'-12'4498,"-2"1"-4318,5 12-90,-2 3 89,2 15-89,-1 5-3302,-3 10 3482,-7 25-90,2-8-1645,-7 18 1645,4-19-1023,0 0 1023,0 0 0,-1 0 179,0-1-359,-1 1 1889,1-1-1889,-1-1 90,2-2-90,-1-2 0,1-4 0,1-3 89,2-6 1802,2-4-1981,-1 1 1746,5-10-2016,-1 2 360,14-19-90,0-4 90,10-15 446,-1-7-356,5-8-180,1-7-527,2-5 437,2-6 90,2-4 90,0-3-899,1-2 809,-1-2 90,0 1-90,-1 1 90,-1 3-89,-3 4 89,-1 4 0,-2 6 0,-1 4 0,-4 6 89,0 3-89,-3 6 90,-2 3 483,-2 4-303,0 3 763,-1 0-1033,0 3 90,2 6 0,0 5 0,1 10-1,0 4 181,10 14-180,-3-2 0,9 11 0,-5-7 0,1 2 90,1 1-3482,-1 2 3482,0 0-1019,10 17 929,-8-14-105,9 13 105,-10-16 0,1 0 0,0 1-90,-1-2 90,-1 2-1866,0-2 1865,0 1 1,-2-2 1755,0-1-1755,-1-1 0,-2-2 981,0-1-981,-3-1 137,1-2-227,-2-2 3469,-1-2-3469,-1-1 0,0-2 130,-2-2-130,0-3 0,-1-1 0,-1-2 0,1 2-810,-1-2-2967,0 2 3777,1-2 0,-4-5 0,1-1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39.72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68 8342,'0'-8'3598,"3"4"-3238,15-8-270,3 5-3982,4 0 3892,4 0 860,3 0-770,4 2 180,3-1-360,2 4 90,0-1 0,2 4 179,-2 0-268,-1 1 358,-2 3-359,-3-1 270,-3 2-270,-3 0 270,-3 1-270,-3-1 180,-4 0 3212,-3-1-3212,-3 0 90,1 0-1889,-2 0 270,-8-7 90,-7 1 449,-9-4 1,-1 6 89,1 7 810,2 6 0,5-5 0,0-1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40.02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65 0 10591,'7'21'1169,"-2"2"-809,-3-3-90,0 7-4252,-1 6 4252,1 6 0,-2 6 669,2 5-669,-1 5-2086,0 5 2086,0 4 90,-1 4-363,-1 3 273,-1 0 90,0 1 242,-1-1-422,1 0 90,-1-1-1089,0-2 909,0-1 1417,0-4-1417,0-3 0,-1-5 348,2-5-438,-1-5 90,1-5 0,-1 13-180,2-23 1753,-2 12-3551,2-26 3208,-4-10-2400,1-7 1203,-2-13-1563,1 1-152,-1-4-1736,0 3 3328,0-4 0,3 8 0,0 2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40.72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138 298 6453,'-10'-18'1439,"2"-1"-1169,5 5 90,0-1 90,0 1-270,-2-3 90,0 4-180,-1-2 629,-6-8-629,4 7 270,-5-10-270,6 11 180,-1 0-180,2 1 179,0 0-89,0-3 0,0 1 270,1-1-450,2 18 0,4 9 0,0 20 90,3 9-90,0 9-115,1 9 115,0 8 90,1 6 180,-1 4-3504,1 1 3234,-1 0 180,0-2-745,-2-1 745,0-3 0,0-2-914,-4-9 1,0 2 1003,2 14-135,-3-18 0,-1-3-21,1-3 66,-1-6-90,0-5 1973,1-6-1973,1-4 0,-1-5 644,1-4-824,0-3 3181,0-1-3721,1-3-1701,1 0-187,7-7 2068,-12-3 450,1-3 360,-14 1 179,1 0 1440,0 2-1709,14 0 0,5 1 270,37-1-360,-11-2 0,22 2-1,-16 0-89,2 1 90,2-1 180,2 2-360,1 0 270,0 0-270,-2 1 270,-1 1-270,-2-2-90,-4 2 90,-2-3 0,-3 1 0,-4-1 0,3 1-90,-7-2-3688,2 1-809,-14-10 4587,-6-3 0,-4-1 0,-2-1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41.63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424 1 10501,'-9'21'1259,"0"4"-899,2 6-90,-2 7 0,-1 5 0,-1 6-456,-2 3 366,0 4-603,-2 4 603,0 4 90,-3 3-1,1 2-840,-3 2 931,0 1-90,-3 0 180,-1-2-91,0-2 1,-1-3 0,2-6-433,1-5 253,4-8-90,0-7 274,4-5-274,1-8 457,4-4-727,0-6 530,3-2-1250,-3-2 1252,10-17-532,-2-4-3392,10-20 3572,1-7-270,3-9-1220,2-8 1220,3-6-513,1-6 603,0-3 270,2-3-270,-2 0 90,1 0 0,-1 1 0,-2 5 0,0 3-219,-1 6 309,0 3 0,-3 7 90,0 5-90,-2 8 90,0 6-1,-2 5 2292,-1 5-2291,-2 2 1957,2 4-1867,3 7 906,-1 5-817,3 11 553,-4 7-552,0 4 0,0 6 0,0 2 0,0 4 0,0-1-1,0 0 91,6 14-180,-2-12 0,4 10-90,-5-17 0,2-2 0,1-1-90,0-4 180,17 13-180,-9-13 90,11 8-90,-13-16 0,-1 0 0,0 1-90,0-1-90,-2 1 0,1 0-90,-1 1-90,-1 2-89,0 2-1,-2 1-270,1 1 91,-2 2-181,0 0-89,-2 2-1,0 0-179,-2 1-1170,-1 0-719,0-2 2968,-2 1 0,-3-13 0,-2-3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42.18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4 9062,'26'0'1619,"-3"0"-1259,-6-2-90,0 1 89,0 1-179,4 0 0,1 2 0,3 1 0,0 0-90,2 2 0,1 0 0,1 0 0,-1 2-90,-1-1 90,0 1-90,-1-1 0,0 0 90,-2 0-90,8 0 0,-8-1 0,4 0 0,-11-2 90,2 0-360,-4 0-3778,4-1 4048,-18-1 0,5 0 0,-12-1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42.90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868 73 13289,'12'19'1709,"-3"0"-1619,-9 4 90,-1 0-90,-1 5 0,-1 5 0,-1 4 270,-1 4-360,-1 3 90,-1 5-90,-1 4 180,-6 31-1207,4-17 1027,-6 24 90,6-24-90,-3 1 0,-1 1 90,0-2-90,0-1 270,0-4-270,0-5 180,2-4-626,1-5 446,1-4 0,1-5-90,1-5 0,2-6 0,1-5-90,1-4-359,0-4-631,1-1 2063,1-16-1073,2-2 310,3-17-310,1 0 0,1-1 0,0 1 90,1 0-90,-2 3 91,0 1-1,0 2 180,-2 0 539,1 1-449,-5 8-180,-4 7 90,-5 8 0,-1 4 0,0-1 0,-1 1 360,-29 18-360,16-12-1162,-24 12 1162,23-18 0,-2-2 0,-1-1-2827,-34 3 2917,21-5-1,-24 1 1,32-6 0,-11-1 0,12-2 90,-15-2 686,26-1-956,-8 0 3392,16 0-3212,2-4-270,8-5 0,6-1 0,3-4 90,2 3-89,2-2 89,1 0 0,2-1 0,0 0 0,0 1 0,1-1 0,0 1 0,-1 1 0,0-1-90,-2 2 180,0-1-90,-1 1 0,-1 0 0,1-1 0,-1-1 0,-1-2 0,1-2 0,-1-2 0,0-3 0,0-1 0,-1-2-90,0-4 180,0-2-180,0-4 90,1-4-325,-2-3 235,2-4-427,0-3 517,3-3 0,1-2-90,1 1 90,1 2 0,1 2 0,0 3 0,-1 6 90,1 3-180,-1 4 180,-1 5-90,0 2 0,-2 3-90,0 4 487,-1 2-397,-2 2 535,0 3-715,1 0-450,-2 3-539,0-3-990,-1 3-4227,-2-4 6386,-2-5 0,-1 9 0,0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44.76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626 1 9781,'10'-1'2159,"-3"4"-1979,-14 17 90,-2 2-90,-3 2 180,-2 5-180,-3 1-1,-2 3 1,-1 2 0,-1 3 0,-2 3 90,-1 1-90,-4 1 0,-1 0 0,-1 0 0,0-1-446,-1-1 446,-1-2 90,0-2-90,2-2 0,2-3 0,2-3-90,1-1-121,2-4 121,5-2-1,0-3-89,5-3 0,1-3-89,2-3-721,1 0 350,2-1 280,8-6 217,4-6-127,6-6 270,0-4-270,-2 1-90,-1-2 90,0-2 90,-1 1-90,-1-1 0,-1 0 90,0 0 0,-2-1 0,0 1-90,-2 0 90,1 0 0,-1 1 0,0 0 0,0 1 0,0 0-90,0 0 90,0-5 0,2 1-90,0-1 90,-6 17 0,-6 18 0,-4 10 90,-2 9-90,2-8 0,0 1 180,-5 11 90,6-11-90,-6 16-270,9-23 90,0 5-90,3-13 0,3 4 90,2-3-90,8 4 360,2-6-270,11-1 180,-5-7-180,2-2 0,3-1 90,-5-1-90,11-1 90,-11 1 0,4 1 0,-6 0 0,0 2 89,-1-1 91,4 1 0,-4 5 0,1 2-180,-4 4-360,-3 3-1799,0-1-179,1-2-91,2-10-719,1-5 3058,1-9 0,0-6 0,1-3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45.86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477 19 7443,'6'-15'4677,"-8"12"-4497,-6 11 0,-5 9 0,-5 7 0,1-1-90,-1 2 90,-3 3-91,-2 2 271,-14 17-643,7-11 463,-10 12 0,12-17 0,0-2 90,1-2-90,1-2 360,-24 16-361,24-20-89,-16 11-90,28-23-629,3-2 449,8-8 553,5-4-463,9-6 0,2 0 90,-2 1-180,5-3 180,-3 2 0,3-2-90,-6 4 90,0 1-90,-1 1 90,0-4 0,-1 0-180,-4-4 0,-1-2 90,-6-3 0,0 0 0,-3 3 90,-1 3 0,0 4-90,0 0 90,0 1 0,0-1 0,-1 2 0,0 0 90,-2 0 0,1 1 270,-3 0-360,0 4 0,4 8 0,3 4 0,5 6-90,7-1 180,4 2-90,-2 1 0,3-5 0,-4 1 0,-3-2 90,2-1-90,-2 3 90,1-1 0,0 1-90,0 2 90,0 0-90,-1 2 90,0 0-90,1 8 0,-1-6 0,1 6 270,-2-10-360,1 0 90,1-3 180,-1 0-270,4 0 180,-1 1-540,3-1-540,1-3-809,9-12-629,-4-6-720,8-11 3148,-5-2 0,1-4 0,1-1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51.13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0 552 10861,'3'-18'1349,"0"1"-1079,1-4-90,2 1-90,3-5 90,2-1-90,4-4-90,2-2 90,3-2-90,2-2 89,2 0-306,3 1 307,0 1-90,1 2 0,-2 4 0,1 3-3320,-4 5 3230,-1 4 90,-2 5 0,-1 4 0,-2 4 0,-2 5 0,0 5 0,-3 5 0,0 6 0,2 17 0,-4-6 235,1 13-235,-3-13 0,-3-1 3482,1-2-3482,-1-3 0,-1-4 0,4 2 90,0-4 0,7-7 180,-2-9-180,6-20-90,-4-3 90,5-10-90,-1 2 90,2-2-90,1-1 0,-1 1 90,1 0 0,13-12 0,-14 19 0,15-10-90,-19 28 0,1 2 90,-3 10-90,-4 6 0,0 4 90,1 5-90,0 2 0,0 2 0,0 2 0,0-3 0,0 2 0,1-4 0,1-1 0,1-3 0,2-3 0,0-2 180,2-3-180,-1-3 0,0-4 0,0-2 0,0-3 0,2-2 0,-1-5 0,1-1 89,0-4-89,-1-2 0,0-1 0,-3-1 0,1 1-89,-2 2 89,-1 3 0,-1 3-90,-2 1 0,1 2 90,1 6 0,1 6 0,0 7 0,-4 4 0,-1 0 269,-1 1-269,1-1 180,1 0-270,1-1 270,1-1-270,0-3 180,0 0-180,1-4 270,0-2-270,3-2 0,-1-4 0,2-3 90,2-4-90,1-3 90,1-4-89,2-3 89,1-1 0,2-3 0,0 0-90,-1-1 90,-1 1 0,-1 1 0,0 3-90,-4 2 0,-1 2 0,-4 4 0,-2 2 0,2 2 90,1 8-90,-1 1 90,0 8 0,-2 0 0,3 2-90,2 1 90,3 0-90,1-2 90,2-2 0,3-1 0,2-4 0,2-2 0,2-4 0,0-3 0,3-4 0,-1-2 90,2-2 0,-2-2 0,-1-1 0,-3 0 90,-2 1 0,-4 2 179,-3 3 361,-3 1-90,0 2 89,-3 5-539,1 6 90,-5 5-90,-4 5-90,-2-1-90,1 0-90,-1 0-900,2-2-719,2 2 540,4-6-360,0-4-4947,10-17 6476,-9-4 0,6-12 0,-6 4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5:52.38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47 865 6903,'-19'2'4947,"1"-1"-4857,11-8 90,5-2-90,11-8 90,2 1-180,5-5 90,5-3 90,5-4-90,3-2-90,5-2-352,1-1 262,4 0 180,0 1-90,1 2 0,1 2 0,0 4 0,-1 3 90,15-1-180,-1 8 0,-2 2 0,-11 9 90,-17 4-90,-3 3 90,-4 1 0,-2 0-90,-3 1 532,-3 1-442,1 2-90,-2 0 180,4 0-180,-3-10 90,2-3 0,0-8 0,2-2 0,2-3 0,4-2 0,1-1 0,5-1 0,1 1 0,1 0 0,3 0-90,0 3 0,1 2 90,1 2-90,-1 5 180,0 3-90,1 5-90,-2 4 180,0 3-180,-1 5 180,-1 3-90,-3 1 0,-1 2 90,-4 0-90,-2 0 0,-3-2 0,-1 0 0,-3-3 0,-1-2 0,-1-2 0,-1-1 90,3-2-90,3-2 0,-1-3 90,2-5-90,-2-3 0,2-5 90,4-2-90,2-2 0,2-3 0,3-2 90,2-1-90,3-1-90,0 2 90,2 0-90,0 2 180,-1 2-180,2 2 90,-1 3 0,0 2 0,16 1 0,-13 4 0,9 1 0,-14 4 0,-3 0 0,1 2 0,0-1 0,11 0 90,-8-1-90,8 0 90,-11-2-90,0 0 90,1-2 0,0-1 0,2-1 90,16-2-1524,-12 1 1524,11-2-239,-16 5 149,-2-1-90,-2 2 90,-2 0-90,-3-1 90,0 2 1154,-2 0-1154,0 1-22,-1 0 22,0 0-180,0 0 180,0-1-90,2 0 0,0-2 0,1 1 0,-1-1 0,1 0 0,0-2 0,-1 0 0,-2-2 90,0-1-90,-1 1-180,-2-1 0,0-1-359,-1 1-271,-3 0-449,0 1 1259,-2 0 0,-4 4 0,-3 1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6:25.85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18 716 8252,'-16'15'4138,"15"-6"-3958,5-9 0,13-6 0,-2-4-90,3-2 89,4-6-89,3-4 0,3-3-317,2-6 317,2-2 0,0-4-577,2-1 577,-1-2-90,1 0 90,-3-1-3155,13-19 3065,-13 16 90,7-12-3,-17 21 93,-2 3-90,-4 2 414,-1 4-234,-5 4 333,-1 3 206,-4 3 3391,0-2-3390,-4 4 453,-3 0-1173,-4 14-90,1 8 90,-1 17-90,3 7 90,-3 49-1019,4-26 929,-1 35 270,4-41-799,2 1 529,1-2 0,1 1-3029,3 15 3119,-1-17-180,3 11 26,-2-23 64,-1-2 586,0-5-586,0-2 319,-1-3-319,1 2 3356,-1-5-3626,-1 1-4207,-1-5 1778,-4-3 2699,-7 12 0,4-15 0,-4 8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6:26.53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1 416 5239,'2'-13'2338,"1"-1"-448,1 2-901,0 0-499,4 12-310,-1 2 111,1 12-201,-1 1 343,-1 5-253,1 4-180,-1 3 90,0 3 0,-1-1 0,-1 2-90,0-1 90,-1 0-90,0-2 90,0-2-3572,-2-2 3572,1-3 0,-1-3-90,0 1 539,1-3-539,-2-11 180,0-6-180,-2-16 0,1-1 90,0-4-90,-1-2-373,0-31 463,0 18 0,1-22-90,2 29 0,0-2 90,1 4 0,0 0 0,0 2 3072,2 5-3162,0 1 693,0 4-693,0 2 0,3-1 0,-1 5 0,5 3 0,-3 9 0,2 3-90,-4 7 90,1 0 0,0 4 0,0 3 0,0 0-90,0 1 90,0-1 0,-1 0-90,0-2 90,-1 0-180,-1-2 90,2-1 0,0 0 180,2-11-90,-2-5 0,0-13 0,-1-3 0,0-5 90,0-3-90,1-4 90,0-2-90,2-3 90,-2-3-90,1-1 90,0-1-90,1 3 90,1 1-90,1 5 0,-1 3 0,4-3 0,-2 10 0,4-1 0,2 12 0,-2 7 90,5 6-180,-5 8 180,2 6-90,-1 5 90,0 6-90,0 5 0,0 1 90,-2 3 0,0-1 0,-1 0-3302,-1-1 3302,-1-1 0,-1-4 89,0-2-89,-2-4 0,0-2 0,-1-4 90,-2-3 90,1 1-2365,-1-3-2132,1 0 4227,1-1 0,-3-6 0,0-1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6:27.13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27 5 9152,'-13'-5'3508,"4"6"-3058,5 18-91,3 5-89,4 6 90,0 5-90,3 4-90,2 2 0,1 2-327,2 0 326,1-1 91,2 0-180,-2-2-90,4-2 90,-2-2-90,3-3 0,-2-2 0,0-2 171,-1-3-171,-2-2-3311,1-2 3311,-4-3-90,3 3-449,-6-7-826,3 3-434,-12-9 900,-3-4-91,-7-3 3663,-4-5-3483,3-3-269,-2-3-180,-1-3 411,-2-3 0,-1-1 0,0-1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6:27.27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17 286 7623,'-14'-13'3238,"12"-3"-2609,7 5 91,17-2-90,1 1-181,9-2-89,1-2 0,7-1-90,4 0-90,6-1-1296,3 2 1296,3-1-90,0 2-632,-1 1 362,-1 0-180,-3 2-90,-3-1-359,-5 3-1,-4 1-629,-6 1-720,-4 2-629,-6 2 2788,-5 4 0,-9-1 0,-3 3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6:29.61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187 0 6993,'-19'7'2609,"-1"1"-7640,1 4 5570,-2 3 1230,3 3-1319,-1 1 769,3 3-859,0 1-180,3 1 90,2 1-90,2 1 89,4 1-179,4-1 90,5 1-90,3-1 0,4 0 0,3-2 0,7-1-90,0 0 90,5-4-90,-3 1-427,1-3 427,0 0 90,0-2-90,-2 0 0,-1 0 0,-1-1 3271,-1 0-3271,-3 1 728,-1 1-638,-3 1-90,0 1 180,-6 2-90,-2 2 0,-2 2 90,-4 3-1,-1 2-89,-3 1 90,-3 1 0,-2-1-90,-1 1 90,-1-1-90,-1-2 0,0-2 0,1-3 0,1-2-180,1-4 180,2-3-990,-1-2-5936,3-1 4408,2-17 2428,2 0 0,3-8 0,1 6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6:29.81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0 384 8252,'13'-15'1889,"1"1"-1349,1 2-90,3 1-91,1-2 1,3 2-90,0-2-90,2 1 90,2-1-180,1 0 90,2-1-180,1 0 90,1 0-180,1 1 0,-1-1-180,0 1 0,-2-1-180,2 0 1,-5 0 89,1 1-270,-3-1-89,-2 0 89,1 0 90,-2-1-629,-1-1-180,0 0 1349,-2 1 0,-8 6 0,-2 2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6:30.11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120 1 6094,'-1'20'1439,"-1"1"-990,-1 3 91,-3 4 0,-1 4-1028,-1 3 938,-3 4 90,0 5-90,-1 2-91,0 4-89,0 2 269,0 1-359,2 0 90,3-2-90,2 0 0,4-4 0,4-1-90,4-5 0,3-2 90,3-5-180,2-4 89,3-3-89,2-4 90,2-5-180,1-5 955,1-6-955,1-4 90,1-6-17,-2-5 107,1-4-90,-2-6 0,-2-3-3302,-3-5 3482,-2-4 0,-2-2-15,-3-2 195,-2-1 0,-3 0 0,-4 1 179,-2 2-89,-5 2 0,-2 3 89,-4 1 3296,-2 5-3475,-3 2 0,0 4-69,-2 1-111,-1 3 0,0 0-270,1 4-90,0 0-179,1 3-1081,2 0-2877,-1 1-2339,3-2 6656,5-4 0,4 4 0,6-1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6:30.51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347 1 10051,'-12'25'990,"2"4"-810,2 10 89,-1 6-1113,1 7 1114,-3 5-180,-1 6 90,-2 5-736,-1 4 736,1 1-768,-1 2 768,-1-2-90,1-1 0,0-1-2614,-1-4 2524,0-2 0,1-4 40,-3-4-40,3-3-90,-1-3-90,1-5 274,3-4-543,-1-5-271,2-5-269,2-5-990,3-4 2155,0-5 1,3-9-1,2-2 1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6:30.68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19 9 9062,'-10'-8'2878,"4"10"-3148,3 15-269,5 7-451,1-3-809,2 2-629,0 3 2428,1 2 0,-1 3 0,0 1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6:30.82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 8972,'9'3'0,"-1"-1"0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6:49.74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33 0 9512,'-11'14'1888,"1"0"-1708,6 1 0,0 2-270,2 6 90,1 2 0,0-4 90,1 2 180,1-4-3662,0 0 3662,-1 2-270,0 1 270,0 1 90,-1 13-360,1-8 269,0 9-269,1-10 180,-1-2-180,0 1 3392,0 0-3392,1 2 0,0-1 90,0 1-90,0 0 0,1 2 450,1 46-540,0-32-689,1 36 779,-1-43 0,0-2 90,1 1-90,-1-1 0,1 0-3044,0 0 3044,2 0-188,1 14 188,0-11 432,1 10-342,-3-14-90,2 1 0,-2 0 0,2 2 0,0 0 90,-2 2-90,2-1 0,-1 1 0,1 1 0,-1 1 0,1 0 0,0 1 0,1 2 89,0-1-89,-2 2 0,0-3 0,0 1 0,-1-1 0,1 0 0,-1 0 0,0 2 0,0-1 0,-1 2 0,0-2 0,0 1 0,1 1 90,-1-1-90,1 2 0,0-1 0,0 0 0,0 1 2803,0 0-2714,0 1-89,0-2 0,1 1 0,0-3 0,-1 0 0,2-2-2789,0 1 2789,0-2 0,0 1-35,0-1 35,1 1 0,-1-2 0,0 2 0,0-1 0,0 2 0,3 0 0,-2 2 0,1-1 0,-2-1 0,2 2 0,-3-2 0,2 3 0,-2 0 0,0 1 0,3 20 0,-2-15-313,1 16 313,-2-21 270,-1 1-270,0 0 2883,0 0-2883,0 0-2982,0 0 3072,-1 0-90,-1 2 71,2-1 19,-2 1-90,0 0 90,1 0-90,-2 3 90,2-2-90,-1 1 90,1-2-90,-1 0 0,1-1 0,-1-1 0,1-1 90,-1-1-90,1 1 0,-1-1 90,0 0-90,0-1 0,1 0 90,0 0-90,0-2 0,1 2 0,-1-3 90,0 2-2206,-1-3 2116,1 2 0,0-2 160,-1 1-160,1-2 0,0 1 0,1-3 0,-1 0 0,-1-2 2150,1-2-2150,0-1 0,0-1 254,0-2-254,0-1 3252,1-2-3342,-3-2 152,2-1-152,-1-3-90,1 0 1,0-1-1,0-1 90,-1-1-630,1-2-629,0 4-810,-2-3-809,0 3 2968,-4-4 0,1-7 0,-2-2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6:51.20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248 327 0,'-18'-4'0,"1"-1"1063,0 3-973,1-1 90,0 1 1318,1 0-1408,-1 2-1409,2-1 1409,-1 2 2269,2-1-2179,0 2 179,0-1 91,-3 2 90,0-1 90,-1 1 3211,2-1-3661,15-2 0,4 0 0,24-4-90,-10 2 0,9-2 0,-11 2 0,3 0 0,1-1 0,1 2-90,1-2 90,1 1 0,2-3-1,13 0-89,-8 1 90,10-1-90,-12 2 90,0-1 0,14-1 0,-9 1 0,10-2-90,-13 2 90,0 0 0,0 2 0,1-1 0,0 0-90,1 1 90,0 0 0,1-1 0,1 0 0,0 0-90,2-1 90,0 2-90,2-2 90,1 1-90,0-1 90,2 0-90,0 0 90,2-1-347,0 2 347,0-1-90,1-1 90,0 0-90,0 0 90,1 0 0,-1-1 90,21-1-180,-16 1-365,16-2 365,-20 3 90,1-2 180,2 2-270,0-1 270,1 1-360,1 0 90,0 1 0,1 0-90,1 1 90,1-1 0,-1 1 0,1 1 0,-1-1 0,1 2 0,0-1 0,-1 0 0,1-1 0,1 0 0,0 0 90,0 0-90,2 0 0,1-1-649,0 1 649,2-1 0,-1-1 0,2 0 0,-1 0 0,1 1 0,0 1 90,0-1-90,-1 1 0,1-1 0,-2 0 0,-1 1 0,2 0 0,-1 1 0,2 0 90,1-1-90,25 1 0,-19 0 0,19 1 0,-26 0 0,-3 0 0,2 1 0,-3 0 0,2 1 0,-1-1 0,0 0 0,0 1 0,-1-1 0,1 2 0,0-2 0,0 2-2789,1-1 2879,0 1-90,-1 0-1299,1-1 1299,-1 1-180,1 1 180,-1-1 66,-1 1-66,-1-1 0,0 0 0,0 0 0,0 0 0,0 1 0,1-1 0,-1 1 0,2 0 0,-1 1 0,0-1 0,26 3 0,-18-5 0,17 4 289,-24-4-289,-1 2 0,0-1 0,0 1 0,-1-1 432,1 0-432,1-1-15,0 0 15,1 1 90,0 0-180,1 0 180,0 1-180,0-1 90,0 0 0,0 0 90,0 2 532,0-1-622,0 1 0,-1-1 0,-1 1 0,0 0 0,2 0 0,-1-1 0,1 2 0,0-1-362,4 1 362,-3 1 0,3-1 0,-4 2 0,2-1 0,-1 0 0,1 1 0,-2 0 0,1 1 0,-2-1-90,0 1 90,1 0 90,-1 0-90,2 0 0,-1 1 342,0-1-342,29 6 0,-21-5 2138,21 4-2138,-29-5 0,1 0 90,0 0-219,1 0 129,0-1 0,0-1 90,0 0-90,1-1 0,0 0 0,1 0-1425,3 0 1425,-1 0 0,1-1 0,0 1 0,0-1 0,0-1 0,0-1-528,-1 0 528,1 0 90,0 0-90,-3-1 0,4 0 0,-2 1 0,31-1-1567,-19 0 1567,21 1 0,-28-1-98,0-1 98,-1 0 0,0 0 0,-1-1 0,-1 0 90,0-1-90,1 1 0,-1-1 0,2 0 0,0 1 0,0 0 0,1 0 0,-1 0 0,-2 0 0,0 1 0,-2 1 0,-2 2 0,-2 0 1435,-1 1-1435,-1-1 509,-1 1-509,-2 0 0,0 1 0,-2 0 2681,0 1-2681,-1 0 0,-1 1 90,0 1-90,-2-1 0,1 1 754,17 3-754,-15-2 90,12 3-90,-22-4 0,0-1 90,-2 1-90,0-1 89,-2 0-3231,0-1 3232,0 0-351,-2 1 351,0-3 244,-1 2-334,-1-2 0,-2 2 90,0-1 52,-2 0-142,-2-1 3248,0 1-3248,-2-2 422,0 1-422,-2-2 11,-1 1-11,-2 0-180,0-1-90,-2-1 180,-1-1-449,-1 0-91,-2 0-1169,-1-1 720,4-1-1170,-5-2-719,3-1 2968,-6-1 0,-5 4 0,-1-1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12.05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17 1321 6273,'-14'7'3598,"11"-10"-3418,13-4 90,6-6-90,6-2 90,-5 2-90,0-3 0,3-2 719,24-28-809,-13 13-758,20-22 758,-19 17 90,2 0 299,19-25-389,-9 14-430,15-18 430,-14 17-2784,2-1 2694,1 0 90,3-2 56,1 2-146,0 0 0,-2 1 90,21-18-90,-20 18-407,15-12 407,-23 24 0,-3 2 270,-1 3-360,-4 4 270,-2 2-180,-3 3 180,-2 2-139,-2 4 49,-3 1 2466,-2 2-2376,-3 3-90,-2 1-180,0 1 883,-2 1 1545,0 0-689,-3 2-1649,-6 9 244,1 3-244,-6 7 90,5 2 0,0 4 0,2 3 90,2 6 0,1 5 89,9 26-89,-5-9-797,7 20 797,-5-16-90,1 3 90,0 2-90,2 1 0,1 2 0,0 2 0,2 1-2470,0 1 2380,2 2 0,0 0-664,0 2 664,0-2 0,-1 1 0,-1-3 0,0 1 90,-1-2-611,0-1 611,-2-1 0,0 0 135,-3-9 0,0 2-135,4 13 0,-5-16 0,0-2 0,-2-1 0,-1-3 307,0-3-218,-1-3-179,-1-3 90,-1-3 0,0-4 2132,-1-1-2222,0-4 0,0-3 0,0-1 982,1-2-892,2 3 919,-3-7-739,1 4 831,-4-7-1371,-4 2 180,-6-2 180,-5-1-270,-6 0 270,-1 3-989,-44 34 629,21-17-1777,-37 28 1867,33-28 0,-3 3 0,-4 0 90,-2 2-2773,-3 0 2773,-1 1 0,-1 0-235,1 0 235,0 0 90,0 0-347,2-1 347,2-2-881,-18 12 881,19-13 90,-11 8 1870,24-16-1960,5-2 0,2-3 364,5-4-364,3-1 387,-5 3-746,10-6 3661,-4 3-2583,12-12-629,5-8-90,1-5 90,4-8-90,0-2 0,1-4 0,-1-5 90,1-3-90,-2-5 0,1-4 0,-3-4-469,-1-7 469,-1-5-657,-2-5 567,-2-5 0,-3-6 0,3 17 0,-2-1 0,-9-33 45,8 31 0,-1-2 0,-4 0 1,1 3-46,-10-32-547,8 32 0,0 2 637,-10-17-89,-1 3 89,-1 3 0,-1 4 0,0 3 89,0 3-89,0 4 0,1 4 90,3 2-90,-2 2 210,5 4-210,0 3 0,4 3 0,2 3 0,4 2 0,2 3 639,3 2-639,3 4 1324,1 2-1504,2 2-270,2 1-809,5-4 269,0 7 138,6-4-587,0 8 89,3 4-1798,2 4-1259,0 6 4407,1 8 0,-1 5 0,-1 5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12.57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57 161 6363,'-7'-17'1529,"0"0"-989,0 0-90,1 0 0,0 1-1,0 0 1,1 1 540,1 0 89,-1-1 1080,2 1-1889,7 16 89,4 9-89,7 22 0,2 8 0,2 9-3392,3 11 3572,2 7-181,1 9-990,1 8 1081,0 7-181,-13-42 1,-1 1 0,1 1 0,-1 1 0,1 0 0,-1 0-45,1 0 0,-1-1 0,1-2 0,0 1 404,11 45-359,1-3-90,-2-3 45,-5-30 0,0 0-45,9 27-90,-9-32 0,0-2 90,5 14 90,0-6-180,-1-4 90,-2-7-90,-1-5 90,4 7-90,-7-17-90,3 5-180,-7-16-720,-3-5-359,-1 0 450,-6-14 2990,-3-8-3440,-6-13-1820,-1-6 1730,-3-6-1373,-1-5-786,-4-4 3598,-1-4 0,-2-2 0,-2-1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12.89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75 1280 6453,'-17'-2'1979,"1"-1"-1079,2 0-271,1-2 1,3-3-360,6-8 0,4-1 89,9-9 1,6-2-90,6-6-3392,7-7 3302,8-8 90,7-7-994,8-6 994,7-5-90,8-4-620,-31 33 1,2 1 529,2-1 0,1 1-45,2-1 0,0 1-810,2 0 1,1 1 809,-1 1 0,2 1 0,-1 1 0,0 1 0,0 2 0,-1 1-45,-1 1 0,0 2 76,36-22 13,-4 7-89,-10 5 0,-3 6-622,-11 6 622,-5 5 90,-9 4 1257,-7 3-1347,-9 3 90,-2 3 2014,-7 1-2374,1 4 1037,-7 6-1307,-4 3 3213,-7 5-3483,-4-1-179,-2 1-1350,-4 0-719,0 0 3058,-2 0 0,-1-1 0,1 1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13.90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1 436 11490,'14'-6'1530,"-2"-1"-1440,-3-15 269,-1 0-359,2-5 270,1-4-270,0-1 180,0-2-270,0 0 90,-1 1 0,-1 2 90,-1 1 90,-1 4 0,-2 2 0,-2 1 359,-1 5 1,0-2 360,0 5-900,3 15 90,-2 8-90,3 20 90,0 4-90,0 7 89,3 4-424,-1 5 425,2 1-1,0 1 1,1 1 90,-1-1 0,0 0 0,0 0 180,0 0-180,0-2 0,-1 0 0,-2-5-90,1-3-1,-3-6 1,0-4 0,-1-4 0,0-3-90,0-4 90,0-4 90,-1 0-8545,1-1 3844,-5-12 4521,2-6 0,-4-5 0,3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14.19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34 0 9602,'-13'10'1709,"1"3"-6830,9 4 5571,0 6 1498,1 3-1228,2 15-450,3-8-1,3 10 771,2-16-860,3 1 0,2-2-90,4 0 0,2-2-1,2 0 1,2-2 3392,1-1-3482,2-1 180,-1 0 0,1-1 0,0 1 90,-1 0 90,-2-1 0,-1 1 89,-3 0 91,-1 0 0,-3 0-1,-2-1-89,-2 0-90,-4 0 90,-1-1-181,-2 0-89,-2 0 0,-3 0-270,0-1-269,-3-1-271,0 0-450,-1-2-449,0 0-539,-2-1-1620,-2-1-1529,0 2 5217,-2 1 0,-1 1 0,-1 2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17.19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 7623,'-1'35'809,"2"0"-629,4-4 0,3 6-5660,2 7 5704,3 7 1,1 2-45,5 18-128,-3-12 1,-1-1 127,3 9 512,0 2-512,-2-3-90,0 4 90,0-3-90,-1 1 0,-2-5 0,0-6 90,-1-1-425,2-4 335,-3-3-90,2-2 90,-3-5-90,1-3 0,-2-4-90,0-4 2366,-2-5-2546,0-5 0,0-4 1050,-2-3-2219,1-1 1954,1-12-1415,-4-4 399,-1-14 501,-6-4 0,-1-4 0,-1-2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17.44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0 7173,'15'19'1079,"-1"8"-809,-3 12-90,2 12 0,1 8-4548,1 8 4548,1 8 0,2 5-110,0 7 110,2 4-90,0 4 90,0 1-425,-1 2 335,1-1 90,-7-30 0,-1 2-135,-2-18 0,0 0 45,1 13 0,0-1-484,3 20 484,-1-5-45,-4-27 0,0 0 45,4 23-180,3 14 0,-6-35-180,0-8 1,-1-3 1437,-1-6-1618,0-6 1119,0-6-1209,0-4 729,0-5-189,3-8 0,-2-14 0,3-8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17.70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6633,'2'33'1709,"1"5"-1169,0 6 90,2 5-91,1 4-1169,-1 4 1080,2 3 0,1 3-91,0 4 1,0 4-90,1 3-834,0 3 744,1 1 0,-4-23 0,1 1-90,4 30-45,-4-30 0,0-1-45,4 21 0,-1-2-180,0-1 0,-1-3-90,0-3-180,0-5-89,0-5-1,0-4-180,0-6 1,1-6-293,-1-5-337,0-6-360,-2-6 1709,1-6 0,-4-9 0,-1-3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17.95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1 182 6183,'4'-49'990,"-1"4"-720,0 10 0,-1 7 629,1 8-629,4 15 0,1 13-90,4 17 90,-1 11-91,3 11-709,0 8 710,4 12 0,-1 6-90,2 10-2257,0 4 2167,-1 8 90,0 0-1250,-9-45 1,-1 0 1159,1 0 0,-1-1 45,0 1 0,0 1-403,0 0 0,-1-1 358,1 0 0,-1 2 45,3 19 0,-1 1-90,-2-19 0,-1 0 45,3 14 0,-1-2-180,4 17-90,-1-7-180,1-6 1,1-8-811,5 10 181,-4-24 88,5 5 1023,-6-30 1,-6-10 0,-2-6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18.19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 6903,'1'34'1709,"0"3"-1259,4 8-909,0 5 819,1 5-3613,1 6 3523,0 4 90,1 4 370,1 5-461,0 4-179,1 2-620,0 0 620,0 0 0,-1-11 0,1 1-180,1 16 0,-3-20 0,1-3-90,-1-4-179,0-3-91,-1-7 80,0-5-259,-1-5 89,-1-6-809,0-5 2058,0-6 1,-3-10-1,0-4 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18.44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74 6273,'7'-28'1709,"-1"4"-1259,2 6-90,0 15 0,3 10 0,-3 19-1,3 14 1,-1 13-1127,5 13 1037,-1 10-1443,3 9 1353,-1 10-818,-7-45 0,1 2 683,0 3 0,-1 1 45,1 3 0,-1 1-90,1 2 0,0 1 0,-1 1 0,0 1 45,-1 2 0,0-1 0,0 0 0,-1 0-45,0 0 0,-1 0 45,0-1 0,-1 0-45,0-1 0,0 0 45,-1-2 0,0 0-90,-1-1 0,0-1 45,0-2 0,0-1-90,-1-2 0,1 0-399,0-4 0,0-1 219,1 43-90,2-9-180,0-11-89,1-10 179,1-11-360,1-10-449,0-9 1259,0-11 0,-3-10 0,-2-7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18.69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30 6543,'0'-24'2519,"1"18"-1979,3 37-181,0 14 1,5 29-1899,-1-7 1898,1 8 1,2 6-908,1 6 907,2 4-179,-1 5-440,-6-46 1,0 1 304,0 0 0,-1 1 0,0 0 0,0 1 0,0 0 0,-1-1-1,0 0 1,0 0 0,0-1 0,-1 0-544,3 49 499,-1-5-90,-1-3-348,0-4 168,-1-3 0,0-4-90,1-5 0,-1-5-89,1-6 776,1-8-1676,2 7 809,-1-23-2030,1 3 2570,-1-26 0,-3-9 0,-1-5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18.92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17 6453,'10'-17'1979,"6"17"-1619,-3 15 0,5 22-90,-5 10-1106,1 11 1106,-1 10 180,0 10-1068,-1 7 978,-1 7-2822,0 6 2597,-7-46 0,1 0-90,0 1 0,-1 1-408,0 0 1,0 1 452,-1 0 0,1 0 0,-2-1 0,1 1-45,-1 0 0,0-1 89,-1 0 1,1-1-90,-1 0 0,-1 0 0,0-1 0,0-1-102,0 48 147,0-5-299,1-7-61,0-8-180,2-7 1561,1-9-1920,0-6 892,3-7-1702,-1-9 297,3-6 1322,-1-9 0,-3-12 0,-1-6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19.17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0 8432,'23'35'1799,"-2"2"-1349,-13 4-5751,2 8 5661,-1 10 0,0 6 1067,1 8-1067,-1 7-91,0 5-110,0 7 111,0 5-180,-4-47 0,-1 1-45,0 1 0,0 0 45,0 0 0,-1 0 45,1-1 0,-1 0-135,0 0 0,0 0 0,3 48-90,-1-3 90,-1-3-180,-1-5-90,1-5-180,0-8-179,0-6-181,1-8 0,1-6-89,0-8-810,1-7 2202,-1-8-493,0-6 0,-3-14 0,-1-4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19.43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6903,'11'-1'3148,"-3"10"-2788,3 23 90,-5 14-90,-1 13-1441,0 10 1260,-1 9-617,-1 8 708,-2 7-90,1 5-91,-2-46 1,0 0-45,1 2 0,-1 0 0,0 1 0,0 1 45,0-1 0,0 1-45,1 0 0,-1-1 45,0-1 0,0 0-45,0-2 0,0 0-45,-1-1 0,-1-1 0,0 48 0,0-6 90,1-5-180,2-6 0,0-5-270,3 21-89,1-28-1,3 13-635,-2-35 366,0-6-181,1-8 180,0-5-1673,0-8 2393,5-16 0,-7 0 0,2-10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19.70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6543,'17'5'2159,"-2"6"-1439,-2 11-91,-2 11 91,-1 9-91,-2 8-1382,-1 9 1292,-3 8 91,-1 6-3197,-3 7 3107,-1 5 0,-1 6-1,-2 5-89,0 3-368,2-49 1,0 0 52,-1 1 0,0 0-193,1-1 0,0 0 238,-3 48 0,2-3-180,0-4-225,2-30 1,-1 0 314,1 29-270,1-33 0,0-3 1,1 16-361,0-6-90,2-3 91,1-6-1,1-3 1907,1-5-2807,4 12 631,-3-19 1575,4 8-1666,-5-22 727,0-5-2796,-2-5 3274,2-11 1,-3-1-1,0-7 1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19.95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15 6723,'14'-11'2069,"1"8"-1619,-1 14-1,2 14 1,0 13-90,1 12-1253,0 12 1163,0 9-974,0 9 974,-2 8 90,-1 6-925,-7-45 1,-1 1 698,0 2 1,-1 1 0,1 1 0,-1 1 0,1 2 0,-1 0-45,-1 0 0,-1 0 45,1 2 0,0 0 90,-2-2 0,-1 0-180,3 0 0,0 0 0,-3-1 0,1-1-45,2-1 0,-1-1-276,-1-2 1,-1 1 185,5 45-90,1-4-336,1-6 156,0-5 0,0-6-179,0-5-91,0-6 0,-1-5 707,1-8-886,-1-6-2789,4 3 3598,-6-20 0,1-4 0,-5-18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20.21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17 0,'26'-13'1140,"-2"9"1841,-2 14-2441,0 15-180,-1 11 958,-1 14-1048,0 10-1310,-2 10 1220,-1 9 90,-3 7 1684,-1 7-1684,-3 5 0,-5-24 0,-1 1-737,-1-16 1,0 0 601,0 18 0,0-2-45,-3-20 0,0-4-1,0 1 1,0-1-45,-1-1 0,-1 0 401,0 46-535,-1-4 1533,-1-4-1624,0-4 1,-1-4-1,0-5-90,-1-3-180,-1-5 34,1-5-124,0-5-90,1-7-89,0-8-91,2-6 1776,0-8-966,0-7 0,2-9 0,0-6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20.47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0 6633,'2'21'2069,"-1"5"-1529,0 12-91,2 10-1172,1 8 1083,1 9 0,2 5-90,-1 8-1205,3 4 1205,-1 7-728,2 5 728,-2 6-744,-3-49 0,-1 1 609,0 1 0,0 0 0,-2 0 0,0 0-302,2 0 0,0 0 392,-2-2 0,0 0-180,3 0 0,0-1 45,1 46-1383,4-4 1293,-4-3-90,2-6 0,0-4-180,0-6 302,0-4-572,0-5-899,4 13 540,-3-22-91,1 7-359,-3-29-270,-1-7 1814,-1-7 0,-2-9 1,-1-5-1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20.72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 7623,'19'-1'2608,"0"9"-2068,0 13-90,-1 14-5751,-1 11 5571,0 9 0,-1 9-985,-1 9 895,-1 8 273,-2 7-93,0 7-360,-8-45 0,0 1 45,0 3 0,0 0-45,-1 2 0,-1 1 45,0 1 0,1 0-45,-2 1 0,0 1-333,0-1 1,-1 0 377,0 0 0,-1 0 0,0-2 0,-1 0-45,1-2 0,-1 0 0,-1-2 0,0 0-45,0-2 0,1-1 45,-5 46-270,2-5 1,0-8-181,0-8 0,1-4 1497,1-10-1767,0-3 919,1-9-1099,1-7-359,0-7 1259,0-8 0,1-13 0,0-5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20.98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21 1 8432,'4'31'1979,"-1"7"-5900,-2 11 4370,0 11-89,0 11-90,-1 9 270,-1 7-659,-1 7 209,0 5-45,1-46 0,-1-1 0,1 3 0,0 0 45,0 1 0,-1 0-45,0 1 0,0 0-422,0-1 0,1 1 557,-1-2 0,0 0-180,0-2 0,1 0-309,0-3 1,0 0 128,-1 45 0,3-6-90,-1-7-180,2-5 867,1-7-1047,0-5 1,0-6-181,1-6 91,-1-4 927,1-7-1467,-1-5 1866,-1-7-607,1-6 0,-2-12 0,0-5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21.23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4 7173,'19'-4'2788,"-2"9"-2248,-1 16 0,-1 13-2445,-1 12 2264,0 12-89,-1 9-34,0 9-56,-2 8 270,-1 7-360,-1 5 0,-4-45 0,-1 1-1316,0 1 1,1 0 1315,-2 1 0,0 1 0,0 0 0,0 1-925,-1-1 1,1 0 924,-1-1 0,-1 0 44,1-1 1,-1-1-90,1-1 0,-1-1 525,1 46-660,0-4 0,0-6-385,-1-5 205,0-4 0,-1-6-719,0 20 269,-1-26-90,1 12 1380,-1-34-2369,0-6 2083,0-7-284,0-5 0,0-13 0,1-4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21.50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8162,'6'35'2429,"0"7"-1799,-1 12-1,0 10-179,1 8-90,-1 5-1851,0 5 2031,0 4-360,0 4-1,0 4 1,-1 3-1358,-3-46 1,1-1 1312,-1 2 0,0 0-90,0 1 0,0 0-673,-1 0 1,0 0 672,0-1 0,0 1-302,-1-2 1,1 0 526,-2 46-360,4-5-180,-2-5 0,4-7 328,-1-5-1137,4 17 449,-2-27-90,3 11-89,-2-35-1,1-7 2232,1-6-2591,0-9 2147,4-11-2237,-2-10 1588,0-12 0,-4-9 0,-3-6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21.76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0 6903,'11'14'1799,"-1"9"-6920,-1 16 5661,-1 14 0,1 12 1112,-1 10-843,0 8-420,0 6 60,-2 6 1,1 3-270,-5-47 0,1-1 45,0 1 0,-1-1-898,0 1 0,1-1 943,1 50-90,2-4 325,0-3-415,0-4-385,2-4 565,0-5-60,1-3-390,0-5 1389,1-5-1389,0-4-179,0-5-1,0-5-180,0-6 1881,0-5-1970,0-6 991,-1-6-1171,0-4 179,-1-7 193,0-5 77,4-10 649,-5-9-559,3-11-468,-5-8-161,-1-7 899,-2-9 0,0-7 0,-1-5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21.99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0 7533,'19'8'2248,"6"36"-1708,-9 10-2499,5 36 2409,-6-5-1316,-2 11 1046,-6-45 0,0 1-45,-1 3 0,0 1 0,-1 1 0,1 1-45,-1 2 0,0 0 45,-1 1 0,-1 1-46,1 0 1,-1 1-45,0 0 0,-1-1 0,1 0 0,-1-1 0,0-1 0,0 0-45,0-3 0,0 0 0,1-3 0,-1 0-180,4 45-382,1-7 202,0-8-762,2-7 672,1-7-89,1-7-1,0-6-90,-1-9 181,0-6-271,-2-9 1067,1-7-2866,-2-10 2860,2-15 0,-4 0 0,-1-9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22.20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 24 6453,'4'-19'2069,"0"14"-1709,-1 16 0,1 21 0,0 14-1408,0 13 1408,0 13-757,-2 8 666,1 10-1388,-3 6 1254,0-44 0,0 0 0,-1 3 0,-1 0-45,1 1 0,-2 1 0,0 0 0,0 1 0,0-1 0,0-1-45,-1-1 0,1 0-480,0-3 0,1-1 345,-2 46 0,2-9-270,1-7 0,3-7-269,1-6-1,1-6-180,0-5 181,2-6 433,0-6-2592,2 3 2788,-1-20 0,-1-3 0,-3-19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22.42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46 1 6094,'19'4'1169,"-2"10"-719,-3 17-1,-3 16-5749,-2 15 5750,-3 10-1,-2 9 1132,-3 6-1041,-3 7-364,-2 4 49,2-47 0,-1 1-1,0 0 1,0 1-383,0-1 0,0 1 338,0-2 0,0 0 0,-2 48 90,0-5-181,2-4-89,1-32 0,0 1 0,-1 27-135,1-32 1,1-3-136,-1 12-180,-1-6 2045,0-6-2225,-2-7 1,1-7 89,-1-7-826,0-9 377,-5-13 1469,1-11-480,-2-15 0,2-11 0,0-6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22.64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1 307 6004,'15'-86'899,"1"10"-539,-2 16-603,0 16 603,-1 16 225,1 15-315,0 17 205,0 14-116,1 15-89,1 14-111,-1 12 201,1 10-2372,0 8 2372,-2 6-90,1 7-1185,-2 7 1005,-7-47 0,0 1 0,-1 2 0,0 0-45,0 1 0,-1-1 0,0 1 0,0 0-1031,0 0 1,-1-1 1075,1-1 0,-1-1-180,2 49 180,0-5-350,-1-6 170,0-9-180,0-5-179,1-9-91,-1-6-540,4 7 361,-3-23 269,3 2-629,-2-28 1684,3-14-1504,-2-9 1156,1-16 0,-3-9 1,-1-8-1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22.83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1 374 6004,'12'-49'449,"0"0"1,12-40 360,11 1-1516,-10 37 1066,7 7 29,-11 41-29,0 16-90,-1 19-1,-1 13 226,0 35 0,-3 8-450,-7-37 0,-1 1-1397,7 45 1,-3 0 1441,-7 1-45,-4-48 0,1 1-154,-2-1 0,0 2 199,-1 22 0,0 0-518,-1-18 0,0 0 428,-1 16 0,0-1-90,-2 23 0,-1-4-871,2-5 691,-1-5 2212,1-6-2932,-1 18 451,1-29 89,-1 10-630,1-37 1142,-1-9 0,3-13 0,-1-7 1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23.04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0 6633,'17'31'1619,"-2"8"-3896,-1 13 2547,-4 12 0,0 9 90,-2 9-1,0 6-89,-1 7-90,-4-44 0,0 0-90,1 3 0,-1 0 45,0 3 0,0-1-45,0 1 0,1 1-558,0-1 1,0 0 602,-1 0 0,1-1-135,-1 0 0,2-1 45,-2-1 0,1 0 0,1-2 0,-1 0-90,1-1 0,-1-1-175,6 46-139,-1-4-2018,0-6 1928,0-5-181,-1-7 401,0-7-401,-1-8-719,-2-7-90,0-9 1439,-2-9 0,0-16 0,-3-7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23.27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5 6363,'21'-5'1619,"-1"10"-1169,-2 17 0,-1 16-1383,-1 15 1293,0 11-1,0 11-89,-1 9 90,1 6-1629,-1 5 1538,0 4-224,-7-49 0,-1 1 45,1 0 0,-1 1-90,1 0 0,-1 0 0,1 1 0,0-1 0,-1 0 0,1 0 0,-1-1 0,0 0-90,-1 0 0,0-1 90,5 47-179,-2-3 89,-1-4-180,-1-5-331,-2-4 331,-1-6-180,-1-8 0,-1-6-89,1-9 89,-2-8-995,1-9 1445,-2-9 0,1-13 0,-2-6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23.47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0 6723,'21'41'1799,"-1"7"-7009,-2 11 5569,-1 12 1,-2 9 212,-1 11-122,-1 8-316,-8-46 1,0 0 45,-1 2 0,0 1-504,0 0 1,-1 1 458,-1 0 0,0-1 0,0 1 0,0-1-365,-1 0 1,0-1 319,1-1 0,-1-1-45,1-2 0,-1 0-45,2 47-90,-1-7-90,1-4-179,-1-8-91,0-6 0,-1-7-269,-1-9 179,0-7 580,-1-8-1480,0-9 1923,1-10 1,0-11 0,1-6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23.70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 6273,'14'8'1350,"-1"12"-2326,-1 18 1426,-3 17-1,0 16 1,-1 11-1484,-1 12 1304,-3-45 0,-1 2-91,0 2 1,0 2 0,-1-1 0,0 4 135,1 27 0,1 1-225,-2-20 0,0 0-516,2 20 0,-1-1 561,0-27 0,0-2-135,0-1 0,0 0-449,0-2 0,0 0 494,0-4 0,0 4-270,3 33 0,1 1 90,-4-33 0,1-1-90,2 27 0,-1-4-224,-1-6-181,-1-8 0,-2-6 421,1-9-420,-2-7-1,-1-9-114,-1-9 744,-2-14 0,1-2 0,-1-9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23.92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6183,'18'8'1260,"-1"9"-811,-2 18 1,1 15 90,-2 13-5751,0 12 5661,0 11-90,-2 9 92,-6-42 1,-1 0-318,-1 2 0,-1 1 45,0 3 0,-2 1-72,1-1 1,-2 1 26,1 0 0,-1 0 0,-1-1 0,1-1-45,-1-1 0,1-1 0,0-2 0,0 0-90,0-3 0,0-1-90,2 46-90,1-7-90,1-5-605,-1-6 515,0-5 1735,-1-8-1825,-1-7 0,0-7-90,-2-8-89,0-8-990,-1-8 1407,-5-11 212,1-16 0,-5-13 0,2-11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24.12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1 168 0,'19'-64'0,"0"10"1552,0 20-1192,1 19 1436,0 19-1436,-1 17-90,0 17 0,-1 13 316,-1 13-226,-2 11 1716,-3 8-1806,-1 7 0,-4 6-1160,-1 3 935,-4-49 0,-1 1 45,0 0 0,0 0-830,0 49 830,-2-2 0,1-4-90,0-4-90,-1-5 0,1-4-298,0-6 118,-1-4-179,2-6-1306,-2-6 1306,2-9-271,-1-8 943,1-10 0,-2-28 0,1-9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24.29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0 6273,'22'2'1709,"0"9"-1349,-4 15 90,-2 16-1620,-2 12 1530,0 12-90,-4 8-3157,0 8 3067,-7 6 90,2 6 200,-4 5-425,0-47 0,0-1-90,-2 2 0,0 0-90,1 0 0,-1 0-406,-1-1 1,-1 0 315,1-1 1,0-1-136,-4 46-360,-1-5-539,2-7-90,-1-5 1349,3-7 0,-2-7 0,-1-3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6:38.59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231 1215 12660,'6'-22'629,"-1"-2"-539,-4-1 90,-1-5-90,2-5-4161,0-5 4610,2-26-359,0-12-248,0-2 248,-1 3-304,-1 24 214,-1 1 180,0-19-90,-2 17 0,1-15 0,-3 24 89,1 2-89,-1 1 0,-1 2 0,0 3 0,0 2 0,-1 4 2647,1 1-2737,0 3 1533,0 3-1623,0 3 623,1 3-533,0 3-90,0-1-720,1 2 630,-1 14-89,0 14 89,1 11 0,-3 11 0,-1-5 90,-2 2-90,-1 2 0,-2 0 90,0 0 0,-8 14-90,4-12 90,-4 8 0,5-17 0,1-3 0,1-3 0,0-3 0,2-2 0,-2 0-720,3-5 450,-2-13 180,8-6 0,-3-15 1,11-1-1,-3-1 0,5-4 90,0 0-180,8-26 180,-5 20 180,7-17-270,-8 28 270,0 2-270,1 1 0,0 2-90,4-5 180,-2 7-90,3-3 90,-4 8-90,0 1 0,3 1 90,-1 2 360,5 3-360,0 6 0,-2 4 90,0 3-90,-4 1 90,1 2 0,14 15 0,-10-9-90,9 12 0,-12-14 89,1-1-89,-2-2-89,1 1-271,4 2-90,-4-3-180,4 2-269,-5-5-360,0-1-990,-1 0-809,0-1 3058,0 0 0,-6-3 0,-1-1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6:39.67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164 988 13020,'4'-20'629,"-1"-1"-449,-3 4 180,-1-5-4522,0-2 4432,1-3 707,-2-22-977,3 8 180,-3-18-270,2 12 0,-1-4 90,-1 0-90,1-1-61,-1-1 151,0-21 2528,1 17-2528,-1-12 0,2 25 232,0 6-232,0 3 0,1 6 90,0 4 122,0 4-122,0 5 741,-1-1-1011,2 4 252,0 14-72,2 24 0,-3 5 0,0 15 0,-4-12 90,-1 1-90,-2 3 0,-2 0 0,-8 27 0,4-23 90,-7 16-90,9-30 0,0-3 90,0-3-90,1-5 90,-3 3-90,0-5-90,-1-1 0,1-9-179,7-13 89,-2-5 90,7-11 180,-1 0-270,5-4 0,2-3 90,1-1 0,1-2 0,1 0 0,1 0 0,0 1 360,1 1-360,0 2-428,-1 2 428,0 2-90,2-7 90,1 3 0,-2 2 0,-1 5 90,-4 13 270,3 9-270,-4 5 698,2 12-608,-3 3-90,1 0 90,0 6 0,0-1 180,9 24-180,-5-17-90,7 15 0,-4-25 0,-3-2-90,2-2 180,-1-3-990,6-1-719,-3-4-1709,7-2 3328,-4-7 0,-5 1 0,-3-3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33.16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1590 189 6004,'15'-24'1259,"-1"0"-809,2 1 89,-1 0-179,0 3 0,0 0 0,-3 3-1,-2 2 631,-1 4 1528,-1 0-2338,-11 12-90,-2 5 0,-13 16-90,-4 7-245,-6 8 335,-6 7-90,-6 7 0,-5 6 90,-5 4-1390,-5 3 1480,-4 4-45,12-18 0,-1 1-838,10-11 1,-1 0 837,-13 12 0,-1 1-45,14-16 0,0-1 0,-1 2 0,0-1 0,-1 1 0,0-1 45,0 0 0,0 1-53,0-2 1,-1 1-39,2-2 1,-1 1-956,1-2 0,0 1 956,2-3 0,0 0 45,-34 29 93,5-5-93,5-6-90,8-6 0,6-6 1112,8-8-1202,8-5-180,5-6 78,7-5-2057,4-3 4464,13-14-2934,5-2 839,10-14-1110,5 2-809,2-3-629,2 0 2428,0 0 0,1 0 0,0 2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33.68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47 149 6453,'-8'-23'1260,"0"1"-811,1 0 1,1 2 0,1 2 449,0 2-89,2 0 449,-1 4-989,6 19-180,0 9-90,6 27 90,0 8-337,0 12 337,0 12-1597,0 10 1597,0 11-800,-5-45 1,0 2 709,0 2 0,-1 1 90,1 2 0,-2 0-1186,1 1 1,-1 0 1185,0 2 0,0-1 44,-1 1 1,0 1-613,0 0 1,-1 0 612,-1 0 0,0-1 15,0-1 1,0-1 29,-1-2 0,0-1-352,0-4 0,1-1 352,-3 44 0,-1-12 907,3-8-907,1-9 966,2-7-1056,1-7 695,2-6-785,-1-6 90,2-6-90,-1-6-90,0-4-89,2-3 2612,-2-4-2973,1-1 441,1-3-2060,1 0-2864,2-3 5023,0-8 0,-3 1 0,-2-7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34.27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126 49 6273,'-15'-6'1979,"1"0"-1349,0 1 0,1-1 89,0 0 1,1 1 539,0 0-270,-2-1 91,3 2-900,3 8 0,8 5 89,10 13-89,8 7-389,5 8 389,6 5 180,5 4-270,3 1 0,5 0 0,3 0-773,3-3 953,2-2 0,25 12-360,-16-17-522,18 6 612,-20-19 0,-1-7 90,2-4-90,1-8 90,0-6 45,-4-10 0,0-3-135,15-6 90,-16 2 0,-3-2 0,0-5-90,-5 1-214,-5 0 214,-5 3 90,-5 2-90,-5 3 549,-4 3-549,-5 2 807,-4 3-627,-2 1 628,0 0-7284,-2 1 1082,-6 6 5394,-4 3 0,-3 2 0,1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34.60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35 1 9422,'-13'17'2158,"2"1"-1528,8 1 180,0 6-361,1 7-89,0 6 0,1 6-2376,1 6 2286,1 3-90,1 3 52,1-1-142,0 3 90,1-3-180,0 0 90,3-3-270,-1-1 0,2-4 180,0-5-539,1-3-91,-1-4-179,0-2-91,-2-4-179,1-3-1,-2-4-3057,-1-4 3753,-2 0 0,-1-10 0,-1-1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34.82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64 72 7173,'-7'-23'2159,"1"3"-1260,2 5-269,-1 2-450,1 17 90,1 8-91,1 19-89,3 8 90,0 8-712,0 8 622,1 6 0,0 4-911,-1 6 821,0 2 90,0 3 0,-1 1-2452,-1-1 2362,0-1 0,-2-6 0,1-3-180,-2-7-325,1-5 55,-2-5-1783,2-8 1603,-1-4 188,-1-7-457,1-6 1350,0-4 1,2-11-1,1-3 1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35.03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525 69 6723,'-15'-26'2159,"0"3"-1260,1 9-539,-4 8 0,3 11-90,-2 10 0,5 10-90,-1 7-1,0 9 1,-1 5-712,0 6 622,-1 3 90,-1 3-37,-1 2-53,-1 2-730,-1-1 640,-1 0 90,-9 26 0,4-23-90,-6 18-90,9-31 0,0-6-3052,2-6 2782,1-7 276,2-5-276,3-6-1107,1-7 748,-1-11-99,4-11-621,-1-14 1439,6-8 0,1-10 0,0-3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35.24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507 99 6363,'5'-33'1529,"-1"4"-719,-2 8-540,-6 7-90,-1 12 0,-5 11 0,-1 14-1,-3 9 1,-1 10-730,-2 9 730,-2 6 0,-1 7-989,-1 5 989,-2 2-90,1 3 90,-3 1-90,0-1-1412,7-25 1,-2-1 1321,-10 24 90,-8 14-1783,2-19 1513,12-22 239,-7 3-509,13-25-6,-4-12 97,8-13 2544,-2-14-2455,8-13-90,3-12 0,1-10 1,2-8-271,2-10 0,2-3 1007,2-5 0,3-4 0,1-2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7:35.54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1486 460 6633,'20'-82'540,"-3"7"-450,-1 13 270,-3 10-1,-3 11 1,-4 9-90,-3 8 180,-4 7-180,-10 13-180,-3 8 90,-8 14 89,-2 7 91,-3 9-456,-4 4 366,-4 7 90,-4 1 0,-2 4-815,-4 2 815,-1 0-1086,-2-1 905,0-1 1,0-2 0,2-2-90,0-4-90,4-3-461,2-6 281,5-2 269,3-7-449,5-4-270,5-5 644,2-6-643,4-8 983,3-9-1433,1-26 629,8-1 90,3-23-89,7 5-112,3-8 381,4-6-979,3-6 1069,2-2 135,-4 23 0,0 0 135,6-23 90,5-11-552,-14 42 642,-4 10 90,-7 11-1,-7 10 1345,-20 17-1164,-1 8-1,-16 16 451,-19 27-914,10-8 14,16-13 0,0 1 179,-18 18-89,-1 2-90,0 0-90,2 0-151,1-3-29,3 0-2071,3-4 1801,5-4-360,3-5-244,5-3-25,5-6-1170,3-5 384,5-7 1775,5-7 0,7-5 0,4-4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05.7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23 8072,'-10'-18'5667,"4"13"-5127,5 14-270,5 19 0,3 10-91,2 9 1,1 8 0,2 6-873,2 7 873,1 4 90,2 5-91,1 2-1142,0 0 1143,0 0-90,1-2 0,-1 0 0,-1-3 0,2-2 0,-2 0-824,1-3 824,-1-2-180,0-2-90,-1-4-90,0-3-351,-2-6 82,-1-5-181,-1-6-1869,0-7 1690,-2-6 650,0-4-1910,-3-5-1562,1-3 3721,-8-16 0,2 3 0,-5-11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05.9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17 287 6993,'-17'-4'4767,"30"0"-4677,-4 0 90,27-2-90,-15 0 0,4-2-90,0-1 90,3-2-180,14-8-809,19-14-1651,-13 5 1830,7-6 0,-30 14-179,-1 1-270,-1 1-181,-2 0 668,-2 2 1,-1 1 0,-1 1-1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06.1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 1 10411,'-1'27'1439,"4"1"-1079,3-6-90,4 5-5391,-1 1 5301,2 2 1319,1-1-1319,0 1 0,8 14-180,-5-11 859,6 10-1039,-8-14-90,2 0-89,-3-2-1,2-1-270,-1-1 1,-1-1 3211,-2-2-3302,-1-3-89,-1-2 809,-2-3 0,-3-7 0,-1-2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06.2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80 6273,'-6'-19'2429,"2"2"-1799,2-1-91,-1 6-719,7 0-89,0 10-181,7 5-270,0 5-359,0 3-180,1 2 1259,0 3 0,0 3 0,1 1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07.0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1 342 8072,'4'20'1979,"-1"-1"-1439,1-5-90,0 1-1,0 0-179,0 1 0,1-1-90,1 2 0,1-1-90,0 0-90,0-1 0,1-2-180,-1-1 0,2-1-450,-2-2 1,4 1 179,-2-2 270,3-7 180,-5-10 0,-3-5 0,-3-7 90,-2 3 0,0-3 90,0 2-90,0-1 90,1 1 180,-1 1-91,0-3-89,1 3 0,3-2-180,4 11 90,2 7 0,3 9 0,0 5 0,2 4-90,2 5 0,0 2 90,0 3-506,0 1 416,0-1 0,-2 0 0,0-3 0,-1-3-90,-1-3 90,-2-2-270,3 2 686,-4-13-416,0-3 0,-4-14-90,-4-9 90,-1-5 0,-1-5 90,-1-4 0,0-1 0,-2-2 90,1 3 90,0 1 0,-1 6 0,1 6 179,0 3-89,2 2-180,3 4-90,3 13 0,7 15-90,0 9 90,1 5-90,-2-7 270,-2 1-360,2-2 360,-2-1-360,1-1 269,-3-2-268,2-4-721,-2 1 720,3-13 0,-2-4-270,1-29 90,-6 2-89,1-13 89,-2 6 0,1 0 0,-2-1 0,0 2 90,-1 3 0,0 7-179,1 1-91,-1 4 270,2 13 180,-1 9-90,4 17 90,-1 6-90,2 3 90,0 2 0,1 2 180,0-1-270,2 0 90,-1-1 0,2-2 90,-1-3-90,1-2 90,0-3 0,-1-2 0,0-2 90,0-4 359,2 0-359,1-8 90,-1-3 180,-1-8-360,-4-5 90,0-6-90,1-4 0,-1-5 0,-1-1 0,0-2-90,-1 0 90,-1-1 89,-1 0-89,-2 1 0,0 2 90,-2 2 180,0 5 270,0 5 359,-1 0-809,-1 36-90,3-1 0,-1 32-90,6-6 90,-1 2 0,5-1-237,1 0 237,5-2 0,1-3 0,3-3-3314,12 5 3314,-5-12-90,8 2 0,-9-15-90,1-5-89,0-6-1,0-5 68,0-8-338,-1-7 90,0-7-179,-2-9-271,-1-5 2998,-1-7-3177,-1-3-91,-3-6-1079,-2-2-629,-2-3 1972,-2 0 1,-1 2 0,-3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04.8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92 131 7803,'-17'-15'-1080,"0"-1"271,2-4 809,2-2 0,-2-6 0,1-2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07.60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12 267 6363,'13'-47'1619,"0"1"-1079,-3 6 180,-1 6-1,-3 6 1,-2 5 629,-2 4-269,-3 1-361,-7 7-449,-2 10-90,-2 10 0,1 12 0,4 3 0,0 6-91,1 3 1,2 2 90,1 1-90,7 14-3482,0-10 3482,5 8-90,2-15 90,1-4-90,2 1 0,2-2 0,2-1 90,0-1-90,1 0 0,0-3 90,0 1 3302,-1-2-3302,0-1-90,-2 0 90,-2-1 90,-1-1 180,0 10-90,-5 4-181,-4 0 1,-5 1 0,-4-10-270,-8 13-89,-2-10 179,-4 8-450,1-14-180,1-1-89,-1-3-181,0-2-89,-1-3-2429,-7-6 720,7-7 2788,-3-11 0,8-7 0,2-5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08.2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1 460 8162,'19'-2'2789,"-1"-1"-2519,2-4-1,-4 0-89,-2-5-90,-3-2 90,-1-4-180,2-4 0,-1-3-3392,-1-5 3302,0-2-90,-1-3 90,0-1-90,-1 0 91,-2 1 89,-1 2 0,-3 4 89,-1 3 1,-2 4 360,-1 4 3392,-3 2-3752,-5 15-90,2 5 180,-4 35-90,5-3-370,0 20 460,2-9-90,4 2-90,1 1 90,4-2-90,2 0 270,7 13-270,0-17 0,5 8 0,-3-24-90,1-4 0,-1-4 90,0-4-90,1-5 90,-2-5 180,2-4-270,-2-7 180,-1-5-180,0-7 0,-2-6 370,0-7-370,-4-3 0,3-24 90,-6 12 0,1-16 0,-4 20 90,-1 3 269,-2-7-89,1 15 540,-2-10-720,4 35 0,0 2-90,2 26 90,2 6-90,0 5 0,1 2 0,1 2 0,0-2 0,1 0 0,3-2-180,0-4 90,1-2-90,-1-4 0,0-4 90,3 0 0,-1-7-90,2-9 0,-4-11 90,-2-13 0,-2-7-90,-1-5 91,0-5-1,0-2 0,2-16 90,-2 15-878,0-8 968,-2 22 0,-3 5 90,1 5-1,0 0-89,6 14 0,-1 3 0,4 14-90,-1 3 90,1 2 788,0 2-788,2 1-90,0-1 0,0-1 90,0 0-90,-1-4 0,0-1 0,0-2 0,-2-3 0,0-2 90,1-1 270,0-3-270,1-2 0,-1-6 90,0-7-360,-4 0-270,1-5-90,-3 3-359,-1 0-271,-1-2-269,-1 0-360,-1-2-629,0-1 2428,-1 1 0,0 6 0,-1 3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08.3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 17 10051,'-18'-14'-2159,"8"11"2159,10 4 0,7 10 0,2-2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08.9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3 585 8162,'-2'16'3868,"1"1"-3148,4-3-540,4-3-90,3-7-90,3-7 0,2-5-180,1-5 0,4-5-180,1-6-90,1-4 0,0-4-179,1-2 89,-2-2-89,-2-1 179,-2 0 0,0 0 90,-4 1-90,1-13 450,-7 15 90,0-6 180,-7 20 720,-2 5-541,-6 3 1,2 9 809,-11 12-719,4 10 270,-5 10-361,5 3-3391,1 6 3302,2 4 0,3 4 0,1 2-181,3-1 91,2 0-298,4-2 118,1-1 90,3-4-90,2-3 0,2-3-90,2-4-90,1-4 3289,2-4-3379,2-3-89,0-6-1,1-3 311,0-6-401,0-4 0,1-6 180,0-5-1259,13-30 989,-14 10-136,13-21 317,-20 15-1,-1-1 0,-3-4 90,-4-4 90,-2-1 0,-2-3 0,-1 0 180,-2 0 90,-1 2 540,-3-15-361,0 19 91,-2-8 0,3 23 179,1 6-89,1 2 629,1 6 541,-1 0-1531,5 17-89,0 2 0,5 18-90,-1 0 90,2 3 226,1 0-226,1 1 90,9 9 0,-3-8-90,7 6 0,-4-11 180,2-2-180,1 0 90,3-2-1,1-1 91,12 6-90,-8-5 0,8 4 90,-13-6 90,-1 2 0,-2 1 89,-3 2 451,2 36-720,-12-17 0,-1 29-90,-15-27-297,-2 3 297,-5-1-630,-2 1-179,-1-2-361,-2-2-1798,-9 10 809,8-15-1529,-6 5-1619,11-22 5217,1-7 0,8-6 0,1-5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09.8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116 246 6813,'-8'-15'2159,"1"1"-540,0 1 0,0 0 1619,0 2-2968,5 12 0,2 8-90,6 18 0,-1 5 0,0 8-1,0 6-89,1 7-3059,-2 4 3059,1 3 90,-1 0-558,0 1 558,0-2-180,1-4 90,0-2-90,0-4 89,2 9-89,-1-17-89,1 6-1,-3-23 2842,0-5-3651,0 0 1404,-7-17-685,0-5 0,-7-22-90,0-5 90,0-7 180,-2-8-270,-1-5-453,-1-8 543,-2-6-90,0-4-2492,1-4 2672,1 1 0,1 2-744,4 5 744,2 4 270,2 7-360,3 4 90,2 7 0,3 4 0,2 3 457,4 5-457,1 3 90,4 6-90,1 3 90,3 5 2408,2 5-2139,3 6-269,3 6 90,2 8 0,3 5 90,1 9 0,1 4 0,-1 7 967,-2 3-967,-3 9 179,-2 2-89,-4 6 0,-4 3-832,-2 1 832,-5 1-180,-4 0 89,-4 0-89,-4-1 90,-3-2-90,-4-4 0,-3-2 0,-3-6-332,-3-5 152,-2-4-90,-2-6-179,-2-6-91,0-5-180,-1-8 0,1-4 91,-1-8-361,1-7 260,1-9-439,2-6-90,2-8 89,4-4-359,4-5-450,6 1 1889,4-1 0,5 3 0,3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10.3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117 385 8162,'13'-14'5577,"-9"12"-5127,-13 23-90,-6 7-1,-5 17 1,4-3-90,0 3-318,0 3 228,3 0-90,1-1-90,3-1 0,3-3-268,4-3-2,3-3 0,2-5-90,4-4 0,1-5-89,3-4-1,2-5 270,1-6 135,2-6-315,0-6 182,2-7-182,0-5 180,0-6 0,0-6 0,-1-4 90,-2-4 0,-2-3-1341,2-2 1341,-4 0-2768,-1 0 2948,-3 2 180,-3 4 90,-1 3 0,-1 5 719,-1 4 630,-1 0-632,-2 21-987,0 4 0,1 23 3392,2 4-3392,2 3 0,1 1-90,5 12 0,0-11-90,4 7 0,-2-18-90,0-3 0,1-4 0,1-4-90,-1-4 181,5-8-1,-3-6 0,3-10 0,-5-5 0,-1-8 0,-1-5 0,-1-5 0,-1-4 0,-1-4-380,-3-1 470,-1-4-90,-3 0 90,-1-3 270,-2 1-360,-2 1 90,-1 3 630,-7-26-270,4 33 0,-3-15 179,7 39-89,1 1-360,4 25-90,2 2 90,3 24-90,2 1 90,1 4-90,3 4 90,1 3 0,17 44-808,-10-33 718,12 32-180,-14-44-247,1-3-23,0-2-89,-1-4 179,-1-4-450,0-4-89,-3-4-181,-1-4-1348,-3-3 2428,1-2 0,-5-8 0,-1-1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10.5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51 405 6813,'-15'-16'2968,"2"1"-1708,3 4-361,1-2-539,6-2-90,3 1 0,7-2-90,3 3-1,5-3-89,1 0-90,5-1 0,2-2-269,3-1 179,2-1-540,2-1 180,1 1-359,0-1-3483,1 2 3393,-1 1-1368,-1 1 468,-1 0 1678,-2 3 1,-1 0-1,-3 3 1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10.9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165 0 6273,'-15'19'2879,"-1"1"-2070,2 1-89,-2 4-90,1 2-91,0 4 1,1 3-180,0 2 0,2 4-1,1 0-179,2 0 90,3 0-180,1-2 90,3-1-90,1-2-90,3-3-90,1-2 0,2-6 180,3-1-270,0-6 90,3-4-180,0-4 180,1-6-180,1-7 180,1-7-449,9-22-181,2-18 450,-1-2 90,-2-5 1,-11 19 448,1 4-179,-5 1 180,0 3 180,-5 3 0,-1 4 179,-3 4 631,-1 4-451,-4 2-359,-2 11 449,-4 19-629,4 9 90,2 16-90,4-3-90,2 3 0,3 1 0,2 0-91,3-1 181,15 24-180,-6-27-90,13 16 0,-2-32 0,-7-9 0,7-4 0,-10-12 0,0-7 0,-2-7-90,0-7 0,-1-5-179,-1-3-181,-3-1-90,-2-1-90,-2 1-809,-2-8 720,-3 13-1260,-3-4-450,-2 15 630,-5 14-629,2 5 1580,-2 16 0,3 5 0,1 2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14.4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 2772 12660,'-12'-10'989,"4"-5"-989,7-4 0,2-4 0,-1 4 0,2-3 0,1-1 0,-1-3 0,3-1 0,-1-2 0,1-1 0,2-3 0,0-1 0,1-3 0,2-1 0,0-3-3482,3 0 3482,7-23 0,-3 14-504,7-18 504,-5 19-90,3-1 90,0-2-90,3-1 0,0 2 0,2-2 90,7-14-45,-6 13 0,-1 2 45,4-4-90,1-1-420,2 2 420,-1 1 90,0 2-2052,-2 1 2052,0 2 0,0 2 1134,0 2-1134,0 0 42,0 2-132,1 1 90,0 1-90,0 1 90,2 0 0,-1 1-90,0 2 90,0 0 0,0 3 0,1 0 361,-1 4-271,1 1-90,-1 2 0,-1 4 0,0 1 0,-1 4 0,0 3 0,-2 0 2812,11 2-2812,-9 4 0,7 2 1208,-12 5-1208,-1 4-2760,-2 1 2760,2 1 0,-2 3 180,11 7-180,-8-1 90,8 6 0,-10-5-90,-1 2 90,1 1 0,0 1 0,-2 1-90,3 1 89,10 9 1,-6-6 3572,22 15-3662,-20-16 90,11 8-90,-12-10 0,1 0 0,0-2 0,2 0-3122,0 0 3122,1 0 180,1 0-382,1 0 382,0 0-180,0-1 180,0 0-360,1 0 360,0 0-270,1 0 0,0 0 90,-1 0-90,1 0 90,0-2 180,0 1-180,2-2-90,0 2 90,-1-2 0,0 1 0,1-1-90,0-1 90,1 0 0,-1 0 0,0-1 0,1 1 0,0-1 0,-2-1 0,1 0 0,-2-1 0,2-2 0,-1 0 0,-1-3 270,0 0-360,-1-4 360,1 0-2562,-4-3 2472,2-1-360,-3-2 360,-1-1 1932,0-2-2022,-1 0 22,0-3 68,-2 0-360,-1-2 360,0-1-270,0-1 180,0-2-180,-1-2-90,1-2 180,-1-2-90,1-2 0,-1-1 90,0-3-90,14-17 0,-11 9 90,11-14-403,-13 14 673,0-1-360,0-1 0,-1-1 0,-1 0 0,0-1 0,-1 2 90,1 0-90,-1 2 90,-1 0 3237,0 1-3327,-1 1 270,0 1-180,-1 0 180,0 1-270,0 0 180,0 2-180,-2 2 0,3-1 0,-2 2 0,3-1 90,1 2-90,0 0 90,0 2-90,0 0 90,1 2 0,0 1 0,-1 2 180,1 2-270,-1 1 738,0 3-738,0 2 270,-1 3-270,-1 1 0,0 3 0,-1 3 90,-1 2 0,0 2 0,-2 2 90,1 4 0,-2 2 0,0 3 0,0 3 0,-2 3 0,1 3 0,-2 3-90,0 4 90,-1 3 0,0 3 90,3 21-180,-4-10-375,3 15 375,-5-14 90,-2-1-90,1 3 90,-1-3-90,1 1 0,0-2 90,1 0-1584,-1-1 1494,1 0 90,0-2-266,1 1 266,0-1-90,0-1 0,3 2 90,-1-2-90,2 1 0,-1 0 0,1 0 0,2 0 90,2 0-90,-1 0 0,3 0 0,0 0 0,1-1 0,1 0 0,3-2 0,0 0 0,3-2-2685,0-1 2775,0-1-90,2-1 257,2-2-257,0 0 0,0-2 763,2 1-763,-1-4 90,2 1-180,0-3 90,0-1 0,2-2 0,-1-1 0,0-2-90,0-1 90,-1-4-90,2 0 0,-1-3 90,2-3 0,-1-2-90,0-3-1979,18-5 1979,-13-2 90,15-6 1958,-19-1-1958,2-2 0,-2-3 0,1-2 0,0-3 0,-1-2 0,0-3 0,0-2 0,17-19 0,-13 8 0,13-16-526,-18 13 526,1-3-90,0-3 90,1-3 0,0-2-90,1 0 90,-1-1-180,20-22 180,-15 18-180,17-17 90,-4 2 0,-11 17 90,11-17-90,-20 21 0,1 2 90,-3-2-90,2 0 0,-2 2 0,15-23 90,-13 18 0,12-16 0,-17 23-90,0 1 90,-1 3 0,0 2-89,-1 4 89,13-9-90,-11 14 90,10-7 0,-15 18 0,-1 3 155,-1 3-155,-1 4-90,20 1 180,-17 7 2906,14 4-2906,-22 7 0,0 3 355,-1 4-265,0 5-90,-1 4 0,-2 4 0,1 3 90,-1 5-90,0 2 0,0 3 0,-2 3 540,-1 2-540,-1 2 90,1 2-90,0 1-504,0 2 504,-1 0 270,8 26-270,-6-18-770,6 20 770,-6-24 0,0 2 0,1 1 0,1 0 0,-1 2-2781,11 26 2781,-7-20-90,9 19-343,-7-28 343,2-3 47,1-2-47,1-3 0,0-2 0,2-4 0,1-1 0,1-4 0,2-2 0,0-4-90,1-2 0,18 5 0,-11-11 0,13 4 314,-16-16-314,1-3 0,0-3 0,1-4 0,1-4 0,19-8 270,-14-2-270,14-7 180,-16 0-180,-1-3 0,2-4 1,0-4-1,-1-2 0,2-3 2281,-1-3-2191,1-4-90,0-2 90,1-4-90,-1-2 64,1-2-64,-3-3 90,1-1 0,-1-2-90,0-2 90,-1 0-246,0-2 156,0-1 90,0 0-89,0 0 89,2 1 0,-1 0-90,2 2 90,-1 1 0,0 2 0,0 0-90,0 3 90,2 1-90,-1-1 0,1 4 0,1 0 0,-1 5 0,0 2 0,1 1-301,-2 2 391,1 2-90,0 1 0,-3 5 90,1 2-90,-3 3 593,1 4-503,-1 4-90,-2 3 90,0 3 0,-1 4 0,-1 1 0,-1 5 0,-2 3 90,0 3-90,0 4 90,-1 4 0,0 3 0,-1 3 763,-1 5-673,1 4-90,-2 3 0,2 4 0,-3 2 777,1 3-777,-3 4 168,4 0-258,-3 3 90,2 1 0,-2 2-90,0 1 90,0 0-90,0 0 270,0 0-270,-1-2 180,1 1-270,-1-3 90,1 1-90,0-3 90,1 0 0,1-2-90,-1-1 90,1-2 0,0-2 0,0-1 0,2-3 0,1-1-90,1-2 90,0-2 0,2-2 0,17 7 0,-11-10 0,13 4 0,-17-12 0,2-1-90,-1-4 90,1-1-180,17-4 180,-12-3-90,13-4-251,-18-4 251,1-3 90,2-4-90,-2-3 90,3-3-180,16-16 90,-12 4-568,12-13 568,-17 7 0,-1-3 90,1-3 0,0-4-90,0-2 90,-1-3-569,0-3 569,-1-1-90,0-1 90,-1 1 0,-1 0 0,1 0 0,-2 3 0,3 0 0,-4 2 0,3 3 0,-3 3 0,3 3 0,1 3-7,1 3-83,-1 4 90,1 2 0,0 4 0,2 4 0,-2 2 0,2 4-127,-1 3 127,2 3 0,-2 4 0,0 3 0,-2 6 0,-2 4 0,16 12 90,-13 1-90,10 12 90,-17-3 0,-2 5 0,0 5 90,-2 3-90,-1 6 90,-1 0-90,-3 5 90,0 1 90,0 3-170,-2 2 170,-1 2-180,0 0 89,-2-1 1,0 1-90,6 18-261,-6-17 1,0-1 170,2 5 89,2-1-89,0 0 90,0-3-118,2-2 28,0-2 0,3-2 180,1-3-180,2-4-90,0-2 0,2-4 270,2-3-270,1-4 180,1-3-2473,2-4 2383,1-4-90,3-4 411,1-4-501,2-5 270,2-4-270,1-5 270,2-4-270,1-5 180,26-12 90,-19 1-180,19-10 90,-2-10 237,-17 6-417,18-11 90,-25 10 0,1-1 0,0 0 90,-1 0 146,-1 0-146,0 1-90,0 1 2350,0 2-2260,0 0-90,0-1 0,-1 2-90,0 0 90,0 4 0,-2 0 0,0 3 0,-1 2 0,1 1 90,0 2-2606,19 0 2606,-14 6-90,12 4 670,-21 6-580,-3 5 0,0 4 90,-2 3-90,0 5 90,-3 2 90,-1 2-1,-2 4 91,-2 1 0,-2 4 0,-1 0 0,-2 2 90,-1 1-91,-3-1 361,11 16-450,-10-12 270,9 11-360,-10-16 269,0-2-359,2 0-89,1-4 89,3-1-360,19 3 270,-9-12-450,16-1 0,-11-16-731,6-8 12,6-9 179,6-10-809,3-10-1034,-15 2 0,0-2 2923,-12 7 0,0-1 0,13-11 0,-2-1 0,18-21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16.5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155 52 7353,'1'-20'4047,"-4"3"-3237,-4 6-450,-7 8-180,1 3 90,0 7-1,-1 2 1,3 2 0,-4 3-90,1 1 0,1 0 0,1 0-90,2 1 0,2-2 90,2-1-180,4 6 0,2-5 0,5 4 90,3-4-90,2-2 0,3 2 0,4-2 0,2 0 89,4 0-89,1-2 0,3 1 0,0 0 0,1 2 0,1 0 0,0 1 0,-1 3 90,-2 1-90,-4 2 0,0 1 90,-5 3-90,-1 2 180,-4 2-90,-3 2 90,-5 1 90,-3 1-90,-4 1 0,-3 0 0,-1-2 0,-4-1 179,0-1-359,-2-2 270,0-1-360,-1-4 90,1-1-360,-1-5 91,2-2-1171,1-3-448,-1-2 898,3-11 990,10-72 0,4 27 0,2-5 0,1 1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16.7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11 8252,'12'-8'3418,"-4"5"-3058,-1 20 0,-2 4 0,0 4-4432,1 5 4342,2 2-90,0 3 694,2 3-694,1 1-90,1 2 0,-1 1 0,1-2-90,-2-4-2333,1-2 2423,0-4-270,0-3 90,1-2-360,-2-3 0,1-3 1884,-3-3-3323,1-2 1907,-2-1 1,-3-7 0,-1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16.8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45 8702,'0'-16'2698,"2"2"-3597,5 5-450,5 3-90,7 6-360,-3 2 1799,3 2 0,-12-2 0,0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17.3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127 1 7533,'-17'15'2698,"2"2"-1978,1 2-1,1 4-89,-1 3-90,1 4-91,1 2-89,2 2-90,0-1 0,5 0-180,1 0-90,4-3-90,3-1-90,2-2 180,3-3-450,2-2 1,2-5-1,1-2 0,2-4 90,1-3 90,0-3 1,0-4 179,0-4-180,0-5 270,-2-4-270,-1-4 360,-1-5-270,-2-2 270,-1-4-180,-2-3 360,-1-2-180,-2-1 90,-3 1 89,1 1 91,-4 3 0,1 2 90,-1 5 0,-1 3 629,1 2 270,0 1-1349,6 14 90,0 8-90,7 19 0,0 10 90,2 8-857,1 7 767,0 7 0,2 5 0,-1 3 90,1 4 90,-1 1-180,-1 2 180,-5-21 0,-1 1-1161,2 28 1071,-5-28 0,-1-1 90,-3 18 0,-5-1 90,-2-4 269,-10 18-359,1-24 90,-6 9 0,5-31-90,-2-7-90,-1-5 0,-1-7-270,-9-9 0,6-10 590,-8-12-770,10-11-179,0-10-811,-5-33 541,8 9 179,-1-26-243,13 18 63,3-6-359,4-2 0,3-1-720,3 1-630,4 4 2519,2 4 0,2 6 0,0 3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18.2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1332 7533,'-4'-21'5936,"1"1"-11416,10 15 5750,-1 6-90,9 14 1318,-3 5-1318,3 6-90,-1 4 0,1 4 0,-1 0-1409,6 19 1319,-7-11 0,5 10-104,-9-18 14,-1-5 2171,0-4-2261,-2-4 0,0-4-90,-1-1 3561,2-20-3201,-2-3-237,0-22 57,-2-4-180,5-48 181,-3 27-204,3-33 203,-3 42 90,-1 5 0,0 5 90,0 7-90,0 5 180,0 5 179,3 3-179,3 9 0,1 5 0,5 11 293,-2 8-203,8 17-90,-6-3-180,6 11 89,-10-11 1,1-1-90,-1-1 0,-1-2-179,1-4-1,-1-3-90,0-4 90,-1-3-720,0-4 451,5-6-91,-3-6 270,4-9-449,-4-7 89,0-7 0,0-4 181,1-4-181,-2-3 90,0-3 90,1-1 91,-4-3 179,0 0 180,-5-21 180,-3 17-179,-2-13 358,-3 24 91,0 4 0,-1 6 89,0 4 901,-1 4-361,-2 3-539,-1 9-270,4 6-91,-5 15 270,7 9-269,-4 7-90,3 7 0,1 2-3392,1 4 3392,2 0 0,1 0-854,3 0 854,1-3-115,1-2-65,2-3-2007,0-4 2007,1-2 180,0-5 1647,1-3-1737,-1-5 491,0-4-761,5-5 388,-2-9-657,8-21 2892,-6-2-2353,4-17-180,-5 5-5,-3-4 5,0-4 1,-3-1 89,-2-2 90,-3 1 180,-1 2 89,-2 6 91,-1 4 0,0 7 449,0 5-179,0 1-540,1 22 90,0 5-90,2 21 90,3 5 0,1 3-90,2 1 269,2 0-269,1 0 0,4-1 0,0-3-90,1-2 843,1-3-843,0-3 111,-1-4-111,-1-4-180,0-3 90,0-3 0,3-4 270,-3-6-270,1-6 180,-3-8-360,0-6 90,0-3-90,-1-7-989,7-43 630,-9 21-867,5-35 1046,-10 31-269,-3-4 269,-2-5-270,-3-5-643,-1-3 823,-4-4 270,0-3 1,-2-4 89,0 0 180,0 1 180,0 5 89,1 10-286,1 8 467,1 12 64,2 8 26,2 9 923,1 7-474,2 3 574,5 19-1113,2 7-91,6 21 91,1 9 0,1 9 26,2 9 154,1 10-994,0 8 1084,0 8-91,0 4 1,1 4-90,0 2-91,-3-25 1,1 0 180,9 32-1240,-8-34 0,2-2 1059,8 18-449,3-5-613,0-6 254,1-7-271,1-6-270,1-6-269,-2-7-270,2-8 0,-2-9-540,-1-11-700,1-12 2679,9-25 0,-10-4 0,6-15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23.2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 1 11221,'-2'24'539,"0"1"-269,4 0-180,0 4 180,1 3-180,1 3 90,1 4 0,2 4-1903,1 3 2172,2 5-359,2 3-974,5 35 974,-1-18 0,3 25-1,-4-25 1,-2 2-828,1 3 738,-1 0 90,0 2-90,-1-2 360,0 0-360,-2-3 0,2-2 0,-6 1-555,4-5 555,-5-1 0,5-9 1267,-6-5-1267,7 5 0,-7-19-90,6 3 1226,-5-21-1226,0-3 976,-1-1-886,0-4 882,-2-14-882,-1-5 0,-1-18 0,-2-2 0,0-3 0,-2-4 270,-1-1-270,-1 0 0,-2-1-90,0-2 90,-4 0 0,0-1 0,-1-1 0,-1 2 0,-1 2 0,1 3 0,-1 2 90,3 3-90,-2 4 90,3 2 0,1 4 0,2 3-1,1 4-89,-1-1-179,1 2 179,3 15 0,3 3-90,5 17 90,3 1 0,1 4 0,2 3 0,0 2 0,1-1 180,1 0-180,-1 0-90,1-3 90,-1-2-90,1-2 90,-1-3 0,1-2-90,-1-3 90,0-3-90,0-2 90,0-3-90,1-3 90,0-1-90,1-4 90,1-2 0,1-4 0,2-3 0,0-4 0,1-2 0,0-2-90,10-9 90,-7 4 0,7-5 90,-8 8-180,-2 1 180,0 0-90,-2 1 0,0 1 0,-2 1 0,-2 2 0,-2 2-180,0 0-270,-1-1 450,1 2 0,-4 2 0,-1 2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24.6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61 310 6813,'-18'-1'6207,"2"0"-3689,-2 0-2428,11 11-4251,5 0 4250,14 13 1,2 0 600,13 18-690,-6-6 90,9 14-180,-6-13 90,1 1 0,0 1 90,1 1-90,0 0 0,-1 0 0,0 1 90,-2-1-180,0 1 180,-3-1-180,0-3 180,-2 0-90,-1-5 0,-2-2 0,-1-3 0,-4-5-90,-1-4 90,-1-3 90,0 1 2319,-2-3-3129,-1-10 524,-3-10-344,-3-10-89,-3-5-1,-1 3-4111,-3-11 4111,1 4 1,-5-7 179,2 6 90,-2 1 90,-2-1 0,0 1 0,-2 1 180,0 1 90,-1 1 3392,-1 2-3302,1 0 0,0 3 180,0 2-90,0 0 90,1 1 0,1 0-3392,0 1 3392,1 0-1,0 0 1,1-2-90,0 0 90,1-2-90,2-2 270,-3-19-2539,6 6 2269,0-15 0,6 9 2133,4-2-2133,2-2-90,4 0 0,3 1 0,3 3 0,3 3 0,3 4-90,1 6 0,3 4 0,2 7 89,1 5-89,2 6 3325,0 5-3325,2 6 90,1 7-90,0 6 0,0 5 90,-1 5-90,0 4-180,-2 5 180,-2 2-3265,-2 4 3265,-2 2-2184,-2 1 2274,-2 2-246,-3 0 156,-2 0 0,-2-2 0,-4-1 90,-2-2-90,-3-3 90,-2-4-90,-2-1 255,-2-5-255,-2-2 0,-1-5 2009,-2-3-2279,0-3 3182,0-5-3362,-2 0-537,-1-6 177,-6-3-89,2-5-450,-7-6-270,5-5 1619,-1-2 0,1-3 0,1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25.0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0 674 6723,'14'-7'1439,"2"-1"-1169,-3 1-90,1-3 0,-1-1 0,0-2-90,2-4 90,0-3-90,1-2-90,0-4 90,-1-1-90,0-4 0,-1-1 0,0-2 0,-2-1 0,-1 0 0,-2 0 0,-1 0 0,-3 1 0,0 2 0,-2 2 0,-2 3 180,-1 2-1,0 3 1,-1 3 450,-1 2-90,-3-1-1,-1 2-89,-3 1 90,-1 5-360,-2 6-180,1 9 90,1 3-90,3 8 0,3 2 90,-1 5-90,3 3 90,0 4-1,4 16-89,1-10 0,4 11 90,1-14-90,2 0 0,2 0 0,3-3 0,1-2 0,2-3-90,1-3 1,1-2-1,1-4-90,0-2 90,1-5-90,0-2 0,0-4 0,-1-1-180,0-6 0,-2 0-89,0-9-1,-3 0 0,-2-5 0,-2-3 1,-1-2-1,-3-2-90,-1 1-539,-1-1-180,-3-1 1259,-3 1 0,0 10 0,-2 4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25.7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13 244 8792,'-4'6'3058,"2"1"-2788,-2 22-90,3 0 0,0 4-90,1 3 90,1 2 0,1 1 0,1-1-1,1 0-89,2-2 0,1-1 0,2-4-90,1-3 90,2-2-90,0-3 0,4-1 0,0-5 0,1-1 0,1-4-90,1-3 90,0-3-90,0-3 0,0-2 0,-1-3 0,-1-3 1,-1-3 89,-1-4-90,-1-1 0,-2-4-90,-1-1 180,-3-3-90,-1-1 0,-2-12 90,-3 7-90,-2-9 90,-3 10 0,-1 0 0,-2 0 0,-1 2 0,0 2-90,-3-6 0,1 9 0,-1-4-270,4 10 0,0-2 91,2 0-1,3-2 90,3 1 0,5 2 90,2 0 0,4 3 0,2 3 270,4 2-180,3 5 0,-3 1 0,0 2 90,1 3-90,-5 0 0,3 2 90,-7-1 0,-1 2 0,-1 0 0,-2 1 90,-1 1-180,-2 2 90,-1 0 0,-1 2-90,-2 0-180,-2 0 180,-1 0-180,-2-2 90,0-1-180,0-1-90,-5 0-90,-2-4 91,-4-6 179,1-4 0,0-9 90,5 0 0,-1-5 0,1-3 0,0-3 0,0-3 0,0-2 90,1 0-90,1 0 90,1 0 90,1 2-90,2 2 90,2 1-90,0 3 90,2 2 0,0 2 180,1 2 0,3-3 89,0 2-89,4 0 360,0 4-180,4 7 89,0 5-359,2 6 90,-3 4-180,-2 1 180,-3-2-90,1 6-450,-1 0-540,0 6-359,-2-2 1169,-4-2 0,-1-8 0,0-4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26.82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0 484 6543,'2'-13'3148,"4"2"-2518,4 4-360,8 6 450,10 15-451,-6 0-3481,7 12 3302,-12-5 90,-1 3-90,0 2 0,0 1 90,4 11-90,-6-10 0,3 8-90,-7-16 0,-2-3 90,-2-1 270,0-1 3032,-9-15-3392,1-1-90,-10-15 90,2-2 0,-6-12 0,2 5 0,-4-8 0,6 9 0,1 2-3482,-1-4 3392,4 9-90,0-6 90,8 12 90,6 3 0,4 7 0,5 7 0,0 3 0,10 11-90,-4-2 3392,7 7-3392,-8-5 0,-1-2-90,-1 3 0,-1-6 0,-2 1 0,-2-4-89,-2 0 89,1-1 180,-3-1 0,-3-12 0,-5-3 0,-4-13 0,-2 0 0,-2-4 0,-1 1 0,-1-6 0,-1 0 90,0-4 0,-2 1-90,1-1 90,1 3 0,1 2-1,2 5-89,1 3 0,2 4 0,4-1 0,4 5 90,3 6-90,5 6 0,2 7 90,2 5-90,2 5 90,1 4-90,0 3 0,1 0 0,-1 0 0,-1 1 0,-1-4 0,5 8-270,-3-9 181,0 3 89,-7-9 0,-9-22 0,-5-14 0,-6-10 0,-1-4 0,0 7 0,-1-2 0,-2-3 0,0-1 0,-2-2 89,-5-16 1,4 14 90,-2-12-180,7 24 90,2 4-180,3 5 180,0 3 0,5 1-90,7 8 90,2 5-180,9 12 180,-1 4 90,3 6-90,3 6 0,2 4 0,2 6-914,1 3 914,0 2 0,1 4-261,0 0 261,-1 1-90,-1-1 180,0 0-90,-2-3 0,0-1-1332,-3-4 1242,-2-3 90,-1-1-90,-3-7 90,-2-1 676,-2-7-676,-3-5 160,-1-2-250,-2-2 1400,-7-8-1490,-2-3 0,-8-12 90,-3-5-90,-1-6 90,-5-5-89,-2-6-1,-3-5-455,-2-5 545,-1-5-90,-3-4-728,0-4 639,-1-4 179,-1-2-90,2 0 90,3 0 0,2 4 0,4 3-433,3 6 433,5 4-90,4 6 90,4 5-89,6-4-1,4 12 490,6-1-400,3 14 823,13 4-823,-3 7 301,11 4-301,-6 6-90,0 5 90,2 3 0,-1 4-90,1 2 90,-2 4 0,-1 1 90,-4 1-90,0 0 90,-4 0-90,-3-1 180,-3-2-180,-4-1 180,-1-3-180,-4 0 180,-2-3-180,-2-2 90,-3-1 0,-2-3-180,-5 0-180,-5-6 90,-2-3-90,-2-9-90,2-5 1,0-4-181,-1-4 0,1-4-89,0-4 89,2-3 0,-1-3-719,1-3-90,2-2 1349,1-1 0,2 1 0,0 1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27.0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1 179 6094,'1'-15'1259,"0"0"-720,1-2-179,0 1 0,1-1-90,1 2 90,1-1-180,1 0 89,1 2-179,2 2 90,0 1-90,2 4 0,0 1 0,2 5 0,0 3-90,3 5 180,-1 5-180,1 4 90,0 6-90,-1 2 90,-2 3 0,0 2 0,-3 1 0,-2 1 90,-2 0 0,-2-2 89,-1 1-179,-3-3 180,-2-2-90,-1-3 90,-2-2-90,0-3 0,-2-2-90,-2-2 0,1-3-180,-7-1-90,-1-8 0,-1-2-540,-5-13 181,8 1-91,-3-8-90,5 3 91,2-2-1,0-2-629,2-1-180,1 0 1439,1 0 0,3 11 0,0 2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27.3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6903,'0'24'2069,"0"0"-1350,1-2-89,1 4 0,1 2-181,1 1-3391,0 1 3212,4-1 0,-1 1-90,4-3 90,1 0-180,1-2 0,3-2 0,0-2-1,3-3-89,0-2 3392,2-2-3392,0-4 0,1-1-89,0-2 89,1-2-90,-1-1 180,0-1-180,-1-1 90,-2 0 0,-1 0-90,-3 1 90,1-2 90,-3 5 89,-1 7-179,-6 4 90,-4 8 0,-4 0 0,0 2-90,-2 3 0,-1 0 0,-1 1-90,0-3-90,2-1-179,0-3-181,2-2-90,-1-5-1169,1-1 1799,0 1 0,0-9 0,2 1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27.7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1 489 7803,'14'-17'809,"0"0"-539,-6 4 90,7-12-270,-3 0 0,5-9 0,-6 5 0,0 0-90,-2-1 0,-2-1 0,-1 0 0,-2 0 0,-2 2 89,-3 0 1,-2 3 180,-1 2-90,-3 4 270,0 2-180,-2 4 179,0 4 271,-1 3-450,-5 7 0,3 5 0,-2 8-1,5 5 1,2 7 0,3 3 0,2 8-90,4 2 90,3 2-90,4 2-90,3-1 89,4-2-1325,2-2 1236,3-3-554,1-4 554,2-4 0,12 0-90,-8-11 0,9-3 0,-12-13 0,-1-7-90,0-6 0,-2-7 1160,-1-4-1250,-2-5 0,-2-4-179,-2-3-91,-2 0-90,-3-1-179,-2 0-181,-2 2-179,-3 0-3689,-4-10 4768,-2 14 0,-1 2 0,2 19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37.0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1 712 11490,'14'-20'450,"1"-1"-360,-1 1 0,2-4 0,2-4-90,1-2 180,1-4-180,0-1 90,0-1-90,1 0 90,-1 0 90,7-17-498,-6 13 408,4-10 0,-10 18 179,3-11-89,-7 14 0,3-8 270,-8 17-270,-1 1 180,-1 3 89,-2-3 361,0 3 89,-3-2-491,1 20-408,-1 6 270,2 19-270,1 7 0,2 51-90,0-27-663,1 35 753,-1-43 0,0-1-317,0-2 497,2-1-180,-1-2-3128,1-2 3128,-1-2-90,0-6 90,-1-5 0,0-3 488,-1-5-488,0-2 228,-2-2-228,1 4 3482,-1-2-3572,-2 3-1079,1-4-3778,-2-3 4947,3-1 0,-2-6 0,2-2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37.2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26 7623,'16'-6'6026,"-1"2"-5576,-1 0-1260,0 1-179,3 0-2609,-2-1 3598,2 3 0,-10 0 0,2 2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46.17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1055 13199,'11'-20'450,"0"2"-270,-5 6 0,0 2 0,1-3 90,-1 2 90,0-3-181,0-1 181,0-2-270,-1-2 180,0-4-270,1-2 0,-1-4 0,2-2-90,0-3 90,0-1 0,1-3 0,0 1-3392,0-2 3392,-1 1 0,2-1-886,-1 0 886,2-2 0,-1 1 0,0 1 0,-1 1 0,0 1-1885,-2 1 2155,1 0 1615,-2 4-1615,0 0 616,-1 4-616,-2 1-180,0 2 269,-2 5 1,0 1 180,-2 1 3571,0 3-3931,-1 0-180,0 17 0,0 3 0,1 17-90,0-1 90,2 4-90,0 18 90,2-7 0,1 14 0,1-11 0,2 2 0,0 2 0,-1 1 0,2-1 270,-2 1-360,3-1-986,0-1 986,1-1 1,-1-3 89,0-1-90,0-4 90,-1-2 0,0-2 0,-1-4 0,1-1 269,-2-1-269,3-2 0,-3-1 0,1-2 0,-2 0 1346,0-1-1346,-1-1 90,0 0-90,1 7 0,-2-5 0,2 7-3392,-3-8 3392,2 2-180,-1 0-180,1 1-89,-1 1-271,-1 0-89,0 1-1,0-1-359,1 1 3391,-2-1-3661,2 1-1169,-1 1-810,0-2 3418,-1-2 0,1-9 0,-2-3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46.89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4 131 8972,'-3'-16'3058,"2"0"-2788,1-1-90,3 0-180,3-2 90,1 5-90,4-1 0,1 7 0,6 1 0,-4 6 0,0 4 0,-4 4 0,0 2 0,0 4 0,-2 0 90,1 3-90,-2 2 0,0 0 0,-2 1 90,-1-1-90,-2-2 90,-1 1 90,-2 3 89,-1-2 181,-3 0-270,-4-6 180,0-9-360,-5-10 180,7-3-180,-2-6-90,6 1 0,-1-1 90,2-2-90,0 1 90,3-2-90,0 2 90,2-1 0,1 2-90,0 2 0,2 1 90,0 3-90,5 0 90,2 7-90,4 4 90,-3 5 0,-1 6 90,-5 0-90,0 3 0,-1 1 0,-2 2 0,-1-1 360,-2 1-270,-1-2-90,-1-1 270,-2-2 89,-2 4 1,-2-4 90,-2 0-360,-5-7 0,1-9-90,-1-2 0,4-6 0,3 1 0,2-2 0,0-3-90,2 0 90,1-1-90,1 1 0,2-4 0,2 6 0,5-5 0,3 11 90,6 4-90,-2 5 90,-1 5 0,-5 3 0,-1 3 0,0 2 90,-2 1-90,-1 2 90,-2 0-90,0 0 180,-3-2 0,-1 0 450,-4 2-450,-2-3-990,-4-1-90,-3-10-179,1-6-540,0-8-1079,2-2-900,1-5 3598,1-2 0,-1-3 0,1 1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9:19.37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97 338 6543,'-18'-1'3598,"-2"0"-2428,2-3-271,1-2-359,4-3-360,6-5 0,3 0-91,4-3 1,3 1 0,0-2 0,4-2 0,1-1-90,3 0 90,3-1-503,1-1 413,2 1 89,1 1-89,0 2 0,1 1 0,1 2 0,1 3-3254,1 2 3254,-3 4 202,3 4-202,-4 3 0,4 5 0,-1 4 90,0 7-90,-1 5 3356,-1 6-3356,-2 6 0,-1 6 0,-3 4-233,-2 3 323,-2 3-90,-3 0 0,-2 1 0,-2 1 90,-3 0 0,-4 36 0,1-34-1,-3 25-89,3-46 90,0-4-90,0-3 0,1-6 0,1 4 0,3-5 0,3 0 90,8-7 254,13-10-344,-5-2 0,7-6 0,-11 1 0,0-1 90,1 0-180,-1-1 90,-1 1 0,7-1 180,-7 1-1350,4 0-359,-14 9 180,-5 7-630,-6 3 1979,-2 2 0,5-9 0,0-1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9:19.66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38 12120,'13'-7'-270,"-1"1"90,0 0 0,-1 0-89,1 1 89,5 1 2159,-5 0-1530,-3 10 91,-7-1-180,-13 7-4588,1-2 4228,-3-1 0,8-5 0,2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9:30.37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50 43 8162,'-22'3'5577,"1"0"-5487,16-4-90,4-1 90,12-3 180,10-2-3752,-2 0 3572,20-4-180,-13 5-180,20-2 180,-19 6 90,7 3 0,-12 4-90,-1 4 90,-1 5-90,-2 3 3482,-2 4-3392,-3 4 0,-2 2 90,-3 4 0,-1 2 0,-2 1 0,-3 0 90,0 1-90,-3-2 90,1-2 0,-2-3-90,0-3 0,0-3 89,-1-5-89,1 2-269,1-3 179,6-7 0,2-5 0,5-11 0,0 0 0,1-2 0,2 0-90,2-1 90,0 2 0,1 1 0,-1 2 0,1 2 0,-1 1 0,0 4 90,-1 3-1,0 2 271,-2 4 90,3 13 0,-6 0 1079,0 45-630,-15-9-1082,-2 14 633,-10-16-91,2-19-179,-3 0 180,-1-1-180,-1-2 90,-2-2-90,0-2-90,0-2 89,-1-3-89,1-2-3212,1-4 2942,2-2-932,-5 0-597,8-5-2399,-5 0-479,8-12 4617,6-19 0,1 9 0,7-12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9:30.83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46 7083,'7'-12'3958,"0"-1"-3599,-1 4-179,2 0-180,3 6 90,-1 8-90,0 3 90,-3 6 90,-4-1 0,-1 2 90,-1 0 0,-1 1 90,-2-1 359,-2 0 1,-1 2 269,-2-2-809,-1-1-180,7-12-90,0-4 0,8-9-270,4-5 450,-1 3-270,5-2 1,-3 6-181,-1 2 180,4 1 270,-1 5 0,-2 4-90,-6 9-810,-7 2-269,-8 3-450,-1-6-3598,-2-1 5127,-3-9 0,7 1 0,-2-4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0:09.28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 2681 7533,'-7'22'2248,"5"-18"-2068,6-26-90,5-11 0,3-18-911,0 7 911,2-10 180,3 0-270,1-7 0,1 0 0,-1 0 0,1 3 0,-1 3 0,0 6 0,-2 6-90,-2 6 90,-1 8 204,-2 6-204,-2 7 151,1 10-241,-3 10 90,1 12 0,-4 9 736,-1 8-736,-1 6-308,-1 6 218,0 2 90,-1 3 0,1-2 0,-3-1-90,1-4 90,1 10 0,0-18 0,2 5-90,1-21 180,1-4-90,5-6 0,0-8-90,5-9 90,-2-10 180,3-7-360,1-6 90,1-5-90,18-39 90,-11 28-52,12-22 52,-15 41 0,-2 6 90,0 6 180,-1 6-270,-2 7 270,0 6-270,-1 8 90,4 20-90,-5-2 90,3 16-90,-8-8 90,-1 1 0,0 1-90,-1-2 90,3-4 361,-2-2-361,1-4 0,0-3 0,1-6 0,1-5 0,0-4-180,7-10 90,-4-4 0,5-9 0,-6-5 0,0-5 90,0-4 180,-1-3-270,0-1 180,-1-2-90,-1 3 90,1 1-90,-1 4 180,-1 4-180,0 4 179,0 4 91,2 6 0,1 13-270,-1 4 90,0 11-90,-4 1 0,1 3 0,-2 1 0,1 1 0,6 14 0,-5-17 0,6 9 90,-5-22-90,5-4 0,-2-7 0,11-14 90,-9-3 90,6-11-180,-6 2 180,0-3-270,0 0 270,-1 0-270,-1 4 90,3-1 360,-5 10-270,8 6 179,-11 15-269,4 11 0,-6 7 0,6 34 0,-4-18 0,5 22 0,-5-31-90,0-4 90,2-3 0,1-5 0,9-3 0,-3-10-90,8-7 1,-3-12-1,0-7 180,4-9-270,0-5 270,2-7-450,13-24 180,-11 15-239,7-14 329,-16 25 0,-3 6 90,-3 8-90,-3 5 360,-2 6-180,0 15 0,-5 6-90,1 14 270,-6 2 59,2 3-59,-2 0-360,1 0 90,-2-3-90,4-2 0,-1 0 360,6-3-91,6-10-179,-1-8 90,4-13-180,-4-4 0,0-6 1,-1-4-1,2-5 0,-1-4 0,-1-3-140,0-2 140,-1 0 90,0 1 0,0 4 0,-2 6 0,-1 6 90,-2 6 90,3 5-90,1 18 0,1 7 0,1 17-1,-2 3-89,1 4 90,0 3 180,1 2-270,0 0 180,0 1-180,0-1 180,0 0-270,0-3 0,1 1 0,0-4 90,0-3 140,2-5-320,13 6 360,-8-17-270,11 2 0,-11-21-90,3-6 360,2-9-360,2-6-3212,3-7 3123,0-6-1,2-5-1156,1-4 1246,-1-2-317,1 2 317,-1 2-1661,-2 7 1751,-3 8 1305,-2 8-1126,-3 12 1057,-3 11-966,-2 14 0,-4 13 0,-1 12 180,-2 11-270,-1 9 130,-1 6-130,-2 6-90,1 4 90,0 2 1800,1 1-1890,0 0 90,2-1-90,1-4 0,1-4 90,0-5-90,1-6 180,0-5-180,1-7 180,0-6-180,0-7 1063,1-6-1153,-2-5 180,0-5-90,1-5 90,-2-8-180,3-6 90,-2-8-90,0-8 321,0-9-321,0-9 90,-1-8-90,-1-8-2181,2-36 2271,-2 17 0,1-25-454,-3 32 454,1 7 269,-1 8-358,0 10 268,0 7 181,2 6-90,2 19 2808,-1 8-3078,0 20 949,-2 5-949,0 5 0,0 5-90,1 1 90,0 2 0,1-1 0,0-3-90,1-2 0,0-4 0,2-4 0,0-4 0,1-5 0,0-4 90,1-6 0,1-6-90,1-7 90,1-8 0,3-8 0,-1-7-90,1-8 90,1-6-90,0-5-460,-1-3 460,0-1 360,-1-1-360,0 3 270,-2 4-270,-1 6 0,-1 8 270,-2 5-180,0 8 0,-2 5 90,1 8 0,-1 7 0,2 9 820,-1 6-910,2 7 269,-1 3-359,11 17 1,-7-9 89,7 11-180,-6-16 90,-1-1-90,-1-3 0,1-3 90,-2-4 0,0-4 0,0-6 0,-1-7 0,1-6 0,-1-9 0,2-9 90,0-10 180,0-7-270,0-6 270,-1-8-270,0-5-961,-1-6 961,-1-6 0,0-5 90,-1-7-90,-2-5-1334,-1-5 1604,-3-2-270,0 0 90,-2 3 0,0 4-835,-1 8 925,-1 10-358,-1 10 268,0 12 90,0 8-90,-1 9 681,1 7-591,1 7 1224,1 13-1314,1 8 1414,0 14-1504,2 6 90,0 7-90,1 4 180,2 4-180,0 3 405,1 2-494,1 1 89,0 2 0,0 1 0,-1 1 0,0 1 90,-1-1 0,1 1-781,-2 0 781,-1-2 0,1-2 0,-1-7 90,1-3-90,0-6 0,0-3 90,22 5 279,-12-20-369,18 0 0,-16-25 90,4-7-90,1-8-2587,17-31 2587,-10 10 270,13-23-1984,-14 21 1624,1 1-326,-1 8 416,-2 6 0,-1 9 90,-2 9 90,-2 10 2292,-1 12-2293,-1 15 2582,-3 14-2671,-2 15-90,-3 13-203,-2 10 203,-4 7 0,-2 5 0,-2 4-1380,-2 3 1380,-2 1 0,0 2 180,-2 0-180,-1-1-90,0-2 90,-1-5-90,2-6 90,-1-9-90,2-8-373,2-10 553,-1-8-370,2-10 460,-1-6 584,0-9-854,4-11 180,0-12 1266,3-14-1446,-1-14 90,1-11-252,1-12 162,1-7 0,1-10 90,1-2 180,2-5-1197,1 2 1017,2 4-90,1 8 90,0 8-308,0 11 398,0 10 0,0 10 270,0 9-180,0 11-90,1 12 610,1 9-610,0 9 0,11 23 0,-7-6 1000,8 15-1090,0 7-301,-7-16 211,7 14 0,-11-22 107,0-3-197,0-4 270,-1-5-270,0-5 90,10-6-90,-7-11 90,7-10-90,-9-11 90,0-10 90,2-8 96,0-9-96,1-6 90,10-38-90,-9 14-45,-9 21 0,-1-1-45,5-32-966,-1-6 966,-2-4-90,1-1 180,-1 3 270,1 4-270,0 8 270,1 10-488,0 10 488,-1 9-270,0 11 180,-2 6-270,0 9 90,8-1 180,-5 12-270,8 1 0,-7 12 310,0 4-130,3 3 1254,0 2-1614,2 2-179,13 7 269,-9-2 90,8 5-180,-2 2 270,-10-6 180,6 6-270,-13-9 90,-1 1-90,-2-4 90,0-1 0,-1-5-90,-1-3 90,2-5 180,-1-6-270,3-8 270,1-9-360,12-34 90,-6 5-822,8-29 912,-8 11-1539,2-9 1449,1-7 225,-15 45 0,2-2-225,6-23 0,1 0 90,-5 19 0,0 1 45,5-15 0,0 3 45,7-9-1,-2 14 1,-3 14 90,-2 13 90,-2 16-90,-2 17 90,3 42-90,-6 5-611,1 33 431,-9-5-274,-1 9 184,-1 5 180,-1 4-180,-1 2-90,2 0 90,-1 0 0,1-2 90,0-1 90,1-2-180,-1-2 0,1-3 0,0-6 1027,0-5-937,1-9-502,0-7 502,1-8-90,0-7 0,0-8 90,1-5 718,1-7-718,0-6 1579,2-6-1309,6-9-270,-2-6 239,5-11-239,-5-6 0,1-6 0,-2-6 635,14-22-635,-8 12-359,12-13 359,-10 20 90,0 5 0,0 5 89,0 9 1,-1 8 90,0 11-90,-1 11 0,0 12 0,-3 11-90,0 10 0,-2 7-791,-1 4 790,-2 3-89,-1 0-89,0 0-1,-1-3 0,1-3-90,-1-5-90,1-6 0,0-5 0,1-8 335,0-7-245,1-7 0,2-10 180,1-8-270,1-11 270,1-10-270,1-12-347,1-8 348,0-9 89,0-7-90,8-35 360,-15 44 0,0 0-90,14-46 136,-5 19 134,-12 38 90,-2 9 179,-3 10-179,-2 21 180,-6 36-270,-3 13-541,-6 25 451,0-10-90,-2 5-779,0 1 779,0 0 0,1-2-622,0 25 532,5-26-90,0 15 0,6-35-90,2-8 0,2-6 90,2-7-90,3-7 90,1-7 0,1-8 90,3-8-90,0-9 675,2-9-585,0-9-90,1-7 90,0-7 1192,0-5-1192,7-33-479,-6 17 389,4-21 90,-8 31-135,-2 6 225,-2 8 0,-1 9 270,-2 6-91,0 4 38,1 20-217,-1 5 1163,2 19-1163,-3 3-90,2 3 0,5 15-90,-1-11 157,5 9-157,-3-18-90,2-3 0,2-3 0,2-6 0,2-6-90,1-6 360,2-8-360,2-7 1,2-11-1,3-8-172,0-9 172,0-8-746,1-5 926,-1-7 90,-11 16 0,1-1-180,9-25-366,-11 25 0,-1 1 726,4-15-180,-2 3-52,-3 6 142,-3 7 0,-1 7 360,-1 1 0,-3 14 20,2 2-380,-4 25 717,0 5-807,1 11 1250,-2-1-1250,3-1 0,1 1 434,2-2-524,1-1 0,1-3 0,1-2 0,0-4 0,2-2 0,-1-5-90,1-2 91,0-4 89,0-4-90,0-1 0,6-10 90,-6 6-90,3-5 180,-8 10 90,2 3-1,-6 9 91,1 6-90,-4 14 0,-2 10 0,-1 10 0,-2 9-90,1 7 0,-2 7-892,-1 2 892,4 3 0,-2 0-90,6-1 0,1-1 270,3-3-450,11 20 90,-2-24 0,9 11-90,-5-31 90,1-6-90,2-8 90,1-6-89,2-8-91,15-11 180,-10-9 90,11-10-90,-14-5 0,0-6 90,-1-5-466,-2-5 466,0-4-90,8-26 90,-11 17 90,7-13-90,-15 27 90,-2 8 855,-2 6-855,-3 5 270,-2 5-180,1 6 0,-1 8-90,1 8 502,-2 7-592,0 6 90,2 2-90,0 1-90,1 2 90,2-2-90,1 0 0,2-1-90,1-2 0,0-1 0,1-3-90,0-2 90,2-4 0,-1-4 1,8-5-1,-5-5 270,5-6-270,-8-5 270,0-4-270,0-5 0,-1-3 90,-1-4 0,0-3 90,-3-3 0,-1-3 270,-1 1-180,-1 2 90,-2 4 90,-1 7 89,-1 5 541,-2 5-630,1 19-1,-3 9 1,0 22-90,-3 9 0,-2 7-218,1 7 398,1 30-1437,2-17 1077,1 21 0,4-30-672,1 0 582,3-3-90,1-2 91,1-3-91,4-4-90,0-4 0,3-5 0,2-6 90,1-5-90,1-7 90,0-6 1,2-6 177,0-8-88,2-7 0,-1-7 1102,1-6-1102,0-6 90,0-6 387,0-6-387,0-4 0,0-4 89,11-25 1,-8 16-574,7-14 664,-12 30 90,-2 8 90,-2 8 89,-2 9 91,-1 9 359,3 28-539,-7 6-90,3 25 0,-9-2-681,-1 7 591,0 4-90,-1 4 0,1 0 0,1-2-90,0-1-90,4-6 0,-1-4 180,3-6-450,1-5 270,1-7 179,0-7-1079,22 2 630,-14-19 91,17-6-1,-18-24 90,1-11 0,1-8 0,1-9 0,0-7 0,0-7-51,-1-7 141,-1-6-90,-1-4 91,-2-3 89,0 1 0,-1 4 89,-1 10 91,-2 9 90,-3 10-152,-1 10 782,-5 8-630,3 10 89,-6 13 181,3 13-360,-4 11 962,1 8-1052,0 5 0,3 3-1,1 3-89,3 0 0,3 1-1210,2-1 1120,3-1-90,2-2 0,2-3 0,1-4 0,1-5-90,1-5 1,3-7 89,-1-6 0,2-8 0,1-7 0,17-25-90,6-21-805,0-6 985,-2-11 0,-17 13 90,0-4-90,-2-6 1,0-4 89,-3-4 0,-10 23 0,1 0 0,10-23 179,7-13 1,-15 44-74,-3 9 164,-3 9 1214,-2 9-1124,-1 10-1,-1 10-89,0 9-90,0 8 0,1 7 0,1 5-90,3 3 0,1 1 752,2 2-572,2-1-270,2 0 179,1-1-268,3-2 89,0-3-180,2-3 180,1-4-180,18-1-90,-11-10 270,13-1-180,-16-12 180,0-4-180,0-5 270,-1-3-270,0-3 180,12-6 90,-14 6 3,8-3 177,-19 10-90,-2 3 270,-3 4-180,-2 5 269,-1 6-359,-2 5 180,0 5 18,7 14-288,-3-7-90,7 9 0,-3-13-90,2-2-180,4-3-89,4-6-271,2-7-90,4-5-269,2-9-270,2-5-450,1-7-1736,0-8-513,-2-5 3149,-2-6 1,-4-3-1,-2-2 1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0:10.59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52 1 10591,'-2'19'1619,"1"4"-1259,-2 3 90,2 6-181,-3 8-333,1 4 333,-1 6 1,0 4-3181,-1 5 3181,-1 1-91,1-1-330,0-2 331,2-4 0,0-2-90,1-5 0,1-3 180,1-5-270,1-3 269,0-5-155,0-3 66,0-4 3222,1-5-3132,-1-1 421,0-2-781,0-14 90,0-6-90,1-19 90,2-6-89,2-7-3303,1-7 3302,3-7 90,2-4-967,2-1 967,1 0-357,0 3 357,0 5-1980,0 7 1980,-1 8-90,-1 4 1890,6-1-1800,-4 12 837,5 0-837,-4 13 307,2 7-307,1 3 90,19 31-90,-15-7 3087,13 25-2997,-21-15-90,0 2 90,-2 0 0,-3 0 0,-1-3 0,-3-2-90,0-5 89,-1-5 1,-1-4 90,-1-5 360,0 1-450,0-4-270,3-13 0,0-7 305,4-17-485,1-4-3481,3-4 3301,3-3 180,0 0-335,1-1-25,0 3 1,0 1-91,-1 3-719,6-6-270,2 6 360,-1 2-360,-2 9 1799,-9 10 0,-6 4 0,-1 1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0:10.92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32 282 6813,'8'-17'2249,"-1"0"-1350,1-2-359,2-2 0,0 0-91,2 0 1,1 1-180,1 0 0,-1 3-90,2 1 0,0 4 0,-1 1-90,2 4-1,-2 2 1,2 5 0,-2 5 90,0 4-90,-2 7 90,-2 5-90,-1 6 90,-4 6-90,-3 3 0,-3 4 0,-3 3 0,-4 0-90,-2 2 90,-2-2 0,-2-1 0,-1-4 89,0-3 91,0-5-90,-1-4 0,-1-4 0,1-3 0,-1-1 90,1-6 0,1-2 89,0-5-269,-3-5-90,3-3-90,-1-7 0,7-4-89,1-6-91,2-5-90,2-6-90,4-6 90,1-5-656,5-7-423,2-2 629,11-25 91,-2 19-1,8-11 91,-5 29 269,0 6-270,-1 5 450,0 6-359,0 3 269,-1 4-180,0 2-90,-1 4-89,-1 2 629,-1 3 0,-6 2 0,-3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0:11.08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0 7083,'18'1'4497,"-4"2"-3507,0 2-540,-2 4-1,-4 2-89,3 5 0,-4-2-90,2 5-90,-2 1 89,1 5-89,0 2-90,-2 3 90,1 2-90,-2 0 0,1 2 0,-1-2-90,0-1-90,0-2-180,0-1-90,0-4 1,1-2-541,-1-2 91,0-3-2969,-1-3 3778,2 0 0,-3-7 0,0-1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0:11.22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59 9422,'1'-20'4407,"3"3"-4587,3 5-90,4 6-1529,0 3-3867,5 4 5666,0 4 0,-6-3 0,-2 1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0:11.57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297 16 11760,'-14'-11'4138,"2"6"-3688,-3 14-1,2 6-89,0 5 180,-2 4-270,1 2 90,0 2-271,2 2 1,3 1 0,1 0-90,4-1 90,2 0-90,2-2 0,2 0 0,1-2 0,1-2 0,2-1-90,1-1-3392,1-3 3392,1-1 1,2-2-1,-1-2 90,2 0-90,-1-1 90,1 0-90,-1-1 3482,-2-1-3392,0 0 0,-1 0 180,-1 0 179,-1 8-179,-2-3 270,-3 7-180,-4-2 90,-3 3-90,-4 4-1,-3 1 1,-5-1-90,0 0-90,-2 0 0,0 0-180,0-2-180,0-1-90,-1 0-269,1-2-91,0-1 180,2-3-449,1-3-2339,-2 0 540,4-7 449,1-8-719,6-7 3058,7-11 0,3-4 0,1-1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0:11.98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0 411 7803,'15'8'2338,"0"1"-1528,1 1-271,-1 1-4340,0 0 4250,0 0 1,0 0 769,1-2-769,-1-1 270,13-1-360,-6-4-91,10-3 271,8-13-360,-8 0 0,13-10 0,-12 1 90,1-2-180,-1-3 3571,0-3-3661,-3-1-3392,0-4 3303,-2 1 89,-3-2 0,-3 0 0,-2 1 0,-4 3 0,-2 2 179,-5 4-89,-3 3 270,-7 0-270,-10 13-90,-4 5 90,-7 16 0,2 11 90,-3 7 0,-1 8-2179,-1 5 2179,2 6 90,1 4-520,3 3 610,3 1 180,3 0-90,5-1-1,4-3 181,10 18-360,3-21 269,9 13 1412,3-26-1501,4-3-444,4-6 444,5-5 2667,25-4-3117,-11-9 948,20-4-1038,-17-10 90,2-4-90,0-4 90,2-4 0,-2-3 360,0-2-450,-3-2 269,-2-2-358,-3 0 179,-3-1-253,-4 0-17,-5 1-359,-4 0-43,-4 2-227,-5 2-180,-4 2-181,-5 1 264,-4 2-624,-3 0-3407,-10-4 710,-3 5 4317,-11-2 0,-4 7 0,-5 1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9:37.84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90 99 10231,'-9'-14'5757,"0"9"-5577,2 8-180,1 8 90,-1 4-90,0 1 90,0 1-90,1 3 90,-2 0-90,2 1 0,0-1 0,1 1 0,2-2-90,0-1 90,2 0 0,2-2 0,0 0-90,2 0 90,1-2-90,4-1-3392,0-1 3392,3 0 0,1-2 0,1-2 0,3-1 0,0-2 0,2-3 90,0-1 0,0-3 3302,1-3-3302,1-2 0,0-4 0,1-2-90,-1-3 90,1-3 0,-1-2 0,0-2 0,-1-2 0,0 1-90,-1 0 90,-2 2 0,0 1 0,-2 1 0,0 1 0,-2 2 0,-1 1 0,5-6 0,-5 7 0,4-5 0,-6 9 0,-1 0 90,-1 0 0,0 0 450,-2-2 2698,-1 2-3148,3 13 0,-2 15 0,2 12 0,-1 13-90,-3-3-155,1 5 155,-1 1 0,2 3 0,-2 0-3221,1 0 3221,-1 1-2052,0-1 2052,-1-1-129,0-3 39,0-3 90,0-1-270,0-4 21,0-3-381,0-4-179,0-5 1295,-1-5-10317,2 0 10579,1-16 0,-2 5 0,1-13 1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9:38.23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8 163 7892,'-5'-35'2699,"2"4"-2519,5 10 270,1 4-450,2 6 90,0 0-1,1 1-89,0 2 90,5-1-90,2 3 90,2 2 270,-1 9-270,-4 2 0,-3 6 0,-4 0 90,-2 3 0,-2 3 0,-2 1 0,-2 2 0,-2 1 269,-6 7-269,3-9 0,-4 3 90,5-11-1619,-2-2-2249,2-9 270,4-11 3328,5-6 0,3 0 0,0 6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0:48.23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44 1 8522,'-16'10'3778,"2"0"-10164,4-2 6386,9-1 0,-1-3 0,6-2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0:49.42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1222 580 6903,'-15'27'2429,"0"0"-1710,-2-2 91,0-1-91,-3 0-89,0-2 0,-4 0-1,0-2-179,-2-1-90,-1-2-90,-1-2 0,1-3-1,0-3-179,1-3 90,1-3-180,-1-3 180,2-4-180,-1-4 90,2-2-180,0-7 90,2-3-90,0-6 180,3-5-180,1-4 90,4-2-90,3-5-3392,4 1 3302,4-2 90,4 3-121,5 2 121,3 3-179,3 1 179,4 3-90,3 3 90,2 4-90,15 0 90,-7 10 0,12 4 3377,-11 12-3287,1 8-90,-1 6 90,0 5 46,-3 5-136,5 21 180,-12-7-90,1 17 0,-14-13 0,-5 2-160,-5 0 250,-5-1 90,-4-2 90,-14 13-90,2-16 180,-12 6-90,-8-15-180,5-12 89,-13-1-179,-9-16 0,12-6-381,-15-9 381,18-6 0,0-7 0,0-6-381,2-7 381,2-6 90,2-6-180,4-3-90,4 0 180,7-1 90,4 3-90,8 1-90,5 6-175,6 0 175,7 5-90,12-6 90,1 15 90,10 1-90,-4 18 90,5 8-90,1 6 90,1 7 270,0 8-270,6 15 0,-11 0 633,4 10-543,-16-7 0,-5 2 0,-5 0 0,-4 1 464,-6-3-464,-2-3 0,-4-2 0,-4-3 180,-3-3-180,-3-2 0,-3-4-90,-4-4 90,-2-4 0,-1-5-90,-3-4 0,1-4 0,-2-5-90,0-6-3302,0-6 3302,0-3 90,2-5-99,2-2 99,1-3-90,6-3-878,3-2 968,7-3-180,5 3-143,8-2 143,4 2-90,8 2 1,4 4 89,6 2 0,3 5 0,4 4 2926,3 5-2836,5 6 0,1 6-89,3 5 89,1 7 0,-1 5 11,0 5 79,-5 4-90,-2 4 90,-5 3 0,-4 4 0,-6 2 0,-7 3 90,-6 3 90,-6 2 0,-7 0-90,-6-1 180,-6-1 936,-5-2-1026,-4-2 90,-4-3-90,-3-3-90,-3-6-631,-3-4 631,-1-7 90,-2-5-90,0-5-90,-1-8 179,3-5-481,-1-8 482,3-8-270,11-5-90,10-11 0,13-26 90,7 8-90,0-17-268,0 22 268,0 2 0,0 1 0,0 4 0,0 3 90,0 3-90,0 3 841,0 6-751,1 5 0,18 8 0,6 8 317,19 7-227,0 8-90,-1 7 90,-1 8 0,-2 6 0,-4 6 0,-3 5 306,-7 3-306,-4 5 0,-6 2 90,-7 2 0,-6 1 90,-7 1 0,-6-1-1,-4 0 1,-6-5-90,-3-2 90,-6-5-90,-5-5 90,-5-4-90,-4-7 180,-3-6-180,-2-6 90,2-5 0,18-13-180,9-4-180,19-27 90,0 6 90,0-18-433,0 8 343,0-5 90,0-3 180,0-4-270,0-1-90,0 2 90,0 4-180,0-16 180,0 21-90,0-8 454,0 26-544,0 7 270,0 24 0,0 6 0,0 23 0,14 2 0,5 6-555,13 3 645,-1 3-90,-5 1 0,-5 2 90,0 36 0,-12-33 0,-2 24 0,-13-44 339,-4-3-339,-3-6 0,-2-5 0,-12-3 0,6-10-90,-9-5 482,8-10-482,4-8 0,6-6-90,6-5 90,6-7-90,0-2 90,0-5-90,0 1 180,0 0-180,0 2 90,0 3 0,0 3 0,0 9-90,0 2 90,0 6 0,0 16 0,0 4 90,0 22 0,0 4 90,9 5 179,22 36-269,-7-25-365,13 23 364,-22-39-34,1 6-145,-5-13-630,0 1-2518,-1-10 899,0-9-899,-2-4 3328,-1-11 0,-5 3 1,-1 0-1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54.02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1937 7353,'0'-16'2249,"1"2"-1890,1-1-89,1 0-90,3 1-90,-3-3 0,3 2 90,-2-4 0,0-1 0,1-1 0,0-1-1,-1 0-89,0 0 0,0 0-90,-2 4 0,1 0 90,-1 4-90,0-2 0,1 0 0,0-2 0,0-1 0,1 0 0,0-1 0,0 1 0,3-10 0,-1 7 0,2-7 90,-2 9-180,0-1 90,1 0 0,3-10 0,2 0 0,1-3 0,-1 5 0,-3 8 0,-1 2 270,4-9-360,-3 7-3302,3-5 3302,-4 9 90,0 0 0,0 0 0,1 0-90,-2 0 90,3 0 0,-2 0 0,1 0 0,5-7 3392,-2 6-3392,3-6-90,-4 8 90,0 1 0,0-1 90,2 2-90,-2-2 90,3 1-180,-1 0 180,2 0-180,-2-1 180,2 0-90,-1-1 0,2 2 0,1-1 0,0 1 0,-1-1 0,0 2 0,1-1-90,6-6 180,-6 6-180,6-4 180,-8 7-180,1 1 180,-1-1-180,1 2 90,-1 0 0,0 1 0,-1 1 0,0 1-90,0 0 90,-1 0-90,0 1 90,1 0 0,-2 1 0,1 1 0,-2 0-90,0 1 90,5-1 90,7 2 0,-3 2-90,6 4 90,-10 0 0,1 5-90,-2-2 90,-3 1-90,0-1 90,-4 0-90,1-1 90,2 5 0,2 1-90,-2 0 90,2 0-90,-4-2 90,1-1 0,-2 1 0,1 0 0,-1 0-90,0 1 90,0 1 0,0 0 0,0 2-90,-1-1 90,0 1 0,1-1-1,-1 2 1,1-1 0,-1 0 0,0 2-90,0-2 90,2 3 0,-2-3 0,0 1 0,0 1 180,1-2 0,2 8-360,-3-6 90,3 6 0,-4-6 0,0 0 0,1 1 0,0 0 0,0 1 0,4 9 0,-3-8 0,3 8 0,-5-10 0,2 0 270,-2 2-270,0-1 180,0 0-270,1 1 270,-1-2-270,1 1 90,-1 0-90,0-1 90,1 1 0,-2-1 0,1 0 0,1 9 90,-2-7-90,2 8 90,-2-9-90,0 1 0,-2 0 0,2 0 89,-1 1-89,5 8 0,-1-7 0,1 7 0,-3-9 0,1-2 0,0 1 0,0-1 270,1 0-180,4 6-90,-3-5-90,4 4 0,-4-7 90,1-1 0,-1 0-90,0-1 90,0 2 0,0-1 0,1 1 0,0-2 0,0 0 0,1 0 0,-1-1-90,1 0 90,1-1 0,-1 0 0,1-2 0,-1 0 0,0 0 0,1 0 0,0 0 0,0-1 0,0 0 0,1-1 0,2 1 0,-3-2 0,3 1 0,-4 0 0,2 0 0,-1 1 0,1 0 0,0-1 0,1 1 0,7 3 0,-5-4-89,6 3-1,-6-4 90,0-2-90,0-1 90,0-2 0,-1 2-3392,1-4 3392,0 2 0,0-4 0,0-2 0,0-2 0,0 0 0,0-2 0,-1-1 0,1-1 0,-1 0 0,-1-1 3392,-1-1-3302,0 0-90,0-2 0,0 1 0,-1-2 0,0 0 90,1 0-90,-4-2 0,3 1 0,-3-2 0,4 0 0,-2-1 0,0 0 0,-1-2 0,1 0 0,-1-2 0,0 0 0,0-1 89,-1 0-89,1-1 0,-3 1-89,1 0 178,-2 0-178,1 1 89,-1 1 0,1-1 0,-2 2 0,1 0 89,-1 2-89,0 0 0,0 0-89,0 0 89,2-8 0,-1 6 0,1-6 0,-2 9 0,0 1 0,1 0 0,0 1-90,0 0 90,0-1 0,-1 1 0,0-1 0,1 1 0,0-8-90,-1 7 90,1-5 0,2 8-90,3-12 90,-2 9 0,1-9 0,-4 12 0,1 1 180,-1 0-270,2 0 270,0 0-270,-1-1 269,2 1-268,-1-3 178,3 2-178,-1-2 178,2 1-178,-2 0 178,1 0-178,0 1 178,-1 0-178,1 2 178,-1 0-268,1 2 269,0 0-180,0 1 180,0 2-180,0 0 180,0 0-90,6-1-180,-5 3 180,5-1-90,0 4 90,1 0 90,5 2-90,-5 1-270,2 2 180,-1 1 90,-2-1-90,1 1 0,0 2 90,-5-2-90,6 2 90,-7-2 0,1 0 0,0 0 0,0 1 0,0-1 0,6 3 0,-4-2 0,4 2 0,-5-1 0,0 1 0,0 0 0,6 4 90,-4-3-90,5 3 0,-8-2 0,1 0 0,-1 1 0,1-1 0,0 1 0,-1 1 0,0-1 270,0 1-360,-1 1 360,-1-1-360,1 1 270,-1 0-270,2 0 90,-3 0-90,2 1 90,-3-1 0,0 2-90,1-1 180,-1 1-90,1 0 0,-1 0 0,0 0 0,-1 0 0,1 1 90,-1 0-90,1 0 0,-1 1 0,1-1 0,-1 1 0,0 1 90,0 0-90,-1 1 0,-1-1 0,1 2 0,-1-2 90,0 4-90,0-2 0,-1 2 0,1-1 0,-1 1 0,0 0 90,-1 1-90,3 0 0,-3 1 0,2-1 0,-1 12 0,-2-9 0,2 8 0,-2-10 0,1 0 0,1 9 0,-1-7 0,1 7 0,0-11 0,-1 0 89,4 8-89,-3-7-89,3 5 89,-3-9 0,1 0 0,1 0 0,1-1 0,0 1 0,-1-1 0,2 0 0,-1-1 0,1 0 0,-2 1 0,4-2 0,-3 1 0,4-1 0,-2 1 0,0-2 0,1-1 0,0 0 0,0-1 0,0 0 0,1-1 0,0 0 0,1-2 0,1 0 0,-2 0 0,1-2-90,0 1 90,1-2 0,0 2 0,2-2 0,0-1 0,4 2 0,-1-2 0,1 1 0,5-3 0,-6-1 90,5 0-90,-7-1 0,-1-2 0,1 1 0,-1-2 0,-1 0 0,1-2 0,-2 1 0,0-2 0,0 0 89,-1 0-89,1 0 0,-1-4 0,0 1 0,-1-3 0,0 0 0,-1 0 90,0-2-90,0-1 0,0-1 0,0-1 0,-1-1 0,0 0 90,0-1-90,-1-1 0,1 0 0,0-1 0,2-1 0,-3-1 0,7-10 0,-7 7 0,3-9 0,-3 12 0,-1-2 0,-1 2 0,1-1 0,0 1 0,0 0 0,-1 0 0,0-1 0,0 2 0,0-1 0,-3 0 0,2 1 0,0 0-90,1-1 90,1 1 0,-1 0 0,0 0 0,-1 1 0,1 0 90,-1 0-180,1 1 90,-1-1 0,2 1 0,-1 0 0,1 1 0,0 0 0,-1 0 0,2 1 0,-2-1 0,3 2 0,-2-2 0,2 1 0,0 0 0,0 1 0,0-1 0,1 1 0,0-1 0,0 1 0,1 0 0,-1 0-90,0 1 180,0-1-180,1 2 90,0 0 0,11-10 0,-9 10 0,10-9 0,-12 13 0,1-1-89,0 0 89,1 1 0,7-5 0,-4 4 0,5-4 0,-6 6 0,0 0 0,1 0 0,0 1 0,-1 1-3482,1 0 3482,-1 1 0,0 0 0,0 3-90,0-1 90,-1 2 0,0 0 0,0 2 0,10 2 0,-8 2 3302,7 1-3212,-11 1-180,-1 1 90,-1 1 0,2 2 0,-1-2 0,6 6 0,-5-3 0,3 5 0,-6-6 0,0 3 0,0-1 0,2 1 0,-2 1 90,0 0-90,1 0 0,0 0 0,1 0 0,0 0 0,-2 0 0,1 0 0,-1 1 0,5 5 0,-4-4 0,2 5 0,-3-6 0,-1 0 90,1 0-90,-2-1 0,1 2 0,4 6 90,-4-3-90,5 7 0,-7-9 0,2 2 89,0-2-89,0 1 0,0-1 90,-1 2-90,0 0 0,0 2 90,-1 1-90,0 0 0,0 0 0,-1 1 0,1 1 90,-2 0-90,1 0 0,-1 1 0,-1 1 90,1-1-90,-1 2 0,1-1 0,-1 0 0,0 0 0,-1 0 90,2-1-90,-2 0 0,1-1 0,0 0 0,0-1 0,0 0 0,0-1 0,1 0 90,0-2-90,0 0 0,1-1 0,1-2 0,-1 1 0,1-1 0,1 0 0,1-2 0,0 0 0,6 4 0,-5-6 0,4 4 0,-4-7 0,1-1 0,1 0 0,-1-1 0,7 1 0,-5-2 0,6 0 0,-5-3 0,0 0 0,-1-1 0,2 0 0,0-1 0,6 0 0,-3-2 0,3-1 90,2-1-90,-7 0 0,6-1 0,-7-1 0,6-3 0,-5 2 0,5-5 0,-7 4 0,0-3 0,-1 0 0,-1-1 0,0 0 90,6-6-90,-4 3 0,4-5 0,-5 4 0,-2-1 0,1-1 0,-1-1 90,0-2-90,0-1 0,0 0 0,-1-2 0,0 0 0,0-2 0,-1 1 0,0-1 0,-1 1 0,-2 0 0,1 0 0,-1 2 0,1 0 0,1-1 0,-2 2 0,2-1 0,-2 1 0,1 0 0,3-10 0,-2 8 0,2-8 0,-2 10 0,-1 0 0,1 0 0,-1-1 0,0-1 0,1 1 0,-1-1-90,1 0 90,-1-1 90,0 0-180,0 1 180,1 0-180,-1-1 180,3-9-90,-3 7 0,2-8 0,-3 13 0,-1-1 0,0 2 0,1-4 0,-1 2 0,3-12-90,-1 10 90,2-6 0,-2 9 0,0 0 0,1 1 0,1 1 0,0 1-90,1 0 90,0 0 0,0 1-90,0 0 0,2 1 90,-1 1 0,1 0-90,0 1 90,0 1-90,0 0 90,1 1-90,1 0 90,0 1 0,0-1 0,0 1-90,0 2 90,1 0 0,-1 1-90,1 1 90,0 1 0,0 1 0,7-1 0,-5 2 0,5 1 0,-7 3 0,8 0-89,1 3 89,1 0 0,-3 2 0,-7 0 0,0 2 0,0-1 89,-1 2-89,0-1-3392,0 2 3392,-1 1 0,2 0 0,-3 1 0,3 1 0,-4 1 90,3 0-90,-3 1 0,1-1 0,1 1 90,-2 2 3302,1-1-3392,-1 0 0,0 2 90,1-1-3482,-1 0 3392,0 0 0,0 1 0,0-2 0,1 1 90,-1 0-90,0 0 0,-2 1 3482,0 0-3392,1 0 0,-1 0-90,0 1 90,-1 0-90,0 1 90,0 0 0,-1 1 0,1 1-90,-1 0 90,0 1 0,-1 1-90,3 11 0,-2-7 0,2 8 90,-3-11-90,0 2 0,-1-1 90,0 1-90,0 0 0,0 0 0,0 0 90,0 0-90,0 0 0,1 0 90,-1 0-90,1-1 90,1 1 0,0-1-90,0 0 0,0-1 89,1 0-89,2-1 90,-1-1-90,1-2 0,-1 1 0,0-2 0,1 0 0,0-1 0,1-1 0,0-1 0,1 0 0,0-1 0,1-2 0,-1 1 90,1-2-90,0 1 0,0-1 0,0-1 0,0-1 0,1-1 0,1-1 0,-1 0 0,0-1 0,-1-1 0,7 2 0,-6-3 0,7 1 0,-6-3 0,-1 0 0,1-1 0,-1 1 0,0-2 0,7 1 90,0-1-90,1-1 0,3-2 0,-5 0 0,5-3 0,-6 0-90,-1-1 180,-7 1-180,-1-1 180,0 0-90,-1 0 0,-1-2 0,2-5 0,-2 1 90,1-5-90,-3 3 0,1-9 0,-1 4 0,0-7 0,-3 8 0,0-2 0,1-1 0,-1-2 0,0-1 0,1-1 0,0 0 0,0-2 0,0 1 0,1-1 0,-1-2 0,1 1-90,-1-1 180,0 1-90,0 0 0,1 0-90,0-1 90,0 1 0,-1-1-90,1 1 90,0-1 0,0 1-90,1-1 90,0 0 0,0-1 0,1-1-90,-1 1 90,1-1 0,0 0 0,-1 0 0,1 0 0,0 1-89,0 1 89,0 0 0,1 3 0,-1 1 0,0 2 0,0 2-90,0 0 90,1 3 0,0 0 0,0 1-90,1 2 90,0 1 0,1 0 0,0 2-90,1-2 90,1 3 0,0 1-90,0 0 90,1 1-180,-1 1 180,1 0 0,-1 1 0,1 1 0,0 0-90,1 1 90,0-1 0,-1 2 0,1-1 0,0 2 0,0-1-90,0 2 90,0-1 0,2 1 0,0 1 0,0 0 0,-1 2 0,1 0 0,-1 2 0,1 0 0,13 6 0,-10-1 0,11 4 0,-15-3 0,-1 0 0,1 2 0,-1 0 0,1 2 90,5 6-90,-5-3 0,4 4 0,-7-4 0,1-1 0,-1 1 90,-3 1-90,3 0 0,-2 0 0,1 1 90,0 1-90,-1-1 0,-1 1 90,1 0-90,0 0 90,4 9-90,-4-6 0,4 7 90,-5-9-90,0-1 0,0 1 0,0 1 0,-1-1 90,-1 1-90,2 1 0,-2-1 0,1 0 0,-1 1 0,1-1 0,0 1 0,0 0 0,0 0 0,-1 0 90,-1 1-90,1-1 0,-1 1 0,0 0 0,0 0 0,-1 0 0,1 0 0,3 10 0,-3-8 0,3 7 0,-3-10 0,0-2 0,0 0 0,0 0 0,0-1 89,0-1-178,1 0 178,2 6-89,-1-7 0,1 5 0,-2-8 0,0-1 0,0-1 0,0-1 0,1-1 0,2 3 0,-1-4 0,5 3 0,0-5 0,4-2 0,0-2 0,3-6 0,-5-1 0,1-3 90,-5 1-90,0-2 0,0 0 0,2-1 0,-2-1-90,2 0 90,-1 0 0,0-1 0,1-2 0,-2 1 0,2 0-89,-1-1 89,0 0-90,0-2 90,-1 0-90,1-1 90,0 0-90,0-1 90,5-9-3392,-5 5 3392,5-7-798,-7 7 798,1-1 0,0 1 0,-1-2 0,0 0 0,0 0 3041,-1-1-3041,0-1 0,0 0 0,-2 0 90,1-2 969,-1 1-1059,0 0 0,0-2 0,-1 0 0,0 0 0,0-2 0,0 1 0,0-2 0,0 1-90,-1-2 0,1 1 90,-1 0-90,-1-1 0,1 0 0,0 1 0,-1 0 0,0-1 90,-1 2 0,0 0-90,0 1 90,0 1 0,1 2-90,-2 0 90,1 2 0,0 1 0,0 2-90,0 1 90,0 0 0,1 2 0,0 0 0,1 1-90,0 1 90,1 2 0,-1-1 0,2 1-90,0 2 90,1 0 0,5-4-90,-3 5 90,4-3 0,-5 6 0,2 1 0,0 0-90,1 1 90,-1 0 0,2 2 0,-1 0 0,2 2 0,0 0 0,0 2-90,1 0 180,1 1-90,-1 1 0,1 1 0,1 0 90,0 2-90,1 0 0,0 1 90,0 1-90,0 0 90,2 2-90,0 0 0,-1 1 90,2 0-90,-1 1 0,1 2 90,0 0-90,0 1 0,1 2 0,-1 0 90,0 1-90,-2 0 90,2 0-90,-2 1 0,2 1 90,-1 1-90,-1 0 90,-1 0-90,1 1 90,-2 0-90,0 1 0,-1 0 90,-1 0 0,0 1-90,-1 1 0,0-1 90,-1 2 0,-1 0-90,-1 1 0,0 0 90,4 12 0,-4-8-90,2 8 0,-5-10 0,0-1 0,0 1 0,0 0 0,-2 0 0,1-1 90,-2 0-90,0 0 0,1-3 0,-1 1 0,0-2 179,0 0-179,-1-1-90,1 0 90,0 0 0,0-1 0,-1-1 0,1 1 0,-1-2 0,1 0 0,0 1 0,1-2 0,0 1 0,1-1 0,-1 0 0,2 0 0,0 0 0,0 0 0,1 0 0,1-1 0,1 0 0,5 6 0,-3-6 0,5 4 0,-5-7 0,1-1 0,1 0 0,0-2 0,1 0 0,-1-1 0,1 0 0,0-3 0,1 1 0,7 0 0,-5-2 0,5 1 90,-6-4-90,-1 0 0,1-2 0,-1-1 0,0 0 0,0-2 0,-1-1 0,0 0 90,0-1-180,5-5 180,-4 1-3482,2-5 3482,-6 3-90,-2-1 90,0-1-90,-1-2 0,0 0 0,-1-2 90,0 0 3302,-1-1-3392,0-1 0,4-8 0,-4 8 0,2-8 0,-3 9 0,-1 0 0,1 0 90,-1-1-90,-1 1 0,1 0 0,-1 0 180,3-7-180,-2 5-90,2-4 90,-3 6-90,2-6 90,-1 4 0,2-4 0,-3 7 0,1 0-90,0 0 90,1 0 0,0 0 0,0-1 0,1 2-90,1-1 90,0 2 0,0 0 0,0 1-90,1 2 90,0 0 0,0 2 0,5-4-90,-3 5 90,5-2 0,-6 5 0,0 1 0,0 0-90,1 1 90,11 0 0,-8 1 0,10 0 0,-12 2 0,1 1 0,-1 0 0,0 1 0,1 0 0,-1 1 0,7 2 0,-4 0 0,5 1 0,-6 0 0,0 0 0,0 1 0,0 0 0,1 1 0,0 0 0,0 1 0,-1 1 0,0 0 0,7 7 0,-5-4 0,4 6 0,-7-4 90,0 0-90,-1 0 0,1 0 0,-2 1 0,1 1 0,-2 0 90,1 1 0,3 8 0,-3-6-90,3 7 90,-6-8-90,-1 0 90,1 0-90,-1-1 0,-1 0 90,5 5 0,-3-4-90,2 2 0,-3-7 90,0-1-90,0 0 90,0-1-90,-1-2 90,0 0 0,2 0 0,-1 0-5847,1 0 3658,-9-8 0,-2-3 1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9:04.79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29 1167 8432,'-15'-13'5847,"2"1"-5757,14 9-180,4 3 270,8 5-270,2 3 270,-2-2-270,1 1 0,-1-1 0,2 0 0,-3 1 90,1-1-90,-1-1 270,-1 1-270,3-1 0,-2 2 180,3-4 0,-4-2 90,-2-7-90,-1-7 0,-1-6 269,3-7 1,16-55-1472,-7 22 1247,-4 10 0,1-1-135,3-13-90,1-1 180,1-1-115,0 0 385,10-26-270,-7 23-2412,7-18 2412,-10 31 0,0 5-306,-1 4 306,-2 5 0,0 4 0,-2 5 0,-2 3 861,-1 6-861,-1 3 20,-2 4-20,-1 2 2733,0 0-2193,-1 2-8755,1 1 8125,2 4 0,-7 3 0,3 3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9:06.13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1 979 13020,'16'-3'539,"0"2"-449,-2 10 0,-1 0 0,1 0-180,-2 1 90,0-1 180,-1-3-90,-1-6 0,0-3 90,-2-10-90,1-1 90,2-6 0,2-4-90,3-7 89,2-4-89,1-4 0,0-3 90,1-1-90,2-2-311,0 0 311,1 0 90,-2 1 89,1 0-179,0 1-3199,1 1 3199,-1 2 0,-1 2-217,0 0 217,0 1 0,0 1 0,-1 2-90,-1 0 90,-1 3 204,0 1-294,-3 4 90,0 2 3327,-2 4-3327,-1 3 196,-2 2-106,-2 3 270,0 0-5487,-2 1 2068,-5 12-1078,0 2 4047,-6 14 0,3-9 0,0-1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9:22.77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1 974 10231,'15'-9'990,"1"0"-811,-4 2 1,3 0-180,0 0 90,-1 0 0,0 0 0,-3 1-90,1 0 90,6-6 0,-4 3-90,5-4 90,-6 5-90,1-1 0,-1 0 0,0 0 90,-1 1-90,1-1 0,-1 1 0,0 0 0,1 0 90,-1 1-90,-1-1 0,1 1 0,-1 0 180,11-5-270,-8 4 180,7-4-90,-10 6 0,0-1 90,-1 1-90,0 0 0,-1 0 0,1 0 0,0 0 0,3-1 90,-3 0-90,3-1 0,0 1 0,-3 0 0,3-1 0,-3 2 90,0 0 0,0 0 0,1-1 0,1 0-90,2 0 90,0-1-1,7-4-89,-5 4 90,6-4-90,-7 3 0,1 1 0,0 0 0,0-1 0,1 1 90,6-3-90,-5 3 0,6-2 0,-7 4 0,-1 0 0,1 0 0,0 0 0,-1 1 0,1 0 0,0 0 0,0 0 0,0 1 0,0-1 0,1 2 0,1-2 90,-1 1-90,1-1 0,1 1 0,-1-1 0,1 0 0,-1 0 0,3 1 270,-1-1-270,1 1 180,-1-1-270,0 0 270,1 1-270,-1 0 270,0 0-270,0 0 270,-1 0-270,0 0 180,1 1-180,-1 0 270,-1 0-360,1 1 90,-1-1 90,0 1-90,0-1 90,0 1-90,0-1 90,-1 0 0,2 0 0,-2 1 0,1-1 0,0 1 0,0-1 0,0 0 0,0 0 0,0 1 0,0 0 0,0-1 90,9 1-90,-5-1 0,6 2 0,-9 0 0,1 1 0,0-1 0,-1-1 0,1 1 0,-1 0 0,1 1 0,0 1 0,0 0 0,2-1 0,-1 0 90,1 0-90,0-1 0,11 0 90,-10 2-90,11-2 90,-13 1-90,2-1 0,0-1 90,0 1-90,-1-1-3302,10 1 3302,-8 0 90,8 0-90,-11 1 90,-1 0-90,0 1 0,1 0 0,-1-1 90,9 2-90,-7-1 3392,7 0-3392,-9 0 90,0 0-90,1 0 0,0 1 0,-1 0 0,9 0 90,-7 1-90,7 0 0,-9 0 89,0 0-89,0 0 0,0 0 90,17 4 0,-13-1-90,13 2 0,-17-3 0,-1 0 0,1-1 0,0 2 90,0-1-90,0 1 0,0-1 0,1 1 0,0 1 0,-1-1 0,1 0 0,0 0 0,0 0 90,0 0-90,-1 0 0,1 1 0,0-1 0,9 5 90,-7-3-90,7 3 0,-10-4 0,8 3 90,-6-1-90,7 2 0,-8-4 90,0 1-90,0-1 90,1 1-90,0-1 90,-2 0-90,2-1 90,-1 1-90,3-1 90,-2 1-90,1-1 0,-1 1 90,1-2-90,0 1 0,0 0 0,1 0 90,10 2-90,-8-1 0,8 1 0,-12-2 0,1 0 90,-2 1-180,1 0 180,1-1-90,-1 2 0,0-2 0,0 1 0,0 0 0,-1 1 0,1-1 0,0 0 0,-1 0 0,1 1 90,-1-1-90,0 1 0,0 0-90,0-1 180,0 2-90,0-2 0,1 0-90,0 0 90,1 0 90,0 0-90,-1 0 0,2 1 0,-1-1 0,1 1 0,0 0 0,-1 0 0,2-1 90,0 0-180,0 0 90,1 0 90,0 0-90,2 0 0,0-1 0,-1 0 0,1 0 0,11 3 0,-9-2 0,9 1 0,-13-3 0,2 0 0,-1-1 0,1 0 0,-2 0 0,1-1 0,-1 1 0,1-1 0,0 0 0,0 0 0,0 0 0,2-1 0,0-1 0,0 0 0,14-2 0,-10 1 0,12-2 90,-14 1-90,0-1 0,1-1 0,0 1 0,-1-2 0,2 1 90,14-2-90,-11 1 0,12-1 0,-16 2 0,0 0 0,0-1 0,0 0 0,1 0 0,-2-1 0,1 1 0,0-1 0,1 0 0,0-1 0,0 0 0,1-1 0,0 0 90,1 0-90,1-1 0,0 0 0,0-1 0,2 1 0,-1-2 89,2-1-178,0 1 178,17-5-89,-14 4-302,14-2 302,-19 3 0,1 1 0,-1-2 0,0 2 0,0-2 0,0 2 0,-1-1 0,0 1 0,-1-1 0,-1 1-90,2-2 90,-1 2 90,1 0-90,-1-1-3292,18-3 3292,-12 2 0,12-3 18,-15 3-18,1 0 0,-1 0 0,1 1 0,-1-2 0,0 1 0,0-1 0,1 0 0,-1-1 0,0 0 0,0 0 0,-1 0 0,-1 0-2207,0 0 2207,1-1 0,-2 1-525,1 0 525,0 2 1893,0-1-1893,-1 2 0,1-2 0,0 1 90,34-10-90,-26 7-61,26-8-29,-34 10 90,0 0 90,0 1-90,0-1 0,-1 1 0,1 0-90,-1 0 90,-1 0 2835,1 1-2835,-2-1 0,0 1 0,0 0 0,-1 1 0,0-1 0,0 2 0,1-1 1148,-1 1-1148,0 0 90,0 0-90,0 0 0,1 1 0,-1 0 0,16-2 0,-10 2 0,10-1 0,-15 2 0,1 1 0,-1-1 380,0 1-380,0 0 0,0 1 0,0 1 23,-1-1-23,0 2 0,-1-1 0,0 2 0,0-1 0,0 1 0,-1 1 0,15 1 90,-10 0-90,11 1 0,-14 0 0,-1 1 0,2 0 90,-1 1-90,1 0 90,1-1-90,0 2 0,0-1 90,2 1-90,15 2 90,-12 0-90,12 1 0,-17-1 90,0-1-90,0 1 90,0 0-90,-1 1 90,-1 0-90,0 0 90,2 1-90,-3 0 0,2-1 90,-2 1-90,1 0 90,-1 0 0,2 1-90,-1-1 180,0 1-180,1-2 180,-1 2-270,1-2 270,-1 1-270,1 1 0,0-1 90,-1 2-90,0-1 90,-1 1 0,-1-1 0,0 1-90,-1 0 90,0 0 0,-1 1 0,-1-1 0,0 1 0,-1 0 0,0 1 0,0 0 0,-1 0 0,0-1 0,0 1 0,0 0 0,-1 0 0,1 0 0,0-1 0,1 1 90,0-1-90,13 7 0,-8-4 0,10 3 0,-13-5 0,2 0 0,0 0 0,0 0 0,1-1 90,30 10-90,-22-8 0,24 7 0,-30-11 0,1 0 0,0 0 0,0 0 90,16 4-90,-12-3 90,12 3-90,-16-5 0,0 0 0,2 0 0,0 0 0,1-1 0,17 5 0,-12-4 0,14 3 0,-17-4 0,1-2 0,0 1 0,0-2 90,0-1-90,-1 0-1216,0-3 1216,-1 0 0,-1-1-344,-1-2 344,-2-1 90,0-1-90,-2-1 90,10-4-90,-10 2 90,5-4-90,-14 4 0,-1-1 1158,-3 0-1069,0-1 403,-2 1-402,6-5-180,-6 4 0,5-4-90,-8 5-89,-1 0-1,-2 1-180,1 0-90,-2 0-89,1-1-91,-1 0 180,1 1-359,1-2 89,-1 1-359,1-2 180,0 0-1260,1 0-809,0 0 3058,0 1 0,-5 4 0,-3 1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9:23.62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78 0 10321,'2'17'990,"-1"2"-721,-1 5 1,0 3-4251,0 5 4430,0 2-269,0 2-865,0 3 865,-1 2-102,0 0 12,1 2 90,-1 0-90,0-1 90,0-2-90,0-1 0,-1 0 0,0-1 0,-1 0 0,-1-1-90,0-2 0,0-3-90,0-3 2442,0-3-2622,-1-2 2307,1-4-3477,-2 5 111,1-6-1189,-4 0 2518,1-13 0,3-3 0,0-5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9:23.80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0 323 8972,'14'-16'899,"1"1"-449,-2 6-270,2 0 90,5-2-180,1-2 180,6-2-270,2-1 0,2-3 0,2 1-90,2-2 0,0 1-180,1-1-90,-1 2-90,0-1-4341,-1 2 4072,-2 0 319,-2 2-1039,-2 1 1439,-2 2 0,-12 5 0,-4 3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9:24.05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5 108 7713,'2'25'1799,"-1"-1"-1440,1-4 271,-1 3-270,0 0-90,-1 5-1,0-2-89,0 3 0,-2-2 0,1 0 0,-1 0-90,1 0 90,-2 7-90,2-9 0,0 7 809,0-15-809,3-15 0,1-6-90,3-18 0,1-1 90,1-4-180,1-2 90,3-3 90,2-1-450,0-1-89,3-1-91,0 0-180,1-1 91,0 0-451,1 1-719,1 2-449,-1 1 2248,-1 3 0,0 4 0,-1 1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9:24.77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12 294 7713,'-4'20'2608,"1"-2"-1529,0-1-449,2 1-180,1-3-180,2 0 0,3-5-180,7-5-90,-1-5 0,5-4-90,-2-3 0,1-4-90,2-3 270,2-3-360,0-2 270,3-3-360,-1-2-90,1-1 90,-3-2-3301,-1 0 3301,-3 0-69,0 0 429,-3 1-180,-2 0 0,-3 3 90,-2 2 90,-3 2 270,-2 3 90,-4 0 0,-4 6 3133,-5 6-3223,-2 10-136,1 8 315,0 4-269,2 4 0,-1 2-90,1 4 90,2 2-90,2 2 0,1 1-3018,1 2 3017,2-1 1,2-1-2268,3 15 2178,0-14 90,4 9-90,0-17 90,2-2-90,1-4 2358,2-3-2358,0-2 3392,9-2-3482,-5-6 90,7-3-180,-6-7 180,1-5-90,1-2 0,2-4-89,-2-4-91,2-2 270,-1-3-1242,1-3 1062,0-3-359,-1-4 134,0-3-135,-1-3 90,0-1 90,-2-1 91,-2 2 89,-1 2 0,-2 5 180,-2 5 0,-1 5 0,-1 3 90,-1 5 629,0-1-449,3 13 0,-2 4 0,2 13 869,-4 4-869,-1 3 417,0 1-507,1 3 0,0-1 90,0 1-90,-1 0 0,0-2-1,0-1 1,-1-2-90,1-1 90,0-2 0,0 3-90,1-3-90,-1-1 0,1-12 0,2-7 0,0-11 0,1-3-90,2-4 90,1-5-90,2-1 270,5-16 0,-2 10-270,3-8 180,-5 15-270,0 3 360,-1 4-360,0 3 360,-1 3-360,-1 3 180,3 2 0,-2 6 180,3 4 0,-4 7 0,0 3 90,-1 6-1,0 3-89,0 3 90,-1 3-180,0 1 270,0 0-270,-2 0 180,3 9 0,-2-11-630,2 12 0,-5-20-1079,2 5 359,-1-12-359,9-12 810,-2-5-451,7-14 181,-3-1-1,3-2-269,2-2-180,2-4 1349,2-2 0,1-4 0,1-1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9:25.20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408 525 9961,'-12'9'4768,"4"-3"-4229,-23 31 1,8-8-651,-3 6 561,-2 4-1,-1 3-179,-1 3-573,0 2 483,1 2 0,-1 1 0,3 0-180,3-1 90,2-2-90,3-4 356,4-3-446,4-3 270,4-4-450,2-3 91,3-3-246,2-3 155,3-2 558,2-4-558,1-3 283,3-3-283,2-2 90,2-5 0,2-3 270,2-6-270,2-3 270,1-6-270,2-5 0,1-5 0,1-5 0,0-5 1,-1-6 540,1-4-541,-3-7 0,0-5-886,-2-7 886,-1-6-1738,-1-4 1828,-1-7-90,0-2 270,-4 5 0,0-2 0,1-19-45,-3 23 0,-1 4-409,-2 6 634,-1 9 90,0 7 0,-3 9 0,1 5-91,-2 8 1,1 6 662,0 1-662,1 17 1654,1 6-1654,1 21 270,0 29 0,-1 8-91,1 11-804,0-1 0,-1-1 805,1 4-90,2 3-564,2 3 743,0 0-359,2-1-2629,1-2 2539,3-4 0,0-4-1378,3-5 1108,1-4 708,1-3-1247,1-5-1434,1-4 1073,0-5-1059,11 8 520,-8-18-814,7 4-2514,-11-22 5029,-2-6 1,-9-5 0,-3-4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0:52.26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108 910 6723,'-23'10'2249,"2"-1"-1619,2 0 539,3-3 90,0 1 450,4-2-1619,13-5 90,4-4 0,19-6 0,-1-4 0,9-3 90,7-5-794,7-5 704,8-4 180,5-2-270,5-4-1009,5-3 919,2-3 0,2-2 0,2 0 0,0-2 90,2 1 0,0 0-90,-1 0 90,0 2-90,-2 1 0,0 0 0,-3 4 90,-3 2-90,-3 3-1450,-7 3 1540,-5 5-90,-5 1 279,-7 6-279,-5 2 0,-6 3 1023,-6 4-933,5-3-3688,-12 5 2249,-7 8 730,-12 7-2529,-13 11 3205,-1 1 1,-3 2-1,-1 0 1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0:52.50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32 244 7623,'-15'16'2518,"3"-1"-2068,7 1 0,7-6-91,7 1 91,8-8-90,5-3 0,7-3 0,5-5-1,10-2-523,3-5 434,11-3-834,2-4 834,8-1-1120,1-2 1030,1-1-90,-2 1 0,-4 1 0,-5 2-1,-7 2-2719,-7 4 2720,-6 1 0,-7 4-232,-5 2 232,-6 3 485,-5-1-6512,-1 2 3009,-14 1 2928,-2 5 0,-7-1 0,2 4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55.23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214 22 6543,'1'-14'3958,"-8"9"-3598,0 3-90,-7 11-1,2 1 91,-2 2-180,-1 2 90,0 0-90,-1 3 0,0 1-90,0 2 90,0 0-90,1 0 0,1-2 0,3-2-1,1-2-89,2-2 90,3 0-90,2 4 0,3-3 90,4 5-90,2-6 0,3 1 0,3-1 0,3 2 0,2 0 0,3 1 0,1-1 0,1 1 90,1 1-180,0 0 90,0 1 0,-1 0-3392,-2 1 3482,-3-1-1954,0 2 1864,-4 0 89,-1 0-89,-3 1 180,-3 0-90,-3 1 0,-3 1 90,-4 1-90,-2 0 90,-5 0-90,-2 0 1955,-2-1-1865,-11 6-91,6-7-89,-7 2-89,-1-6-91,7-6-180,-4 2 90,9-8-540,2-1 2583,0-1-4831,-3-4 3058,2-3 0,4 1 0,3-2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55.63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1 498 6363,'18'-7'1350,"1"-1"-991,-4 1 1,2 0 0,1-1-90,0-1 0,3-2-90,0-1-1,2-3 1,2 0 0,0-1-180,0-3 90,1 0 0,-2-1-90,-1-2 90,0 0-90,-3-1 0,1 0 90,-4 0-90,-2 0 180,-2 1-90,-4 0 90,-1 1 180,-1-5 89,-3 7-89,-2-8 90,-5 10-180,-5-1-180,-5 6 0,-2 8-90,2 5 0,1 7 0,2 3 0,0 5 0,0 3 0,0 3 0,4 3 0,1 0 0,2 2 0,0-1-90,2 0 90,3-2 0,0-1 0,3-1 0,1-2 0,1-1 0,2-3-90,0-1 90,1-2-90,0-2 0,1-1-90,0-3 90,1-2 0,-1-1-450,1 0 181,5-5-1,-4-2-90,5-4 0,-5-2 1,0-4 89,2 0-90,0-4 0,0-1-89,-1-3-1,0-1-180,0-1 91,-2-2 629,1-1 0,-1 0 0,-1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56.01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80 25 7083,'10'-19'5307,"-6"14"-5217,-9 20 90,-4 8-180,-3 13 90,0-3 0,1 1-4342,1 2 4342,1-1 53,0-1-53,3 1-180,1-3 90,2-1 0,1-2 0,1-3-90,3-2-90,1-4 0,0-3 2858,1-3-3038,4-2 1251,2-6-981,2-7-89,0-8-1,-1-7 90,-1-2 0,0-5 0,-1-2 0,-1-3-772,1-17 862,-3 9 0,1-11 83,-4 16 97,0 3 0,-1 3-90,0 4 270,-1 4-271,1 1 862,1 4-861,2 10 8,0 3 82,5 21-90,-3-6 0,3 8 90,3 4-90,-3-7-90,5 6 180,-3-10-180,0-1 90,1-2 0,-1-1 0,1-4-90,-2 0-180,0-4 0,3 0 0,-2-6-270,1-1-180,-4-6-179,0-3 89,0-3 91,0-4-91,0-2-539,0-2-180,-1-3 1439,-1-1 0,-2-1 0,0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56.28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75 20 6183,'4'-17'3868,"-1"15"-3688,-3 18 90,-1 4-90,-1 9 90,0-10-90,1 1 0,0 0-91,2 1 91,0-1-90,1 0 0,1 0 0,0 0 0,2-1-90,0 1 90,1-2-90,-1 0 90,1-1 0,1 1 90,0 0 0,0 0-90,0 0 90,0 1 90,-1-1-91,-2 2 1,-1-2 0,-1 3 0,-3-1 0,-2 3-90,-1-1 0,-3 1 0,-2-2-90,-1-1-90,-2-2-90,-1-2-90,0-2-180,-1-1 1,1-3-181,0-1-719,1-3 539,-3-5 91,6-4-1,-1-6-539,7-6-180,3-5 1439,2-4 0,1-3 0,2-2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56.54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62 6183,'18'-16'1530,"0"2"-1081,-2 2 1,-1 3 0,-1 3 359,0 2-359,4 5 0,-4 2-90,4 5-1,-7 2-89,0 3 0,-2 2 0,0 2-90,-3 2 0,-1 4 0,-1 1 0,-2 0-90,-1 2 89,-2-1 1,-1 0-90,-2-1 90,-1-2-90,-2 0 270,-2-2-270,-1-2 0,2-2 90,2-3 90,0-1-1,-4-1-89,0-4 0,-4-3-270,1-7 90,2-3-180,2-5-90,2 1 181,0-4-451,-1-1-90,1-2-269,2-2 89,0-2-449,1-1-810,1-2-629,2 0 2698,2-1 0,0 11 0,0 4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56.94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 9871,'16'11'1440,"-1"1"-1171,-6-3-179,2 5 0,-2-6-90,1 4 90,-2-3-90,-2 2 90,0 0-90,-1-1-90,3 3 270,-2-3 0,2 3-180,-3-15 0,1-4-90,0-9 90,2-2 0,1 2-90,0 0 90,3 1 0,-1 0-90,1 2 90,-1 3 0,-1 0 270,3 2 180,1 5 0,3 6-1,-2 11-269,-5 2 270,-3 5-270,-5-3 0,1 0 0,-2 0 179,4 4-269,-1-2 270,1 1-2699,0-5 1350,2-15-270,0-3-900,3-11-719,-1-1 2878,3 0 0,1-2 0,1 1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57.71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214 148 6723,'6'-22'2069,"-1"2"-1439,-1 1-91,-2 1 91,-1 2-90,-2 2-91,-2 1-89,-2 3 180,-2 1-450,-7 3 90,0 6-90,-6 2 0,3 9 0,-2 3 0,-1 5-90,0 2 359,1 3-359,1 2 0,2 1 0,2 2 0,4 0 0,2-1 0,3 0 0,3-1-90,3-2 90,3-1 0,2-3-90,2-3 0,3-2 1,1-3-1,3-3 0,1-5-90,2-3 90,0-4-90,1-4 90,1-3 0,-1-4 0,0-2 90,-3-2-90,-1-2 90,-3-2 0,-2 1 0,-1-4 90,-4 3 90,-2-2 0,-2 3 90,-2 1 449,-1 3-269,-4 0-90,0 3-270,-7 24-90,7 1 90,-3 22-90,9 6 270,2-10-270,4 10 179,1-13-179,2-3-90,1-2 90,1-2 90,6 1-180,-3-6 1,4-2-91,-4-10 0,1-4-90,2-6-90,1-6-180,2-5-629,10-20 449,-7 6 1,7-13-91,-12 10 91,-1-2-989,-4-2-91,-2-3 1799,-3-3 0,-3-3 0,-1-1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58.09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 6813,'14'28'1349,"-2"3"-899,-6 4-90,0 5-724,-1 6 724,0 3 90,0 3-1,-1 3-89,0-1-2157,0 1 2247,0-1-91,2-1 332,-2-2-151,2-4-360,-1-4 0,1-3-91,0-3 1,0-5 0,1-4 0,-2-4 0,1-4 17,-2-3-287,3-1 1965,1-7-1964,0-10 387,1-7-478,-2-13 0,-2 0 0,0-4-90,0-4 0,-1-3 1,0-5 89,-1-2 90,0-4-204,2 0 294,-1 2 90,1 5-3324,0 7 3414,-2 6 0,0 4 449,1 2-269,5 14-90,-1 5 226,3 15-46,-1 22-180,-2-5 0,2 15 90,-3-11 0,0 0-91,1 1 1,-1-2 0,2-2 0,0-3 0,1-2 3302,0-3-3302,1-4-90,-1-3 0,0-3 0,0-4 90,0-3-90,4-3-90,-3-6-90,5-5-90,-3-7-90,2-3 0,1-6-360,1-2-359,-2-4-180,1-4-1080,-3-2-809,-2-3 3058,-2-4 0,-4-2 0,-2-2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58.23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17 11670,'23'-9'-855,"0"3"1,-12 5 0,-2 1-1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58.46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0 7263,'5'22'3418,"1"16"-2699,-1-4 1,0 14-90,-2-9-1,1 1-179,-1 2-90,1 0 0,0 0-1,0 2 91,0-1-270,0-1 0,1-2-90,-1 0-180,3 11-90,-2-12-90,2 7 90,-4-19-359,2-4-181,-1-3-899,0-4-2878,-1 1 2698,-7-14 1799,1-3 0,-4-7 0,4 1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8:58.97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12 315 8522,'-8'-21'3598,"4"3"-3418,10 7 0,5 4-90,7 5 90,0 0-180,2 1 90,2 0-90,0 0 90,2 1-270,-2-2 180,1 2-90,-1-2 0,0-1 0,-2-1 0,0-2 0,-2-1 0,-1-2 0,-1 0 0,-2 0 0,-1-4 90,-2 0-90,-1-3 90,0 1 0,-3-1 270,-1 3 0,0-1-90,2 10-90,-3 5 180,0 13-180,-2 8 0,-1 6-1,1 6 1,-1 3-3392,4 22 3302,-1-13 90,2 14-667,0-20 577,2-1 244,2-4-334,1-1 270,18 13-270,-9-20 180,12 8-180,-16-25 180,0-4 2914,-1-6-2824,0-5 499,0-5-768,0-6 89,0-6-90,1-5 90,-3-4-90,1-6 90,-2-4-355,0-5 266,-3-5 89,-1-3-3171,-1-2 3351,0 2 179,-5 3-1640,5-6 2001,-6 19-361,4-3 181,-3 23 87,1 3-447,0 17 2178,1 7-2178,-1 19 0,-1 10-90,1 8 2905,-1 8-2725,0 5 450,5 40-360,-1-19-952,-1-26 0,0 0 862,3 25 90,1 1-90,0 1-91,0 0 91,0-1-2870,0-2 2780,0-4-90,-1-3-1075,0-6 806,-1-4-182,-1-8-179,-1-5-269,-1-7-91,-1-7-89,-1-6-91,0-6-2932,0-6 1583,7-14-809,-2-8 3238,5-15 0,-2-5 0,1-3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9:52.84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14 248 7353,'-13'-2'5487,"26"1"-5307,-4-1-1,26 2 1,-10-3 180,5-1-270,3-2 0,3 0-90,4-2 90,3 0-90,4-3-534,2 1 534,4-3 0,2 0 0,3-1-1738,0-2 1738,2 1 0,-1 0-652,-2 0 562,-1 1 90,-5 2 214,-2 0-214,-5 4 0,9-3-90,-15 4 90,4-1 0,-18 4 0,-5 1 1501,-4 0-1771,2 1-94,-4 0-5933,3 2 6297,-10 5 0,-1-3 0,-6 4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49:53.07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51 8972,'1'19'2159,"2"-6"-1800,13-3 91,2-6-90,4-1 0,5-4-90,6 1-90,3-4-1,4-1 1,3-1-350,0-2 260,1 0 0,0-1 180,-3 1-270,-1 1-90,-4 0-90,-2 0-90,-3 2-90,-4-1-90,-2 1-269,-4 2-1440,-1-1-1709,-1 0 3868,-2 3 0,-6-1 0,-4 4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0:55.05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464 0 11940,'12'23'180,"-1"-1"-90,-6-7 0,1 2-90,0 2 180,4 11 0,-2-6 180,8 38-91,-8-25-335,4 23 246,-8-21-3221,-1 2 3221,0 3 90,-2 1-1454,0 44 1364,-2-30-495,-1 34 405,-1-41-90,-1 2 180,0 0-180,-1 0 90,-1 0-90,1 0 90,-2 0 0,2 0-90,-3-2 90,0 0-230,-1-2 230,1 0-90,-2-2 180,-7 20-180,3-17 90,-4 13-90,4-23 90,0-1-90,-2-3 0,1-2 1457,-1-2-1367,-6 9-90,6-11 0,-6 6 520,8-14-520,0-2 0,0-1 0,0-2 366,-1 0-366,-5 7 3302,4-6-3302,-3 6-90,4-8 0,1 2 90,0-1-90,1 2 0,0 0 90,-1 2-90,1-2 90,0 1 180,1-2-270,0-1 270,2-2-270,1-2 90,2-1 0,-1 0 0,3 0-720,2 2 720,8-9-90,1-5 90,5-11 0,-2-6 0,0-5 0,1-6 0,0-4 0,1-6-90,0-4 0,0-4 1,0-3-325,-1-2 234,-1-2 180,1 0 0,-2 1-90,0 3 90,-1 3 0,-1 5-217,1-5 307,-3 16-90,1-3 90,-2 16 90,-1 1 270,0 2-42,1 17-408,0 5 90,-2 23-90,0 2 0,-3 8 89,1 4-431,-3 5 342,0 2 0,-1 2 0,-1 1 90,0 1-90,-1-1 360,0 0-270,-2-3 90,2-1 0,-1-7-90,0-3 0,3-8-1,-1-4 1,4-5-90,3 2 90,6-4 0,2-3 0,4-7-90,0-8 90,2-3 0,2-3 565,12-7-565,-6-2 0,9-3 0,-8 0-90,-1-1 90,0-2 0,-1 1-90,-1 0 90,-2 1 0,-2 2-90,-3 1 0,-2 2-90,-2 1-1080,0 1-1078,-1 0 1168,2-1 631,0 1-271,-1 0-989,7-1-270,-5 1-629,5-4 2608,-4 0 0,0-2 0,1-2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0:56.66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1466 1 9422,'12'12'989,"-3"-1"-809,-2 6 0,-1 0 90,-1 1-180,2 3 90,-1 3-1,1 2 1,1 2 0,-1 0 90,1 2 180,0 1-270,-1 2 0,0 1 0,0 4-913,-2 0 913,-1 2 0,-2 0-555,1 1 555,-1 1-220,0 2 220,-1 0-90,1-1 90,-1 0 90,1-2-91,-1 1-89,2 0 90,-2 0 90,2 0-180,-1-2 90,1 1-90,0-1 90,-1 1-90,0-2 0,0 1 90,1-1-90,-2 0-1,1 1-89,-1-1 90,-1 1 0,0-1 90,-1 0-90,0 0-90,-1 0 90,1 0 0,-2 1 0,1-1 0,-2 0 90,-1 18-90,-1-13 570,0 14-570,0-18 0,1 0 0,-1 0 0,0-1 0,-1 0 0,-1 0 0,0 0-90,-1 1 90,0-1-90,0-1 0,-1 1 90,-1 0-90,0 0 0,0 1 577,0-1-577,-2 1 90,-1-1-90,0 1-3047,-2 0 3047,2 1 0,-2 0-167,1 1 167,-1 1 0,-17 39 0,11-29-450,-12 30 450,14-40 0,1-1 0,0 0-66,0-2 66,2-1 180,-1-2-180,0 0-90,0-2 90,1-1 0,2 0-90,-1 0 90,2-1 0,0 0 0,-1 0 0,1 1 0,1 0 0,0 1 0,0-1 0,1 1 0,-1 0 0,1 0 0,0 1-90,-1-1 2477,1 0-2387,0-1-90,1 0 280,-1-1-190,0 0 946,0-1-946,-1 0 0,0-2-90,0 0-2983,0-1 3073,-1 0-1034,0-1 1034,0 1 15,-1-1-15,0 1 0,-1 0 0,1 1 0,-2-1 0,0 2 0,-1 0 481,-1 0-481,2 2-51,-2 0-39,0 2 90,0 0 0,0 2-90,-1 0 90,0 1 0,0 1-90,0-1 1708,0 0-1618,-1 0 0,0-2 0,1 0 0,2-1-1670,0 0 1580,-1-1-1124,2-1 1214,-1 0-22,2 0 22,-1-1 0,0 1 0,1-1 725,1-1-725,-1 1 0,0-1 0,0 0 0,0-1 2745,1 0-2835,0-2 2268,1-1-2178,0-1 0,2-2 0,0-2 0,2-2 49,1-3-49,2-1-90,-1 0-1439,2-4 1439,4-8 0,6-13 0,4-7 90,1-7-90,-2 3 0,0-3 90,1-2-90,0-3 90,0-1 180,-2-3-270,2 0 0,-2-4 0,1 0 0,0-2-90,-1-3 90,-1-2-3392,-1-3 3392,-1-3-90,0-1-319,-2-2 409,2-1 1,-5 1-1,3-2 0,-3 6 90,4 1-90,-2 9 90,2 3 0,-5 9 270,3 3 179,-1 1 361,1 5 2379,-1 15-3099,0 10-90,-2 20 90,0 5 0,0 5-90,-3 24 0,3-10 48,-3 17-48,3-18 0,-1-1 0,1-3 0,0-1 180,1 13-180,-1-15-1160,2 9 1160,0-20-90,1-6 0,0-4 496,1-4-496,2-1 90,3-4 0,6-3 1228,0-9-1228,2-6 270,-2-5-270,3-2 90,9-9 179,-4 5-179,7-4 180,-8 8-180,0 3 270,2 3-90,0 4 180,2 5-271,1 6-89,1 6 90,-1 6-90,2 5 0,-2 4 0,0 3-90,-2 2 90,-1 0-270,0-1-289,-1-2 19,0-3 0,-2-4-269,1-3-91,0-6 180,0-5-359,2-8-90,0-10-1,1-10-449,-1-11-1285,1-10-65,-2-9 2879,1-6 0,-3-7 0,0-2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0:58.38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1503 10 8072,'-1'-9'3598,"5"16"-3418,4 11 0,3 13 0,-3-5 0,0 5-90,1 4 90,0 5 0,1 3 269,-2 4-855,1 2 586,-1 3-90,1 1 90,-1 3-2005,0 1 2005,0 2 0,-1 2-949,-2 0 949,3-1-430,-2-2 430,3-1 180,-2-2-181,0-1-89,0 0-1828,2-1 1918,2 22-90,-3-18 886,4 18-796,-6-24-90,2 3 0,-2-1 90,0 0-90,0 1 0,-1 0 0,-1 0 0,0 0 90,0 0 90,-1-1-180,-1-1 764,-1-1-764,0-1 0,0 0-90,-1-1 90,0 0 0,-1-1-90,-1 1 90,1-1-90,0 0 90,-1-1-90,1 0 89,-2 0-89,0-1 90,1 0-90,0-2 0,-1 1 90,1-2-90,0 0 90,1-1 180,-2 19-360,2-15 360,-1 15-360,0-18 90,0 1 0,-1 0 0,1 3 0,-1 0 0,0 22 90,-1-14-90,0 17 0,-1-20 90,-1-1-90,0 2 0,0-1 90,-1-1-90,-1 0 90,1-1-90,-2 0 270,2-1-270,-2-1 0,2-1 0,-2 0 0,0-1-1637,1 0 1637,-1-1 0,1 0 1600,-2 1-1600,1 0 0,-1 0 0,1 0 210,0 1-210,0-1 0,0 1 0,0 0 0,-1-2 0,1 0 0,-1-1 0,1-1 0,-1 1 0,0-2 180,0 1-180,0-2 0,0 0-90,0-1 90,-1 0 0,1 0 0,-1 0 0,0 0 0,0 0 0,-1 0 0,0 2-90,-1-1 90,0 1-90,0-1 90,-2 1-90,1-2-90,-1 0 90,-1 0-90,-7 15 0,5-13 90,-8 12 1,8-17-1,-3-2 0,1-1 270,-1 1-270,0-1 0,0 0 0,-2 1 90,1-1-90,0 1 90,-1 0-90,-2 1 90,1 0 0,-1 1-90,0 1 0,-1 1 90,0 2-90,-1 1 90,0 0-90,0 2 90,-1 0 0,0 1-90,0 0 90,-1 1 0,2-1-90,0 0 90,1 0 0,1-1 0,1-1-760,0-1 760,1-1 0,2 0 2356,-1-3-2446,3 1 180,-1-1-180,2 0 180,0-1-180,0 0 90,2-1 0,0 0 0,0-1-90,1 1 90,0-1 0,1-1 476,0-1-566,-5 11 180,5-12-180,-3 9 361,6-17-271,0-1 0,1-1 1554,0-2-1554,1-2-3225,0 0 3225,1-1 0,0-1-90,0-1 90,-1 0-90,2-1 90,0 0 0,0-1 3302,0 1-3302,0-1 0,0 1 0,1 0 0,0-2 0,1-1-360,-1 2-989,1-3 1259,6-6-90,1-4 180,6-11 0,3 0-90,-3-6 90,5-4 0,-2-5 0,6-5-90,1-4 90,1-5 270,1-3-360,2-4-545,0-3 635,2-2-90,11-31 90,-7 19-953,8-21 863,-13 27 0,0 1 0,-1 3 0,-3 1 0,-1 3 0,-3 3 90,-2 4-90,-2 5 90,-1 6 0,-3 6 90,-2 5 90,0 4 90,-4 0 496,-3 4-586,-4 6 912,-9 14-1002,3 5 0,-4 10 0,7-4-90,0 4 90,0 3 0,1 5 0,0 3 0,1 5 0,1 3 0,0 3-318,1 1 408,1 1-91,1-1 1,3 0-90,0-3 90,4-2 0,1-3 0,4-4 0,2-2 0,3-4 0,2-4 0,3-2 0,3-5 408,2-2-408,3-5 0,3-4 0,1-5 0,2-5 0,0-5-90,2-6 90,1-4-305,2-5 215,2-3-90,0-2-360,0 0-89,-1-2-91,-2 2-719,-2-1-360,-3 3-1440,-4 0-1348,-5 3 4497,-5 2 0,-8 11 0,-5 3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1:23.91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 1317 7803,'-1'-15'-450,"2"2"360,1 0 180,3 2 1169,1 0 1080,1 3-1800,3 1-359,0 0 270,1 1-90,-1-1 0,0-1-360,1-1 90,1 0 0,-1-2 0,0 1-1,-1-2 91,-2 3-90,0-2 0,-1 2-90,3-1 90,-2 1-90,0 0 90,1-1-90,1-1 0,1 0 270,0-1-180,1 1 0,-1-1 0,1 1 0,0-1-90,-1 0 90,1 1 90,0 1 0,0-1-91,-1 3 1,1-4-90,-2 2 90,2-3-90,0 1 0,-2-1 0,0 1 90,0-1-90,-1 2-90,0 0 90,1-2 90,1 1-90,1-1 90,0 2-90,1 1 0,0 0 0,1-1 180,0 0-180,-1 1-90,1-1 180,-5 4-180,4-2 0,-4 3 0,1 0 0,-1-3 90,3 2 0,-1-1-90,1 2 90,2-1 0,0-2 0,0 1 90,2-2-90,-1 1 0,1 0 0,2-1 0,-1 0 0,0 0 90,0-1-90,-1 3 0,0-1 0,-1 1 0,1-2 0,0 1 90,0-1-90,0 2 0,-1 1 0,0 2 90,0-1-3482,-1 0 3392,1 1 0,-1 0 90,2-1-90,-2 2 0,1-1 0,-2 2 0,1-2 3392,-1 2-3392,2-2 0,-2 1 90,2 0-90,-1 0 0,1 0 0,-1-1 0,0 1 0,0 0 0,1-2 0,-1 2 90,0-2-90,-1 2 0,1 1 0,0-1 0,-1 0 0,1 1 0,-1-1 0,16-4 0,-12 3 0,11-3 0,-11 5 90,0 0 0,4 1-90,1-1 90,-2 2-90,3-1 90,-2 2-90,2-1 0,0 1 90,0-1 0,0 1-90,-4 0 90,6 0-90,-5 1 90,1-1-90,-1 0 0,-5 0 90,9-1-90,-5 1 0,7 0 90,-8-1-90,1 1 0,-2 1 0,2-1 0,0 0 0,1 0 90,1 0-90,0 0 0,1 0 0,-1 0 0,1 1 0,-1-1 0,0 1 0,0 0 89,0 0-178,0 1 89,-1-1 0,1 0 89,-1 0-89,0 0 0,-1 0 0,0 1 0,-1-1 0,-1 1 90,-1-1-90,-1 1 90,15 2-90,-11-1 0,10 1 90,-15-1-90,0 1 0,0-1-90,-1 1 180,1-1-90,-1 0 0,1 0 0,0 1 90,0-2-90,-1 2 0,8 0 0,-5-1 0,5 1 0,-6-1 0,0-1 0,1 0 0,7 2 90,3-1 0,0 1-90,-1 0 0,-9-1 0,1 1 90,-1-1-90,1 1 0,0 0 90,0 0-90,-1 0 0,0 0 0,0 1 0,0-1 0,1 1 90,-1-1-90,0 1 0,-1-1 90,7 4-90,-6-3 90,5 3-90,-5-2 0,-2-1 0,2 0 0,-1 0 0,-1 0 0,0 1 0,1-1 0,-1 0 0,1 1 90,0-1-180,-1 1 90,0-2 0,0 1 90,1 0-90,0 0 0,-1-1 0,0 1 0,1-1 0,-1 1 0,0-2 0,1 2 0,-1-1 90,0 0-90,1 0 0,-1 0 0,0 0 0,0 0 0,0 0 0,6 2 0,-4-2 0,5 2 0,-6-2 0,0-1 0,0 2 0,-1-2 0,1 1 0,0 0 0,0 0 0,2 0 0,7 2 0,-5-2 0,6 3 0,-8-3 0,1 1 0,-1-1 0,1 1 0,0-1 0,0 1 0,0-2 0,0 2 0,0-2 0,-1 2 0,1 0 0,-1 0 0,0-1 0,0 1 0,1 0 90,-1-1-90,-1 0 0,1 1 0,-1 0 0,0 0 0,-1-1 0,0 1 0,0-1 0,7 3 0,-5-3 0,5 2 0,-8-3 0,1 1 0,-1 0 0,1 0 0,-1 0 0,0 0 0,0 0 0,0-1 0,-1 0 0,0 0 0,0 0 0,-1 1 0,1-1 0,0 0 0,0 0 0,-1 1 0,1-1 0,-1-1 0,2 2 0,0-1 0,-1 1 0,1 0 0,5 2 0,-4-2 0,4 2 0,-5-3 0,1 1 0,0 0 0,0-1 0,0 2 0,0-1 0,0 0 0,0 1 0,1-1 0,-1 1 0,1-1 0,1 1 0,-1-1 0,1 0 0,-1 0 0,1 0 0,0 0 0,0-1 0,0 0 0,0 0 0,0 0 0,1 0 0,0 0 0,-1 0 0,1 0 0,0 0 0,0 0 0,0-1 0,0 1 0,0 0 0,0 0 0,0 0 0,0 1 0,0-1 0,0 0 0,-1 1 0,1-1 0,0 0 0,1 0 0,-1 0 0,9 2 90,-6-1-90,6 1 0,-8-2 0,0-1 0,0 0 0,-1 0 0,1 0 0,8 1 0,-5-1 0,5 1 0,-6-2 0,-1 1 0,1-1 0,0 1 0,-1-1 0,10 0 0,-6 0 0,7 0 0,-10 0 0,1-1 90,1 1-90,-1-1 0,1 0 0,-1 1 0,0-1 0,1 0 0,-1-1 0,0 0 0,1 0 0,0-2 0,-1 2 0,0-3 0,1 2 90,-1-2-90,0 1 0,0-1 0,0 0 0,-1 1 0,1-1 0,-1-1 0,0 1 0,-1-2 0,0 2 0,0-1 0,-1 0 0,2 0 0,-2 0 0,1-1 0,-1 0 0,1 2 0,-1-2 0,1 1 0,-1-1 0,2 0 0,-1 0 0,0 0 0,-1 0 90,1-1-90,7-2 0,-6 2 0,6-1 0,-9 2 0,-1 0 0,0 1 0,0-1 0,0 1 0,6-3 0,-5 3 0,4-3 0,-7 3 0,0 0 0,0 0 0,-1 0 0,1-1 89,-1 1-178,-1 0 89,0 0 0,0 0 89,0-1-89,-1 1 0,0 0-89,1 0 89,4-3 89,-4 2-89,6-2 0,-7 3 0,1-1 0,-2 1 0,1-1 0,-1 1 0,1-1 0,0 0 0,0 0 0,0-1 0,1 1 0,0 0 0,-1-1 0,1 1 0,0-1 0,1 1 0,-2-1 0,2 1 0,-1 0 0,0 0 0,0-1 0,1 1 0,-1 0 0,0 0 0,0 0 0,1 0 0,1 0 0,1 0 0,0-2 0,1 1 0,1-1 0,1 0 0,-1 1 0,2-2 0,0 0 0,1 1 0,0-2 0,2 1 0,-1-1 0,1 1 0,0-1-3392,12-3 3392,-6 2-573,7-3 573,-10 5 0,0-1 0,0 0 0,1 0-90,-1 0 180,12-5-90,-8 5-90,8-4 180,-11 4-90,0 1 484,0-1-484,-1 1 89,1 0-89,0 0 0,-1 1 0,-1 1 3392,1-1-3392,-2 1 0,2-1 0,-1 1 0,13-3 0,3-1-89,0 1 89,-2 0 89,-12 3-89,2 0-89,-1 0 178,0 0-89,1 1 0,-2 0 0,3 0 0,-2 0 180,0 0-180,0-1-90,0 0 90,0 0 180,1 1-270,0 0 0,13-3 90,-11 2 0,12-2 0,-15 3-90,2 0 360,-2 0-360,0 0 270,12-2 0,-9 1-270,9-2 0,-12 3 0,1 0 0,0 0 90,0 1-90,0-1 90,0 1 0,2 0 0,-1 0 0,0-1 0,0 1-90,0 0 90,0 0 0,1 0 0,-2 0 0,15-2 0,-11 2 0,11-1 0,-15 2 0,0 1 0,-1-1 0,-1 1 0,23-1 0,-19 1 0,18-1 90,-25 3-90,0 0 0,0 2 0,0-2 90,0 1-90,0 1 0,0-2 90,0 3-90,0-2 0,1 2 0,-1-1 90,0 0-90,0 0 0,1 0 0,-1 0 0,0 1 90,0-1-90,0 1 0,-1 0 0,0 0 0,0 1 0,0 0 0,-1 0 90,11 2-90,1 1 0,-1 0 90,-3 1-90,-11-2 0,1 0 90,-1-1 0,17 7-90,-14-5 90,13 5-90,-17-4 0,-1-1 270,1 0-270,-1 1 180,1-1-270,-1 1 270,0 0-270,1 0 270,-1-1-270,1 1-90,0-1 180,-1 1 180,0 0-90,8 4-180,-5-3 270,4 3-270,-5-3 180,-1-1-180,-1 1 0,0 0 90,-3 0-90,9 3 0,-5-3 90,5 3 0,-7-3 0,0 1 0,0-1-90,1 2 90,0-2 0,-1 1 0,1 0 0,-1 1 90,1 0-90,0 0 0,0-1 0,0 0 0,0 0-3392,0 1 3392,1-1 0,0 1 0,7 4 0,-5-4 0,5 4 0,-7-3 0,0-2 0,0 2 0,0-1 3392,0 0-3392,0 1 0,0 0 0,1-1 90,0 1-90,0-1 0,0 1 0,0-1 0,0 0 0,0 0 0,1-1 0,-1 0 0,1-1 0,-1 1 0,1-2 0,1 0 0,0 1 0,0-1 0,10 3 0,-6-2 0,8 1 0,-10-2 0,0-1 0,0 1 0,1-1 0,1 1 0,1-2 0,0 1 0,3 0 0,-2 0 90,14 0-90,-11 0 0,8 0 0,-11-2 0,1-1 0,-1 0 0,1 1 0,0-1 0,0 0 0,0 0 0,2 0 0,-1 0 0,13 0 0,-11-1 90,10-1-90,-13 0 0,2 0 0,-1-1 90,2-1-90,0 1 90,14-1-1,-10 0-89,11 0 0,-14 0 90,0 0-90,2 0 0,-2 0 0,2 0 90,-2-1-90,2 1 0,0-2 0,0 1 0,14-3 0,-11 1 0,10-1-3392,1-1 3482,-12 1-90,10-2-205,-14 3 205,0-2 0,-2 1 90,1-1-90,-2 0 0,-1 1 0,-1-2 0,-2 1 0,1 0 3290,-3 0-3290,-1 1 307,-5 0-307,-1 0-270,1 1-2518,-3 0-1170,0-1-3687,-7-4 7645,-2-3 0,-4 4 0,-1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1:28.07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1 166 13110,'-1'22'719,"2"0"-719,5 0 270,0 2-360,1 4-954,1 1 1044,0 1-89,2 0 178,0 0 72,0 0-161,0-2 0,3 10 0,-3-10 0,3 5 0,-7-12 90,1-4-90,-1-2 1153,-1 0-434,0-2-719,-5-9 0,-3-13 0,-3-10 0,-2-9 0,-1-13 0,4 7 0,-2-14 0,3 13 0,3-29-90,2 25-196,4-19 196,0 33 90,2 3 0,0 2-90,2 4 1,0 4 89,3 3-90,1 3 90,1 3 0,0 5-90,2 4 90,0 5 196,0 3-106,1 7-270,-2 2 270,1 6-180,-1 3-90,0 6 90,-2 4-229,-1 3 229,-2-1 0,-2-3 90,-2-7-90,-1-5 90,-2-7 0,0-4 540,-1 1-540,-2-17 499,-1-13-589,-2-15 180,-1-14-180,2 3 0,0-4 0,2-4 0,0-2-249,2-2 249,1 0 90,1 3-90,2 3 90,1 6 0,0 3 0,1 6-89,1 3 89,2 5 0,-1 2 0,2 6 0,0 2 338,1 3-338,1 4 0,1 3 0,1 4 0,0 4 0,0 3 0,0 3 90,-1 3-90,-2 2 0,0 0 0,-1 1-90,-2-1 0,0-2-90,-2-1 90,-1-1-899,-2-2-91,-2 4-1438,-1-2-540,-3 1 3058,-4-14 0,1 1 0,0-9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1:28.36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0 110 6273,'6'-16'1619,"1"1"-1169,1 1 0,1 2-90,1 0 0,0 2 89,3 1-89,-2 1 0,3 2 0,-1 1-1,1 3-89,2 1 90,0 3 0,1 3 0,2 5 0,1 3-91,0 4-89,0 4 90,0 5-90,-1 3-90,-1 3 90,-2 2 0,-3 3-90,1 2 0,-6 1 90,1 0-180,-5-2 89,-2-1-772,-1-3 863,-2-5 0,0-3 270,-1-6-91,-1 0-179,-4-7-90,-4-7-90,-1-9 594,-9-21-684,7 2-90,-6-13-90,6 3-90,-1-2 0,0-2 1,2-1 179,-1 1-270,3 1-90,1 2-89,2 3-1,4 4 180,1 3-269,3 2-1,2 4-89,2 2 179,3 3-2338,1 3 2968,5 4 0,-6 2 0,2 3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1:28.68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1 254 7263,'1'-20'5127,"0"3"-4857,8 7 0,-3 6-90,8 9-91,-3 3 91,1 3-90,2 3 90,2 2-90,1 3 0,0 2-90,0 2 90,0 2-3392,-1 2 3302,-1-1 0,-1 0 90,-1-2-90,0-1 0,0-1 0,-2-2 0,-1-3 3392,0-2-3302,-3-4 0,3 0 270,0-3-270,0-13 89,-1-5-89,-3-14-1915,-2-3 1915,-1-4 0,0-5 0,0-2-90,-1-2 0,1-2-90,-1 1-2847,1 0 2757,-2 2-168,0 4 168,-2 3-359,1 4-181,-1 3 1263,1 5-1352,-1 3-91,3 3-809,2 3 1906,5 1-197,3 6 0,-4 0 0,0 5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1:28.85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 6363,'12'8'5397,"-1"0"-4857,-3 2 0,-1-1-91,-2 3-89,0 3 0,1 3-90,0 3-90,1 3 90,1 2-180,0 0-1,1 2 1,-1-1 0,-1 0-180,1-1-89,-1-1-361,3 6-90,-2-9-179,1 4-1080,-3-13-900,1 0 541,1-10 2248,-3-4 0,0-4 0,-3-1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1:28.99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23 9062,'-1'-14'540,"2"6"-1170,8 16-809,-2 3-180,1 3 1619,-1 1 0,-2-6 0,-2-2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1:29.75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0 460 7173,'5'22'2429,"0"-1"-1800,0 0 1,-1-3-91,1 0-179,-1-2 0,0-1 180,0-1-270,1 2-270,1-3-180,3 2 360,-2-12-270,0-5 180,-1-10-180,-3-3-90,2-5 90,-1-4 90,0-1-90,0-3 0,-1 0 90,0 0 0,0 2 0,0 2 0,0 3-90,1 3 180,1 3-90,1-1 180,2 7-90,5 6 0,-1 8-90,2 9 90,-4 3-90,1 4 270,-1 1-270,0 3 0,-1-1 0,4 1 0,-5-2 0,4-3-90,-6 0 90,1-4 0,0-3-90,0 1 90,0-5 0,2-10 269,-1-7-448,-1-14 89,1-3-90,0-4 90,0-5-90,1-3 90,-2-4 0,-1 0 0,-1-5 0,0 2 180,-1-16 90,-2 20-90,1-6 180,-2 24 179,1 1-449,1 21 90,-1 5 0,0 23 0,0 4 90,-1 4-90,2 3 0,0 0 0,-1-1 0,3-1-90,-1-4 90,2-1-90,-1-6 90,5 6-90,-5-13 180,2 7-180,-1-24 0,-3-4 0,2-17 0,-2-5 0,1-7 0,2-20 0,-2 8-249,0-16 339,-2 15-90,0 2 90,-2 3 0,0 3 90,0 0-180,0 10 0,3-1 0,2 11 180,2 4-90,7 6-90,-3 6 90,5 11 0,-2 6 0,2 8-90,1 6 90,1 6-96,1 5 96,-1 5-90,1 3-3188,-1 3 3188,0 2 90,-2 2-398,-1 2 398,-3 1-1,-3 1 91,-4-1-90,-2 0 90,-5-2 0,-4-1 90,-4-1 90,-3-3 89,-3-4 1,-4-3 90,-2-4 0,-1-6-91,0-5 271,0-6-270,1-5 89,0-5-142,3-6-307,0-3-90,2-6 3188,2-5-3278,2-8 0,3-7 526,3-6-706,5-7-90,3-5-90,6-3-89,4-5-1,6-1-371,6-2 281,5 1-179,8-2-836,4 1 926,7 0-1262,4 2 901,5 2-269,4 2-1350,1 5-809,3 3 3508,0 3 0,-1 6 0,0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1:30.53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101 407 6993,'-7'-20'2519,"-1"2"-990,1 3-450,-3 2-719,-1 6-90,1 6-90,0 9 0,2 7-1,0 7-89,1 5 0,1 4-90,2 1 0,0 1 180,4-1-270,1-1-90,3-1-89,1-3-1,1-3 0,2-3-90,0-4 90,2-2-270,1-4 361,6-5 89,-4-8-90,4-6 90,-5-8 0,0-5 0,-2-5 90,0-4 0,-3-2 90,-2-2 90,-1-1 0,-3 1 179,-1 2 1,-2 1 0,0 5 719,-1 4-449,1-1-450,0 6-180,4 10 0,1 8 90,8 16-90,-3 4 270,5 6-360,-2 2 90,3 1-90,2-1 0,1-1-3392,0-3 3572,0-1-753,-1-4 663,0-3-180,-2-4 0,-1-3 180,4-4 180,-3-9 2927,0-4-3107,-4-10 0,-5-4 858,-1-2-858,-2-5 90,-1-2 0,-2-2-90,-3-3 180,1 2-90,-3-2 180,2 7-1,0 0 1,0 5 90,0 4-270,0 1-90,3 14 0,2 6 0,4 16-90,2 6 0,1 4 0,1 0 0,3 2 0,0-2 0,1-1 0,-2-3 0,1-2 1,-1-3 89,-1-3-90,0-4 90,-1-2 269,2-2-179,-1-9 90,0-4 0,-2-11 0,-2-4-90,0-4 90,-1-5-90,0-3 0,-3-3 0,0-2 0,0-2-90,-3-1 90,1 0-90,-2 2-90,1 3 0,-1 3-180,0 5-180,0 4-539,1 3-1260,-1 1 360,9 7 810,2 9-360,3 9 1439,5 22 0,-6-6 0,4 9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1:31.07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0 499 8072,'8'21'6657,"2"-5"-6478,-1-13-179,3-11 90,-1-5-180,1-7 90,-3 0-179,2-1 89,0-3 180,1-1-270,-1-1 180,-1 0-270,0 2 360,-1 1-270,0 3 90,-4 2 0,2 1 90,-5 18-180,-2 6 180,-4 20 0,-1 4 0,-1 5-569,1 3 569,0 0 90,2-1-90,1-1 0,3-2-51,1-4 51,2-3 0,1-3 0,1-2 90,2-2-90,3-4 566,2-9-566,-1-11 54,1-10-54,-4-6 0,7-19 0,-3 6 0,4-14 0,-5 10-1390,1-2 1570,0-2-270,0 1 0,1-1 0,-1 2 0,0 2 0,0 5 90,1 4-90,-2 3 0,1 5 90,-1 3 1210,2 4-1210,-1 5 0,1 5 90,-1 4-90,1 6 90,0 5-90,0 7 90,0 3 270,-1 3-360,0 3 90,-1 2-90,0 2 90,-2 0 0,0 0 0,-1-3 90,-3 0 0,0-3 89,-2-4 361,-1-4 360,-1 0-361,-3-4-539,-5-9 0,-1-6 0,-1-13-90,2-3 0,2-4 0,2-4 0,1-3 0,2-3-180,2-2 0,1-2-3662,8-17 3483,-1 13-91,4-10-23,-2 17 203,2 3-270,-1 2-89,3 2-91,1 3-89,1 2-91,2 2 1,-1 2 89,1 2 2661,10-1-3020,-8 6-55,8 0 1224,-11 6 0,-8 1 0,-4 1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1:31.45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111 0 7623,'-20'1'3328,"-2"3"-2699,10 0-89,-3 2-90,6 2 0,0 3-91,2 2 1,1 3-90,0 3 0,4 2-90,-1 1-90,5 0 90,0 0-180,2 0 90,1-2-180,3-1 0,1-3 180,2 0-270,3-3 0,1-2-90,1-2 0,3-3 0,-2-4 0,2-4 1,-1-3-1,-1-3 90,-1-4 0,0-2 0,-4-3 90,1-2 90,-4-1 90,-1-1 0,-2 1 180,-2 0-90,-2 1 90,-1 1 719,-4-3-359,-1 3 89,-2-1-719,5 20 0,0 3 0,6 16 0,0-3 0,2 3 0,3 1 0,0 1 0,3-1 0,0 0 0,1-1 0,2 0 0,0-2-90,0 0 180,2-3-180,-1-1-180,7 2 180,-6-5 180,4 2-269,-9-7-1,0 0-2519,-2 0-1079,-10-3 3778,-6-2 0,-3-3 0,-1 1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1:32.17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331 57 7353,'-11'-14'3598,"1"1"-2159,-4 3-180,1 2-359,-4-1-361,2 6-179,0 6-270,3 11 0,0 1-90,6 9 90,0-5-90,3 3 0,1-1-90,1 1 0,2 0 0,2 0-90,1 1 90,1-3-90,2-1 90,0-1-89,-1-2-1,2-1 360,-1-2-360,2-4 90,-1-1-90,3-1 180,1-7 90,-3-3-90,0-14 90,-7 1 0,0-5 0,-3 2 90,0 1-1,-1-2 1,-1 1 0,0 1 0,1 2-90,0-1-180,2 3 90,6 1 0,2 7 0,7 7 0,0 7 0,3 5 90,4 6-90,1 6 180,2 7 0,0 8 90,-1 9-544,-3 8 544,-3 7 0,-5 4 0,-2 3 0,-4-1-845,-3 1 935,-3-1 89,-4-2 1,-2-2-90,-4-2 90,-3-3-181,-3-4 91,-4-4 0,-3-3-90,-3-5 0,-2-6 0,-2-5-1,0-6-2991,-1-7 2812,0-5-90,-1-6 401,1-5-671,1-8 640,1-6-820,2-7-90,0-8-179,2-6-91,2-8-89,2-6-107,3-7-164,2-6 2390,4-6-2390,3-3 91,5-1-90,3 1 89,4 2-89,4 4-540,3 5-630,5 4 2339,1 6 0,4 5 0,0 4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1:32.52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0 240 6903,'16'-3'2069,"-2"0"-1260,2 0-269,-2-1 0,1 0-90,0 1-91,-1 0 91,0-1-90,0 0-90,0 0 0,0-1-1,0 0-89,-1-1 0,0 0 0,-1-1-90,-1-2 0,0-2-90,-2 0 90,-1-2 0,-2-2-90,-1 0 90,-4-1-90,0-1 0,-4 1 90,-4 0 0,1 4 0,-4 1 180,1 4-181,-6 1 1,3 6-90,-4 6 90,5 7-90,1 6 90,0 5-3392,4 6 3392,0 5 0,5 3-90,-1 4 0,5 0 90,2 1 0,4 0 0,4-1 90,5-5 90,18 9-180,-5-15 0,16 1 90,-9-17-90,1-6 0,1-5 0,0-5 0,-1-6-90,-3-5 0,-2-3-90,-2-5 0,-4-1-180,-4-4-90,-4 1-180,-4-3-89,-2 2 89,-5-1 2808,-2 4-3527,-3 1-1305,-5 4-944,-2 3 3508,-4 4 0,2 5 0,1 3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1:49.92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 2071 13829,'-1'-18'-180,"2"0"0,3 5 90,1 0 0,-1 2 0,2-1 90,0 1 0,0-2 0,0 0 0,0 0 0,-1 1 180,0 0 180,-1 1-450,2-1 90,-1-1 180,0 1-540,0-1 270,1-1 90,-1 1 90,2-1-180,-1 2 0,0 0 90,-1-1-90,2 1 90,-1-1 0,1 1 0,-1 0 0,0 0 0,0 2 0,1-1 0,-1 1 0,1-1 0,1 0 0,-1-1 0,1-1 0,-2 2 0,2-1 0,-2 2 0,0-1 0,0 0 0,-1-3 0,1 1 0,0-1 0,2-2 0,-2 1-89,2-1 89,0 1 0,0-1 0,0 1 0,1 1 0,-2-1 89,1 1-89,0-1-89,0 0 89,0 0 0,1-2 0,0 0 89,0-1-178,-1 3 89,1-2 0,-1 3 0,1-1 0,0 2 0,-1-1 0,-1 3 0,0-2 0,1 1 359,5-7-269,-3 4-90,4-5 0,-5 6-90,1-1-90,-1 1 180,0 1-90,-1 0 90,0 1-89,-1 2 89,0 0 0,0 0 0,0 0 0,0 0 0,0 0 0,1 1 0,0-3 0,-1 2 0,1-2 0,-1 1 179,0 0 1,2 1-90,-2-1 90,0 2-270,0-2 90,1 0 90,0 0-90,0 0 90,0 1-180,0 1 90,0-1 0,2 1 0,-1 0 0,1-1 0,0 0 0,0 1-90,0 1 0,0 0-180,-1 0 180,0 1 1,-1 0 89,0 0 0,0-2-90,0 1 90,1 1 90,-1 0-90,1 0 89,0 0-89,1-1 0,0 0 0,2-1 0,0 0 0,1 1 0,-1-1 0,0 2 0,0-1 90,-2 1-90,-1 0 0,2-1 0,-3 1 0,1-1 0,0 1 0,1 1 0,-1-1 0,2 0 90,-2 1-90,2 0 0,-1-1 0,1 0 0,1-2 90,1 0-90,1 0 0,0-1 0,0 3 0,-2-1 0,0 1 0,-1 1 90,0-2-90,0 2 90,-2 0 90,3 0-180,0-1 90,0 0-90,0 0 0,-1 0 0,1 1 90,-3-1-90,2 1 180,-1 1-90,-1 0 90,2 0-180,-1 0 90,1-1 0,-1 1-270,1 0 90,0-1 90,0 0 0,2 1 0,-1 0 90,2 0 0,-1 0 0,0 1-90,0-1 90,-1 1 0,1 0-1,-2 1 1,1 0 90,1 0-180,2 0 90,1 0 0,2 2 0,-1 0-90,0-1 90,1 1 0,-1-1-90,0 1 90,-1 1 0,-3 0 0,2 1-90,0 0 0,0 0 0,-1 0 90,0 1-90,-1-1 90,0 1 0,-1 1 0,0 0 0,3 2 0,-1-2 0,2 1-90,-1-2 90,0-1-1,2-1-89,0 0 90,3 0 0,0-1-90,1 0 90,-3 1-90,4 0 90,-4 0-90,3 0 0,-2 0 0,-1 0 0,-2 0 0,-1 1 0,-1 0 90,-1 2-180,0-1 180,-1 2-90,1-1 0,1-1 0,-1 2 0,3-3 90,-5 2-90,5-1-90,-2 1 90,1-2 0,1 0 90,0 1-90,0 1 0,0 0 0,-1-1 0,-1-1 0,0 0 0,2 0 0,-1 1 0,2-1 0,0 1 0,1-2 0,1 2 90,-1-2-90,1 2 0,-1-1 0,0 1 0,-2 1 0,-1-1 0,1 1 0,-3 0 90,3-1-90,-2 1 0,2 0 0,-1-1 0,0 0 0,0-1 0,-2 1 0,2-1 0,0 0 0,1 0 90,2 0-180,0 0 90,1-1 0,-3 1 0,1 0 0,4 1 0,-6 0 0,6 0 0,-7 1 90,0-1-90,3-1 0,-1-1 0,3 1 0,-2-1 0,-1 1 90,0 0-90,0 0 0,-1 0 0,3-1 0,-4 2 90,4-3-90,-3 2 90,1-2-90,1 1 90,0-1-90,-1 0 0,2 1 0,-2-1 0,1 0 90,-1 0-90,2-1 0,-3 0 0,0 0 0,0 2 0,-2-2 0,3-1 0,-1 1 90,0-1-90,-1 1 0,-1 0 0,1-1 0,1 0 0,-2 0 0,3 0 0,-3 0 0,2-1 0,-2 0 90,1 0-90,-1 0 0,0 0 0,0 0 0,1-1 0,-2 1 0,2-1 0,-2 1 0,0-1 0,0 2 0,-1-2 0,1 1 0,1-1 0,-1 1 0,1-1 0,0 1 0,5-3 0,-2 2 0,4-2 0,-6 3 0,1-1 0,0 0 0,1 0 0,-1 0 0,2 0 0,-1 0 0,0 0 0,-1 1 0,1 1 0,0-2 0,0 1 0,1 0 0,0 0 0,0 0 0,1-1 0,0 2 0,1-2 0,-1 2-90,0 0 90,0-1 0,-1 1 0,-1 0 0,-2 0 0,1 2 0,2 0 90,-2-1-90,2 1 0,-2-1 0,0 1 0,-2 2-90,0 0 90,-2 2 0,2 0 0,0-1 0,1 1 0,1 1 0,-1-1 0,0 0 0,0 1 0,-2-1 90,1 2-90,1-2 0,-1 1 0,3 0 0,-2 0 0,1 1 0,-2-1 0,0 1 0,1 0 0,0 0 0,-1 1 90,-1-2-90,0 1 0,-1-1 0,2 1 90,0 0-90,2 1 0,0-1 0,-2 0 89,1 0-89,-1 1 0,1-1 0,-1 1 90,-1-2-90,-1 0 0,1 0 0,-1 0 0,1 1 0,5 1 0,-3 0 90,3 1-180,-5-2 180,0-1-90,0 1 0,0 1 0,0-2 0,0 3 0,-1-3 0,2 2 0,-1 0 0,2 0 0,-1 0 0,0 0 90,1 0-90,0 1 0,1-1 0,-1 1 0,0 0 90,-1-1-90,5 4 0,-3-2 90,3 2-90,-6-3 0,0-1 0,-1 0 0,1 1 0,-1-2 0,3 2 0,-3-1 0,1 1 0,0-1 0,-1 1 90,1-1-90,-1 0 0,0 0 0,-1-1 0,3 1 0,-2-1 0,0 1 0,1-1 0,0 1 0,2 1 0,-2-1 0,3 1 0,-2-1 0,2 1 0,-2-2 0,1 1 0,0 0 0,2 1 0,1 1 0,1-1 0,-2 0 90,2 0-90,-2 0 0,0 0 0,-1-1 0,-1 1 0,-1-1 0,1 0 0,0 0 0,-1-1 0,1 1 0,-1-1 0,0 0 0,0 0 0,-2 0 0,2 0 0,-1 0 0,2 2 0,0-1 0,0 0 0,-2 0 90,1-1-90,-3 1 0,4-1-90,-1 1 180,1-1-90,0-1 0,1 1 0,0 0 0,1-1 0,0 1 0,-1 0 0,1 0 0,1 0 0,-1 0 0,0-2 0,-2 0 0,1-1 0,-2 1 0,1 0 0,0-1 0,2 1 0,0 2 0,1-2 0,-2 1 0,2-2 0,-2 0 0,3 0 0,-1-2 0,1 1 0,0-1 0,-1-1 0,0 1 0,-1 0 0,0-3 0,-2 2 0,-1-3 0,0 0 0,1 1 0,0-1 0,-2 0 0,1-2 0,-2 2 0,1 0 0,0-1 0,1 0 0,0-1 0,0 1 0,-1 0 0,1-1 0,1-1 0,1 0 0,0 0 0,0-1 0,0 1 0,0 0 0,0-1-90,2 1 180,-1-1-90,-2 1 0,-1 0 0,1-1 0,-3 3 0,4-4 0,-4 4 0,1-2 0,-1 1-90,0-3 90,0 2 0,-1-2 0,2 3 0,0 0 0,0 1 0,1-2 0,0 1 0,-1-1 0,1 0 0,-1 0 0,0 0-90,0 0 90,0-1 0,0 1 0,-1-1 0,1 2 0,0-2-90,-1 2 90,0-1 0,-1 0 0,1 1 0,5-4 0,-5 3 0,4-2 0,-4 2 0,-1 0 0,1 0 0,0 1 0,0-1 0,1 2 0,-1-1 0,0 1 0,0-2 0,0 1 0,-1-1 0,1 1 0,0-1 0,0 1 0,0-1 0,-1 1 0,1-1 0,0 1 0,-2-1 0,2 1 0,-2-1 0,1 1 90,1-1-180,-1 1 180,0-1-90,5-3 0,-4 3-90,4-3 90,-6 3 0,0 0 90,3-2-90,1 0-90,1-1 90,-2 1 0,-4 3 0,0-1 0,7-4 0,-2 1 0,2-3 0,-1 2 0,-2 2 0,6-6 0,-4 3 0,2-2 0,-5 4 0,-1 0 0,0 1 0,1 1 0,-2 1 0,1 0 0,-1 1-90,0 0 90,0 0 0,2 0 0,1 0 0,1 0 0,1 0 0,-1 1 0,-1-1 0,2 2 0,-3-1 0,2 0 0,-2 1-90,0-1 90,1 1 0,-1 0 0,3 1 0,0 0-90,1 1 90,1 2 0,0 0 0,-1 0 0,1-1 0,0 0 0,0-1 0,0 2 90,0-1 90,-1 1 0,2 0-180,-1 1-90,0 0 90,-1 1 0,0 1 90,-2 0-270,-1 0 90,1 1 0,-1 0 90,1 1 0,2 0-90,0 0 180,0 1-90,1 1 0,-1-2 0,-1 0 0,1-1 0,-1 0 0,1 0 0,-2 0 0,7 2 0,-5-2 0,5 3 0,-6-2 0,0 0 0,2 1 0,-3 0 0,1 1 90,-1 0-90,-1 0 0,0 0 0,1 0 0,-2 0 90,1-1-90,0 2 0,0-2 0,1 1 0,-1-1 0,1 0 90,-2 1-90,2-1 0,-1 1 0,1 0 0,-1 0 0,-1-1 0,0 0 0,-1 0 0,0 2 90,1 0-90,0 0 0,-1 1 0,2-2 90,-1 1-90,0-1 0,-1 1 0,-1-2 0,2 3 0,-1-1 0,0 0 0,-1 2 0,1-2 0,3 4 0,-2-3 0,3 2 0,-4-3 0,0 0 0,-1-1 0,0 0 0,0 0 0,0 0 0,0 0 0,0-1 0,0 1 0,2 0 0,0-1 0,1 1 0,0-1 0,0 0 0,0 0 90,1 0-180,-3-1 90,3 2 90,-3-2-180,1 0 180,-1 1-180,0-1 90,1 0 90,-1 1-90,1-1 0,0 1 0,1 0 0,1 0 0,1 1 0,1-1 0,2 1 0,10 2 0,-9-3 0,11 2 0,-17-4 0,10 1 0,-9-2 0,9 1 0,-4 0 0,0 0 0,3-1 0,-8 0 0,6 0 0,-2 0 0,1 0 0,0-1 0,-1 1 0,-2 0 0,-1 0 0,1 0 0,-2 1 0,1-2 0,1 1 0,-2-1 0,2 1 0,-1-1 0,1 0 0,1-1 0,2 1 0,1 0 0,-1-1 0,-1-1 0,-1 0 0,1 0 0,1-1 0,0 1 0,-2-1 0,0 0 0,0-1 0,1 0 0,1-1 0,1 0 0,-1 0 0,1 0 0,0-1 0,0 0 0,1 0 0,-2-1 0,0 1 0,0-1 0,0 0-90,0 0 90,-1 0 0,0 1 0,9-4 0,-10 3 0,10-4 0,-11 3 0,7-1 0,-4 2 0,-1-1 0,-7 1 0,0 0 0,0 0 0,0 0-90,0 1 90,0-1 0,3-3 0,-3 3 0,3-4-90,-1 2 90,1-1 0,2-1 0,0 1 0,-1-1 0,0 0 0,-1-1 0,0-1 0,1 1 0,-2-2 0,-1 2 0,2-2 0,-5 5 0,2-3 0,-2 3 0,0 0 0,0 0 0,0-1 0,0 0 0,1 0 0,-1 0 0,0 0 0,0 0 0,0 0 0,0 1 0,0-1 0,0 1 0,0 0-90,2-2 180,1-1-90,3-2-90,1 0 90,-2 3 0,0-1 0,-1 1 0,-1-2 0,4 1 0,-5 2 0,5-2 0,-3 3 0,3-2 0,-1 0-90,0 2 90,-2 0 0,-1 0 0,0 1 0,0 0 0,-1 1-90,2 0 90,1 1 0,1 0 0,1 0 0,2 0 0,-1 0 90,-1 1-180,-1 0 90,0 0 0,2 1 0,0-1 0,0 1 0,-1-2 0,0 1 0,1-1 0,2 0 0,-1 0 0,1-2 90,0 1-180,1-1 270,-1 0 0,-1 0-270,0 0 0,-1 1 0,1-1 90,0 2-90,-1 0 90,0 0 0,1 1 0,1 1 0,-1 0 0,1 1 0,-1 0 0,0-1 0,0 2 0,-1-2 0,1 1 0,-2 0 180,1 0 0,-1-1-90,1 0 0,0 0-90,1-1 0,-1 2 90,-2 0-90,1 1 0,-2-2-180,1 2 360,8-1-360,-5 0 90,8-1 270,-9 1-270,0 0-180,0 1 180,-1 0 0,1 1 90,-1-2-90,-1 3 90,1 1 0,-2-1 0,3 2 0,-3-2 0,9 2 0,-7-2 0,7 1 90,-7-1-90,1 0 0,0-1 0,2 2-90,-2-1 90,2 0 0,-2 0 0,2 1 270,-3-2-180,2 3-180,-3-1 0,2 2 0,0-1 90,-1 0 0,1-1 0,-2 0 0,0 0 0,0-1-90,0 1 90,1-1 0,-1 1 0,1-1 0,-1 0 0,0 0 0,-1 0 0,0-1 0,0 2 0,3-1 90,-2 1-90,2-1 0,-2 0 0,2 0 0,-1-1 0,1 0 180,0 0 0,0 1-90,-1 0 0,1 1 0,1-2-90,-2 2 0,3 0-180,0 0 0,2 0 90,0 0 90,1 0-90,0 0 90,0 0 0,0 1 0,-1-1 90,1 0-90,0 0-90,0 0 90,-1 0 0,0 1 0,-1 0 0,1-1 0,-1 5 90,0-5-90,-1 3 0,-1-4 0,0 1 0,-1-1 0,0 1 0,0-1 90,0 1-90,-1 0 90,2 2-90,-1-1 0,-1 1 0,1-1 0,0-1 0,-2 0 0,1 0 0,-1 1 0,-1-1 0,1 1 0,0-1 0,0 1 0,0 0 0,-1 0 0,1 0 0,-2 0 0,2 0 0,-1 1 90,5 2-90,-3-1-90,4 1 90,-7-2 90,4 0-90,-3 1 0,2-1 0,-3 1 0,-1-2 0,1 1 0,0 0 0,-1-1 0,1 1 0,0-1 0,1 1 0,1 0 0,0-1 0,1 1 90,-2-1-90,1-1 0,1 1 0,-1-1 90,0 0-90,1 0 0,-1 0 90,1 0-180,-1-1 90,-1 0 0,2 0 0,-2 0 0,2 1 0,-1 0 0,-1 0 0,0 0 90,0-2-90,0 2 0,1 0 0,1 0 0,-1-1 0,1 0 0,-1 0 0,1-1 0,0 0 0,-1-1 0,3 0 0,-2 0 0,5 0 0,-4-2 0,2 1 0,-2 0 0,-2-1 0,1 1 0,-1 0 90,0-2-180,1 2 90,0-2 0,2 2 0,0 0 0,0-1 0,2 2 0,-2-2 0,-1 2 0,1-1 0,-2 0 0,0 0 90,1-1-90,-2 0 0,2-1-90,-1-1 90,1 1 0,0-1 0,0 0 0,0-1 0,-1 1 0,0 0 0,-1 0 0,2 0 0,-1 1-90,2-1 90,-2 0 0,1 2 0,-1 0 0,1 2 0,0-1 0,2 1 0,-1 0 0,3 0 0,-3 1 0,1 0 0,-1-1 0,-1 0 0,2 1 0,-1-1 0,5-1 0,-4 2 0,4 0 0,-4 1 0,1 1 0,2 0 0,-1 0 0,0-1 0,1 1 0,-2 0 0,3 0 0,-2 0 0,2 0 0,1 0 0,-3-1 0,2 1 0,-4-1 0,1-1 0,-1 1 0,0 0 0,-2 0 0,-1 1 0,-1-1 0,-1 1 0,1 1 0,0-1 0,1 1 0,-1-1 0,1 1 0,-1 0 0,0-1 0,-1 1 0,-1 0 0,-1 1 0,1 0 0,7 2 0,-2 0 0,6 1 0,-6-2 0,0 0 0,3 0 0,-1-1 90,-2 0-90,3 1 0,-2-1 0,-1 0 0,0-1 90,-5 0-90,0-1 0,0 0 0,0 0 0,0 0 0,0 1 0,0-1 0,3 0 0,-2 1 0,2-1 0,-3 0 0,-1 1 0,1 0 0,1 0 0,-1 0 0,0 0 0,0 0 0,1 0 0,-1 0 0,0 1 0,1-1 90,0 1-90,0 0 0,0-1 0,-1 1 0,1 0 0,5 3 0,-4-2 0,4 3 0,-5-4 0,-1 1 90,2-1-90,-1 1 0,4 2 0,-3-2 0,3 1 0,-6-2 0,2 1 0,-2-1 0,1 1 0,-1-1 0,1 0 0,-1 1 0,0-1 0,0 1 0,3 2 0,-3-2 0,2 2 0,1 1 0,-4-3 0,6 4 0,-6-4 0,7 5 90,-7-4-90,6 2 0,-3-1 0,3 2 0,-4-2 90,4 2-90,-3-2 0,3 3 0,-2-2 0,0 1 270,-1-2-181,1 2 1,1 0 0,-1-1 0,-1 0-90,0 0 0,-1-1 0,1 1 0,-1-1 0,1 1 0,0-1 0,0 0 0,1 2 0,-1-1-180,1 2 1,1-1 179,1 0-90,-1-1 90,1 0-90,0 0 90,-1 0 0,1 0 0,-1 3 0,0-2 0,1 2 0,1-3 0,0 1 0,-2-2 0,-2 0 90,-2-2-90,-1 0 0,1-1 0,0 1 0,1-1 0,0 1 0,0 0 90,1 0-90,0-1 0,5 3 0,-4-2 0,3 2 0,-4-2 0,-1 0 0,1-1 0,0 1 0,0-1 0,1 1 89,-1 0-89,1 0 0,0 0 0,5 3 0,-4-4 0,5 3 0,-6-3 0,0 0 0,1-1 0,0 1 0,0-1 0,-1 0 0,0 1 0,0-1 0,0 0 0,2-1 0,-1 0 90,-1 0-90,-2 1 0,0-1 0,0 0 0,1-1 0,-1 1 0,0-1 0,5 1 0,1-1 90,4 1-90,-1-2 0,-3 0 0,1-1 90,-2 0-90,-1-1 0,2 0 0,-2-2 0,2-1 0,-1 0 0,-3-2 0,6 0 0,-8 2 0,5-2 0,-6 2 0,2-1 0,6-1 0,-3 0 0,5 0 0,8-2 0,-10 2 0,11-1 0,-14 2-90,0 1 90,0 0 90,-1 0-90,7-3 0,-4 3 0,3-2 0,-6 1 0,0 1 0,0-2 0,-1 2 180,12-6 0,-9 5-270,9-4 270,-13 4-270,1 0 0,-1 0 0,1 0 90,0 1 0,-1-1-90,1 1 90,0-1-90,0 1 90,0 0 90,1 0-90,1 0-90,0 0 90,5-1 0,-4 1 0,3-2 0,-5 3 0,-1 0 0,2 0 0,-1 0 0,0 0-90,5-1 90,-4 1 0,5-1 0,0-1 0,-4 2 0,5-2 0,-7 1 0,8 2 0,-6-2 0,5 1 0,-8 0 0,0 0 180,1 1-180,-2-1 90,1 1 0,4-1-90,1 0 0,3 1 0,-1 1 90,-1 1-90,-2 0-90,-2 0 90,1 1-5217,-3 1 90,1-5 630,-3-7 4497,-4-4 0,-3 2 0,-3 5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2:00.92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0 368 12570,'16'-3'1169,"0"-4"-989,-7-3-90,1-3 0,-1 1 0,0-3 0,2 0-90,-1-2 90,1-2-90,-1 0 0,0-1 90,1 0-90,-1-1 90,0 1-90,0-1 90,0 2 0,-3 1 0,2 1-1,-3 1 1,0 1 90,0 2 90,-2 1 90,1-3 899,-1 4-1169,6 17 0,-4 4-90,5 21 90,-5-1-3482,1 4 3392,0 3 90,1 3-198,-1 2 108,1 0 0,-1 0 0,-1 0 0,1 0 0,0-1 0,-1-1 0,0-2 90,-1 0 0,2 10-90,-2-12 90,1 7 0,-3-17 0,-1-2 90,0-4 0,0-2-1,-1 1-89,0-3 744,-1 2 1,0-10 0,-1-1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2:01.26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20 32 8702,'4'-23'4677,"-4"14"-4317,-3 11-180,-4 21-90,2-4 0,-1 8 0,4 1 0,2-6-90,2 3 0,3-8 0,2-4 0,2 0 0,3-2 0,2-2 0,2-1 0,1-1 0,3 1 90,1-1 0,2 3 90,2-2 179,1 3-89,0 1 450,8 8-360,-9-4 179,3 7 1,-14-7 270,-3 3-271,-4 1 271,-4 3-360,-4 2-3213,-4 1 3033,-3 3 270,-3-1-360,-2 1 269,-2-1-539,-2-3 0,1-1-179,-1-3-1350,-1 0-1530,5-7-2517,-3 1 359,9-16 5307,3-4 0,2-2 0,3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2:02.22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1 556 11221,'9'-16'989,"1"-2"-809,2 2 90,1-4-180,2-4 90,1-3 89,2-3-179,0-2 180,0-2-270,-1-1 0,-1 2 0,-2 0 0,-1 1 0,-3 3 90,-1 2 90,-2 3 0,-3 2 0,-2 2 90,-1 3 449,-4-3-269,-3 3 180,-2 0-360,-4 7-270,2 8 0,3 12 0,4 7 0,4 8 0,2 0 0,0 2 90,1 2-90,0 2 0,2 1 0,-1 0 0,1 0 0,1 0 0,-1 0 0,0-1 0,-1-1 0,1-2 89,-2-2-89,0-2 90,0 6 0,-2-9 0,1 3-90,-2-5 0,0-3-270,1 2-1349,-1-2-809,2-1-1260,-1 4 3688,1-4 0,-2-3 0,0-6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2:02.54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15 22 7443,'5'-16'5487,"-5"11"-5307,-5 20-91,-1 1 1,-1 12 90,5-14-180,3 7 90,1-5 180,3 5-360,0-7 360,2 0-360,0 0 270,2-2-270,0 0 270,1 0-270,0 0 270,0 0-270,-1 0 90,1 0 270,2 7 0,-3-5 89,0 5-89,-6-5 90,-1-1-90,-2 2 0,-2-1 0,-1 1-180,-2 0 89,0 1-269,-1-2-179,0 0-181,-2-1-360,1-2 1,0 0-630,-1-1-2519,0-2 3958,-3 3 0,5-6 0,-1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2:03.13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0 563 11940,'13'-20'990,"1"-1"-721,-3 2-89,2-5 0,2-3-90,-2-5 0,3 1-90,-1-3 0,2 2-4251,1-1 4161,-3 0 90,1 0 859,-2 2-859,0 2 0,-4 2 90,-2 1-90,-2 3 90,-2 3 90,-3 2 540,-2 3 3391,-2-1-3031,-3 5-811,-4 3-359,3 20 90,1 4 0,5 15 0,2-3 0,0 4 0,1 1 0,1 2 0,3 15 0,0-11 0,3 11 0,-1-16 90,-1-1 0,0-2 0,1-1-3302,-2-1 3392,1-1 0,-2-2 90,0-2 0,-1-1 0,-1-2-91,0-1 1,-1-2 0,0 0 0,-1 5-90,-2-6 3302,0 4-3572,-1-8-180,1 0-899,-1 2-900,0 1-449,-1 2-1080,2 1 3688,1-4 0,1-5 0,1-6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2:03.44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34 8522,'4'-25'5847,"3"17"-5847,-3 8 90,3 15-4342,-3 0 4252,2 0-557,0 1 557,3 0 0,0 1 0,2-1 0,0 1 0,2 0 0,-1-1 0,2 1 0,-2 0 90,1-1 90,-1 0 90,-1-1 0,-1 0 2870,0 2-2690,-2-2 2118,-2 2-2029,-2 0-89,-1 1 180,-6 11-361,-1-6 1,-5 8-90,-1-9-270,-2 0-90,-1-3-269,-1 1-271,-2-3-269,1 0-271,0-3-179,0-1-360,1-1-809,0-2-900,0-1 3508,1-2 0,7-4 0,1-1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2:04.14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0 611 11400,'5'-10'3688,"-2"3"-3688,17-29 0,-4 9 0,0-4 0,3-2 0,-3-2 0,2 0 90,-2 0-180,2 0 90,-2 0 0,-1 0-4251,-3 2 4251,0 0 0,-3 3 859,-3 2-859,0 2 90,-5 4 0,1 2 0,-2 2 180,0 3 3932,-2-1-3753,-1 2-359,1 12-90,1 6 90,1 17-90,1 3 0,0 4 0,0 3 90,2 2-90,0 1 90,0 0-90,1 0 90,0 0-90,1-3 90,0 0-90,0-3 90,0-1-90,-1-2 90,-1-1 0,0-3-90,0-1 90,-1-3-90,-1-1-360,-1 4 0,-2 0-629,0-1-990,-3 3-180,0-4 2159,0 2 0,2-9 0,2-4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2:04.43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27 25 7443,'-2'-17'6026,"-6"10"-5756,2 9-180,-2 14 0,6 1-90,4 1 0,1-4 0,2 0 0,2 0 0,2-1 0,2 1 0,1-2-90,1 1 90,0-1 0,2 1 0,-1-1 0,-1 0 90,-1 1 90,1 0 0,-1 1 360,-1 1-181,-3 2 91,-3 0 0,-1 3-90,-3 1 89,-3 2-89,-3 1-90,-2 1-90,-2 0 0,-3 1-180,0-2-270,-3-1-270,1-2 1,-1-2-721,1-3-89,0-1-540,2-4-719,-3-1 2608,3-2 0,4-5 0,3-1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2:06.19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1 460 8072,'19'0'2069,"2"-1"-1349,2 1-270,6-2-4252,6 0 4162,5 0 89,7-2 539,6 0-539,4-2-89,6 0-577,4-2 577,5-1 0,6 0 0,5-2-1,7 0-2059,6-2 1879,-46 7 1,1 0-90,2-1 0,1 1 558,0-1 0,1 0-558,1 1 0,1-1 0,1 0 0,0 0-1,1 0 1,0 0-45,2 0 0,1 1 0,0-1 0,0 0-376,0 1 0,1-1 376,-1 1 0,1 0 0,0 0 0,-1 0-45,1 0 0,0 1 45,0-1 0,0 1-45,0 0 0,0 0 0,1 1 0,-1-1 45,0 0 0,-1 1-45,0 0 0,-1-1-45,0 1 0,-1-1 90,-1 1 0,0 0-45,-1-1 0,-1 0 0,0 1 0,-1-1 0,0 1 0,-1-1 0,-1 1 0,-1-1 0,0 1 0,-1-1 45,-2 1 0,-1-1-135,46-5-217,-6 1 37,-6-1 1,-7 2-181,-6 0-90,-6-2 1909,-8 4-2898,9-4 899,-25 5-1438,2-1 59,-23 1-330,-17 2 2760,-7-1 1,-5 2-1,1 2 1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2:06.51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274 536 1140,'-75'19'2878,"8"-3"-76,14-4-2353,14-5 1,11-4 1049,17-11-1499,13-1 90,15-9 0,13 3 90,10-5 653,11 0-564,10-3 1960,12 0-2049,10-2 0,11 1-90,-44 11 0,2 0 0,2 0 0,1 0-779,2 0 1,0 0 733,3 0 0,0 0 45,2 0 0,1 1 0,0-1 0,1 1-779,1 0 1,1 1 733,-1-1 0,1 1-45,0 0 0,-1 0 45,0 0 0,0 0 90,-2 0 0,1 1-135,-2 0 0,0 0 0,-1 1 0,0 0-880,-2 0 0,0 0 880,-3 1 0,0 0-39,-3 0 0,-1 1-141,44-6 558,-8 2-648,-10 1-90,-10 3 0,-13 1 90,-7 2 1,-13 1 89,-5 2-550,-8 0-80,-14 5 2522,-9-1-2791,-13 2 952,-6 0-1762,-2-2 1991,-4 2 1,-3-1 0,-2 1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2:19.20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131 14 8612,'-19'-10'1709,"-1"7"-1529,9 9-90,-2 8 270,4 1-270,-1 3 180,1 2-270,0 2 269,1 0-359,1 0 270,2-2-270,0-1 270,2 0-270,1-1 90,3 0-90,2-2 90,3-1 0,1-2 90,4-1-90,1-2 90,4-2 0,1-2-90,4-2 90,1-2-90,3-1 90,0 0-90,2-1 90,-1 0 90,1 1-90,-1 1 0,1 1 90,-2 2 270,-2 1-450,0 1 359,-2 2-269,-2 1 180,-1 2-270,-3 1 270,-2 2-270,-2 1 0,-1 1 0,-4 1 0,-1 0 90,-3 2-90,-1 0 0,-3 1 0,-2 0 90,-2 0-180,-2-1 0,-2-1 90,-1-1-450,0-1 90,-2-1-359,0-4 89,-1 0-1798,1-5 898,-5-5-538,3-6 2068,-1-9 0,4-6 0,2-4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2:19.41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0 375 8432,'3'-15'1979,"3"2"-1529,3 4 0,2 0-91,0 1-89,2-2 90,3-1 90,3-2-270,4-3 179,2-1-359,3-2 0,1-1-90,2-1-89,1-2-91,0 0-180,0 0-90,-1 2-179,-3 1-91,0 1-89,-3 1-630,-1 3-360,-2 2 1889,-2 3 0,-9 4 0,-3 3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2:20.00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36 10771,'12'17'1169,"-2"-1"-899,-4-3-90,0 2 0,1 3 0,1 3-90,0 2 0,0 3 0,1 3 0,-1 0-1,0 2-89,0 0 0,-1-1 90,0 0-90,0-2 0,-1-2 90,-1-2-90,0-3 0,-1-1 0,-1-3-180,0 1 360,0-3-360,-1-13 360,-1-6-270,-1-18 180,0-2-180,-1-7 0,2-2 1,-1-3-1,2 0 90,-1 2-90,1 3 90,0 2 0,0 4 90,0 2-90,1 4 0,-1 3 90,2-1 89,2 6-89,3 8 0,1 8 0,2 10-90,-6 3 90,3 4-90,-3 3 90,3 1-90,-1-1 0,0 0 0,-1-2-3392,-1-3 3392,0-3 0,-1-2-90,3 1 0,-3-4 90,3-11-90,-4-7 90,5-29 0,-5 5 0,4-14 0,6-21 0,-5 25 3392,5-20-3392,-3 30 0,-3 11 180,5-2 0,-2 17-90,3 4-90,0 11 90,-2 4 0,2 5 0,-1 4-90,0 3 90,9 30-90,-9-22 0,9 21 0,-14-32 0,1-4 0,-5-4-180,4-3 0,-4 0-180,5-12-179,-6-4-91,4-15-809,0-23 809,-1 5-729,5-18-171,-3 9-358,1-2 1888,0 0 0,1-1 0,-1 2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2:20.15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7713,'13'20'2158,"-1"0"-1438,-3-1 0,-1 3-181,1 0 91,0 3-90,-1-1 359,6 10-539,-5-8 0,3 7-91,-7-12-89,0-1 0,-1-1-90,0-3 0,0 0-270,-1-2-1169,1 2 1349,-1-2 0,-1-4 0,-1-4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2:20.30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0 9242,'4'15'-2159,"1"-1"990,-3 1 1169,1 0 0,-3-6 0,2-2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8:52:20.63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0 184 8162,'3'23'2249,"-1"-3"-1619,1-1 179,0-4-269,-1 2 90,2-5-630,2-5 0,2-9 0,3-9 0,-2-6 0,1-6-90,2-3 90,0-4 0,2-2-90,0 1 90,-1 1 0,3-3 180,-5 11 89,6-3 181,-8 14-180,6 7 90,-6 8 269,8 19-449,-5-1 90,4 14-90,-5-6 90,0 2 0,0 1-90,-1 0 0,1-2-1,-1-3 1,1-3-90,-1-2 0,-1-3-90,4 3-449,-5-8-991,4 2-179,-4-10 540,3-7-1710,-1-5-988,0-7 3777,0-1 0,-5 6 0,0 1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8:50.5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149 549 6993,'-25'-12'1799,"2"-1"-1439,2-3 0,2-1-1,2-1-89,3-3 0,1 0 0,5-3-90,2 0 0,3-2-180,3-3 180,1 0-180,3-1 90,1 0-90,3 0 89,1 0-89,2 3 0,1-1 90,1 4-90,0 1 90,1 3-90,1 3 90,0 3 0,1 3 0,-1 3-90,1 3 90,0 4-90,0 3 90,1 5-90,-1 2 90,0 7-90,0 3 0,-1 6 0,-2 3 90,-2 4-90,-2 1 0,-2 3 0,-2 0 90,-4 0 0,-1-1 90,-4-2 0,0-3 90,-2-3-91,-1-3 91,-1-3 0,-1-4 90,-1-3-180,0-3 270,0-3-271,-6-4-89,4-5 0,-4-5-90,4-5-3302,-1-7 3302,-1-5 180,0-5-1046,2-5 596,2-3-388,5-1 299,0-1-403,2 1 133,3 1-1170,4-8 719,1 14-80,3-4-1179,-1 16 2339,2 4 0,-4 7 0,0 2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8:51.0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19 272 7353,'-14'-8'5667,"9"12"-5488,5 1-89,10 11 0,1-4-90,1 2 90,1 2-90,1 1 0,1-1-90,0 1 90,-2-1-90,-1-2 0,0-1 180,-3-1-180,0-2 90,0 0 90,-1-2-90,-4-10 0,-1-2 0,-4-14 0,0-1 0,1-3 0,0-5-90,2-2 1,1-2-91,2-1 0,0 1-90,1 0-90,1 1 0,1 1 0,1 1-179,0 3-1,1 2-90,0 4 181,0 2-91,0 3 180,0 4-269,0 3 179,4 3 360,-1 8 90,1 2 0,-3 6 90,-3 1 90,0 2 90,1 2-1,0 2 91,0 0-180,0 1 0,0-1 90,-1-2-90,1-1 0,0-2 90,0-1-91,0-2 271,-1-2-90,4 1-90,-1-4-90,4-3 0,-4-5-1,0-5-89,-2-2-90,0-4-90,0-2-179,-1-4-91,0-2-1349,3-25 270,-6 17-270,2-16 1709,-8 20 0,1 13 0,-1 1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8:51.1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 42 11850,'-8'-15'-539,"5"3"-4858,16 3 5397,5 6 0,-7 1 0,-1 2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8:51.6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68 80 7982,'-19'23'2249,"1"0"-1529,8-4-181,2 3 181,2 2-450,2 1 270,1 2-361,3-1-89,3 0 0,3-3-90,3 0-90,3-4-89,2 0-91,3-4-90,0-2 0,2-3 0,1-3 0,0-3 91,-1-4-1,0-3 90,-3-3 90,0-4 0,-3-2 90,-1-5 0,-4-2 180,-1-3 90,-4-2 0,-1-3 89,-2-2 1,-5-1 90,1 0 0,-3-1-91,2 2 451,-2-9-540,1 11 0,0-3 89,2 13 181,2 1-450,8 9-90,2 4 0,9 13 0,0 9 0,4 6 90,1 7 0,3 8-350,2 4 349,2 6-716,-2 3 627,1 3 360,-2 3-360,-3-1 360,-1 2-3428,-2-2 3158,-3 0-825,0 19 915,-6-21-98,-3 12 188,-8-26 360,-8 7-270,0-15 0,-6 3-91,0-19-89,-1-4 402,-2-6-493,-2-5-89,-2-6-89,-3-6 2584,0-6-2764,-1-5-91,0-6-270,0-6 270,1-5 543,0-6-1083,2-3 1,2-2-1,3 1 1,2 1-91,5 3-1078,2-13 1168,5 15-539,3-10 68,5 19 1371,2 0 0,2 2 0,2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8:51.7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 8792,'21'-3'3148,"-4"3"-2518,-5 11-1,0 4-89,0 4-90,1 3-90,1 3-1,1 2-89,0 0 0,0 3-90,0-1 0,0 0 0,1 0-180,-1-3-90,0-1-3572,-1-2 3212,-1-4 1,-2-2-271,0-3-1259,-2-3-4137,0-1 6116,-3-14 0,-2 6 0,-2-12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8:51.94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32 8072,'-7'-12'2879,"6"2"-3329,7 3-719,8 5-2249,1 3 3418,1 3 0,-8 0 0,-2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8:52.6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1 808 6723,'13'30'2159,"1"0"-1529,0 1-1,1-1-89,-1 1-90,1-2-91,-1 0-89,-1-1 0,0-1 0,4 7-180,-5-11 0,3 4-180,-8-13 180,1 0 0,-3-14 0,-3-4-90,0-16 90,-5-5-90,1-6 0,0-5 90,0-5-90,0-2 0,2-1 0,1 2 0,7-23 0,-1 28 0,6-14 0,-5 34 180,9 7-90,-2 9-1,7 8 91,-3 9-90,3 7-90,0 6 90,2 4 0,0 3-3482,0 1 3482,0 0-90,-1-1-108,-2-2 19,0-4 89,-2-3-90,-2-5 0,-1-4-90,-3-3 0,-1-4 3384,1-5-3294,-3-7 206,2-8-296,-4-8 0,-1-6 180,0-6-180,0-5-90,1-24 180,-3 10 0,-1-20-90,-3 17-499,-2-4 589,-1 0 90,-2 1 90,0 2 250,-4-12-70,1 20 90,-1-6-1,2 25 181,0 5-180,1 4-180,-1 10-90,1 8 0,-2 13 0,2 9 269,1 7-359,0 7-2796,3 2 2886,1 3-90,1 0-218,3 1 308,0 0-90,2-2 0,1-1 0,1-4 0,0-3 0,1-4 0,3-3-360,2 0 180,0-10-179,-1 0 179,3-13 0,-3-6 0,4-7 0,-5-7 3367,-1-5-3366,-1-5 89,-2-4 90,-1-3-90,-3-2 90,-2-2 0,-4-1 90,-2 0 89,-2 1-3045,-2 2 3046,-1 3-31,0 5 121,0 4 269,0 7-179,0 2-180,0 15-90,2 6 0,2 15-90,6 4 3377,0 6-3017,5 3-360,0 4-2806,4 2 2806,3 0 180,1-1-270,3-2 0,0-4 0,0-2-90,1-5 0,0-3 0,0-5-90,-1-4 3482,0-5-3391,-2-6-91,2-4 0,-2-6-90,-1-6-90,0-7 1,-2-6-1,2-3-90,-4-8 90,0-1-449,-5-26 449,-3 13-582,-3-18 582,-4 18 0,-4-2-3199,-3-4 3200,-2-3-1,-4-5-2409,0-2 2057,-2-4 802,1-2 0,0 1 0,0 1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8:52.8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6903,'4'6'3688,"1"4"-3148,8 25-91,0 1-89,2 7-1087,4 6 1087,1 6 0,2 4-735,1 5 735,3 2 0,-1 3 0,3 0 180,-2 1-91,-1-1 91,-1-1-180,-1-2 89,-1-5-89,-1-5 90,0-6-2644,-2-4 2464,3-6-90,-5-6 0,1-6-90,-5-7 369,-3-4-459,-1-4 433,1-5-792,-2-12 3211,1-5-3302,-2-13-539,-2-2-181,1-5-269,0-4-360,1-2-4111,1-1 2492,0-1 3418,3 0 0,1 1 0,3 2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8:54.0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 18 8252,'-18'-9'6387,"4"1"-6207,8 12-1,5 3-89,8 10 90,2 3-90,3 3 0,8 18 0,-2-8-90,5 14 0,-6-14-90,-1 1 180,6 16 0,-3-1-90,0-1 0,-5-9 0,-7-17 0,-3-2 0,2-5 180,-2 1-270,-6-14 90,0-3 0,-8-15 0,2-4-90,-9-35 90,7 17 0,-6-25 0,9 28 0,0 1 90,0 2-90,3 2-90,1-5 90,2 10 0,2-1 90,4 9 0,3 6 90,14 9-180,-4 6 90,8 10-90,-8 0 90,1 1-90,0 2 0,2 0 0,-2 0-3302,0 0 3302,-2 0 0,-1-2-90,-2-2 90,-1-2-360,-1 0-180,0-1-4677,-3-1 1080,-8-4 4137,-7-10 0,-1 2 0,0-5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8:54.3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9 149 6543,'-4'-16'2249,"2"0"-1080,0 1-539,3-5-180,1 6-1,3-3 1,2 6-90,3 1 0,1 1-90,1 1-1,2 2 1,2 2-90,1 1 270,2 3-270,0 4 180,0 2-270,1 4-90,0 3 90,-1 3-1,-1 3 1,-2 3-90,1 2 90,-4 3-90,-1 1 180,-3 13-90,-4-11 90,-1 8 0,-4-15-90,-1-3 180,-2-3 90,0-2-91,-5 0-89,-2-6-90,-7-5 0,2-6-90,-1-8 0,3-3-180,0-4 90,-1-3-179,1-5-91,0 0 270,1-4-450,1 0-90,2 1-3597,-2-23 1528,8 20 2699,2-13 0,3 32 0,3 6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8:54.6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37 6813,'-8'-18'6027,"9"9"-5668,2 9-89,10 12 0,1 6-90,3 3-90,1 4 90,0 1 90,1 6-180,-1 0 180,1 1-360,-2-3 269,0 0-268,-2-2 268,-1 0-358,-2-4-1,-1-3 0,-3-3-90,0-4 90,-2 0 180,-6-18 90,-2 0-90,-6-21 90,0 0 0,0-6 90,-2-2-90,1-4 90,0-2-1,0 1 91,2 1-90,0 4 0,3 4 0,1 5 0,3 4 360,2 4-271,6 3 1,1 7 0,6 5 0,1 9-90,3 6 0,3 7 0,2 4 0,1 7-90,1 1-1,1 2-178,0 0-298,-2-1 27,1 0-449,-3-3-1,0-3-539,-2-2-540,-3-4-1079,-2-3 2968,-4-4 0,-5-7 0,-3-4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8:55.0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0 246 13559,'11'5'1349,"-1"-2"-1169,11-15-90,-2 0-90,1-5-180,4-2-89,0-2 89,2-3-450,-1 0-90,-2 1-89,-1 1-91,-2 2-179,-3 3 90,-4 2-2519,-2 4 3508,-2 2 0,-5 5 0,0 1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8:55.4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50 81 6543,'2'-20'4408,"-2"1"-2249,-1 0 899,-2 4-2519,-7 8-179,4 8 90,-5 12-270,8 6 90,-3 5-90,3 4-90,-1 3 0,1 0-1,2 0 91,2-1-180,3-1 0,2-1 90,2-1-90,2-3 0,2 0 0,1-1 0,3-2 0,1-2 90,2-1-90,0-1 0,1 0 90,1 0 0,1 0 0,0 1 90,-1 1 0,0 1 0,-1 0 0,-1 1 0,-2 1 0,-1 2-1,-2-1-89,-3 3 0,-1-2 0,-2 1-90,-1-2-90,-3 0-90,-1-2-179,-2-1-181,-1-2-180,-1-2-1079,-2-1-719,-2 0-181,-3-3 1260,-3-6-450,1-8-3931,-1-10 5820,3-3 0,-1-4 0,1-2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8:55.6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41 6543,'0'-15'4768,"2"0"-3959,6 7-89,1 6-1,5 9-179,-1 6 0,2 6-91,2 4 1,0 4 0,1 3-180,1 1 0,2 1-91,-1 1 1,1 0-90,-1-1 90,1-2-180,0-1 90,0-1-180,-2-2-180,0-2-89,-2-2-91,0-1-180,-2-4 1,-2-1 179,0-1-450,-2-4-1169,-3 1-3417,-2-2 5486,-8 0 0,2-3 0,-5-2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8:55.8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35 540 7083,'-12'-8'2339,"1"-1"-1170,3-1-629,5-7-4432,3 3 4252,3-6 769,5 4-949,1-1 0,4-1 90,11-9-270,-3 5-90,9-6-540,5-4 180,-6 7 1,8-9-91,-10 10-90,1-1 91,-1 0-91,0 0-90,-2 1-269,0-1-180,-1 1 1169,-3 0 0,0 0 0,-2 1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8:56.12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104 1 6993,'-16'6'3148,"0"2"-2158,0 4-181,3 8 1,-1 2-91,5 6-89,1 3-180,2 2-1,2 3-179,2 1 90,3-1-180,1 1 0,2-3 0,2-1-90,2-2-180,2-4 0,2-3-180,-1-5 90,2-3-90,-1-3-3392,1-3 3482,0-4 180,4-6-179,-5-3-1,2-7 0,-6-2 90,-1-3 0,-2-4 0,-2-2 90,-2-1 3482,-2-1-3392,-1-1 90,1-5 180,-7-4 359,3 1 361,-5 2-901,10 24-179,3 9 90,10 20 0,1 0 0,1 1-90,2 0 0,0 1 0,1-2-90,1 0-180,-1-3 91,0-3-181,-2-2 0,1-3-270,-3-3 181,4-4-1,-6-6-719,5-12 359,-9-2 0,1-11-89,-5-1-1,-2-1 91,-2-5-540,-2 0-270,-3-2 1619,-3-2 0,-3-1 0,-1-2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8:56.31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 15 7263,'-6'-14'5757,"17"31"-5308,-3-6 1,14 30-90,-5-13 269,10 20-359,-5-10-90,9 15 360,-1 4-994,-7-12 634,6 13 0,-10-19-90,-1-2 0,-2-2-90,-1-1 86,-2-4-356,-1-2-90,-2-3 90,-1-4-449,-2-3-1170,-2-3-3238,0-1 3606,-9-6 1521,1-5 0,-4-3 0,4-4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8:56.5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15 223 10231,'-10'-16'4677,"5"6"-4137,15 1-90,5 4-90,2-2-90,3-1-91,1-2 91,2-1-180,1 0-90,1 0-90,1-2-180,-1 1-179,0-2-91,-1 1 0,-2 0-359,-2 0-181,-2 1-179,-1 3-90,-3 1-3328,-2 1 4677,0 2 0,-6 2 0,1 1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8:56.6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6723,'13'25'2699,"1"1"-1710,1 0 90,1 0-269,1-2 89,-2-1-89,1-1-90,-2-2-181,0-1 181,-1-2-270,1-2-1,-2-2-89,0-2-90,-2-3 0,-1-1-630,2-1-539,0-5-361,-2-5 181,-2-11 0,-7 1-541,-1-6-808,-3 5-720,-2-2 3148,-2-1 0,0-2 0,-1-1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8:56.8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24 11400,'-6'-14'-89,"4"5"-5308,14 9 5397,2 7 0,-6-2 0,0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8:57.15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85 1 8522,'-14'23'3328,"0"2"-2338,2 5-1,1 4-179,0 4-4342,2 3 4161,1 3-89,4 1-418,2 2 238,3 1-299,2-1 119,3-2 0,2-4-270,3-3 0,3-5 2745,2-2-2835,1-3 1582,1-4-1582,0-3 0,0-5-90,0-3 462,-2-5-372,0-5 0,0-4 0,-2-5 90,0-4 90,0-4-90,-3-4 180,0-3 0,-3-3 90,-1-4-90,-1-2 90,-2-3 90,-2-1-91,-2-1 91,-1 2-90,-2 1 0,-1 3 0,0 4-90,-2 4-90,1 2-90,-2 3-180,0 2-719,-1 3-630,-2 0-7196,1 3 8815,-1 7 0,5-1 0,2 6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8:57.5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 20 8612,'-4'-15'5847,"7"11"-5487,3 5-1,7 14 1,2 3-90,0 5-90,3 4 0,1 3 0,1 0-90,1 2 0,0-2-90,0 1-3392,-2-1 3302,0-1 0,-3-3 0,-2-2-90,-1-3 90,-3-4-270,-3-3-449,0-1 4111,-9-12-3392,0-3 90,-8-14 180,2-4-270,-1-5 269,1-5-358,0-2 179,0-3 0,2-3 90,0 2-1,4 1 271,3-8-180,2 13 0,2-3 90,0 17 0,3 5 90,1 3-1,2 6-89,3 3-90,2 5 90,3 3-180,1 3 90,2 4-90,0 0 0,2 3-180,0-2-180,1 1-180,2-2-179,-3-1-181,2-3-179,-3-1-181,0-3-89,-2-3-180,-2-3-720,-2-3-719,0-5 2878,-2-4 0,-1-5 0,0-3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8:58.6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89 660 7173,'-19'-13'3238,"2"2"-1709,4 4-989,-1 5 0,5 7-181,-1 8 1,5 6-90,4 7-90,0 1 0,4 6 0,2-1-90,1 2 0,3-1 0,0 1-90,2-3 0,0-1 0,2-3 179,-1-3-448,0-3-271,3 1 0,-5-8 1,7-1 269,-8-15 0,2-5-450,1-34 540,-6 12 90,2-23 0,-7 19-3212,0-1 3392,-2-1 180,-1 1 180,0 0-270,-1 4 90,0 3 0,0 6 359,2 2 451,-1 3-631,14 20-269,-3 2 0,11 18 3392,-6-1-3482,1 1 0,1 1-90,0 0 90,0-1-180,0-1 0,-2-2-180,0-3 0,-1-2-180,-1-4-1079,-1-1 1170,0-13-91,-6-1 90,-2-14 90,-5-1 90,0-4 0,-3-1 0,-1-3 1,-4-11 179,-2 7 269,-3-9-179,2 11 180,0 2-180,4 0 270,0 3-360,2 4 270,2 2 180,1 1-540,6 4 180,4 5-90,4 7 269,9 16-89,-4 0-270,7 9 90,-7-3-90,0 1 90,0 0-90,-1 1 90,0-1 0,-2-2 0,-1-2 0,-1-3 180,-2-4 540,-1 1-720,-7-16 90,-2 1-90,-4-16 90,-1 3-90,1-2 0,-2-5 90,1 0-90,-4-16 0,5 9 90,-2-9-90,5 14 0,1 2 0,1 4 0,2-1-90,4 6 90,4 6 0,1 6 0,4 9 0,-2 3-90,0 5-90,7 12 360,-5-5-540,7 6-180,-7-10 1,2-3-1,0-3 90,-2-1-89,1-4-271,-2-2 270,6-6 91,-6-4 89,3-6 180,-7-4 90,-2-4 0,-1-3 0,-1-3 90,0-31 90,-3 17-653,-2-24 653,-3 26 90,-2-1-168,-1-1 167,2-1 901,-14-31-630,11 28-3180,-13-21 3269,13 38 1,0 5 270,2 4 359,0 1-616,7 12-283,0 5-35,7 12-55,-1 5 0,2 5 180,8 19-90,-4-7 3392,7 14-3482,-6-12-90,2-1 89,1 3 1,-1-2-90,2 0 90,9 14-462,-7-13 372,7 9-90,-9-20 90,-1-2-90,-1-3-90,-2-4 90,-2-2-90,-1-4 360,-1-2-180,-3-13 282,-3-4-282,-3-14 90,-5 0-90,-2-3 90,-1-3 89,-5-17-89,1 8-90,-4-13 0,4 12 180,-3-16-90,3 14 0,-1-9 90,6 19-180,0 6 180,2 3-180,0 3 89,6 6-89,6 5 0,4 6 90,5 9-90,0 5 90,2 3 0,3 8 90,1 5 180,3 7-784,2 5 784,2 4-270,3 5-819,-1 4 819,3 4-90,-3 3 0,0 3-45,-11-18 0,-1 2 45,8 27-135,-11-27 0,-2 0-45,1 17-90,-5-3 90,-4-4-270,-6-4-90,-3-4 91,-5-6 89,-2-5-90,-2-8-90,-1-6 475,0-7-384,-2-5 676,0-7-1037,-8-10 451,4-6-91,-7-9-90,6-3-180,0-6-89,1-7-181,1-4-179,1-6-1530,-6-28-3211,6 13 2582,-3-19 3238,5 21 0,4 5 0,-1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03.9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 5965 6543,'-11'-6'3778,"3"-3"-3418,4-4 0,5-2 89,0 0-269,2 2 0,0-1 90,0 1 90,1 1-180,-1-2 0,1 1 0,-1-4-1,2 3 1,0-3-90,2 1 0,-1 1-90,1 1 0,1 3 90,0-1-90,0-1 90,2 0-90,0-2 0,1 1 90,0 0-90,1-2 0,1 1 90,1-3-90,1 0 0,2-1 0,0-1 0,2 0 270,0-1-360,1 0 270,-1 0-180,1 0 180,0 1-360,0-1 360,-1 2-270,0-1 270,0 2-360,0 1 360,-1-1-180,7-6 0,-1 2-90,1 1 270,-6 5-360,-6 6 90,0 1 0,-1 0 90,-1 1-90,0 1 90,6-3-90,-6 2 90,4-1 0,-5 4 0,4-2 0,1 0 0,2-1 0,-1 1 90,1 3-90,-3 0 0,1 1 90,-2 1 0,3 1-90,-1 0 90,2 2-90,-3 1 0,0 2 90,-2 1-90,-1 2 90,0 2-90,-2-1 90,2 2-90,-4-2 0,1 0 90,0 1-1,1 0-89,-1 0 0,1 1 90,2 0-90,0-1 90,1 0-90,-1 1 90,1-2-90,-1 0 90,1 1-90,0-2 90,10 6-90,-7-5 0,7 5 90,-9-7-90,-2 0 0,2-1 0,-1 0 0,1-1 90,-1 0-90,7 1 90,-4-1-90,6-1 90,-6-1-90,6-2 90,7 0-90,-5-2 0,4 0 0,-14 0 90,0 1-90,4-2 0,6-3 90,-4 2-90,6-4 0,-13 4 0,6-5 90,-7 3-90,7-4 0,-8 2 0,5 0 0,-6 1 0,0 0 0,0-1 0,0 1 0,0-1 0,-1 0 0,1 0 0,0 0 0,0-1 0,-1 0 0,1 0 0,0 0 0,-1 0 90,1-1-90,-1 1 0,2-2 0,-1 2 90,0-3-90,0 3 0,0-2 0,-1 0 0,1 1 0,0-1 0,-1 0 0,0 0 0,0 0 0,0-1 90,0 0-90,0 0 0,-1-1 90,4-5 0,-3 5 89,3-6-179,-4 6 180,2-1-180,-1-2-90,1 1 90,1-1-90,5-8 90,-4 6 0,6-7 0,-7 8 0,2 0 0,0-1 0,-1-1 0,1 1 0,5-9 0,-3 7 0,3-6 0,-6 8 0,0 1 0,0 0 0,1 0 0,-2 0 0,7-7 0,-6 6 0,5-6 0,-6 8 0,1 0 0,0 1 0,0-1 0,-1 0 0,1 0 0,0 0 0,0 0 0,1 0 0,0 0 0,0 0 0,1 0 0,0 0 0,0 0 0,1 2 0,1 0 0,-1 0 0,0 0 0,0 1-89,0 0 89,0 0 0,1 1 0,6-3 0,-5 2 0,5-2 0,-6 5 0,0 1-90,-1 0 90,1 0 0,0 1 0,-2 2 0,1-1 0,0 2 0,-1 0 0,1 0 0,-1 1 0,4 0 0,0 0 0,4 2 0,-1 1 0,-2 2 0,0 3 90,-2 0-90,-2 3 89,1 1-89,-1 2 0,5 3 90,-2-1-90,0-1 0,-5-2 0,-3-3 0,-1 1 0,1-1 0,0 1 0,0 0 90,0-1-90,4 3 0,0 0 90,0 0-90,-1-1 90,-4-1 0,1-1-90,-1 0 0,1 1 90,-1-1-90,1 0 90,12 8-90,-8-6 0,9 5 90,-12-8-90,0 1 0,0 0 0,0-1 0,1 1 0,0 0 0,0-1 0,-1 0 90,8 2-90,-5-1 0,5 0 0,-5-1 0,1-1 0,-1 0 0,1 0 90,-1-1-90,1 0 0,1 0 0,-1-1 0,0-1 0,1 1 90,6-1-90,-4 1 0,4-1 0,-5 0 0,0-1 90,0 0-90,0-1 0,7-1 0,-5 0 0,6 0 90,-8-1-180,1 0 180,0-1-180,-1-1 90,1-2 0,-1 1 0,0 0 0,0-1 0,-1-1 0,1 0 90,0 0-90,0-1 0,-1-1 0,0 0 0,0-1 0,0-1 0,1 1 0,0-2 0,0 0 0,0 0 0,0-1 0,0 1 0,0-2 0,0 2 0,1-1 0,-2 0 0,0-1 0,0 1 0,-1 0 0,0 0 0,0 0 0,-1-1 0,1 1 0,-1-1 0,0 1 0,-1 0 0,1-1 0,-1-1 0,-1 1 0,1 0 0,0 0 0,0 0 0,-1 0 90,0-1-90,-1 0 0,1 0 0,0 0 0,0 0 0,-1 0 0,5-7 0,-4 6 0,4-6 0,-5 8 0,1 0 0,-1 0 0,1 0 0,0 0 0,1 1 0,-1-1 0,1 0 0,-1-1 0,1 1 0,-1-1 0,1 1 0,-1 0 0,1 0 0,-1 0 0,2 0 0,-3 0 0,3-1 0,-3 2 0,0 0 0,0-1 0,1 1 0,4-6 0,-3 5-90,4-4 90,-6 6 0,0 1 0,1 1 0,-1-1 0,1 2 0,0-1 0,0 3-90,0 0 90,0-1 0,1 2 0,-1 0 0,1 1 0,0-1 90,1 2-90,-1 0-90,1 1 90,0 0 0,0 1 0,0 0 0,1 1 0,0 1 0,5 1 0,-4 0 0,4 2 90,1 2-90,-5-1 0,4 2 0,-5-1 90,-1 0-90,0 2 90,-1-1-90,1 1 90,6 2-90,-6 0 90,6 1-90,-7-1 0,0-1 90,0 1-90,-1 0 0,1 0 0,0-1 89,0 1-89,-1 0 0,1-1 0,0 1 0,1 0 0,-1-1 90,0 0-90,0 0 0,5 3 0,-4-2 0,5 1 90,-6-2-90,1-1 0,0 0 0,0 0 0,-1 0 0,1 0 0,-2-1 0,2 1 0,0 0 0,0 0 0,-1-2 0,1 1 90,-1 0-90,1-1 0,0 1-90,0-1 180,0 0-90,0 0 0,0-1 90,-1 0-90,0-1 0,1 0 90,5 0 0,1-1-90,6-2 0,-2 0 0,-3-3 90,-2 0 0,2-3-90,-4 0 0,4-2 0,-5 2 0,0 0 0,-1-2 0,1 1 0,-1-2 0,1 1 0,0-1 90,-1 0-180,1 0 180,0-1-180,0 0 180,-1-1-180,2-1 90,-2 0 90,1 0-90,1-1 0,-1 1-90,0-1 90,0 0 90,0 0-180,0-1 90,0 1 0,5-8 0,-4 5 0,3-6 0,-3 8 0,-2-1 0,0 0 0,0 1 0,0 0 0,4-7 0,-4 4 0,3-5 0,-1 1 0,-3 5 0,3-5 0,-5 7 0,3-7 0,-3 6 0,4-5 90,-6 6-90,1 0 0,0 0 0,-1 1 0,0-2 0,0 1 0,0 0 0,0 1 0,0-1 0,0 1 0,0 1 0,0-1 0,1 2-90,3 0 90,-3 1 0,2 1 0,-3 1 0,-1 0 0,1 1 0,3-1 0,2 0 0,3 1 0,-2 1 0,3 2 90,-1 0-90,1 2-90,-2-1 90,-3 2 0,6 0 0,-5 1 0,7-1 0,-7 1 0,0-1 0,1 2 0,0-2 0,1 2 0,0 0 0,1 0 0,1 0 90,-1 1-90,8 1 0,-6-1 0,5 2 0,-7-2 0,1 2 0,-1 0 0,1 1 90,1 0-90,-2 0 0,2 0 0,6 4 0,-5-1 90,4 1-90,-7-1 0,-1-1 90,0 1-90,0 0 0,-1 1 0,1-1 90,-1 2-90,1-2 0,-2 1 0,-1-1 90,1 1-90,-1-1 0,-1 2 0,1-2 0,-1 0 0,0 1 0,0-1 90,0-1-90,0 1 0,1-2 0,-2 1 0,2-2 0,3 3 0,2-2 90,4 0-90,-1-2 90,10-5-90,-11 0 90,6-4-90,-12 1 0,-2 0 0,3-2 0,-2 0 0,1-2 90,0 1-90,0-2 0,-1 0 0,2-1 0,-1 1 0,0-2 0,1 0 0,6-8 0,-4 5 89,4-5-89,-6 5-89,7-7 89,-6 4 89,6-5-178,-8 6 178,1 0-178,-1 0 89,0-2 0,0 3 0,-1-2 0,1 3 0,-1-3 0,-1 1 0,0-1 0,-1 1 0,1 0 0,-1 1 0,0-2 0,0 2 0,0-2 0,-1 1 0,1-1 0,-1 1-90,0-2 90,1 1 0,-1 1 0,1-1 0,-1 1 0,1 0 0,-1-2 0,0 2 0,0-1-90,0 4 90,-1-1 0,2 1 0,-2 0 0,1 0 0,-2 0 0,0 1 0,1 0 0,-1 2 0,6-7 90,-3 5-180,4-4 90,-5 6 0,1 0 0,-2 1 0,3 0 0,-2 1 0,2-2 0,0 2 90,0-1-90,1 1-90,0 0 90,0 1 0,0 0 0,-1 0 0,-1 1 0,2-2 0,-1 2 0,2 1 0,0 1 0,-1 0 0,2 0 0,-1-1 0,1 2 0,-1-1 0,2 2 0,-2-1 0,2 1 0,-1 0 0,0 1 0,1 0 0,-1 1 0,1 0 0,-1 0 0,1 0 0,-1 2 0,0-1 0,1 1 0,-1 0 90,0 1-90,-1 0 0,0 0 0,6 2 0,-4-1 0,4 2 0,-4 0 90,-3 0-90,2 0 0,-2 1 0,-1-1 0,8 3 89,-5-2-89,5 3 0,-8-4 0,0 1 0,0-1 0,0 0 90,0 0-90,6 3 0,-4-2 0,4 3 0,-6-3 0,0 0 90,7 1-90,-6-1-3302,7 1 3212,-7-2 180,2-1-90,-1 0 0,1 0 0,0-1 0,0 0 90,0 0 3302,1 0-3392,-1-1 0,1 0 0,0 0 90,0-1-90,0 0 0,1-1 0,-2 1 0,0-1 0,0-1 0,2 0 90,-2-1-90,1 1 0,0-1 0,0-1 0,0 0 0,-1 1 90,1-2-90,0 0 0,0-1 0,1-1 0,0 0 0,0 0 0,0-1 0,1 0 0,-1-1 0,0 0 0,-1-2 0,0 1 0,-1-2 0,0 2 0,0-1 0,-1 0 0,-1 0 0,0-1 0,-1 0 0,0 0 90,-1 0-90,0-1 0,0 1 0,-1 0 0,-2-1 0,0-1 0,0 1 0,-1-1 0,1 1 0,-1-2 0,0 0 0,-1-1 0,1 1 0,0-1 0,-1 0 0,2-1 0,-1 0 0,2 0 0,0-2 0,-2 1 0,1 1 0,-2-1 0,2 0 0,1 1 0,0-1-90,-1 1 90,1-1 0,0 3 0,0-1 0,-1 1 0,1-1 0,1 2 0,-1-3 0,1 1 0,-1-1-90,1 1 0,0-1 90,1 2 90,-1-1-90,1 0 0,0 1 0,0 0 0,1 1 0,13-11 0,-10 9 0,11-9 0,-13 13 0,2-1 0,-1 2 0,2-2 0,0 2 0,0-2 0,1 1 0,0 0 0,2 0 0,-1 1 0,1 0 0,-1 0-90,0 0 90,0 2 0,-1-1 0,1 2-90,-1 0 90,1 1 0,0 0 0,-2 2 0,2 1-90,-2 1 90,1 0 0,-1 1 0,1 1 0,-1 0 0,-1 2 0,0 0 0,-1 0-90,1 1 180,4 2-90,-4 0-90,4 2 180,-6-1-90,0 0 0,-1-1 0,-1 2 0,1-1 0,4 5 0,-2-3 0,2 4 0,-4-4 0,0 1 0,1 0 0,0-1 0,1 1 0,0 0 0,0 0 0,0 0 0,1-1 0,1 0 0,-1-1 0,0 0 0,0-1 0,1 1 0,5 0 0,-5-1 0,5 0 0,-7-2 0,1 0 0,-1 0 0,-1-1 0,0 0 0,6 2 0,-5-2 0,5 0 0,-3 0 0,-2-1 90,8 1-90,-4-2 0,5 1 0,-2-2 0,-2 0 0,0-1 0,-3 0 0,0-2 0,-2-1 0,7-6 90,-5 0-90,4-2 0,-8-1 0,1 2 0,4-13 0,-3 7 0,3-8 90,-8 9-180,0 1 180,-2-2-180,3-1 180,3-9-90,0 6 0,3-7-90,-4 8 90,0-1 0,0 0 0,2-1 0,-1-1-90,2 0 90,0-1 0,0 0-90,1-1 90,1 0-90,1 0 0,2 0 90,-1-1-179,22-20 89,-16 17 90,16-15-90,-20 24 90,1 0 0,0 1-90,0 1 90,1 1 0,-1 1-90,1 1 90,0 1 0,10-6 0,-6 6-90,6-4 180,-9 6-90,-1 1-90,10-4 180,-8 5-180,6-4 90,-10 6 0,1 1 90,-1 0-180,2 1 180,0 0-180,0 1 90,0 0 0,0 1 90,0 0-90,0 1 0,0 0 0,-1 0 0,1 1 0,-1-1 0,2 2 0,-3-2 0,1 1 0,-1 1 0,1 0 0,-1 1 0,2 0 0,-2-1 0,3 2 0,-4-1 90,1 0-90,0 0 0,0 0 0,-2 0 0,1 1 90,-1 1-90,0-1 90,0 1-90,-2 0 90,1 1-90,-1 1 89,0 0-89,-1 0 0,1 1 90,-2 0-90,1 0 90,-2-1-90,0 1 90,-1-2 0,3 2-90,0 0 180,1-1-180,-2 0 0,-8-3 0,0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29.2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29 6273,'23'-3'630,"-2"1"-270,-10-2 90,1 0-1,2-2-269,1 2 180,3 0 450,-1 3-181,-3 3 1,-1 3-1,-6 9-89,-1-2 0,-4 7-90,1-2-1,-2 2-179,-1 1-90,-1-1 0,0 0 0,0-2-90,0 1 0,0-2-90,-2 2-3868,3-2-719,-4 0 4587,0-4 0,1-6 0,-2-3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29.71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0 149 11041,'4'-20'899,"1"1"-809,0 9-90,3-2 90,-1 1-90,2-2 90,-1 2-90,0 0 90,0 2 0,0 1-90,3-1 90,-1 2-360,4 0-899,0 6 1169,-2 2 0,-5 2 0,-2-1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30.1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23 105 9152,'-12'-8'2248,"6"-3"-2068,5-7-90,5 0 0,2 0-90,3 5 90,3 2-90,1 5 0,2 4 180,0 5-270,-3 3 270,0 3-360,-5-1 360,0 2-270,-1 0 0,-1 2 90,0-1 90,-2 2 0,-2 4 90,-2-3 0,-2 4 90,-2-6 0,-2-1-1,0-1 91,-2-2 90,1 0-90,-5-2-180,-2-2-360,-3-3 0,2-6-180,4-2 90,3-5-449,3 1-271,3-3-179,0-2-900,2-3-719,1 0 2788,1 1 0,-1 7 0,1 4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32.0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54 30 8792,'-16'11'3148,"3"0"-2878,6 1 0,2-1-90,1 3 0,0-2-90,2 2-270,0 0 90,1 4 0,2-4 0,2 3 90,2-6 0,7-3 180,1-8 0,3-7-270,-3-1 360,-1-3-360,-2 3 180,1 1-180,0-2 270,-1 1-270,0 1 0,-1 0-180,0 1 270,2-2-90,-1 1 90,1-1 180,-1 1-180,-7-3 0,-2-3 0,-4-3 90,-1-2-90,2 2 899,0 1-809,5 14 0,0 2 0,1 15 0,2-2 0,-3 4 0,3 1-90,1 0 90,0 1-90,0 0 90,0-1-90,-1 1 90,0-2-90,0 0 0,-2-3 0,1-1 0,-2-1 0,3 1-6926,-3-2 6926,1-12 0,-2 3 0,-2-12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32.3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0 107 6633,'7'-18'2969,"1"0"-2610,-1 3 181,1 2-360,-1 4 270,0 1-1,0 0-89,2 0 0,3 2-360,1 2 90,0 8 0,-1 7 0,-5 1 90,-1 5-90,-3-4 0,-2 1 90,-1 1-91,0 0 91,-1 0 0,-1-2 90,0 0 90,-3 1 0,-1 0 89,-2-1-628,-1-3-271,1-10-989,2-3 629,1-12-629,4 1-630,-1-4-629,2 3 2698,-1 0 0,0 7 0,2 2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33.1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 0 11221,'-4'21'989,"1"-5"-809,5 6-90,-1-5 0,0 3 0,0-1 0,0 2-90,1 0 270,-1-1-270,0 0 269,1-2-359,0-1 180,0-2 0,0 2-270,0-2-2518,1 1 1079,-4-13-1349,0-7 2968,-2-13 0,1 6 0,2 1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33.5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1 141 7713,'-1'-15'3058,"1"0"-2518,5-1-271,3-1 181,-1 3-360,1 1 270,-1 4-360,1 1 270,1-1 0,0 2-180,5-1-1,2 2 1,4 3-180,0 4 1,-4 4 89,-4 2 0,-3 1 0,-1 0 89,-2 2 1,2 5 0,-2 2 0,-2 6-90,-3-4 90,-3 0 0,-2-5-90,0-2 90,-1 0 0,-6 3-90,3-5 90,-6 3-90,5-6 90,-4 0-180,-1-2-180,-3-2-180,1-4-449,2-3-360,2-2-990,4-2 2249,4-3 0,3 4 0,1 1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33.8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1 199 7263,'0'-17'3148,"0"-1"-2968,3-3 0,2 5-90,1-2 90,2 5-90,-2-1 0,1 1 0,0 0-90,2 1 89,0 1 1,1 1-180,0 1 360,1 2-270,4 2 90,3 4-90,-1 2 0,-1 4 0,-4 3 360,2 8-360,-4-2 0,1 8 0,-5-5 0,-1 3 90,-2 1 180,-2 0-180,-1 1-90,-2-1 90,-1-1 90,-1-1 0,-1-1-90,-2-2 179,0-1-179,-2-4 270,1-3-180,-6-1-90,2-4-180,-8-4 0,7-5-90,-2-5-90,7-1-179,0-3-181,1-1-90,1-2 1,0-1-630,1-1-271,2 2-448,1 0 2068,3 3 0,0 6 0,0 2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34.6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115 53 7263,'-8'-15'4227,"0"1"-3147,-2 2 89,-1 5-719,-4 3-180,2 7-90,0 6-90,3 3-90,2 6 90,3-1-90,0 2 0,1 1 0,2 0-90,0 0-90,2-2 0,1-1 180,3-1-270,1-2-90,0-3-359,3 0 89,5-3 90,-1-2 270,5-5 90,-3-3 91,-1-6-91,-3 0 360,-2-2-270,-2-1 269,0-1 91,-1 0-90,-1-5 630,-2 0 719,-1-3-1439,0 18-90,1 3 90,2 16-90,1 1 90,0 1-90,1 1 0,0 0 0,0 1 90,0-1-90,1 0 0,-1-1 0,1-1 0,-3-2 0,2-1 0,-2-2-360,1-1-5667,0 0 6027,-1-15 0,-1 6 0,-2-11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34.9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28 7353,'6'-12'3598,"1"1"-3059,7 7-449,0 5 0,0 4 0,-2 4-90,-3 0 90,-2 1 180,1 3-270,-2 0-3122,0 3 3122,-1 0 270,-2 1 180,-3 14-361,0-12 181,-3 9 180,-1-13 360,-2-3-181,-3 0 3033,-2-9-3572,1-6-450,-1-15-629,4-2-1080,1-8 540,1 4-3328,2 5 4857,0 2 0,1 11 0,0-1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36.4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0 10051,'-7'24'1170,"1"4"-991,5-11 91,0 5-90,0-5 0,1 0 0,0 0 0,1 0-90,-1-1 90,2-1 270,-3-1-181,3 4-89,0-2-1619,1 1 1439,0-2 0,-2-8 0,0-1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36.7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12480,'0'23'719,"2"-2"-539,2-5 0,0-2 0,5-1-90,-2-2 90,4 2-90,-2-3 0,1-2 90,0 1-90,1-1 0,0 0 0,1 0 0,-1-1 89,1 1 1,-1-1 0,0 1 0,-1 1 270,0 0 0,2 2-91,-2 2-89,-1 3 0,-4 0-180,-6 2-180,-5 1 0,-1-4-539,-3-2 179,-2-1 0,2-4-449,-4 1-451,-2-4 1,-1-5 360,-2-5 89,4-4 1,1-4 89,4-2-359,1 0-180,1-2 1349,0-1 0,3 8 0,2 3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36.9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0 212 6723,'7'-20'1080,"0"2"-541,-2 5-269,1 1-90,1-2 0,0 2 90,0-2-90,1 2 0,1-2-91,0 3 1,0-1 0,1 0 0,-1 2-180,0 1-269,-1 1-541,3-1-1798,-1 2 2698,4 4 0,-8 2 0,1 3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37.2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89 82 7173,'-1'-18'2788,"2"0"-2338,1 1-180,6 3-90,0 4 90,8 6-1,-4 5-269,1 6 180,-3 2-180,-2 2 0,-1 1 90,-2 3 0,0 2 0,-2 1 90,-1 2-3392,-2 0 3752,-3 7-270,0-6-1,-3 4 1,-1-9 0,-1-1 90,-1-2-90,-1-2 0,1-2 3571,-1-3-3751,-6-2 90,4-4-90,-4-2-90,4-3 0,1-2-180,0-3 0,0-3-179,2-2-181,1-3 90,1-3-449,3-1-91,1-2-1618,1-1-810,2 0 3418,1 2 0,0 10 0,1 4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37.96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 84 8972,'-6'-18'1439,"6"-1"-7009,8 7 5750,5 1-91,-2 4 1320,1 0-1319,1 2 860,5 1-950,0 5 180,3 7 0,-7 4-1,-3 5 91,-7-1 3392,-2 2-3302,-2 1-90,-3 2 90,-1 1-1,-1 0 1,-2-1 0,0-1 90,0-2 449,-3 3-539,2-4 0,-1 1-270,9-8-90,6-8 0,6-3-90,4-6-180,-2 0 180,1-2-450,-1 0 1,0-2-181,0 0-90,0 1 1,-2-1-270,0 1-1,-1 0-3237,-1 2 4317,1-2 0,-5 6 0,0-1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38.2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51 30 6363,'-8'-15'5847,"-3"4"-4947,1 8-631,0 10 1,5 4-90,1 7 0,2-2-90,1 2 270,3 1-360,0-1 180,2 1-360,2-2 90,2-1-90,0-2 0,1-2 0,1-2 0,1-1 0,0-3-179,0-1 179,5-5 90,1-2 90,-2-4 180,0-5 269,-8-3 181,-1-5-270,-7-1 0,-3 3-1,-2 2 1,0 6 0,-1 1 270,-1 0-451,-5 0 91,3 3-1079,-4-2-3419,2 3 900,14 0 3328,2-1 0,16 0 0,-1-2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38.5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75 1 9242,'-20'9'2518,"4"1"-2248,6 9-90,3 0 0,0 3-90,2 3 90,0-1-90,3 2-90,-1 0 90,5 0-90,1-2 0,1-1-90,2-1-180,6 2 90,-2-8 90,4 0-180,-3-9 270,6-6-90,-5-3 0,5-6 90,-6-2 90,-1-3 0,-1-2 180,-2-1 360,0-10-271,-3 6 91,-2-7 809,-9-5-989,1 13 90,-7-9-180,3 16 0,-1 3-180,0 1-630,-1 2-629,-4 1-2969,1 5 4228,-2 3 0,8 0 0,3 2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39.4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 63 7623,'-11'-6'2788,"6"-1"-2608,5-4 0,6 0 0,1 3-90,4-2 0,0 3 0,4 4 0,-5 6 89,-1 12-89,-8 0 90,-2 8-3392,-2-4 3482,-3 3 0,-2 0 90,0 1-90,-2-2-1,1 0 1,0-3-90,2-1 360,-3 5 3032,7-6-3482,6 0-90,10-13 90,3-6-90,2-5-90,-4-2 180,2 0-360,-1-1-90,0-1-90,0 2-629,3-8 449,-5 7-89,2-3-811,-4 6-628,-1-2 2158,1 1 0,-4 2 0,-3 3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39.7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54 0 11850,'-14'3'1439,"2"1"-1349,5 11 270,3-1-270,-1 2 180,1 2-270,0 10 0,2-7 270,1 6-360,2-9 90,4 7 0,0-7 0,1 4 0,0-7 0,0-3 0,1-1 0,0-1 180,-1-1 90,3 4 179,-1-1 1,2 2 0,-2 0 90,-3-2-361,-3 5-269,-3-3-179,-4 4-721,-1-7-449,-5 2-900,-2-3-899,-2 0 3238,0-5 0,7-2 0,2-4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39.9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1 123 6903,'9'-16'1889,"1"1"-1349,-3 6-91,1 0 1,1 0 90,0 0-270,2 2-180,-1-2 0,1 3-270,0-1-90,1 1-90,-1 0-1349,0 1-1079,1 0 2788,1 3 0,-4-1 0,-3 4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40.2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77 8 9152,'-15'-8'4587,"2"10"-4317,3 10 0,2 8-90,2 1 0,-1 3-90,1 0-90,1 1-90,1-1 90,2-2-180,1-1 90,2-3 180,1-2-90,3-2-90,-3-1 180,6-4-270,-2-3 360,7-16-90,-4-1 90,0-9-90,-4 7 89,-1-3-89,0 0 0,-2-1 0,1-1-360,-1-2-359,0-1-1530,-2 0-4137,-2 4 6296,-3 5 0,2 6 0,0 2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41.41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1 113 8882,'10'-17'630,"0"1"-451,-2 7 1,1 0-90,2-2 90,0 1-90,1 0 0,0 1 0,-2 1 270,2 0 1259,-2 2-1529,-4 9 90,-5 1 0,-7 8 179,-1-3-269,-1 0 0,0 1 0,0-2-90,0 2-180,1-1 1,5 2 89,7-4-90,9-1 180,6-1-90,-3-2 90,1 0 0,-4 0-90,-1 0 90,1 2 0,-1-1 0,-3 2 0,1 1 90,-3 0 180,0 1-180,-1 2-1,-2 1 1,-2 2 0,-2 1 90,-2 0 90,-2 2-90,-2 0 90,-2 0 270,-7 5-271,2-6-89,-4 3 0,4-7 90,0-2-180,0 0 90,0-3 0,2 0-270,-4-2-270,1-2-450,-1-3-809,-1-11 720,5 2 89,4-10-449,4 6-630,6-2-629,-1 0 2518,1 0 0,-2 7 0,0 3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41.7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6 100 6183,'5'-15'1799,"0"0"-1259,1 2-90,1 0-90,0 2-1,0 1 91,1 1-90,4 1-180,2 4-90,3 2 0,-4 6 0,-2 3-90,-4 2 90,-1 8 0,-3-3 0,-1 6 0,-3-4 89,-2 0 1,-2 1-90,-1-1 90,-2 0 0,-1-1 90,1-1-90,-1-2 0,-1 0 0,0-3 449,0-2-89,-3-1-720,-1-4-270,2-4-269,1-10-361,6-6 361,4-7-91,2 4 810,1 0 0,4 1 0,1-1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42.0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0 172 6813,'0'-22'2878,"1"-1"-8088,1 4 5570,1 1 1318,2 6-1408,0 0 860,3 0-951,1 0-89,2 1 0,0 2 3392,2 1-3392,-1 2 0,2 1-90,-1 3 0,2 2 0,-1 2 0,1 1 0,-1 3 0,0 2 0,4 7 0,-6-2 0,2 4 0,-8-2 0,-1 0 0,-1 0 0,-3 0 90,-1 0 90,-4 5-90,-1-6 180,-4 4 0,1-9 0,-1-1-1,-1-2 361,0-2-270,-6-1-270,-1-5 0,1-2-90,0-4 90,7-1 90,0-1-270,2-1-180,1-2 0,1-1-270,2-1-989,3-7 270,1 4-900,3-4 2159,0 9 0,-1 6 0,-1 3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44.9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68 8702,'-21'1'7376,"10"-4"-7376,8-4-90,11-3 90,0 0 0,2 0 0,1 1-90,2 1-90,0 2-90,2 1 180,-1 4 0,0 4 0,-3 4 90,-3 6 0,-4 4 0,-2 1 0,-4 3 0,0-4 0,-3 2 0,-2-1 0,1 1 0,-2 0 0,0-1 90,-1 0 0,1-2-90,0-1-3302,1-3 3392,1 0 0,-2 0-180,2-2 90,7-5 0,3-5 0,9-5 0,0 0 3392,3 2-3662,0 0-269,-1 1-91,4 1-719,-2-1-90,3-1-270,0-1 179,-4-1-628,-1-3 2158,-4 0 0,-5 3 0,-2 1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45.4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73 6903,'2'-15'4767,"1"1"-4317,3 11-90,-1 4-90,2 13-90,-3 4-270,-1 4 270,0-2-360,-1-1 90,2-3 90,2-6 0,2-6 0,4-5 0,2-7 0,0-2 0,1-2 0,1 2 0,-2 0 0,-1 3 0,-1 2-90,-3-1 270,-2-2 0,-5-7-1,-4-1-179,0-3 270,-1 5 360,-1 2 269,-1 0-809,3 15-90,3 4 0,3 10 90,3 1-90,-2-3 0,0-1 0,1 2 0,3 6 0,-2-5-90,1 5 0,-3-7-1169,4 8-90,-4-6-1260,3 6 2609,-4-9 0,-1-7 0,-1-1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45.7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1 133 6004,'8'-16'1169,"0"0"-629,0 1-181,1 1-89,0 1-90,1 1 270,-1 1-270,0 1 270,3 2-1,-2 1 1,4 0-90,-1 4 0,3 3-270,0 7-90,-5 2 179,-2 2 1,-3 3 0,-1 3 90,-1 3 540,-4-1-181,-3-3-89,-4-6-270,-2-6-90,-1-6-90,1-7-180,1-5-180,1-3-450,3-2-899,2-2 1619,5 6 0,-2 5 0,1 5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46.9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8162,'2'6'6117,"1"-3"-5847,1 25-90,0-12 89,-1 4-89,-2-4 0,1 0 0,-1 0 0,1 1-90,-1-1 0,2 0 180,-1 6-180,1-2-360,0 11-8005,0-10 8275,1-9 0,-2-7 0,0-10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47.3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38 121 6273,'3'-20'1799,"0"1"-539,-1 2-91,0-2-270,-1 3 541,-3-1-901,-4 7-269,0 8-180,-3 9 0,3 5-90,-1 4 90,4-1-90,-1 0 90,1 2-90,2-1 0,0 0 0,2 0-90,0-1 90,2-2 90,0 0-270,1-2-90,1-1-359,4 1 89,2-5 180,4-2 180,1-8 90,-4-4 0,0-4 0,-5 2 270,2-8-270,-2 5 360,-1-7-360,-2 6 360,-2-1-180,1 0 270,-2-4 90,1 1 1618,-4 1-1888,3 15-180,-3 14 90,5 9-90,-3 6 90,3-6-90,-2 2 0,2 0 0,-1 2 90,-1-1-90,2 1 0,-2 0 90,2-1-90,-2 0 0,2-2 90,-1 0-90,1-3 0,1-1 0,0-2 0,0-2 0,1 2-810,0-2-2428,1 0 1170,1-11-1620,-1-6 3688,2-9 0,-5 4 0,0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47.6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1 136 6273,'5'-18'1170,"0"1"-810,2 1-1,-2 1-89,3 1 0,-1 3 180,1 0-180,6-3 179,2 5-89,5 0-90,-1 8-180,-5 3 180,-1 5-270,-6 1 270,0 0-270,-2 4 0,0 0 90,-2 3-90,-1 1 90,-2 1-1,-1 0 1,-1 1 90,-2-2-3392,-1 0 3392,0-1 0,-2-1 180,0-1-90,-1-3 359,0 0 91,-2 0-270,-2-5-91,-3-1 3123,4-8-3392,-1-8-180,8 0 0,-2-6-179,4 3-91,0-1-180,1-1 90,1-1-449,0 2-1440,1 0 2339,0-1 0,-1 9 0,-1-1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48.61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12480,'2'18'1259,"0"-2"-989,-2 3 0,0-3-90,0 0 90,0 2-180,-1 1 89,1-2 1,0 1-90,1-2 0,-1 1 90,0-1-90,1 4-360,0-2-2338,1 1 2608,0-4 0,-1-7 0,0-3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49.1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0 114 11580,'9'4'990,"-1"3"-810,-4 12-90,2 0 0,2-2 0,2-3-90,3-5 90,1-6-90,4-3 0,1-6 0,-3 0 89,-1-1-89,-3 2 0,-1 0 0,0-1 0,3 0 0,-2 1 0,5-1 90,-5 3 0,3-1-180,-15 3 0,-3-3 1,-9 0 89,1-5 0,2-3 0,2-4-90,2-3 180,3-3-90,0 1 89,4 3 361,-2 1-180,3 14-90,1 5 180,0 10-270,-1 5 90,0-1 89,-2 1-179,2 2-90,-2-1 90,6 12 0,-2-8-90,2 7 90,-2-11-90,-1 0 0,0-2 0,-1-1-360,1 3-899,-1-3-6566,0 2 7825,4-11 0,-4-1 0,3-8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49:49.4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0 132 6363,'3'-18'1619,"1"2"-1259,0 1 180,2 0-270,0 2 449,2 1-269,1-3-270,1 4 270,1 0-180,3 6-1,2 4-179,-2 4 270,2 5-360,-7 2 90,1 2 0,-3 2-90,0 2 90,-2 1 90,-2 3-90,1-1 0,-3 1 90,-1-1-90,-1-1 90,-1-1 269,0-1 91,-3 1 180,0-4-451,-4-1-89,-1-8-90,-3-7-180,4-4 0,0-4-179,2 0-721,1-10 91,2 3-271,-1-6-269,2 4-450,2 2-629,2 0 2518,2 2 0,-2 8 0,1 2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02.78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37 0 10411,'-5'17'1619,"-2"-1"-3238,8-2 540,-6 3-450,1-4-360,-2 3 1889,1-4 0,3-4 0,-1-2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03.01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44 1 8702,'-12'26'3238,"1"-1"-2698,4-6-270,1 1-450,2-1-360,1 0-359,3-1 89,0-1-449,2 0-540,0 1 1799,0 1 0,-1-8 0,-1-1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03.17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31 0 6363,'-2'17'1709,"1"0"-629,-1-2-630,-1 4 449,1-4-179,-1 7-1,1-4-269,-1 4-360,0-2-810,1 1-899,0 0-2608,0 0 4227,0 2 0,1-10 0,0-2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05.17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8432,'2'24'-540,"0"-9"1,-4-8-1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05.33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74 1 3262,'-4'22'1349,"0"0"-158,0-2-741,0 2 514,0-3-694,0 2 369,0-3-459,0-1 943,-1-1-763,2 2-7,-2-1-173,3 1-540,-1-2 180,0-2-359,-1 0-2789,-1 7 3328,0 0 0,1-6 0,1-3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05.54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26 0 7353,'-7'31'1889,"2"-6"-1170,1-8-269,2 1-180,-1 2-90,1 5-90,1 1-180,0-5 0,2 6-180,-1-10-90,2 6 180,-1-8-269,2 1 269,-1 0-540,4 6 270,-2-5 1,3 6-361,-2-8-179,0 2 989,1-1 0,-3-6 0,0-3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21.02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7 8162,'16'-4'1529,"0"2"-1259,-3 5-180,2-1 0,-2 2 0,3-1 180,-1 0 0,1 1-90,1 0-90,3 0 90,2 0-90,-4-2-1,1 1-89,1-1 0,1-1 90,13 1-90,-11-1 0,4 0 90,-13-1-90,1 0 90,5-1 0,2 1 0,1 0 0,-2 0 0,-6 0 90,1 0-180,6 0 90,-4 1 180,17 0-270,-15 0 180,9 0-180,-14-1 180,1 1-270,1 0 0,1 1 0,7 0 90,-6 0-90,6 1 90,-6-1 0,-1 0 0,1 1 0,1-2 0,-1 1 0,1-1 0,0 1 0,1-1 0,1 2 0,-1-1 90,1 0-90,0 0 0,1 0 0,-1 0 0,1 1 0,0-1 90,0 1-90,0-1 0,1 1 270,-1-1-360,1 0 90,-1 1 269,1-1-358,-2 2 268,1-2-269,0 0 270,1 1-270,-1-2 270,0 1-360,0-1-3302,0 0 3482,0 0-1267,1 0 1267,-1-1 180,2 0-270,0 0 270,1 0-180,0-1 90,1 0-180,-1-1 270,2 0 512,-1 1-782,2-2 0,-1 2 0,2-1 90,-1 0-90,1 0 3287,0 0-3197,-1 0 0,1 0 0,-1 0 0,0 0-90,13-1 90,-9 0 591,7 0-322,-11 2-359,-2-1 360,0 1-360,-1 0 270,0 0-270,-1 1 180,0 0-180,1 0 0,-2 1 0,0-1 90,0 1-90,-3 0 90,2 0 0,0 0 180,1-1-270,1 0 270,0 1-270,0-1 270,0 1-270,-1-1 270,1 1-270,-1 0 180,1 0-180,0 0 180,-1 0-180,0-1 180,0 1-180,-1 0 270,1-1-180,10 1-180,-9 0 360,9-1-360,-13 1 360,2-1-360,0 1 360,0-1-270,-1 1 180,1-1-270,-2 1 360,0-1-360,-1 1 90,1 1 0,-1 0 0,0 0 90,-2 0-90,2 1 90,-2 0 0,1 0-89,0 0 89,1 0 0,-1 1 0,1-1 0,-1 2-90,2-3 90,0 0 0,2 0 0,0 0 0,1 0 0,1 0 0,0 0 0,0 0 0,1 0-90,0 0 180,1 0-90,1 1 0,0-1 0,1 0 0,0 1 0,1-1 0,1 0 0,0 0 0,1 0 0,14 0 0,-10-2 0,12 2 0,-14-2 0,0 1 90,0 0-90,-1-1 0,2 1 0,15 0 0,-10-1 0,12 0 0,-15 0 0,0-1 0,1 1 0,0 0 0,2-2 0,18 1 0,-12-1-375,14 1 375,-18-1 0,0 1 0,2-2 0,-2 1 0,2 0 0,-2-1 0,1-1 0,-1 2 0,0-1 0,0 0 0,0 1 0,0 0 0,1 0 0,-1 0 90,0-1-90,-1 1-202,1 0 202,0 1 0,-2-1 0,3 1 0,-3 0 0,4 0 0,-2 1 0,1-2 0,-1 1 0,0 0 0,-1 0 0,0-1 90,17 1-90,-13 0 0,30-2 0,-30 1 0,12 0 0,-17 1 0,0-1 0,0 1 0,0-1 0,1 1 0,36 0 0,-25 0-154,27-1 154,-37 1 0,1 0 0,0 0 0,-1 1 0,1-1 0,-1 1 0,1 0 0,18 0 0,-12 0-403,13 1 403,-17 0 0,0-1 0,0 2 0,0-1 0,2 1 0,0-1 0,0 1 308,1 0-308,1 0 90,1-1-90,-1 1 0,2-1 90,2 0 0,-3 0-90,3 1 0,-3 0 90,1 0-90,1 0 0,1 0 0,1 0 90,25 1-742,-17 0 652,20 1 0,-24-1 0,1 0 0,0 0 0,0 0 0,1 1-2463,0-1 2463,1 0 0,0 0-285,1 0 285,2-1 0,1 0 0,1 1 0,3-1 0,1 1 90,0 0-672,2-1 582,-1 1 0,1-1-1346,-1 1 1346,1 0 89,-1 0 1243,0 1-1242,1-1-1429,0 1 1429,0 0-90,1-1 437,-1 0-347,0 1 1384,-3-1-1384,-1 1-90,-2-1 225,-10 1 0,1 0-225,13 0 90,-17-1 0,-2 1-90,-1 1 594,-4-2-684,-2 1 270,-5-1-90,11 1-180,-14 0 180,6 0-90,-10 0 0,-10-1 2769,5 0-12393,-11-1 8910,-15 4 0,2-4 0,-11 3 1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03.38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39 1 6273,'-3'14'3059,"-1"2"-2160,1 0-89,-1 1-451,0-1-448,1 0-451,-1 0-270,2 2-179,-1-1-180,-1 1-720,3 2 1889,-2 2 0,3-9 0,0-3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03.54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38 1 6183,'-1'16'1620,"-2"0"-541,1-2-449,-1 3-91,0-2 1,-2 1-720,1-1-1169,0-1-1799,0 2 3148,0 0 0,2-6 0,0-3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03.72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29 1 7173,'-5'14'3058,"0"0"-2248,-1 1-361,0-1-179,2 2-450,2-1-629,3-1-450,1 2-630,0 1 1889,0 2 0,-1-8 0,1-2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05.72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 0 6273,'-1'24'1440,"0"-1"-901,1-1-89,0-1 0,1-2-90,-1 0 89,0 0-89,0-2 0,0 1 0,0-1-1,0 0-89,0-1-90,0 0 180,0-2-180,1 8-90,-1 0-270,0 5-180,0-5-90,-1-2 1,1-4-541,-1 0 91,-2 0-540,1 1-360,-2 0 1799,0 2 0,1-9 0,1-1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05.91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 1 6543,'-2'22'4048,"1"-1"-2789,0-3-809,1 1-180,0-4-90,1 3-810,0-3-989,1 1 90,-1 1-1529,-1-2 3058,0 3 0,-2-10 0,1-1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06.10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17 1 7713,'0'18'5217,"-1"0"-4588,3-4-1708,-2 1-450,1-1-3508,-5-1 5037,-2 1 0,2-8 0,0-1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10.35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32 1 7353,'-13'12'6296,"1"-2"-3507,6 0-2699,7-2 0,4-3-1,12-3-89,-2-4 90,2 0-90,-4-1 0,0 1 0,1 0 0,-1 0 90,0-1-90,0 1 0,-1-1 0,5-1 0,-2 0 0,2-2-719,-2 1 719,-3 1 0,-5 2 0,-2 1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10.62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 12570,'7'15'1079,"0"1"-719,-1-1 0,0 1 0,-1 1-91,1 1 1,-1 0 0,0-1 0,0 1-90,1-1-90,-2 0 90,2-1-90,-2-1 0,0 0 0,0-3-270,0 5-450,-1-3-1799,2 2 2429,-1-2 0,-2-8 0,1-1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10.96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0 165 6363,'6'-20'1350,"1"0"-901,0 1-89,0 1-90,0 2 0,0 1 0,1 1 0,0 2-91,-1 2 181,1 1 0,3 1-90,2 4-90,1 5-90,0 9 90,-4 8-90,-3 0-90,-2 2 0,-3-4 89,-1 1-89,-1 0 90,1 1-3302,-4 6 3302,1-6 0,-4 4 0,1-7 90,-1-2 90,0-2 180,-1 0-91,0-2 3483,-2 2-3302,-1-4-90,-3 0-270,1-5-270,2-5-180,0-5-90,5-8-180,3 1-809,3-3-810,2 0-1978,1 0 4137,2-1 0,-3 9 0,0 4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13.01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27 16168,'19'0'360,"1"-1"-360,-3-1 0,2 0 0,-6 0-4252,1 1 4072,-1-2 770,5 1-860,-1 0-90,2 0-539,-1-1 899,-5 0 0,-5 1 0,-3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13.30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11580,'3'15'1260,"0"0"-901,0-1 1,0 1-90,0 3 0,0 0 0,0 3-90,1 0 90,0 1-91,0 1 1,0-1 0,-1 0 0,1 0-90,0-2 90,0 0-90,0-2 0,-1-1-90,0-1 90,-1-1-270,1 1-9651,-1-2 9792,2-13 1,-3 3 0,1-12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13.59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0 221 6004,'7'-20'1529,"-1"2"-1080,-1 6 91,-1 0-180,2 0 90,-1 1-270,5 2 449,-3-1-359,5 0 0,-1-1 90,1 3-90,4 5-91,-5 6-89,1 4-90,-5 5 90,-2-1 0,-1 2-90,-1 1 270,-1 2-270,0 1 270,-1 0-360,0 1 270,-3 7 0,0-7-270,-1 5 90,0-9 90,-2 1 270,0-3-91,-3-1-179,-1-10-90,-2-8 90,3-4-90,1-5 0,2 0 0,0-2 0,-1-3 90,2-2-809,0-15 89,3 9 90,1-10-539,2 12-900,1 2-629,1 1 2608,0 4 0,-2 10 0,0 3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14.35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82 12570,'17'3'629,"0"-3"-449,-2-6 0,1-1-90,2 0 0,1-1-90,1-1 90,0 1-90,1-1 0,-2 1 90,-2 2-90,-1 0 0,-2 2-180,0 0-1799,1 2 1979,-3 3 0,-3-1 0,-5 3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14.60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9152,'3'16'2069,"1"-1"-1620,-2-1 1,0 3-90,1 1-90,0 3 0,1 2-1,0 1 1,0 3 0,1-3 0,-1 3 0,1-4-90,-1 1 90,0-1-91,1-2 91,-1-1-90,0-2 0,-1-1-90,0-2 180,0-1-360,0 1-9741,0-2 9792,1-9 1,-2 1 0,1-10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14.91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1 167 6273,'4'-18'1619,"0"1"-1079,2 0-270,0 1 180,1 0-270,0 1 179,1 1-269,-1 1 270,3 4-270,-2-3 180,2 5 0,2-3 0,1 7 0,3 5-270,-3 4 269,-2 4-269,-5 2 270,0 2-180,-2 1 90,1 2-180,-2 2 360,-3 7-90,1-5-180,-4 7 0,0-11 0,-1 1 89,-1-1 1,2-2 90,-4-2 0,3-1 270,-5-2 89,-2 1-179,-1-4-90,-3-2-270,0-7 0,3-3 0,2-5-180,4-1 0,0-3-180,1-3-180,2-2 1,1-3-1,2-2-450,1 0 1,1-1-630,2 1-720,1 0-629,0 2 2878,1 2 0,-3 10 0,-1 3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15.89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54 13199,'23'-1'180,"-1"0"-90,-5-4-90,2 0 90,0-1-90,2 1 0,-1-1 0,0 1 0,1 0 0,-3 0-180,-1 1-89,1 1-1530,-2 0-1170,-3 6 2969,-10 1 0,-2 2 0,-5-2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16.15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11041,'1'23'1709,"1"-5"-1349,2 5-91,0-5 91,1 4-90,1 1 0,-1 1 0,2 2-90,-1 0 89,-1 0-89,1 1 90,0-2-3482,-1 0 3392,0-1 0,-1-1-90,1-2 0,-2-2-90,0-2-90,-1-1-1529,2 2 1619,-2-3 0,5-13 0,1-6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16.48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1 159 7083,'2'-23'2249,"4"5"-1890,-3 2-89,4 5 90,-1 1-90,1-1 0,0 1-90,2 0 0,1 1-1,1 0 181,0 1-360,1 1 360,-1 1-360,1 2 270,0 0-90,5 2-90,-4 3 180,3 1-270,-6 4 269,0 1-269,-2 3 270,0 2-360,-1 2 270,0 3-270,-2 1 0,0 12 90,-3-7 0,0 8 0,-3-10 0,-1 0 0,-1-1 90,-1-1 0,-1-2 0,0-1 0,0-3 270,0-2 90,-2 1 89,-4-5-269,-3-2-180,-2-9 0,2-4-90,3-4 0,3-1-180,0-1 0,1-2-90,0 0 91,0-2-451,2-1-90,0 1 1,2 0-630,1 0-990,0 1-719,2 1 3058,1 1 0,0 7 0,0 3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17.33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 34 7982,'-15'3'5937,"11"-4"-5847,23-6 0,-3 0 0,15-2 0,-19 6-90,0 1 90,0-1 0,6 0-180,1 2-270,6 1-180,-2 4-809,-3 2-360,-1 3-2788,-5 0 4497,-3 2 0,-6-5 0,-3-3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17.59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 11041,'12'18'2608,"-1"3"-2158,-5-5-90,-2 2-90,-1-3 89,1 1-89,0 2 0,-1 1 0,1 0-90,-2 1 0,1 1-90,0 1 90,-1-1-90,0 1-90,0-1 89,0-1-178,-1-2-1,0-1-630,1-2-3751,-1 4 1772,0-4 2699,-1 2 0,0-8 0,-1-4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17.93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1 308 6183,'4'-22'1440,"2"-1"-811,0-1-179,3-2 90,-1 1-360,3 0-3123,-3 1 3123,5 1 270,-3 1-360,3 3-1999,-2 1 1909,0 3 360,1 1-360,-1 4 2538,1 1-2268,-1 3-360,6 3 450,-4 3 3032,3 3-3122,-5 4-180,-1 4 180,-1 3-270,0 3 270,-2 2-270,0 2 179,-2 3-179,-1 0 0,-2 1 90,-1 0 0,-2 0 0,-1 0 90,-2 0 90,-1-1 0,-1-3 0,-1-1 0,0-2 89,-1-3 91,0-2 360,0-3-181,-4 1-89,-1-6-270,-3-2-180,-1-9-180,6-3 0,1-5-180,4-1-180,2-1-179,0-3-271,2 0 91,2-2-631,0 1-359,2 0-3687,-1 2 5486,2-1 0,-1 9 0,0 2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24.69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1013 9062,'3'-15'989,"-2"1"-899,4-3 270,-2 1-90,2-3-270,1 1 180,1 4 0,1-2-90,-1 3 0,2-3-1,0 1 1,4 1 0,-3 0-180,1 2 90,0 0 0,-3 2 0,2 1 90,-2 2-90,2 1 0,-1 0 90,1 1-90,1-1 0,0 2 180,3-1 0,-2 1 0,4 1-90,0-2 0,0 3 0,1-2-90,-3 0 90,1 2 0,0-2-90,2 1 0,0 0 90,1-1-90,2 0 90,-1 0-90,1-1 90,0 1-90,1 1 90,1-1-90,-1 2 90,2-1-90,-1 2 359,0 0-359,0 1 180,-1 1-180,-1 1 180,0 2-3662,0-1 3572,15 7-180,-12-5 90,10 4 90,-17-2-90,0 0 0,-2 1 90,1-1-90,-1 2 3482,0 0-3392,1 1-90,6 4 90,-5-2-90,5 3 90,-6-4-90,0-1 0,0 0 90,-1 0-90,1-1 0,0 1 90,0 0-90,-1 0 0,2-2 90,-1 0-90,1-1 0,0 2 0,1-1 90,-1 2-90,1-2 0,-1 0 0,1 0 0,0-1 0,-1-1 0,1 0 0,-1-2 0,0 0 90,0-3-90,-1 1 0,5-2 0,-1-2 90,4-1-90,-3-2 0,-4-3 89,-2-3-89,-2-4 0,1-5 0,-3 3 0,-1-2 0,-3 5 0,1-2 0,0-1 0,-1 0 90,2-2-90,-2 1 0,3-2 0,-2 0 0,1-1 0,0 0 0,0-2 0,0 0 0,0 0 0,0 0 0,-2-1 0,2 1 0,0 0 0,0 1 0,1 2 0,0 0 0,0 1 0,0 1 0,1 1-90,0 1 90,0 1 0,0 0 0,1 2 0,0 2 0,-1-1 0,1 3 0,1 0 0,-1 0 0,2 2 0,-1-1 0,1 2 0,1 0 0,1-1 0,1 2 0,1 0-89,0 1 89,1-2 0,-1 3 0,2-2 0,-1 3 0,1 0 89,0 1-89,9-1 0,-5 2 0,6-1 0,-8 1 0,0 1 0,-1-1 90,1 1-90,0 2 0,1 0 90,-1 0-90,-1 2 180,24 12-90,-21-6-90,18 9 90,-25-7 0,-1 0 0,-1 1 0,0 4-90,0-2 90,-1 1-90,0 0 90,0 0-90,0 3 0,-1 0 90,0 0-90,0 1 90,0 1-90,5 9 0,-5-7 90,4 7-90,0 0 0,-4-6 90,4 6-90,6 9 90,-7-16-90,7 14 0,-10-20 0,0 0 270,1-2-360,-1 0 359,2-1-179,7 4-90,-4-4 180,7 1-270,-8-5 180,0-1-90,1-1 90,0 0-270,7-1 90,-5-2 90,6 0 0,-7-4-90,0-1 270,0-1-180,0-2-90,1-1 90,-2-2-90,1 1 90,1-3 0,0-1 0,0-2 0,0 0-90,-1-2 90,-1 0 0,1 0 0,0-1 0,0-1 0,-1-2-89,0 0-1,-1 1 90,1 0-90,-1-1 0,0-1 0,0-1 0,6-10 0,-4 6 0,3-9 0,1 0 90,-6 5 0,5-7-90,-6 9 90,-1 1 0,-1-1 0,1 0 0,-1 0 0,1-1 0,-1 1 0,0 1 0,1-1 0,6-7 0,-4 7 180,5-6-180,-6 11 90,0 2-90,1 0 0,7-6 90,4 0 0,0 0-180,0 3 180,-8 6-180,2 2 270,-1 0-360,2 0 360,-1 2-360,1 0 360,-1 1-270,1 1 180,0 0-180,0 1 180,1 1-180,-1 2 180,0 1-90,10 3-90,-9-4 270,8 5-270,-9-4 270,-2 4-270,1 0 270,-2 1-180,1 2 89,7 5 91,-6 0-180,5 3 180,-9-1-270,0 2 90,0 0-90,6 10 90,-6-5 0,4 8-90,-7-6 90,0 0 0,-1 1 0,0 1 0,-1 0 0,6 10 0,-5-7 0,5 8 0,-6-10 0,-1 0 0,2 0 0,-1 0 0,1 0 90,-1 0-90,14 21 90,-10-16-90,10 15 0,-11-21 0,-1-1 0,2 0 0,0-1 0,0 1 0,1-3 0,0 1 0,7 6 0,-4-7 0,6 6 0,-8-10 0,1 0 0,1-1 270,-1-2-360,2-1 270,-1-2-180,0 1 90,1-3-180,-1 0 180,10 1 0,-8-3-180,7-1 180,-9-2-180,0-1 270,0-1-360,0-1 360,0-2-270,9-4 0,-7 0 180,7-5-270,-8 3 270,0-2-270,0-2 180,0 1-180,0-3 0,1 0 0,0-1-89,10-11 179,-8 6 0,8-8 0,-11 10 90,0-3-90,0 1 90,0-1 0,-1-1-90,0 0 90,0-1 0,0 1 0,0-2 0,-1 1-90,1-1 90,10-11 0,-7 9 0,7-10 0,-9 14 90,1 0-180,-1 2 90,0 1 90,0 2 90,0 1-270,-1 2 180,9-3 90,-7 2-270,6-1 180,-9 5-180,1 2 180,-1 2-180,-1 0-270,18-4 360,-13 5-90,14-4 90,-18 8-90,1-1 90,-1 1-90,1 0 90,1 1 0,-1 0 0,2 2 0,-1-1 0,0 2-90,1 1 180,-1 0 180,1 2-90,10 3-180,-8-1 180,8 3-180,-11-1 270,0 2-270,0 1-90,1 2 180,-2 1-90,1 0 0,-1 2 90,18 17-90,-14-9 89,13 13-89,-19-14 0,-1 0 0,0 2 0,-1 0 0,1 1 0,-2 1 0,1 0 0,-1 1 0,0-1 0,-1 0 0,0-1 0,-1 1 0,1 0 0,-1-2 0,0 0 0,1-2 0,-1 0 0,0 0 90,0-1-90,0 0 180,-1-2-180,1 1-3302,-1-3 3212,0 1 270,0-2-270,1 0 180,-1-2-180,0 0-90,1-2 180,-1-1-90,0-1-89,9 3 3571,-6-5-3213,6 1-269,-6-4 270,0-3-90,7-1-180,-3-3 180,4-1-180,-6-2 180,1-2-180,0-1 180,-1-2-180,2-1 0,-1-2 0,0-1 1,9-9-1,-6 3 90,7-6 0,-9 5 0,1-1 0,0-2-90,-1 0 90,0-2 0,1 0 0,-1-2 0,-1-1 0,2 0 0,-2 0 0,1-1 0,-1 1 0,1 0 0,-1 0 0,1 2 0,-1-2 0,1 2 0,-1-1 180,2 2-180,-2 2 89,1 0-89,-1 3-179,1-1 179,1 3-90,-1 0 0,0 1 0,1 1 180,-1 2-180,1 0 90,0 0 270,1 2-360,0 1 359,19-6-358,-14 7 178,12-3-89,-16 9 90,-1 1-180,2 1 270,0 1-270,1 1 270,0 2-270,0 0 180,1 1-90,0 1 90,0 1-90,0 2 90,1 0-180,1 2 270,-1 1-270,1 1 270,0 0-270,0 2 270,1 1-360,-1 1 180,2 1-90,-2 1 90,1 2-90,9 8 90,-10-3-90,9 6 90,-12-7 0,-1 0 0,-1 0 0,0 1 0,-1 0 0,1 0-90,-1 1 90,1-1 0,-1 1 0,-1-1 0,1 1 0,-1-1 0,0 0 0,0-1 0,0-1 0,-1 0 0,1-2 0,-1 0 0,0-2 0,0-1 0,1 0 0,-1-2 0,-1 0 0,8 2 0,-7-4-90,5 2 0,-9-7 90,0 0-89,-1-1-91,-1-2 90,5 0-90,-1-4 90,4-2 90,-4-7 0,-4 1 0,-3-5 0,-3 2 0,-1-2 90,1-2-90,0-1 0,-2-3 0,2-1 0,-1-2 0,1 0 90,-1-1-90,1-1 0,1 1 90,-1-1-90,2 0 0,-1 1 0,2 0 0,0 1 0,0 2 0,0-2 90,1 3-90,0-2 0,0 4 0,0 1 0,0 2 0,1 0 0,-1 2 0,1 1 0,-1 0 180,1 2-180,0 2 89,-1 0-89,0 2 0,1 0 90,6 1 0,2 4-180,0 0 180,1 3-180,-7 0 0,1 3 90,0 0 0,1 3 0,1 0 0,0 1 0,10 7 0,-7-3 90,8 7-90,-8-7 0,1 2 0,1-1 0,1 2 90,0-1-90,1 2 0,0-1 0,0 0 90,2 2-90,-1 0 90,0 2 0,1 0 0,-2 2 0,0 1 0,0 0 0,-1 1 0,0 1-90,2-1 90,-2 1 0,3-1-90,-1 0 90,0-2 180,2-1-270,-1 0 269,0-2-358,0-2 358,1-1-359,-1-1 270,1-3-270,0 0 270,0-3-270,0-1 180,-1-2-180,1-1-90,10-2 90,-9-1-359,7-1-1,-13-1-449,-2-2-271,-1 1-1888,-2-1 3058,1 2 0,-9-1 0,-1 1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27.60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431 274 9152,'-15'12'2608,"0"-1"-1978,1-8 0,-2 1-91,-2-3-359,-1-1 90,2-2-90,2-1 0,2-1 0,1 0 90,-1-1-91,1 1 1,-2 1 180,0-1-180,-6 1 0,3 1-90,-3 1 0,4 2-90,3 1 90,-2 3-90,1 2 0,-1 5 0,-7 14-90,6-2 90,-4 12-180,8-5 180,1 1-180,2 28-90,6-22 360,2 20-360,6-30 0,4-3 91,1-1-1,2-3-270,7 3 270,-2-8 0,4 0 90,-4-10-90,-1-2 90,1-3 0,0-3 0,0-3 0,-1-3 90,0-3-89,5-14 89,-6 3 0,4-10 0,-9 6 89,-1-3 91,1-33 0,-5 21-90,1-27 0,-8 31 90,1-1-90,-4 0 90,1 1-3302,-7-15 3302,2 13 0,-2-7-2359,2 16 2359,1 6 0,0 1 0,2 3 90,0 4 89,0-3 1910,1 6-2269,2 10 3392,3 7-3392,6 13 0,1 1 0,1 3 0,1 4 0,0 1 0,2 3 0,5 13 0,-3-10 0,4 10 0,-6-14 0,1-1 0,-1-1 0,0-2-90,0-2-90,-1-1-90,0-2 360,-2-2-540,1-2 91,-2-1-91,-1-2-809,0-1-1440,1 0 2699,-1-2 0,-1-2 0,-2-3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28.22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0 576 8162,'23'-10'1979,"-1"-1"-1619,-7 3-90,1 0 0,-3 0 0,1 1-91,-1-2 1,2 0-90,-1-1 0,0 0 0,0 0 0,-1-1 0,0 0 0,-3 0-90,1 0 90,-3-1 270,-1 1-270,-1 0 90,-2-6 0,0-2 89,-3 1 181,-3-3-90,-5 4 270,1 2-451,-5 6-179,2 11 90,1 6-90,3 8 0,2 3 90,2 5-90,0 3 0,1 1 0,3 1 0,1 2 0,3-1 0,3 2 0,1-1 0,1 0 0,1-2 0,1-5-90,0-2 90,0-4 180,1-1-360,-1-2 0,-1-4 1,1-2 89,-1-1-270,0-4 270,5-4-90,-5-3 0,5-6 0,-7-2-180,2-4 1,-2-2-1,1-3-720,3-16 541,-5 8-1,2-12-90,-5 12 91,-3-2 89,1 0 0,-3 0 0,-1-2 91,-1 0-1,-1 0 180,-1-1 90,-1 0 0,-1 3 90,1-3 90,-1 2-90,0-2 180,1 4 0,0 2 0,1 3 180,0 2 269,1 4 541,-1-2 808,1 3-1618,6 13-90,0 5 450,16 38-451,-9-12-179,10 19 90,-9-16 0,0 2-90,0 1 0,0 1 90,0-1-90,0 1 0,0-1 0,0 0 0,-1-3 180,-1-1-270,1-4 269,-3 1-269,1-1 90,2 6 0,-3-9-270,2 5-539,-5-12-360,1 1-1710,-2-3 2789,-4 3 0,0-9 0,-4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28.37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20 371 7263,'-10'-19'1979,"2"-6"-1619,7 10-91,1-7 91,4 5-180,2-1 0,3-1 0,3-1-90,1-1 0,3 0-811,2-1 541,2 2-89,0-2-181,1 2-90,0 0-89,-1 2-721,0 2 1350,5-2 0,-13 10 0,2-1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28.60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0 246 6183,'11'30'2519,"-5"-12"-1260,6 10 1170,-7-17-1799,2-7-361,-5-10 361,2-22-450,-5 7-90,4-10 0,-2 11 0,2-3 0,-1-2-180,2 0 180,-1 0-450,3 2-180,-1 1-269,1 1-91,0 3-269,0 2-900,1 3 2069,1 3 0,-4 4 0,-1 3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29.69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0 995 9781,'3'-26'2519,"0"7"-2249,4-7 180,-1 8-271,4-2 181,-1-1-360,1-1 0,0-2 0,2 1 0,0-1-90,0-1 90,-1 1-90,2-8 0,-4 11 90,1-6 0,-4 13 90,-1-2 270,-4 2-90,-3 2-180,-5 8 270,-3 6-270,1 8-90,-4 13 90,0 12-90,-4 15 90,4-5-90,4-1 0,5-12 90,2 0-90,1-2 0,2 0 89,2-2-89,3 8 0,0-10-89,3 4 89,-1-12 179,0-3-358,1-3 179,2-3-540,-1-2 90,13-6 180,-8-3 0,10-7 1,-11-3-1,-1-3 90,-1-2 0,1-3 0,-2-2 0,-1-2 90,1-2-90,-2-17 90,-1 9 0,-3-15 90,-3 13 0,-1 1 180,-1-9 0,-1 14 0,0-5 180,-1 16 0,0-1-180,-1 5-90,2 10-90,1 7 89,2 14-89,2 2 0,-1 3 90,1 3 180,1 2-360,-1 1 90,1 0 0,1-1-90,-1-1 90,1 0 270,-1-3-360,-1 0 180,1 3-90,0-8 180,0 4-270,0-10-180,2-14 360,-3-2-180,1-15 0,-3 3 90,0-3-90,1-2 90,1-2-90,-1-1 90,1 0 90,0 0-90,-1 1 0,2 3 0,-2 4 90,1 3 0,3-1 0,0 6 0,5 6 90,-2 6 90,3 13-270,-5-1 0,3 7 0,0 4 0,-2-7 0,2 7 0,-3-12-180,1 1 90,-1-4-180,1 0 270,0-2-629,0-2-91,3-3 270,2-6 180,0-3-449,0-6 179,-2-3-719,12-23 989,-8 10 0,8-17 90,-12 17 90,-1-1 0,-3-1 90,0-1 90,-1-17 90,-3 11 90,-1-12 0,-3 16 0,-1 2 180,-2 3-1,1 4 181,-1 3 2428,-2-1-2878,-1 21-90,0 1 180,-4 39-180,5-6 0,-4 14-90,5-9 90,0 0-90,0 1 0,1-1 90,1-3-90,0-1 0,1-3 0,1-1 0,1-3 0,0-3-90,1-4 0,1-2 0,-3-5-90,3 0-90,0-3 270,9-7-90,-3-4 90,5-10 180,-6-4-270,1-4 270,0-4-360,5-17 180,-5 5-90,2-14-196,-5 8 196,-2-3 90,-1-5-1649,-5-1 1,-1-3 1738,-1-14 0,-1 13 0,0 2-268,-3-1 448,0 5 0,-1 5 90,-1 6 269,1 7-180,0 5 3075,1 5-3074,2 5 542,-1 2-902,1 16 145,2 1-145,3 18-90,3 1 0,2 4 90,1 5-90,3 2 0,1 3 0,2 1 90,0 2-180,0 0 180,1-1-180,0 0 0,-1-1-180,0-3 0,0 0-179,-2-4-1,-1-1-360,4 6 91,-3-12-181,5 5-89,-5-15-1,-2-2-989,1-2 1979,2-1 0,-4-6 0,0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30.04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0 323 8252,'4'-10'3418,"7"3"-2968,2 5-270,9 1-90,-7 0 90,3-1-90,-4-1 0,0-2 0,0-1-90,0-2 90,1-1-90,-1-3 0,-1 0 90,0-2-90,-1-1 0,-2-1 0,-1-2 0,-2 0 90,-1-1-90,-2-1 0,-1 0 0,-2 1 89,-2 0 1,-1 1 90,-1 4 270,-1 0 360,-3 1-541,-2 6-179,-1 11 0,-1 9 0,3 13 0,-2 19-248,4-7 158,0 16 0,5-12 90,1-2-90,2 1 0,2-3 0,1-1 0,0-4 0,2-1 0,-1-5-90,2-3 0,-1-4-90,2-4-89,-2-3-181,2-4 90,3-3-180,-1-6-89,3-6-1,-2-6-90,1-5 91,1-3 67,2-4-247,1-3-720,1-4-360,1-3 1889,-1-1 0,0-4 0,-1 1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30.46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86 529 8252,'-13'15'1709,"0"2"-1169,6 3-90,-1 3-4342,1 5 4252,0 2 283,1 3-283,0 1 0,1 2-91,0 0 1,2-1 0,0 0-90,1-4-90,1 0 90,2-5 3016,-1-2-3106,3-3-90,-1-3 90,2-4 1042,4 0-1222,10-10 90,-5-3 0,9-11 180,-11-5-270,5-5 270,-2-3-270,3-6 0,-5-2-90,7-24 180,-7 10-90,2-16 90,-7 13-448,-3-2 718,-2-3-360,-4-3 0,-1-3 0,-3-3-607,-2-1 697,-1 0 0,-1 2 90,-2 6 90,-1 7 140,0 7-140,0 8 359,2 7-359,2 6-90,0 5 410,2 3-410,0 15 898,3 5-988,1 17-3245,4 3 3245,2 7 90,2 5-44,2 5 133,4 3 1,2 2-372,2 4 371,1 0-181,1 2 272,1 0 2378,0 0-2558,2-2 90,0-2-90,2-3 0,-3-2 0,0-4-80,-2-3-10,0-4 0,-1-4-179,-2-5 414,-1-3-594,-1-5 178,-1-3-988,-2-4 503,3-2-1492,-2-7 772,2-9-863,-5-5-719,-3-6 2968,-2 1 0,-2 7 0,0 1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31.94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260 406 7892,'-17'-17'2339,"2"2"-1619,2 6-1,1 2-89,-1 2-90,0-1-91,0 2 1,-2-1-90,1 2 0,-1 1-90,1 3-1,0 0 1,1 3-90,0 0-90,1 2 90,1 2-180,1 2 90,0 3-3392,0 11 3392,4-4-180,0 9 90,6-7-90,2 1-90,2-2 90,2 1-90,2-2 3392,2 0-3392,1-2 1,1-2-1,2-1 0,-1-4 270,1-1-270,0-3 0,-1-1 180,5-4-180,-5-3 180,3-4-180,-5-3 0,-1-4 90,0-2 180,-2-4-180,-1-3 180,-2-2-270,-1-3 180,-1-1-90,-2-2 0,-2-1 90,-1-2-90,-3-2 90,-1-1 0,-2-1-3302,0-2 3302,-3 0-177,1-1 267,-2 0 60,-1 3 30,2 4 0,-2 4 0,4 5 0,1 5 3514,-2-3-3604,5 20 308,3-1-398,6 22 0,4 3 0,2 7 0,2 3 0,1 4 0,2 2 0,1 0-193,0 3 193,2-3 0,-2 2 0,15 24-90,-10-25 0,11 19 0,-14-33-90,0-3 180,-2-3-270,-1-2-90,-2-4-269,-2-1-361,0-3 630,1-8 181,-6-10 89,-2-7 0,-8-7 0,0 1 0,1-3 0,0-3 0,0-3 330,0-1-330,-1-3 90,1 2 0,0-2 0,0 2 0,1 2 90,0 3 90,0 4 449,1 0-449,9 20-90,-1 1 0,7 22 0,-3 2 0,2 2-90,1 3 180,8 13 90,-5-9-270,7 9 180,-7-14-180,0-1 0,0-4-90,-1-1 90,-1-4-90,5 2-270,-7-8-270,8 1 180,-8-10-539,-1-4-990,-3-7-629,-4-3 2608,-2-5 0,0 8 0,-3 1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32.08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 34 8252,'-5'-16'3148,"8"5"-3687,6 5-181,6 5-179,1 5-630,-2-2-270,0 1 1799,0-1 0,-7-1 0,-1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32.37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75 24 8252,'-15'-15'3688,"-1"6"-3328,5 11 0,0 10-90,5 6 269,0 8-359,1 4 270,2 5-270,1 4-90,3 4 90,1 3 0,3 5-723,2 2 723,3 2-2766,8 27 2856,-3-19-90,6 21-233,-5-28 143,0-2 89,2-1-89,0-2 0,-1-1-2160,1-4 2160,0 0-90,-1-1-326,-1-3 326,-2-1 1481,-1-3-1571,-1-2-70,-2-1-200,0-2-629,0 10 89,-3-14 2741,0 8-3100,-5-17-2069,-1-2 3686,-4 0 0,1-9 1,-1-1-1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32.66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82 97 7533,'-10'-21'2968,"1"1"-2069,0 4 1,1 3 449,1 3 360,-2 0-1259,-1 4-270,1 10 0,2 6-90,4 13 0,2 3 0,1 5 0,2 3 0,2 4-90,2 2 89,1 2 1,3 2-90,1 1-263,3 2 352,1-1 1,1 2-90,2-2 0,1 0 0,0-1 90,0-2-180,0 0-3184,-1-4 3184,0-1-90,-2-3-996,0-2 727,-3-3-91,0-2 90,-3-3-245,0-3-205,-2-3 91,-2-2 809,-1-3 0,-3-6 0,0-3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32.84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38 315 6993,'-13'-6'2788,"0"0"-629,1 1-1889,13-3-90,2 2-90,14-4 0,2 2 0,3-3-90,2-3-3482,3-3 3212,2-1-180,1-2-300,1-2 120,0-1-317,0 1 48,-2-2-450,-1 3-270,-4 0 1619,-1 3 0,-2 0 0,-2 2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33.32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0 282 6094,'5'23'899,"1"-2"-359,2 2-91,-1-8 1,6 2-180,-1-12-90,1-3 0,0-8 0,-4-4 0,4-4-90,-3-3 89,3-4-89,-3-3 90,-2-3-90,0 0 90,-2 0 90,-1 0 0,-2 1 90,-2 2-91,-1 3 91,-1 1 270,-1 4 269,-2 0-809,-3 12-90,2 6 0,-1 13-90,5 7 0,1 3 1,2 3-1,0 1 0,3 1-90,1 0 0,3-1 90,0-1 0,3-2-90,-1-3 180,1-2-180,-1-4 180,0-3-270,-2-4 360,2-2 180,-1-7-180,2-10 0,-5-4 360,3-33-270,-4 18-90,-1-19 89,-2 20-89,-3 0 0,1 3 0,0 1-90,2-4-90,1 5-90,2 1 1,2 12 89,1 10-90,0 5 90,0 7 0,0 0-90,0 5 180,0 0-90,0 1 90,-2 0-90,0-1 90,0-1 90,-1-3 1169,0 0-1079,-1-14-270,-3-21-270,0-4-809,-4-28 360,1 23-361,0-10-629,0 13 1799,0-8 0,0 19 0,1-3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33.89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0 353 6183,'18'-12'2339,"-5"1"-1889,0-5 0,-5 2-91,-1-1-89,0-2 0,-2-1-90,0 0 0,-1-1 90,-2 0 0,0-2-91,-3 2 91,-2 3-180,-4 13-90,0 6 90,0 10-90,2 3 0,1 4 0,2 2 0,0 3 0,3 2 0,1 1-90,4 10 0,1-10 0,2 4 0,1-14 0,-1-2 1,1-4-1,0-3 90,3-3 0,-2-5 0,2-7 90,-2-4-90,-3-6 89,-1-1 91,5-17-90,-4 8 90,2-12-90,-3 10 90,-2 2 0,-1 0 0,0 0 180,-1 1-270,0 2 0,-1 2-90,1 4 0,-1 0 0,7 13 0,-3 2 0,4 14 0,-3 3 0,0 2 0,-1 2 0,1 0 0,2 5-90,1-1 90,2 0 90,-2-7 0,0-14 89,-3-12-89,1-5-90,-3-9 360,1 3-360,-1-2 0,2-11 0,-1 8 0,3-14 0,-4 20 0,1-4 0,0 11 90,4 7 180,7 14-90,-2 3-270,2 14 90,-6-6-90,1 1 90,1 1 0,-2 1 0,3-3-180,2 6 90,-2-9-180,3 2-359,-7-10-361,3-2-809,2-14 810,-2-1-450,0-12-360,-7 1 1799,0-2 0,1-1 0,-1-2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34.24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45 29 6363,'-4'-13'5487,"0"0"-5037,0 11-180,0 4 0,0 14 0,0 4-1,1 5-89,-1 3 0,0 3 0,0 1-90,0 1 0,5 0 0,-4-1 0,6 1 0,-4-5-90,8 0 270,-4-3-360,5-4-90,-3 1 0,2-7-90,2-3-90,1-2 0,1-4 1,2-3 89,2-3-180,2-5 0,2-3 1,1-5 269,2-3-360,0-4 180,0-2 90,0-3 90,-1-1 1,-1-3 89,-2-1 180,-1 0 89,-4-1 91,-2 3 270,-3 1 0,-2 3 89,-3 3 721,-1 3 538,-4-2-628,0 5-990,1 10-1,1 7 1,3 12-90,1 2-90,2 3 270,2 11-270,1-5 0,2 6-90,-1-10 90,1-1-90,-1-1-90,2-2 0,-1-2-180,1-2-180,-2-2-269,1-2-1170,-2-2-630,3-3-3417,1-5 5936,-3-9 0,-3 3 0,-4-3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34.39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 45 9152,'-2'-23'2069,"6"7"-2069,8 11-360,2 5-90,1 5-359,-3 2-811,0 3-448,-2 2 2068,-1 2 0,-4-6 0,-2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35.15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1 441 7803,'7'21'1978,"-1"-2"-1438,0-3-180,0 1 0,0 0-90,0 1-91,0 1 1,0-2 0,0-1 0,-1-2-180,1 2 90,0-4-90,2-6 90,-3-14-90,0-6 90,-3-10-90,1 2 90,0-4-90,2-2 0,0-2 0,2-2 0,1 2 0,0 0 0,2 3-90,1 2 90,1 2-90,0 4 90,0 5-90,1 3 0,0 4 90,4 7 0,-4 4 0,3 6-90,-5 4 180,-1 1-180,0 3 180,-2 0-90,0 0 180,-2-1 180,-1 0 359,0-1 2070,-3 0-2160,-5-9-269,-2-6-90,-4-14-180,3-6-180,4-11-90,3 7 0,3-4-90,1 12 1,2 1 179,2 1-1350,19-5 811,-11 10 539,19-3-180,-21 12 180,3 3 0,-7 0-90,-1 1 90,3 2 1529,-2-1-1259,-5-10 90,-4 0-90,-8-11 90,-1 4-90,-1-1 0,0-1 0,0-2 90,0-1-181,1 0 91,0-1-90,2-1 0,2-1 0,2 0-90,3 0 0,1 1 0,2 1 0,3 2 0,0 2 0,3 3 0,2 2 0,2 3-90,3 4 90,1 3-90,2 3-90,24 23 180,-15-5-90,19 20 90,-22-9-358,-2 4 268,0 6 90,-2 5 90,6 26-90,-9-14-803,3 17 893,-12-20-90,-5-2-353,-5 2 443,-6-1-2471,-11 20 2831,-1-21 89,-9 11 208,4-30-207,-1-6 0,-1-7 523,2-7-613,0-7 312,1-6-492,1-7 89,0-7 3213,1-6-3302,3-7 180,1-5-360,4-6-90,3-6 90,6-4-180,15-30 0,5 14-1075,17-22 985,4 21-2628,10 0 2448,8 1-270,9 2-295,6 3-1054,4 11 0,3 1 900,-30 17 0,2 2-1739,29-14 1,-2 4-2368,4 9 5185,-4 5 0,-4 7 0,-4 5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41.88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64 932 6903,'-16'4'3058,"3"1"-1169,-3-1 0,3-1-1529,8-12 90,6 1-270,12-12 179,4 0-179,4-5 90,5-6-180,3-6 270,5-4-450,3-5-278,5-4 368,3-3-1100,4-1 1100,4-1-90,1-1 90,2 2-180,-1 1 0,1 4-1416,-5 3 1237,-2 4-1,-3 5-90,-5 4 0,-3 4 235,-5 5-325,-4 3-180,-4 4 184,2-1-2342,-10 8 2878,4 2 0,-15 7 0,1 2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42.07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0 161 6543,'17'-8'1529,"0"-2"-1079,-3-1-90,3-2 0,1 0-90,-2-2 89,2 2 1,-1-1-90,2 2-90,-2-1 90,-1 3-90,-3 2 269,-1 0 271,0 1-1620,-2 1-359,-7 11-630,-3 1-449,-10 9 2338,1 0 0,3-7 0,1-2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43.94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235 3 7173,'-21'-3'2698,"4"3"-2068,-2 7-90,5 4-1,-2 2-89,-1 4 0,0 3 0,-1 3-91,2 1 1,-1 0 0,3 2-180,0 0-3302,3 0 3302,3-1-338,-1 0 248,6-1 0,0-2 0,5-2 0,3-2-90,3-2 3314,2 0-3224,3-2-90,13 3 90,-4-4 415,8 0-505,-5-2 0,0-3 0,3 3 90,-1 0-90,0 0-90,12 10 180,-12-5-90,7 8 0,-14-5 0,-2 4 0,-2 2 0,-3 3 90,-3 3 180,-4 16-180,-4-7 90,-4 8-1057,-3-13 1057,-3-2-180,-2-1 90,-1-1 0,0-2-450,-7 8 1,4-12-91,-3 3 90,5-14-1349,2-3-720,-4-3 271,2-12-721,0-2 3120,2-14 1,6-4 0,2-4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44.17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10 7443,'9'-8'3238,"-3"6"-2608,4 13-91,-2 7-179,1 6 90,1 5-90,1 4-91,1 4 91,2 2-887,0 1 796,1 1-179,1 1 90,0-1-90,1 0 0,0-2-90,-1-2 90,0-3 90,0-2-270,0-3-180,-1-2-90,-1-3-179,-1-3-91,-1-2-179,-1-2 617,-2-3-2687,-1 0 2879,-1 1 0,-4-7 0,0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44.80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1 968 6094,'5'-20'989,"1"-1"-719,1-1 180,2-1-271,2 0 181,1-1-270,3-1 180,0-1-360,3-2 90,1-1-90,0-1-90,1 0 90,-1 0-180,1 0 91,-2 1-1,0 2 90,-3 2 0,-1 2 0,-2 2 180,-2 4 359,-2 2 1350,-2 2-1529,-8 10 90,1 4 0,-8 14 0,2 5-90,0 3 269,0 3-359,0 2 270,2 0-360,1 1 270,0 0-360,1 0 0,3-1 0,1-2 0,3-2 0,-1-4-90,3-1 0,0-4 0,2-2-180,1-3-90,1-4 180,7-4 0,-2-5 0,4-5 90,-5-5 1,0-3-91,-2-3 180,1-3-90,-2-3 90,-2-1 0,0 0 90,-2-13 90,-2 10 89,-1-7 361,-4 15 629,0-1-359,1 5-720,0 15-90,2 6 0,1 18-90,2-1 90,6 11-90,-2-7 0,5 7 0,-3-11 0,-1-1-90,1-5-90,1 1 0,4-2-450,-4-3 270,9-2 1,-10-9-91,4-5 180,-6-4-360,0-6-539,3-14 449,-5 3 181,2-12 179,-6 8 0,-2-2 180,-2-2 0,-2-2 90,-2 0 180,-8-20 0,0 12 90,-6-17 0,2 19 90,-2-2-68,-1 4 248,0 1 89,2 6 451,-3-3-630,7 14 269,-1-2 91,7 13-540,5 11 90,7 13-181,5 7 1,6 11 0,-1-4-90,4 3 90,-2 2-90,4 1-3054,13 30 3054,-11-22 270,13 24-653,-17-31 473,-1 0-295,0-1 115,-2-2-450,-1-2-180,-1 1-89,-2-4 3503,-2 0-3773,-1-3-374,-2-2 1453,-2-3 0,-3-8 0,-1-3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45.15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93 379 6273,'-20'-13'1979,"2"-2"-1349,2 4-90,4 0 359,2 3-359,1-1-270,4-3-90,2 0-1,7-3-89,4 1 0,4-1-90,3-2 0,2-1-90,3-1-90,1-2 1,2 0-181,0 0 0,-1 1-90,2 1 1,-3 1-1,1 2 0,-2 2 0,-1 3 90,-2 2 1,-2 1-181,-1 2 360,2 1 270,-1 5 0,1 3 90,-6 4 0,-3 4 90,-3 0 89,0 3 1,1 1-90,-1 2 90,2 2-90,0 1 0,2 1 89,-1 2-89,2 0 90,1 1 90,1-1-1,1 0 91,0-1-270,2 0 180,0-2-270,1 0 179,1-3-359,0-1 360,-1-2-360,-1-1 270,0-3-180,-2-1-270,2 0-1259,-1-2-2699,1-1 1890,-9-13 2248,-3 0 0,-5-5 0,1 6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45.30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32 85 6993,'-7'-15'2339,"-3"1"-1530,4-1-359,-2 1-360,7 0-360,5 5-629,7 5-1170,3 7 540,2 4 1529,-2 2 0,-6-4 0,-4-2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45.60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25 9602,'17'-13'539,"-2"1"-449,11 14 0,-6 2-90,9 4 90,-7 3-90,1 2 0,0 3 90,-1 3 0,0 1 90,-3 2-90,0 1 90,-3 0 0,-1 0 89,-2-1-89,-4 0 90,-2-1 630,-6 12-541,-1-14-89,-6 9 0,0-17 450,0-2-271,-7-2-89,-7-7-270,3-2 90,-4-7-180,9-1 0,-1-1-90,1-3-90,1-2-359,-4-12-1,5 6-180,-4-9-89,7 9-91,0-2-89,2 2-91,2-2-539,1 3-539,2 0 2158,0 1 0,2 10 0,-2 2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45.95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0 12840,'14'16'989,"5"9"-899,-7-6-90,5 7 0,2 3-180,-5-6 0,4 7 0,-8-11-89,1-1-1,-3-2-360,0 0-449,0-5 989,-1-8-90,-2-5 180,-4-11 0,-4-4 90,-4-13 0,1 5 90,-1-8-1,1 10 1,2 2 180,0 3 90,1-1-180,4 3-90,6 7-90,2 5 90,6 10-91,0 3 91,20 21-180,-11-10-90,14 13 0,-17-15-179,0-1-91,-1-1 90,0-2-90,0-3-90,-2-2-89,0-2-91,-2-5 0,0-3 181,-3-5-1,-1-5 0,-1-3 0,-1-4-89,-3-4 179,-1-1-180,-3-3 540,-2 0 0,-1-2 0,-1 1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46.95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162 1019 6903,'-14'-36'810,"0"1"-361,-3 2 1,0 2 0,0 2 90,1 5 89,2 4 1,3 4 539,0 5-359,1 2-720,1 7 90,2 7-91,3 9 1,4 6-90,2 4 360,0 3-360,4 2 180,1 1-270,-1 1-3392,4 0 3392,-2-1 0,5-2 0,-2-2-90,2-3 1,-2-2-361,4 3 0,-3-10 3482,4 3-3121,-6-15-271,3-11 270,-5-6 270,-2-10-270,-3 0-90,-1-2 450,-4-16-360,0 8-3212,-2-12 3392,-2 9 0,0 3 90,-2-1 0,0 7 90,0 3-90,3 5 90,0 5 90,1 1-180,6 16 3391,1 3-3481,7 16 360,-1 3-360,3 4 180,1 3-180,1 1-90,0 2 90,2 0-90,6 10 0,-5-11 90,4 6 0,-9-16 0,-1-4 0,-1-4 270,-1-1-270,-1-13 270,-3-3-270,-2-13 0,-5-4 90,-1-2 0,0-3-90,0-1 360,0-2-360,-1 0 270,-1-2-360,0 0 90,1 1 0,0 0-90,2 4 90,1 3-180,2-2 180,5 7-90,4 3 90,2 10 180,1 8-270,-1 5 270,1 3-270,0 3 270,0 1-360,-1 0 360,0 0-270,-1-3 180,0 0-90,-3-2 180,1-1-180,-3-11 359,-3-10-89,-5-14-360,-3-2 360,0-3-360,-1 6 270,2-1-180,-1 0 180,0 0-180,3 0 180,-3 2-270,3 1 90,-2 5-90,0-1-90,6 5 90,3 8 270,5 7-270,2 11 270,-1 3-270,7 15-90,-4-4 270,6 9-360,3 10 360,-7-18-270,6 13 270,-11-25-180,-2-2-90,0-3 540,-1-2 0,-1-8-270,-2-9 90,-3-7-90,-4-7-3302,-2-9 3302,0 7-1,-2-10 1,1 10-90,-1-1 0,0 1 90,0 1-90,0 2 0,2 3 3212,0 0-3212,9 11-89,0 4 89,8 12-180,8 17 90,-5-3 0,7 10 0,-7-7 0,1 0 0,1-1-90,-1-2 0,13 10 270,-11-15-180,7 6 0,-12-19 270,-5-6-180,0-7 180,-4-6-90,-1-22 0,-3 3 90,0-14 0,-2 6-313,-1-1 313,-2-5-1,0-1 1,-3-2 90,0-1-90,-2 0 0,-1 1 0,0 1 90,-1 2 0,1 5-1,2 5-89,0 5 90,2 7-90,3 5 0,0 1 0,8 12-90,1 3 313,9 13-403,1 6 90,2 5 0,2 6-90,2 7 89,1 5-576,1 7 577,-1 4-90,1 7 0,0 4 90,-2 4-242,0 3 242,-2 0-841,0 0 931,-2-2 0,1-3 0,-1-3-129,1-6 39,-2-5 90,1-3-90,0-7 0,-2-2 0,1-8 0,-2-6-90,-1-4 309,1-6-309,-1-3 859,1-6-859,0-5-189,7-15-621,-4-1 1,6-12-361,-6 1-808,2-2-1620,-1-2-1619,1-1 5217,-3 2 0,-1 2 0,-2 3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47.78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255 529 6453,'-10'-17'2339,"1"1"-1529,-1 2-91,1 2 271,0 3-361,0 1 271,-1 2-451,-8 4-89,4 3-90,-6 6 0,4 4 0,-2 4-90,2 7-90,-1 3 89,3 7-89,0 3-90,1 2 90,3 2-90,1-1 90,3-1-90,3-1 0,3-3 0,2-1-180,3-3 90,3-3-89,3-4-1,1-4 0,2-4-90,3-5-90,10-7 90,-5-8 360,8-8-360,-9-6 91,-1-6-1,1-6 0,-3-4 90,0-4-1402,-3-3 1402,-4-3 180,-4-1 0,-4-3 89,-5 0 1,-4-3 0,-5-2-507,-3 0 596,-5-2 1,-2 2 90,-2 1 90,0 6 0,1 5 21,2 7 68,3 6-1774,2 7 1595,1 4 180,4 5-180,-1 2-270,8 20 483,3 2-573,8 20 90,5 0-90,4 5 90,4 4-330,3 2 240,4 4 90,1 1-90,2 1-90,18 23-90,-12-18-179,13 15-376,-16-24 105,-1-2-269,-1-3-181,-2-4-89,-1-3 90,-3-3-450,-2-4-526,-2-4-913,-3-5 2968,-2-6 0,-7-4 0,-4-3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48.30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97 856 7083,'-21'-42'2788,"2"2"-1798,2 8-91,3 6-89,4 5 269,2 4-179,0 2-630,10 17-181,-1 2 91,11 17-90,-1 2-90,3 2 0,1 3-90,2 2 0,7 9 180,-5-7-270,6 4 1,-8-13-91,-1-3 0,-2-4 0,0-2-270,-3-5 181,3-2 269,-4-11-90,-1-5 180,-4-9-90,-5-3 90,-3-15 0,-1 5 0,-4-12 90,1 10 0,-2 2 90,0-1-90,0 4 89,1 3 1,0 4 0,3 4 90,0 1-180,12 15-90,-1 2 0,12 14 90,-2 3-90,3 2 0,2 1 0,1 1-90,1-1 90,-1-2-90,1-1 270,0-3-360,0-2 180,0-3-270,-1-3 180,-3-3-180,-1-4 180,-1-4-269,-2-5-1,-1-4-90,-1-4 90,-2-5 1,-2-4 89,-2-3 0,-3-3 360,-1-2-270,-4-3-3122,-2-1 3212,-3-2 0,-2-1-118,-2-2 298,-4 0-90,-1-2 90,-4-1 90,-1-1 0,0 0 90,-2 2 90,2 2 90,1 6-91,3 5-89,4 8 0,2 4 450,2 5-541,6 14 3201,6 7-3290,6 16 0,4 5-1,2 7 1,3 4-90,2 5 90,2 3-90,1 3-235,1 2 235,1-2 0,-1 4 0,0-4-180,-2 1 0,0-5 180,-3-2-180,-1-3-269,-1-1-181,-2-3-179,-2-3 179,-3-5-449,-3-5-1530,-1-3 2609,-3-4 0,-2-7 0,0-4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48.43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172 527 6183,'-29'-47'1440,"2"0"-1880,1 0 889,3 1 1,3 3-90,3 3-90,4 3-90,4 4 0,3 3 287,4 3-377,4 3-90,5 1 57,3 4-327,4 1 180,2 4-449,3 3-1,4 2-269,0 3 274,2 2-454,0 3 989,2 1 0,0 3 0,2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48.78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167 6 6363,'-16'-3'2969,"-2"1"-1980,0 2-89,0 1-181,0 5-89,1 1-180,1 4-1,1 3-179,3 6 180,2 17-270,6-4 0,-1 11-90,9-12-90,1 0 0,5-2-180,4 0 0,2-4-90,12 5 90,-4-12-270,8 3 1,-8-14-91,0-3 90,0-6 0,-2-4 1,-2-5-271,5-14 450,-7-9 180,-2-2 180,-8-2 90,-10 8 90,-2 0 0,-3-1 180,-3 0-91,-3 1 91,-1 1 90,0 2-90,0 6 89,1 2 361,2 6-91,-1 1-629,5 15 0,3 2 0,8 16-90,6 0 0,3 3 0,5 1 0,1 0 0,4 0-90,2-1-90,1-3 90,1-2-180,0-3-90,-1-4-90,-1-2 90,-1-5-269,-3-2-91,-2-5-179,-2-2-181,-3-6-179,-2-2-91,-3-3-359,-2-4-539,-5-1 2158,-1 0 0,-2 7 0,0 4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49.33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281 92 7263,'-4'-17'5127,"0"0"-3778,-1 1 0,-4 1-269,-1 2-181,-4 4-629,-2 4 0,2 6-90,-1 3-90,3 4-90,0 3-180,-1 3-180,-2 6-270,0 3-269,0 3-360,0 2-360,1 2-1350,-1 1-1078,-1 0 4047,1-2 0,-1-1 0,-1-1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56.37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577 575 8342,'-17'4'7646,"1"1"-7376,10-8-90,11-1 89,10-8-89,8-1 90,1 0 0,3-3 0,3-3-90,4-1-4252,2 0 4252,4 0-90,2 1 760,1 1-760,2 2 90,3 1-90,1 2 90,0 1-90,2 2 0,1 0 0,1 1-391,2 1 391,1-1 0,2 1-90,0-2 90,1 0 0,0-2-90,28-6 0,-20 3 2291,20-7-2291,-27 6 0,-1 0-322,-2 0 322,0 0 90,-3 0-90,20-4 0,-19 6 0,12-4 0,-23 10 0,-4 0 0,-2 3 493,-3 0-493,-2 3 0,-4 0 0,-1 1 0,-2 2 0,-1 0 0,-3 0 0,-1 1 923,0 1-923,-2 0 0,9 1 0,-8-1 660,7 0-660,-10-1 17,7 0-17,-2-1 0,6-1 0,11-2 0,-7-1 0,13-2 0,-12 2 0,3-3 0,0 1 0,1 0-90,1 1 0,0 0 0,1 0 90,0 0-90,1 0 0,-1-1 90,1 2-90,-5-1 90,3 1 0,-4 0-90,3 1 90,-2 0 0,0 1 0,-3 1 0,0 0 0,-1 0-90,-1 1 90,0 0-3392,-1 0 3392,-1 0-126,-1 2 126,1-3 0,0 2 0,0-1 0,1 0 0,-1-1 3330,-1 1-3240,1 0-90,0-1 0,0 1 188,-1 1-188,0-1 0,0 1 0,-2 0 0,-1 0 0,-1 0 0,-2 1 0,-1-1 0,-1 2 0,-2-2 0,-2 1 0,-2 0 0,-1 0 0,4 3-90,-4-1 180,4 3 90,-6-1-90,-2 4 0,-2 2 0,-2 3 0,-2-2 0,0 7-90,-4-1 90,2 8-90,-2-4 0,-1-1 0,2-4 0,-2-1 90,4 20-90,-1-13 0,1 16 89,-1-18-89,1 1 0,1 1 90,-1 0-90,1 3-3392,0 0 3482,0 1 0,1 2-859,0 1 859,0 1-1,1 2-89,-3 1 89,3 1 1,-2 2 0,3 1 0,-1 0-90,1 2 180,0 0-180,0 0 360,0 1-360,0 0 0,0-1 90,1 2-90,-1 0-90,0 1-1311,0 0 1491,0 0-780,0 1 780,-1-1-90,0 2 0,1 0 90,-1 1-90,0 22 90,-1-15 1723,2 16-1813,-2-21 269,-2-1-179,0 22-180,-2-15 153,1 15-153,0-22 0,0 0 676,-1 0-586,0-1 0,1 1-90,-1 35 0,1-32 90,0 28 0,1-43 0,-1 0 0,1-3 0,0-2 0,0-1 0,0-3 375,1-1-375,0 17 270,0-17 2886,1 12-2976,-1-23 351,0 4-261,-1-3-180,0 4 0,0-3 0,-2-3-270,-2-2 270,-4-1-90,-2-3 180,-6 2-360,2-4 360,-2 0-180,-6 0-180,3-2 90,-18 3 270,11-4-360,-11 2 270,7-2-270,-2 0 270,-4-1-270,-1 1 270,-3-1-180,-2 1-90,-2 0-218,-2 0 488,-2 2-180,-2-1 180,-2 0-180,-1 1-90,-2-1-45,-14 1 0,-3 0 45,-11 0-535,8-1 1,2-1 714,6-1 0,0-2-722,0 1 902,2-2-270,3-2 0,-2 1 90,-16-2 0,16 1 0,2-1-90,-4-1 90,-1-1 0,0-1-90,-30-4 90,22 1-957,-21-2 957,30 3 0,-1-1 0,1-1 0,0 0-90,1-1 90,4 1 0,0-1 0,-17-2 0,16 3 0,2-1 0,-3 1 0,0-1 0,2 1 0,0 0 0,3 1 0,1-1 0,1 2 0,3-1 218,-1 2-218,3-2 0,0 2 0,2 0 1213,2 0-1213,1 0 0,0 0 457,2 0-457,1 2 0,1-1 0,0 1 0,3 0 0,-3 1 0,2 0-2209,0-1 2209,1 1 0,2-1 0,1 1 0,2 1 0,1-1 0,1 1 90,2 0-90,-10-1 90,12 1 76,-7-1-76,15 0 3302,2 0-3392,2-1 90,1 0 0,2 1 0,0-2 0,-1-3-90,4 1 0,-1-4 0,5 0 0,1-2 0,1-3 0,0-3 0,2-2 0,1-3-180,0-2 270,2-4-90,0-2 0,2-2 0,-1-2 0,-1-2 0,1-1 269,-1-3-359,0-1 90,1-3-426,-2-2 426,0-4 0,-1-3 0,-1-2-2332,0-3 2422,0-3-90,-1 0 0,-1-1-90,1-1 90,-2 1-559,0 1 649,0 2 90,-1 3-180,1 3-90,-3 3-2233,-1-17 2323,1 19 0,-2-12 89,3 22-89,1 5 0,-1 1 1415,1 5-1415,0 2 0,-2-6 0,2 11 405,-1-6-495,2 13-180,1 1 3223,-2-1-4392,1 0-1470,0 0-240,-1 2-4406,-1 4 7555,-4 3 0,4 4 0,-2 1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56.96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10411,'5'22'1799,"0"3"-1349,-5-1 0,1 5-1,-1 2-89,0 2 0,0 1-90,0 2 89,1 1-179,-1 1 0,1 0 0,-1 0 0,0-3-90,1-1 90,0-3-180,0-3-180,1-2 0,-1-2-270,1-2 1,0-4-991,0-1-1798,0 0 3238,-2-2 0,1-4 0,-2-4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57.13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12 243 8072,'-9'-19'2699,"7"3"-2429,11 6 0,4 1-91,0 2 1,4-1-90,1-1 0,3-1 0,2-1 0,1-2-180,2 0-180,1-1-179,0 1-181,1-1-180,-2 0-89,-1 1-450,-2-1-270,-2 1 1619,-1 1 0,-10 6 0,-2 2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57.32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6993,'5'21'1799,"1"-2"-1349,-1-2-90,0 1 359,1 2-427,2 11-112,-2-6 397,2 6-488,-2-9 271,-1-1-360,0 1 90,0-3-180,1 9 301,-1-10-841,1 5-809,1-7-989,-4-1 2428,-1-1 0,-2-6 0,-3-3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57.48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31 7443,'6'-14'2069,"3"4"-2609,3 3-1169,4 8 360,2 3 1349,-3 2 0,-5-1 0,-7-2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58.03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0 6273,'4'16'1619,"0"0"-1169,0 1 90,1-1-90,-1 1-91,2 0 1,-1 1-90,1-1 0,0 1-90,1-1 180,-2 0-270,1-1 0,0-1-1,-1-1-89,1-1 90,-1-1 1350,1 0-1171,-8-8-3571,-2-6 3392,-6-6 0,0-5-90,3 1 90,0 1 0,1-1 90,1-1 90,2-3 2942,4-3-3302,1 0 0,11 3 90,2 6 0,2 5-90,3 5 90,-5 2-90,2 3 90,-1 2 180,1 1-270,-1 1 180,-1 0-180,-1 1 270,0-1-360,-3 0 180,0 0 270,0 0-90,0-2-180,-6-11-180,-4-3 90,-6-14-180,-1-13 270,4 8-90,2-6 0,5 14 90,2 8 0,7 4 0,4 14 0,-1 2 0,0 7 270,-6-4-360,-1 0 360,0-1-360,-1 0 90,-1-2 90,1 1 90,0-3-360,0-5-270,-2-11-89,-2-5-181,-3-6-179,0 4-1,0-2-179,-1 0-360,0 0 1439,-1 1 0,0 6 0,0 3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58.34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0 153 6453,'10'19'2789,"1"0"-1890,0-10-269,3-1-360,1-7-90,-2-4-1,-1-6-89,-2 0 0,0-4 0,2-1 0,-1-1 0,0-3-90,-1 0 90,-1 0-90,-1 1 0,0 0 90,-1 3 180,-4-4 270,0 3-450,-8 6 0,0 7 0,-3 13 269,2 4-359,0 5 0,0 3-3302,0 3 3392,1 0-90,1 1 90,3-2 0,1 0 0,3-1 0,1-1 0,3-2 90,13 10-180,-10-14 90,14 5-90,-13-16 0,5-6 3392,0-2-3482,1-4-270,9-12-180,-7 1-89,7-8-91,-9 3-359,0 0-181,-1-1-359,-1-1-539,-3 1 1310,0 2 0,-1-1 0,0 3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58.88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70 47 6633,'4'-15'4857,"-2"-2"-3687,-5 6-810,-3 8-1,-4 7 1,-1 11-90,3 2 0,-2 4-90,2 1 0,0 1 0,2 1-91,3 1 1,0-1 0,3-1 0,2 1 0,2-1 0,2-1-90,2-1 90,2-1 0,1-1-90,3-1 0,1-1 0,0 0 90,1-2-90,0-1 0,1 0 0,-1-1 90,0 0 0,-1 0 0,-1 0 0,-3 0 90,0-1 0,-4 1 90,-1 0-91,-3 1-89,-2 2 90,-3 1-90,-2 1 90,-2-1-180,-3 1 90,-1 0-90,-3-1-90,0 0-3572,-2 0 3302,0-2-269,-1-1-91,0-3 181,1-1-451,1-5-1259,1 1-989,-3-6 4202,3-6-964,3-3 0,4-1 0,5 4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59.53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1 355 7803,'20'-13'2248,"-4"2"-1798,-2 2 0,-4 0-90,2-2-91,0-1 1,1-3-90,0 0-90,0-2 90,0 1-90,-1-2-90,-2 0 0,1-1-90,-2-1 90,0 0-90,-2 0 0,-2 1 90,0 0 0,-2 2 0,-3-3 180,-1 4 0,-4 0-90,0 12 0,-1 7-90,0 9 0,2 4 0,-1 5 90,0 4-3482,1 4 3392,2 0 180,2 2-180,2 0 0,2-1 180,1-1-270,1-2 269,1-2-89,4 5-269,-2-11 3750,3 4-3571,-4-13-90,2 0 90,1-6-89,2-9-1,-3-5 90,-2-8-90,-3 2 90,0-3-90,0-1 90,-1-2 0,-1 0 0,0 0-90,0 1 90,-1 1 0,0 2 0,0 3-90,1-2 0,1 5 0,4 4 90,2 10 0,-1 7 0,0 5-90,-2-1 90,1 1 0,0 0 0,1 0 0,-1 0-90,0-1 90,0-1-90,0-2-90,1 0 180,1-2-90,1-5 90,0-10-90,-3-5 90,0-7 0,-2 4-90,0-2 0,1 2 90,-1-1-90,1 0 0,-1 2 0,1 0 1,1 2-1,1 0 0,-1 4 270,6 4-1,-3 7 181,2 5-90,-1 2 360,-1-1 89,1-2 91,0-4-540,-1-6-720,-2-6 90,-1-6-269,-2 1-91,0-1-270,-2 2-89,0 2 0,0-2 1079,5-12 0,-5 15 0,4-7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0:59.69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 17 8972,'-2'-10'120,"3"4"0,11 10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00.19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1 310 11221,'16'2'629,"2"-4"-629,-7-4-180,2-3 0,-4 3 1,0-2-1,-1-1 0,0 0 0,-1-2 0,0 1 0,-3-6 90,0-2 180,-5-4 270,-2 2 449,-3 5-449,-4 7-180,0 12-90,1 6 0,3 8 0,2 1 0,3 2-90,0 2 90,1 1-90,3-1 0,0-1 90,4 0-90,0-1 0,1-2 0,1-1-90,0-3 90,-1-3 0,2-2-90,-1-1-90,3-3 180,1-6-90,-1-3 0,-1-7 90,-4-4-90,1-4 90,-1-1 0,1-3 0,-2-1 0,-1-3 0,0-1 0,-3 0 90,0-2 0,-2 1 90,-1-1 0,-1 1 90,-1 2 269,-4-6 1,3 10 0,-3-5 89,4 10-449,11 9 90,0 5 0,9 10 180,-2 3-90,0 3-1,2 3 1,1 4 540,16 29-721,-12-15-279,12 22 280,-19-22-1,-3 0-89,-1 2-90,-4 2-1079,-4 20 0,-5-12-450,-5 14-1,-7-14-2282,-2 0-775,-6 4 4587,-3 1 0,-2 0 0,-3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01.19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15 69 11580,'-9'19'1889,"3"0"-1619,9 13 0,1-2-90,1 2-90,-1 0 90,4 1-90,0 0-90,2-1 90,1-1-90,-2-2 0,1-1 0,-1-3 180,0-4-270,-1-2 0,-1-4-450,0-1 450,-3-17 90,-1 0 0,-3-19-90,-2 1 90,0-4 0,-2-2 0,1-2-90,-1-3 90,1 0 0,-1 1 0,3 1 0,-1 3 0,4 1 0,1 3 0,2 4-90,0 3 90,3 3 0,0 3 0,3 3 0,1 3 0,2 5 0,0 3 0,2 4 0,-1 3 0,1 3 0,0 3-90,-2 2 90,0 1 0,-1 0 0,-1 0 0,-2-1 0,0-1 0,-3-2 0,0-4 180,0 0-180,-3-13 90,-2-2-90,-3-14 0,-2-1-90,0-5 90,1-1 270,0-3-270,-2 0 180,4 0-270,-1 3 0,2 0 90,2 4-90,0 1 90,3 4 0,0 3-90,1 2 180,7 4-90,-2 7 0,4 3 0,-3 6 0,-1 4 270,0 3-360,0 3 360,-1 2-360,0 2 270,-4 1-270,2-1 270,-4-1-270,3-3 180,-2-4-180,-1-2 180,-1-1-270,-2-17 90,-1 1 180,-4-18-360,2 2 180,0-2-360,1-2-89,2-2-1,1 1 270,1 1-360,-2 1 271,5 2-361,-1 3 270,4 2-179,2 3-1,0 2 90,1 3 1,1 2-1,0 2-180,1 3 91,-1 3 629,0 2 0,-7-2 0,-1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01.48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0 105 6543,'18'12'4498,"-3"-2"-3059,-2-6-989,-5-8-270,2-7-91,-4-3 91,1-2-90,2 4-3392,-1 0 3302,3 0 90,0 1-90,0 0 90,1 2-90,0 1 90,0 2-90,1 2 90,1 3-90,0 2 90,0 4 3392,0 2-3392,0 4 0,-1 1 0,-1 3 90,-2 2-90,-2 1 90,-2 1-1,-1 2-89,-3 0 270,-3 9-180,-3-8 0,-3 6 0,0-11 0,-3 0 90,-2-2-90,0-3-1,-1-1 181,-7-2-270,5-3-90,-4-2 0,5-4-90,1-2-90,0-3-179,3-1-91,0-4-180,1-1 0,3-4-89,0-1-181,4-3 1,1 1-180,3-1-1,2 1-809,2 1-539,3 0 2428,0 2 0,5 0 0,-1 2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01.87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130 200 7083,'-4'-13'2788,"-2"1"-899,-1 2-1169,-6 3-90,3 7-91,-6 5-89,5 9 0,-2 3-1,2 8-89,0 4 0,2 5-90,1 2 0,2 3-90,3 2-90,1 1 0,4-1-1,1 0-634,3-4 635,2 0-180,2-4 0,2-2-90,2-5-90,0-2-180,0-5 0,1-3 91,1-4-91,-2-4 636,1-3-636,-1-4 90,0-3 91,-1-5 89,-2-4 0,-1-3 0,0-4-3302,-3-3 3392,-1-3 0,-2-4 90,-1-1 90,-2-5-90,-2-2 0,-2-4 205,-1-3-205,-3-3 90,-1-3 0,-2-3-219,0 0 399,-1 0 720,-5-25-630,6 33-91,-4-14 3344,10 40-3164,0 3-89,6 23-270,1 2 0,6 25-90,0-2 90,1 5 0,1 5-185,2 1 185,0 4-90,12 42-90,-10-33-180,9 31-90,-14-47-89,-1-3-1,0-4 7,-1-2-1806,1 4-1169,-4-13 3418,2 6 0,-5-20 0,-1-1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02.37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0 633 8702,'19'6'2429,"2"0"-1980,-5-1-359,2-2 270,-4-3-360,1 0 270,-1-4-270,1 1 90,0-4-90,0-2 0,-1-2 0,1-3 0,-2-2 90,-1-1 180,-3-1-360,0-1 360,-2-1-270,-1 0 359,-2 0-269,-1 1 0,-2 2 90,-1 1 360,-2 3 449,-3-3-719,-3 8-90,1 5 0,-1 11-90,3 9 180,-1 6-180,2 4-90,0 4 0,3 3 90,2 0-90,4 14-90,5-1 90,-1-1 0,3-10 90,-4-16-180,1-2 180,0-3-180,0-4-270,5-2 180,1-9-90,-1-4 0,0-10-89,-4-4 179,2-4-360,0-3-3392,0-4 3483,-1-1 359,0-3-270,-2-1 0,3 0 90,-4-3 0,1 0 0,-3-4 91,-1-3-1,-2-4 90,-1-1 90,-4-1 0,2 0 180,-4 5 89,2 4 91,-1 7 3482,-1 5-3302,1 6 269,0 5 720,0 1-1169,6 20 90,0 3 269,14 38-269,-4-6 360,15 44-361,-8-24-1047,7 23 1047,-8-19 91,1 5 0,-1 2-180,-1 1-1,0 2-179,-2-1 0,0-3-270,-2-3-360,-1-5-359,-1-4-330,-1-4-300,0-6-450,-3-4-1979,1-7-1978,-3-6 5846,-1-6 0,-2-12 0,-1-4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09.70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51 373 7353,'-18'-8'7016,"1"1"-4048,6 4-2788,7 4 90,5 2-360,9 1 90,23 0 90,-9-3 0,17 1-90,-11-4 0,3 0 90,3-2-90,4 1 90,2-2-412,3 1 322,2-1 0,2 0 0,0 0 0,1 0 90,0 2-180,-1 1 90,-1 2 0,0 1 90,-1 1 179,-1 3-655,0 0 656,-2 2-360,-3 0-3097,-1 2 3097,-1 0 0,-3 0 299,-2 0-299,-1 1 90,-2-1 0,-1 0 205,-3 0-295,0-2 3482,-2 0-3392,-2-2 0,-1-2 0,-1-1 0,-3 0 0,0-2-90,-2 0 180,-1-1-90,-1 0 0,-1-1 0,3-1 0,-2-1 0,3 0 0,-4 0 90,-1-1 1709,-2 1-1620,-10 0-89,-3 0-90,-12 0 90,-3-1-90,1 0 0,-2-2-90,3 2 90,-2-3-90,-2 0 90,-1-4-89,-1 0-1,-3-3 0,1-2 0,-2-2 90,0-1-90,-1-3 90,0 0 0,-1-2-90,-10-10-146,10 9 236,-8-7 0,14 13 90,2 3-1,1 1-89,2 2 90,1 2 0,3 2 0,2 1 0,0 2-90,1-1 0,10 10 0,5 0 236,15 10-236,5-1 0,5 2 0,4 0 0,4 2 0,3-1-321,3 0 321,1 1-90,1-1-3375,19 6 3285,-17-6 0,15 4-342,-22-7 432,0 1-101,-3 0 191,2 0-90,-4 0 90,2-1-90,-3 0 90,-1-1 0,-3 0 108,-2 0-108,-5-1 3119,-1 0-3119,-5 0 657,-2-2-477,-3 1 526,0 1-167,-5 1-269,-2 6 90,-5-1-90,-6 4 0,-4-2 0,-2 4 89,-3 1-89,-4 1 0,-1 3 0,-3 0 0,-1 3-90,-3 0 0,0 1 359,-1 0-449,-2 0 360,1 1-450,-1 0 0,0 0 0,2-1 0,0-2 0,4-2 0,1-2-90,3-2-90,3-2-90,1-2 0,3-1-269,0-3-271,3 0-179,0-1-91,2-1-1438,-1-1-1440,-1 1-4047,0-1 8005,-2-1 0,5-5 0,1-3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12.35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1062 13379,'11'3'900,"4"8"-720,-5 3 0,5 7-90,-4-3 0,1 1 89,1 1-89,1 1 0,0 0 0,-1-2 0,2 0 0,-2-1 0,0-2-90,-2-1 90,1-3 0,-3 0 0,1-4 809,3 4-539,1-11 0,0 0 90,-1-15-90,-3-7-91,4-9 1,3-10-590,2-10 500,3-9 90,1-7-1227,1-7 1137,2-7 0,-4-6 0,7-4 90,-5-2-1621,5-4 1396,-15 48 0,-1-1-1,1-2 1,-1 1 0,2-2 0,-1 0 0,0 0 0,1 2-45,15-26 270,-2 28-360,13 31 90,-12 17 523,8 0-613,-15 0 1091,-2 0-1001,-3 0 0,-1 0 1644,9 0-1734,-7 0-90,6 0-3688,-8 0-89,0 0 3957,-2 0 0,-5 0 0,-3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13.46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1425 6633,'0'-15'4588,"1"-2"-3329,1 0-180,1-1-179,3-1-91,-1 3-89,3 3-360,2 4-180,4 9-90,-1 3 89,1 6-89,-3 0 90,1 3-180,1 2 90,0 2-90,0 0 90,0 3-90,-1-2 90,1 2 180,-2-2-270,1-1 180,-2-2-270,0-2 180,0-3-360,3-2 450,2-8-180,0-2 180,1-9-180,-4-6-90,1-8 90,2-9 0,2-7 0,1-8-3302,0-5 3302,2-7 270,0-4-1007,1-5 827,0-3 0,0-4-1,1-2 1,1-1 90,1-1-90,0 2-90,-1 4 180,0 6-90,-2 6 90,-2 6 0,-1 5 0,-2 6-90,-1 6 0,-2 4 0,-2 7 0,0 3 0,-2 6 0,-1 4 2936,-2 3-3026,0 3 1192,1 0-1461,2 3-2250,2 1-539,3 6 3058,-3 4 0,-4 0 0,-4 1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20.89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26 1299 7623,'-6'-16'3508,"0"2"-1979,1-2 1349,1 3-1169,0-3-1259,5 14-180,4 4-90,3 10 89,2 0-89,-2 1 0,1 3 90,0 2-3482,1 4 3302,-1 2-2178,-2 1 2177,0 1 1,-2 1 0,1-2-90,-1 0 90,0-3-90,0-3 0,0-3 0,1-1 2359,0-2-2359,3-2 3392,3-7-3302,1-6 0,5-14-90,-1-9 89,6-13-665,3-10 576,4-12 90,2-8-3140,3-8 3050,0-4 0,1-4-601,-1-2 781,1-1-2052,-2-1 2052,0 2 0,0 2-1154,-2 4 1244,-2 5 741,-3 6-831,-2 5 0,-2 7 0,-2 6-1035,-2 5 945,-1 6 0,-2 6 1326,-2 5-1056,-1 6 1675,-2 3-2035,-1 4 615,-2 4-794,0 0 3167,2 4-4157,0 4-589,1 6 769,0 8-720,-2 0-180,-3 5-1709,-4 0-1529,-2 4 5127,-3 3 0,-4 0 0,-2 2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23.23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987 0 7353,'-24'2'2968,"5"-1"-2068,-4 0-181,4 1 91,-4 1-630,0 0 359,5 1-359,-4 0-90,9 1 0,-5 0 90,6 0 0,-1-1-90,0 2 90,-1 0-90,-2 1 0,-1 0 90,0 1-91,-1 2 1,0 1 0,-1 0 0,0 2 0,-1-1 90,-1 3-90,0-1 0,-2 2 90,2 1-90,-11 9 0,8-4-90,-8 6 90,11-7 0,0 1-90,0 0 90,-6 13 0,6-9-90,-5 11 0,10-11 0,0 2-3302,-7 15 3302,7-9 0,-5 13 0,8-12 0,0 1 0,0 1 90,0 2-90,0 1 90,-11 42-1,9-29 91,-8 29-90,12-38-118,1 0 118,0 0 90,3-1-2110,-1 19 2110,3-16 0,0 15 1481,4-20-1571,0 0 90,3 0-90,0 0 0,1-1 0,1 0 0,1 0 0,1 0-1,0 0 1,2 0-90,0 0 90,0-1-90,1 0 0,0-2 90,0-1-90,1-1 0,-1-2 186,1-1-186,0-1 90,0-1 2935,0-1-3025,0-1-2194,-1-2 2194,4 6 0,-3-9 0,3 4 0,-4-10 0,1-1 0,-1-1 90,2 0-90,-1 1 3482,1 1-3482,0-1 0,-2 2 90,1-2-90,-2 1 0,2-1 0,0 0 0,1 1 0,-1 0 90,5 11-90,-4-6 0,4 7 0,-6-9 0,0-2-90,-1-1 90,0-2 0,0-1 0,0-1 0,0-1 0,-1-1-90,2 1 90,-2-2 0,1 2 0,-3-13 0,-3-6 0,-4-19 0,-2 2 0,-1-9 0,-3-11 0,1 7 0,-2-14 0,4 14 0,-3-2 0,-4-35 0,3 26-377,-5-25 377,8 38 0,-1 2-3267,1 3 3357,1 5-90,1 1 90,-1 5-90,2 2 270,-2 3 341,1 0-521,0 3 3302,3 13-3392,2 2 0,3 16 0,2-1 0,4 16 0,-3-7 0,5 10 0,-2-10 0,0 1 0,1 1 0,0 1 0,0-1 0,1 0 0,0-2-90,1 0 0,0-2 90,0-2-90,-1-1-179,5 6 179,-6-10-90,7 10 90,-10-14 180,4 2 270,-6-5-181,-6-3 1,-10-3 0,-7-3 0,-7-2 90,1 0-90,-2 0 270,-33 1-271,19-2-132,-23 2 133,27-1 0,1 1-1,0 0-89,2 2 270,-18 3-450,21-2-3778,-15 0 2519,40-1-720,4-5-269,18 4-587,4-5-1482,2 1 4407,2 1 0,-11-1 0,-3 1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27.57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380 151 6273,'-6'-19'1170,"1"1"-721,0 1-89,0 1 90,0 1 270,-1 1-91,1-2 91,-1 1 809,2-2-1259,-1 14-90,7 11-90,-2 10 90,5 29-404,-3-9 224,-1 21 90,0-8-90,-1 4-698,-1 7 788,-1 4-90,1 4-2491,-2 2 2581,1 2-90,-1 0-84,1 0 84,-1-1-575,2-1 575,-1 0 0,-1 0-762,1-18 0,0 2 762,-2 30 0,1-28 0,0 0 1170,-4 24-1080,0-1-90,-1-3-563,1-3 563,-1-6 0,1-2 270,2-6-360,-1-3 813,2-5-723,0-3-90,0-5 90,0-4 0,1-6 2781,0-4-2781,0-7 671,2-4-581,-1-1 1353,0-4-1353,-1-11-90,1-6 90,-2-12-90,1-3 0,1-3 0,-2-4 180,-1-18-1047,0 9 867,-2-14 0,3 11-175,-2-1 175,-1-3 0,0 0 0,-1-2 0,-1-2 0,-1 2-517,-1-2 517,1 2 180,-1-1-424,0 1 244,1 3 0,-1 3-90,1 3 887,0 4-797,1 3 90,2 4-4,0 2-86,0 4 560,2 1-560,0-1 90,-1 4-90,6 12 0,2 5 270,6 17-360,2 0 90,2 7 0,0 5 0,1 4-473,0 8 473,-1 3 0,0 6 0,-1 1 270,-1 0-360,-1 0 90,0-1-90,-2-2 90,0-3 0,-1-1 52,-1-6-52,2-2 0,-2-5-90,5 15 0,-4-23 0,4 11 0,-5-27 0,4-1 90,2-9 0,1-5 0,1-11 0,-1-7 90,2-5 0,2-7 90,-1-5-90,3-4 89,0-1 1,3-2-337,-1 0 337,1 0 90,-1-1-1,-1 3 1,1 0-90,-1 4 0,0 2-90,-1 4 0,-1 4 233,-1 4-233,-3 3 0,-1 4 0,-2 4 0,-1 3-2159,-2 1 900,4 9-540,-3 5-644,-1 13 2353,-9 21 0,-5-2 0,-3 15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29.76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55 1041 7173,'-16'12'2429,"2"-2"-1170,2-1 450,0 0-1259,13-4-91,3-5 1,16-7 90,6-9-270,7-7 0,6-7-833,8-6 653,5-7 90,7-5-90,3-6-1280,5-4 1370,2-2-90,3-1-1543,1 1 1453,-1 1 90,-4 2 0,-2 3-90,-4 5-554,-4 2 554,-4 5 90,-5 4 322,-5 4-412,-5 4 90,-5 3 0,-3 5 0,-7 2 979,-2 4-979,-4 2 0,0 3 0,-5 1 1702,0 2-1972,-5 0 800,2-1-2059,-1 0-763,1 0-1485,-8 0 3777,-5 5 0,-1 1 0,-2 4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30.03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94 368 0,'-25'26'886,"2"-2"2123,5-4-2649,4-4 450,4-4 1323,6 1-1683,14-6-1,6-3-179,14-10 874,2-6-964,8-8 90,6-6 2167,5-6-2347,4-3-3156,0-4 3246,1-2 0,-2 1-1241,-3 2 1331,-3 1-171,-6 4 261,-3 4 295,-6 4-115,-4 4 269,-8 5 1,-3 4 2149,-5 3-800,0 0-2161,-3 2-2427,-7 5-1275,-3 3 106,-9 11 1863,1-2 1735,1 4 0,3-8 0,1-1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31.12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25 1058 8252,'-17'14'4947,"10"-10"-4407,8-10 0,11-11-90,5-4-1,5-7-89,7-6-4252,7-6 4162,6-6 0,6-5-80,4-4-10,4-5-90,-13 14 0,2-1 0,23-26-487,-23 25 1,1 1 396,16-17 90,0 3-90,-1 4-441,-4 5 441,-5 6-180,12-7 90,-21 18 90,5-3 2226,-24 20-2226,-5 5 990,-6 2-1260,0 2 1378,-10 10-1468,-2 2 792,-11 11-792,-1 0-269,-3 6-181,-1 2-179,-3 3-1,0 2-179,-1 3-900,0 0-539,0 2 2608,1-1 0,-1 1 0,0-1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31.32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1 427 8792,'9'-9'4138,"-2"1"-3779,16-24 1,-4 3 0,0-4-90,4-2-90,-1-2 0,3 2 0,-2 0-91,1 3 1,-3 2 0,-1 3-90,-2 2 0,-2 6-180,-2 2-359,-3 4-1530,-1 2-719,-8 12-810,-2 4 3598,-10 16 0,-4 4 0,-2 6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36.02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370 317 6273,'2'-37'1260,"-1"-1"-811,1 2 1,-1 1-90,0 3 90,-2 2-1,-1 5 631,-5-5-540,-1 12-91,-5-3-89,-1 13 90,-3 3 0,-3 4-91,-2 3 1,-2 5 90,-3 3-90,0 5-1,0 2-89,-1 1 90,1 3-90,2-1 0,2 2-90,3-2-90,3 0 0,4-1 0,4 0-90,4 1 90,4 1-1,5 0-89,5 1 0,4-1 0,4 0 0,3-1 270,5-1-360,2-1 0,19 7-89,-10-7 89,13 6 0,-16-9 90,-1 1-90,-2 0 0,-4 0 90,0 1-90,-5 0 90,-2 1 0,-3 2 0,-3 1 0,-4 4 0,-2 2 90,-6 14 180,-2-8-270,-6 21 269,1-22-359,-5 8 1,4-15-181,-4 6-360,4-9-180,-1 4-1168,3-11 1978,1 0 0,2-7 0,0-1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36.26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 41 7173,'-1'-17'3868,"0"-1"-3598,4 12-1,1 6-89,4 16 0,1 7-90,2 5 0,-1 4 90,2 3-180,-1 2 90,2 0-90,-1 2 90,0-1-90,0-1 90,0-1-90,-1-3 0,0-1 0,0-2-90,-1-2-3482,1-1 3212,-2-2 0,0-2-89,-1-2-91,-2 0-90,-2-2 91,-1-2-91,-2 0 3392,-2-3-5010,-2-1 2248,-6 0 0,5-6 0,-4-1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36.41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7 611 6004,'-4'-27'989,"1"-1"-629,4 0 0,2 0-1,3 0-89,2 0 0,3 0-90,2 0 0,2 0 0,4-1-90,2 1 0,4-2-340,16-12 250,-8 10-180,12-8-360,0 4 180,-13 10-89,10-4-1,-17 12-360,-2 3 1,-2 3 809,-4 0 0,-8 7 0,-3 1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36.77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129 49 6363,'-14'12'1709,"0"2"-989,0 3-180,-1 1-1,1 3-89,1 0 0,0 1-180,2 0 89,2 1-179,3 1 0,1-2-90,5 0 90,2-1-90,4-2 0,2-1-180,4-4 90,2-1-180,3-5 90,1-1-180,2-3 90,1-4-89,-1-4 89,2-4-90,-1-3 0,0-3 90,-2-4 90,-2-2-90,-1-3 180,-2 1 0,-3-2 90,-3 1 180,-2-11 0,-3 7 0,-3-7 90,-3 11 89,-1 0-89,-2 2 90,0 3 0,-1 1 359,0 3 450,0 1-1169,11 16 0,-1 0-90,13 15 0,-2 0 90,2 0-90,2 1 0,7 6 0,-3-4 0,4 2 180,-8-7-360,-3-4 90,0-1-269,-3-2-1,2-2 0,0-3 0,0-6-629,2-17 449,-8 3-90,1-10-179,-5 11-990,4-4 360,-2 4-180,3-3 1619,-3 7 0,-2 6 0,-1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37.00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28 14729,'19'-9'-855,"-1"0"1,-10 4-1,-1 1 1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38.13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135 470 6633,'-18'1'2609,"0"-1"-1800,1 1 900,2-2-359,-2 0-181,2-2 720,-2 0-540,2 0-1259,13-1 90,8 0-180,10-1 90,8-1 0,0 0 0,4-3-90,4 0 90,3-2-90,5 0 0,1-1-244,3 1 244,1 0-906,3 1 816,1 1 180,0 0-180,0 2 0,0 1 0,-2 1-180,-1 2 90,-3 0-89,-1 2 89,-3 1 0,-4 1 0,-1 0 219,-3 1-129,-2 0 0,-2 1 0,-6 0 90,-3-1 931,-3 0-481,-1 0-450,-9-5 0,-4 0 89,-10-4-89,-2 0 0,-3-1 0,0-2 0,-2-2 0,-1-2 0,1-1 0,-2-1 90,0-2-90,1 0 90,-1 0-90,2 0 90,-1 1 90,-6-6-90,6 5 90,-4-4 0,7 8 0,1 2 90,1 1-90,2 2 179,1 1 1,-1-1-360,1 2 0,12 1 0,1 3 0,16 2 0,0 3 0,5-1-90,2 1-90,3 1 90,1-1-179,2 1-271,15 3 270,-11-1-90,10 2 180,-17-3-90,-3 1 91,-1-1 89,-2 0-90,6 3 90,-8-1 90,2 1 360,-11-3 629,0 1 180,-4 2-449,-3 5-90,-5 2-1,-5 7-89,-4 3 90,-3 5 269,-4 4-449,-2 5-90,-1 1 89,-11 18-179,9-14-517,-6 9 157,11-19-180,2-5-450,3-1-539,3-3 0,2-2-990,4-1-539,3 0-1170,2-1-1799,3-3 5757,1-3 0,-3-7 0,0-4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40.00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79 370 6363,'-19'0'4408,"-1"0"-2249,3-1-270,-2 0-1350,16-3 1,3 2 359,25-1-539,-1 0 0,12 0-90,-3-2 0,4 1-90,5-1-1,4-1-89,3 1-3392,5-1 3392,2 0 0,4 0-1827,1 2 1827,3 2-519,2 1 429,0 3 0,2 3 90,0 2-90,-1 2 0,-1 1 0,-2 2 0,-3 1-90,-1 1 90,-3 0 0,0 0 0,-2 0 0,-2-2 0,-3-2 0,-2-2 0,-1-3-90,-2-3 90,-3-3 0,-3-2 0,-4-2 0,-2-1 0,-4-1 1276,-3-1-1276,-4 1 605,-5 1-66,-3 0 631,0 1 179,-1 0 2127,-7-6-3206,-6 1 272,-7-1-272,-4 3-161,1 3-19,-8-3 0,4 1-270,-5-3 270,5 3-270,-1 0-90,-10-3 0,5 0 0,-6-3 91,8 4-91,0-2 90,-1 0 90,0-3-90,1 1 90,1-3-90,0 1 90,2 0-90,-4-8 90,7 7 0,-2-5-89,6 6 89,4 0 90,2-2 0,5 5 0,6 0-90,0 3 90,3 2 0,3-1 0,1 2-90,2 0 90,13 1 0,-5 3-90,10 3 90,-8 3 0,2 4-90,2 1-90,1 3 90,2 0-270,15 9 180,-12-4 0,9 6 0,-17-5 90,-5-1 1,-1 2-1,-6-2 90,0 0 90,-2 5 89,-5-6 91,-1 5 90,-8-6 0,-6 2 90,-3 1-1,-4 2 271,-5 2-270,-4 1-91,-4 2 1,-4 2 360,-2 0-450,-2 1 269,-1 1-449,0 0-1013,1 0 923,0 0-395,3-1 305,2 0 0,2-2-270,4 1-89,4-3-3347,4 0 2627,4-1 786,4 0-1685,4-1-541,3-1-864,4-3-2103,3-1 5576,1-5 0,-4-5 0,0-3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06.37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28 652 6363,'-14'2'9830,"2"1"-8866,10-4-874,9-8-90,6-4 90,3-10-90,-6 1 0,2-5 90,0-7-90,5-22-557,-2 10 647,1-15-90,-6 18-312,-3 0 312,-1 2 0,-2 3 270,-1-11-1,-2 15-358,0-5 268,-2 17-89,0 4 90,0-1 629,0 5-809,1 9 330,2 8-330,2 14 0,2 4 0,1 6 0,3 7 0,1 2 0,1 4-3302,0 2 3302,0 2 0,0 1-2178,-1 0 2268,0 0-126,0 0 216,-2-3-90,1-1 0,-2-4 0,-1-2 90,-1-4-90,-1-4 90,0-4 360,-2-4 2116,0 1-2027,-1-5 1771,-3 2-4829,-6-8-2148,-2-4-2888,-6-7 7465,3-5 0,6 3 0,2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06.84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943 620 6273,'5'36'1889,"0"2"-1349,-1 4-738,-2 4 648,-2 3-90,-1 6-3860,-2 2 3860,-2 4-90,-2 3 378,-2 0-378,-2 1 0,-3-3-90,0-2 0,-4-7 0,0-4 0,-3-6 89,0-6-179,-3-4 180,-1-6-270,-3-5 379,-1-5-379,-2-6 3262,-2-6-3262,-3-6-90,0-7 0,-2-7 90,-2-7 297,0-7-387,-1-10-525,-2-8 615,0-11-1205,1-8 1205,-2-8 0,1-8 0,1-5 0,2-4 0,4-1-1244,6 0 1244,6 2 90,7 3-90,8 5-1880,7 4 1880,7 4 90,9 5-15,6 5-75,7 5 90,8 6 180,5 7-180,5 8-1188,6 7 1098,4 9 90,5 7 232,4 10-232,3 9-90,2 9 90,1 9 156,1 9-246,-3 9 90,0 8-1,-6 5 1,-2 4 176,-6 4-86,-4 3 1287,-6-1-1287,-5 2 0,-5-2 90,-6 1 0,-7-1-1,-4-2-89,-7 0 496,-6-4-497,-5-2 91,-4-5-180,-3-4 0,-4-4 0,-1-6 0,-3-3 2255,-9 2-2704,5-11-91,-7-1 180,9-13-85,0-5-455,1-4-40,-6-9-409,7-2-1080,-3-7-566,10 0 2905,1-2 0,5 8 0,1 3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07.81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117 306 7173,'-25'20'2698,"3"-1"-1978,3-5-180,4-3 269,3-4-269,0-2-270,4-9-90,5-3 89,5-10-89,7-5 0,3-5-90,5-4 90,3-3-90,4-3 0,3 1-366,1 1 366,4 2 0,-2 4-90,4 5 90,-2 4-90,1 6 90,-2 5-90,-1 6 90,-2 7 0,-1 7 89,-1 7-89,-2 10 270,-3 7-242,-2 8 62,-4 5 0,-2 2 90,-3 5-1,-3-1-606,-3 3 696,-1-2-89,-2 0 0,0-2-90,-3-3 90,1-5-91,0-6 1,0-8-90,0-6 407,1-1-497,2-7 0,3-8 90,2-8 538,3-13-628,1-1 1,0-3-1,7-11-90,-3 5 90,4-7 0,-4 9 0,0 0 0,-1 1 0,1 1 0,-1 0 0,5-2 90,-4 6-180,4-3 90,-6 9-90,-1 1-359,0 2-2340,13 0 1800,-5 4-180,6 2-271,-11 3-988,-5 3-810,1 4 3238,-2 2 0,-3-4 0,-2-2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08.28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1482 1096 6183,'18'13'1440,"-1"0"-991,1 5 91,0 4-90,-2 4 90,-1 5-4342,-4 3 4341,-2 5-89,-3 6 355,-3 3-445,-3 6 89,-6 4-179,-3 4 90,-6 0-90,-3 3 0,-5-3 0,-4-2-1,-4-2-89,-4-3 90,-2-5-180,-4-5 90,-3-7 180,-2-6-360,-4-7 270,-2-6-360,-3-7 360,-2-8-450,-2-8 90,-3-7 270,-2-9-360,-1-8 90,-3-10-90,-1-9-947,-2-11 1037,0-10-528,34 30 1,1-1 572,1-5 0,0-1 45,-1-2 0,1-2-45,1-1 0,2-2 45,-1 0 0,2-2 0,1 1 0,3 0 0,1-1 0,3 0 0,3 2 0,2-1 0,3 1 0,3 0-152,2 1 1,3 1 151,2-50 90,7 3-90,13 5 0,8 3 270,13 6-270,8 6 0,11 4 0,8 7 0,6 8 0,8 9 90,4 8 90,4 12-180,2 11 0,2 12-861,1 9 861,0 14 0,-2 9 292,-4 11-292,-4 12 0,-6 8 90,-7 7 90,-9 6 90,-7 4 0,-9 2 90,-7 0-1,-7 0 1,-7-1 0,-7-3 1808,-6-2-1808,-5-3 255,-5-4-345,-4-5-90,-4-5 2249,-1-5-2429,-2-6-90,-1-7-180,-1-5 1148,0-7-1507,0-3-181,0-7-179,-1-5 89,1-6 713,0-5-892,0-5 146,2-4-326,0-5-630,3-2-539,0-1 2428,3 0 0,3 9 0,2 3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10.95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161 72 7173,'-24'15'3058,"0"-2"-1978,2-2-181,3-3 1,0-1 359,4-2-450,-2-2 91,3 0-810,8-8 0,7 0 0,14-8-90,7 0 90,7-4-90,5 0 0,6-2 0,3 3-90,3 1 0,0 5-322,0 4 412,0 6-90,-3 7 90,-3 8 0,-4 8 0,-6 7 180,-7 8 89,-5 4 91,-7 5 90,-6 4 90,-5 4-1,-7 1-1706,-4-1 1796,-5-1-89,-3-4-76,-1-4-105,-1-7 91,1-4-180,2-7-90,2-7-90,4-4-99,2-5-81,5-13 1838,6-6-1927,8-15 5,6-5-96,7-6-539,21-23 359,-5 11-430,18-15 71,7 1-572,-14 17 1111,15-8-90,-24 23-2761,-2 8 2941,-5 6 180,-5 5 90,-5 9 90,-4 7 180,-5 9 90,-6 9 179,-5 7-89,-5 5 90,-4 6-68,-5 2 68,-3 3-180,-3 0 90,-3 2-91,-1-3 1,-2-2-90,1-4-90,1-3-90,1-5 624,2-3-624,2-5 3173,3-4-3353,1-4 0,2-3-270,2-4-238,-1 0-2550,0-3 89,-2-1 541,-1-8-2789,1-2 5217,-2-1 0,7 2 0,-1 3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11.42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1580 1585 7263,'-15'46'2339,"-1"-2"-1620,-1-1-3000,-3-3 2730,0 1 1,-5-3 444,0 1-534,-2-4 0,-2-3-90,0-3-90,-2-4-1,0-6 1,-2-3 408,-2-7-498,-1-3-90,-2-5 0,-1-7-90,-3-4 0,-3-5 90,-2-6-688,-3-4 688,-1-5 180,-4-6-360,-1-6 256,-3-7-165,-2-7-1,-1-6 0,-1-7 0,0-4-1087,0-5 1132,32 39 0,1-2 45,0 1 0,0-1 270,-27-40-270,4 0 90,5 3-2405,8 2 2315,7 3 0,9 2-89,9 0 89,9 2 0,11-2 0,10 0 0,10-1 90,9 2 0,-2 21 0,3 0-1172,24-21 1082,-17 25 0,1 3 0,26-8-36,6 6 36,7 9 1021,5 9-1021,4 10 0,1 11-860,2 14 860,-3 12 270,-1 15-360,-5 12 0,-6 14 95,-42-26 0,-2 2-50,-2 3 0,-1 2 196,-3 2 0,-1 3-62,4 26 1,-3 2-45,-9-17 0,-1 1 455,2 20 0,-4 0-410,-9-23 0,-2-1 134,-2-1 1,-2 0 0,-1-2 0,-1 1 45,-2-3 0,-2-1 642,-5 46-283,-5-7-134,1-33 0,-1-1-46,-8 24-89,-9 12-90,9-41-90,1-7-90,2-9-270,2-6-1180,-4-3 191,1-15 865,1-6-1046,4-16 2983,6-8-4422,1-6-989,3-6 3778,0-2 0,2-2 0,2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44.94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251 26 7263,'-10'-12'2159,"-1"2"-7280,-1 8 5661,-2 1 1318,-2 4-1498,-1 3 949,-1 3-949,-2 4 0,-1 4-90,0 4 90,1 2-181,1 4 91,3-1-90,2 3 3302,3-1-3392,5 3 0,2-1 0,3 2-90,5 0 90,3-2-90,3 1 90,4-1-90,1-2 0,3 0 90,2-2-90,1-1 0,2-1 0,-1-1 0,2 1-3392,-2-1 3392,0-1 0,-2 0 0,-1 0 0,0 0 0,-5-1 90,0 1-90,-6 0 0,-1 3 90,-3 0-90,-2 0 0,-3 0 0,-2 0 0,-3-2 0,0 1 3392,-3-3-3572,1-1 0,-2-2-180,0-1 0,0-4-629,-4 3-630,2-7 899,-5 0-359,7-10-360,-3-5-270,5-6 1709,2-5 0,1-5 0,1-3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45.15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24 6813,'6'-16'3148,"6"10"-2698,-2 5 0,3 12-90,-3 8-91,-1 5 91,2 6-90,0 3-90,1 5 0,0 1 0,0 0 0,-1 1-90,0-1 0,1-1-90,-1-1 90,0-1-90,0-2 89,0 0-178,0-2-181,-1-1 0,-1-4 0,-1-1-270,1-2-179,-2 0-271,-1-2-89,-1-1-270,-2-3-360,-4-2 1709,-1-3 0,0-5 0,0-3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45.31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10 534 7353,'-5'-15'1979,"1"0"-1350,4-3-359,2 0 270,5-3-450,3-1 270,4-2-270,5-1-90,4-1-90,4-2 0,3 0 90,4-1-90,4 1-90,3 0-396,2 2 126,2-1 90,0 2-180,0 2 271,-2 1-361,-2 3 0,-3 1-269,-4 3-181,-5 2 1080,-4 2 0,-12 6 0,-5 1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45.81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186 577 8072,'-19'22'2249,"-1"-2"-1439,2-2-181,-1 1 1,-1 1-90,1 0-3573,3 0 3393,0 0-90,3-1-90,2 1 0,4-2-90,2 1 0,3-1-90,3-1-90,1 0-90,4-2 3302,3-3-3122,1 0-360,3-4 0,0-1 1,3-3-91,0-3 90,1-3-270,9-8 361,-8 0 89,6-7 90,-10 1 0,-2-2 0,-3-2 180,-1-1 90,-2-1 629,-3-10-449,-1 11 630,-2-6-1,-3 9 360,-2 5-1169,-1 6 90,3 11-180,1 13 0,4 6 0,1 5 0,2 3 0,3 1-90,0 0 0,2-2 0,1 1-90,0-3 0,1-2 0,1-2-90,-1-3 0,0-3 0,-1-3-90,0-2 0,-1-4-269,5-1 269,-1-9 0,2-4-90,-3-11-359,8-34 359,-8 13-114,8-28 204,-11 22 270,0-5-180,-1-4-90,1-4-626,-2-2 716,3-2 0,-4-4 360,2 0-270,-4-2 270,0 2-180,-1 3 90,0 6-84,-1 6 444,0 8-90,-1 7-90,0 6 435,-1 7 15,1 1 273,5 19-814,-1 2 387,5 20-386,0 4-91,0 4 271,3 5-270,1 2 180,0 2-270,1 1 0,6 20 0,-5-12-430,3 14 340,-6-18 0,-3-1-309,0 0 219,-2-1-270,-1-2 90,-1-2-449,-2-3-541,-1 10 541,-2-12 269,-1 6-449,-3-17-720,-2-2-30,-2-6 1739,-2-4 0,4-4 0,-1-3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45.99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39 346 6453,'-10'-27'2429,"1"2"-1799,-1 2-1,4 3-89,2 1 0,5 1-1,3 1-179,3-1 0,5 3-90,2-1 0,5 1-1,3 1-179,4 1 90,2 1-90,3 0 0,2 2 0,2 2-3482,1-2 3482,-1 2-180,1-1 0,-3 1-180,-1 2-179,-2 1-91,-2 0-180,-3 2 91,-1 0-541,-3 1-539,-1 0 1709,-3 1 0,-8 0 0,-2 1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46.16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0 9242,'4'24'2158,"1"-1"-1618,1-5-90,2-1 0,0 1-91,1-1 1,1 1-90,1-1-90,0-1 0,0 1 0,1-1-90,0 1 0,0-2 0,-1 0-90,-1 0-90,-1-1-90,-1-1-450,1 3 1,-3-4-631,2 7-4676,-5-4 5936,-3 1 0,0-7 0,-3-4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46.30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31 8702,'1'-20'-1349,"6"9"-90,3 15 1439,2 5 0,-5-1 0,-3-4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46.82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67 129 6723,'-1'-24'2789,"0"2"-1890,-2 3 90,0 1 810,0 4-359,-3-2 449,0 7-1170,-5 2-539,2 18-90,1 6 0,1 12 0,3 0 0,1 2-90,1 1 0,3 0 0,1 1-90,2-2 0,3 0-3482,0-3 3392,2-2 0,1-2-93,2-3 3,0-3 1,1-3-1,1-3 0,-2-4 0,2-4 3481,-1-1-3391,2-7 184,-2-1-184,0-9 91,-2-1-1,3-15 0,-5 6 90,-1-10-90,-5 8 90,-2-1-90,-2 0 0,-2 1 90,-1 1-360,-4-9 0,2 11-179,-3-6-991,4 14-2247,-1-2 3777,4 4 0,-1 3 0,4 4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47.89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26 486 8882,'-14'-19'5037,"4"3"-4857,8 14 0,4 3-270,19 29 0,-11-10-90,12 17 0,-14-14-90,2 2 90,-1 0 1,0-1-1,-2 0 90,-1-2 0,-2-3-90,1-3 360,-2 0 0,1-3-90,-2-11 0,0-5-1,-3-13-3391,1-1 3392,1-3 0,1-1 0,2-3 0,1 1 90,2 0 0,-1 0 0,2 3 0,-1 1 3302,1 3-3302,0 4 269,0 2 1,5 2-180,1 7-180,1 2-180,-1 7 180,-3 3-90,0 2 0,1 3 180,0 1-360,4 10-180,-4-8-180,2 7 91,-4-11-91,-1 0 180,1-1-179,0-3-901,2-3 901,5-7-91,-3-5 90,5-6 181,-3-6-1,-1-3 90,2-5 270,-1-4-270,-1-2 450,-2-2-90,-2-1 360,-1 2-91,-4 0 181,-2 4 90,-3 1 89,-1 4 1,-4 3 719,0 4 0,-3 0-899,-2 7-270,-1 11-180,2 6 90,1 22-270,4-9 0,1 9 180,3-10-360,1 0 180,2-1-270,1-1 0,1-3 1,0-1-271,0-4-90,1 2 361,1-5 269,-1-11 90,-2-9 0,-3-8 90,-1-9-1,0 12 1,1-10-90,-1 11-90,3-2 90,3 11-89,2 5-181,6 12 180,-3 0-90,2 6 90,-3 0 0,0 0 0,0 1 90,-1 0-90,1-1 270,6 9 270,-5-8 269,6 3-449,-12-21-90,1-13-90,-5-5 90,1-7-90,0 5 0,0-1 0,1-1 0,4-9 0,-2 10-90,3-6 0,-3 13 0,1 3 0,5 3 0,3 7 0,2 5 0,1 8 90,-4 3-90,0 4 0,1 3 89,2 2-89,0 2 180,0 1-180,1 0 180,0 0-270,0-2 90,1-1-90,-3-3 90,0-3 0,-2-2 180,-2-4 180,1-4-270,-1-8 180,-2-6-270,-1-11 270,-4-5-180,1-6-90,-1-5 90,2-3 90,-1-4-1,2-1 1,-1-2 90,1-2-417,0 1 327,2 0 0,1 2-90,1 3 90,0 5-90,0 4-90,-1 5 90,0 5 0,0 5 0,-1 6 0,7 10 326,-4 7-326,4 11 0,-4 9 0,0 8 0,-1 7 90,1 7 90,-2 6-499,3 6 499,-3 4-90,1 4-945,-4 3 1035,-2 3 180,-2 4-360,-2 3 270,-4 1-270,-4-1-1,-3 0 91,-2-6 90,-3-5-90,-2-7 90,-2-7 0,0-8 0,-3-7-496,0-7 496,-2-8 734,0-5-824,0-8 1053,2-6-1054,-1-6-179,2-6 0,1-5-179,2-7 690,3-5-871,1-6 270,4-4-449,2-4-181,4-3-90,5-3-89,4-2-1260,13-22 990,2 14-885,10-15 525,0 22 0,3 0 90,4 3-1170,2 2-809,3 3 3418,3 3 0,2 2 0,1 3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1:49.97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1186 8644 13829,'3'-16'810,"2"-1"-630,6 4-91,0-1 1,-1 3 0,0-1 90,0 0-90,0-1 90,1 0-90,1 0 0,-1-1 90,1 1-3482,-1-2 3392,1 1 0,-1 0 0,1-1 0,0 1-90,-1-1 90,1-1 0,2 0 0,-1-2-1,1 2-89,1-3 3392,-1 2-3302,2-2-90,-1 0 270,1 0-360,0-1 360,1 0-360,0-1-3392,0-1 3482,1 0-312,0-2 312,-1-1 0,0 0 0,-2-1 0,2-1 0,0 0 0,-2-1 90,8-15-90,-8 8 90,7-10-90,-8 11 90,0 0 3147,0-1-3237,-1-2 0,1-1-2835,-1-1 2835,0-1-506,1-2 506,-1 0-145,1-1 145,-1 0 179,6-20-268,-4 13-2054,3-15 2053,-6 19 90,0-2 1700,-1 0-1790,-1-1 0,0-2 0,-1-1 90,-1-1 0,-1-1-90,-1-1 167,0-1-77,-1 0 0,-1-1-90,1 0 270,-2-1-2077,0 1 1897,-3-2 0,-1 0 1313,1-1-1313,-2-1 90,-2-28 0,1 19-90,-2-22 90,0 27-90,0-1 90,-1-1-90,-1 1 0,1 1 90,-2 2 0,0 0 0,-1 0-176,0 1 176,-1-1-90,0 0 0,-2 1 0,0-1 90,-1 0-90,-2 0 0,0 1-980,-2-1 980,0 0 0,-2 1 1618,0 0-1528,0 1 0,-10-27 0,7 20 0,-7-20-1,9 27 1,0-2 0,0 0 0,2-1 0,-1-1 0,0-1-90,1 0 90,-1 0-90,1 0 90,1 1-90,-1 0 0,2 1 0,-1 1 888,0 0-888,-8-26-352,6 21 352,-5-20 0,6 27 1270,1-1-1270,0 0 0,0 0-45,1 6 0,-1-4 45,2 9 0,-1-1 45,-1-10 0,-1 1-45,-9-28 90,9 28 0,-1 0 0,0 0 0,0 1 90,-1-1 0,-8-23-90,5 19 0,-7-16-90,8 26 90,-2 2-2148,-11-23 2058,7 20 0,-9-16-696,11 24 696,-1 0 367,-1 2-367,-1 0 0,-1-1-1423,-12-18 1423,8 14 0,-7-13 0,12 20 0,0 1-344,2 0 344,1 1 192,1-1-192,-8-15 0,9 14 1804,-6-11-1804,12 19 0,1 2 0,0 0 0,0 2 2698,2 2-2698,-5-9 0,8 11 2095,-4-7-2095,7 14 0,0 0 0,1 3 0,1 1 0,-1 1-90,-1-7 180,2 8-90,-1-4 0,1 5 0,1 0 0,-1-2 0,1 3 90,1 1-360,0 2 0,0 8 180,1 6 0,5 9-90,3 9 180,1-6 0,1 7-90,-3-8 90,0 0 0,-1 3-90,1 1 90,-2 1 0,-2 14 0,-1-7 0,-1 10 0,-1-9 90,-1 2-180,-2-1 90,-2 1 0,-1 0 0,0 1 90,-4-1-90,1 0 0,-2 0 0,4-1 0,0-1 0,0-3 0,0-1 0,-2 7 0,3-12 0,-1 5 0,4-10 270,1-3-180,3-13-90,0-2 0,5-17 0,0 2 0,0-5 0,1-4 0,0-3 0,0-4 0,0-1-90,1-3 90,-2-1-90,1-3 90,-1-1-90,-2-2-341,0-1 341,0 0 270,-2-2-360,1 0 270,-2 0-270,0 0 360,0 2-360,0 2 0,-1 3 90,1 2 0,-1 4 0,0 1 0,1 3 90,-1 3 0,2 3-90,1 3 90,1 3 0,0-1-90,0 4 0,2-1 432,4 12-342,2 4 0,4 8 0,1 3 90,2 4-90,5 2 269,2 4-359,3 3 360,3 3-360,2 3 270,2 2-528,2 1 348,3 2 0,1 1 0,4 0 89,1-1-578,3 0 579,2-2 0,0-1 0,1 0-1408,-1-2 1408,0-1 0,-2-3-281,-2-2 191,-3-3 90,-3-1 179,-4-4-179,-3 0-90,-4-3 491,-4-1-491,-3-2-269,-4-2-9562,-1 0 9266,-11-7 0,2 2 1,-10-4-1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12.85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147 216 10501,'-15'3'1709,"0"5"-1259,8 8-90,-2 7-1,-1 3-89,-1 4 0,0 4 0,-1 0-90,2 1-90,-1-1 90,1-1-90,2-3-90,1-1 90,2-4-1,2-3-89,1-4 0,2 3 90,1-4-90,4 1 0,5-7 0,7-8 0,2-4 0,3-6 0,-2 1 0,1-2 0,2-1 0,1 1 0,2 0 0,1-1 0,2 3 0,0 1 0,1 1 0,0 2 0,1 2 0,-2 0 0,0 2 0,2 1 0,-3 1 0,0 0 0,-5 0 0,-1 1 0,-2 0 0,-3-1 0,3 0 360,-4 0 0,2-2-270,-11-5-90,-1-5 90,-8-8-90,-1-2 0,-1-6-3302,1-4 3482,0-5-180,0-4 180,2-3-270,0-4-98,2-2 99,0-1 89,3 0 0,0 3 0,1 1 0,0 5-90,0 4 90,0 5 0,-1 6 3389,-1 3-3299,0 5 180,0 1-1,3 12 281,0 4-370,4 17 90,-1 7-90,2 8 270,0 6-360,0 5-1844,1 4 1934,-2 1-1,-1 4-412,0-1 412,-1 2 91,0-1 0,-1-1-90,-1-4 0,-2-2-227,2-3 227,-4-5 0,1-3-1,-3-5 1,0-3-90,-1-3 1944,0-5-1944,-2 2-477,2-6-9444,-1 2 5389,6-8 4442,8-2 0,-4-5 0,2-1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13.26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1142 1330 6453,'18'13'1889,"-1"1"-1259,-4 1-90,-2 2 269,-3 3-359,-3 3 0,-4 3-91,-3 3 1,-6 4 0,-3 1 0,-5 4-333,-5 2 243,-5 1 0,-4 2 0,-5-1-530,-3-2 440,-2 0 90,-3-3-90,-1-2-90,-2-5 90,-1-3-3197,-1-5 3107,-1-5 0,-1-5-681,-23-11 411,17-6 90,-16-10-90,23-7 0,1-7 90,1-7-90,3-7 90,4-8 90,13 7 0,1-3 90,-10-32-574,13 23 0,2-2 304,-4-35 135,13 43 0,2-1-718,0-2 1,1-1 717,0-2 0,2 0 45,0 1 0,2-3 0,2-24 0,1 1 0,3 20 0,1 1 448,2-18 0,3 3-448,11-18 27,6 7 63,7 8 0,6 8 0,5 8 0,10 9 0,1 11 0,9 6 0,1 12 0,7 6 0,7 9 0,4 11 198,3 10-198,4 10-90,-1 11 90,-3 11 1063,-3 10-1153,-7 10 135,-39-28 0,-2 2-135,26 42 45,-33-37 0,-2 2 45,-3 1 0,-2 1 0,-3 2 0,-2 0 45,-2 1 0,-2 0 44,-3-1 1,-1 1 180,0 48 90,-7-3 971,-5-4-1016,-1-31 0,-2-2-283,-8 27 13,6-34 0,-1-1-45,-7 9-1,-1-9-268,-1-5 565,1-9-1106,-2-7-179,2-6-630,-2-8 179,2-6-613,-2-7-2894,-1-7 4857,1-8 0,0-5 0,0-3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14.60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333 1 10231,'-19'-1'1439,"1"4"-1079,2 12 0,-4 6 0,-2 6 0,-4 5-1,-2 4-2151,0 1 2062,-1 1 0,2-2-472,2-3 292,3-2 90,4-5-90,4-2 0,2-3 0,6-3 1384,3-1-1384,4-1 1149,4-2-1149,3-1-90,4 0 90,3-4-90,5 1 90,1-2-90,5 1 0,2-1 90,1 1 90,28 10-180,-20-5 180,18 10 0,-27-8 0,-3 3 0,0 2 89,-3 3 1,-2 2 0,-2 3 90,-3 1 0,-2 1 89,-3 1 361,-2 14-450,-4-11 0,-2 12-3393,-5-16 3303,-1-1-90,-3 0 0,-1-2 0,-2 0-90,-1-2 0,-2-1 0,0-3-90,-1-2-90,0-2 3212,0-3-3392,2-3-270,0-3-989,0-2 630,-3-4-1,4-4-449,-3-4-1529,1-18 1349,3 0-810,-2-15-719,6 2 3058,-1-4 0,2-3 0,0-1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14.79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18 347 8702,'-12'-21'3148,"6"4"-2788,9 1 0,5 5-90,5 0 89,3 0-179,3 1 0,4-5 0,5-1-90,2-2 0,6-1 0,-2-3 90,4 2-360,0-2-90,2 2-90,-2 1-89,0 1-181,-2 2-3392,-3 2 3483,-2 3-451,-3 2-89,-3 2-360,-1 4 1439,1 7 0,-12-3 0,0 5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15.26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1009 1641 6363,'-6'53'2249,"-1"0"-1529,-4-3-1,-2 0-994,-4 0 995,-4 0 0,-6 2-1,-4 1-89,-6-1 0,-4 0-1,-2-3-89,-3-3 0,-2-3-1,1-4-89,0-6-90,1-5 0,1-7-181,3-5 272,1-8-451,2-5 0,0-8 0,4-8-180,-1-8 91,3-8-354,1-9 443,4-9-270,1-8-824,4-11 914,1-8-90,3-10-739,2-9 919,10 42 0,1-1 45,0-1 0,1-2 0,0-1 0,1-2 0,0-1 0,2 0 0,0-2 0,0 0 0,2-2 0,1 1-606,0 0 1,1-1 605,1 2 0,2 1 45,0 2 0,2 0 0,1 2 0,2 2 0,1 1 0,2 2 45,1 2 0,3 0 134,1 2 1,3 2-180,24-41-1704,8 8 1704,4 8 0,5 9-27,4 9 27,2 8 0,3 11 90,3 10-90,1 11 0,2 10 89,0 10-89,-1 10 0,0 9 0,-2 9 90,-3 11-90,-3 11-840,-5 12 885,-33-30 0,-2 2-45,-1 3 0,-2 1-31,-3 4 1,-1 1 75,-3 2 0,-1 1-45,-3 2 0,-3 1 90,-2 1 0,-2 1 732,-2 1 0,-2 1-552,-3-1 0,-1 1-165,-2 0 0,-1-1 120,-1-2 0,-1 0-45,-1-1 0,-2-2-46,0-2 1,-1-1-45,-1-2 0,-1-1 180,-16 45 0,-5-3 1684,-3-6-1684,-5-6 500,-1-8-590,-1-7-90,0-6-270,-15 8-270,14-20-270,-10 6 276,18-25-546,2-5-719,1-4-270,0-5 24,0-5 1955,-9-9 0,11-5 0,-6-5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21.29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190 498 6004,'-15'11'1439,"-1"-1"-6560,1-2 5751,-1 2 1318,2-2-1318,-1 0 949,0 0-140,0-2 900,-12 5-1260,10-6 2763,-8 5-3752,27-9 0,2-1 0,15-3-90,3-1 90,6-4-90,5-3 0,6-4-3302,4-4 3302,6-5 0,32-19-1506,-16 7 1506,-21 12 0,0-1-626,19-11 536,-1 0-180,-9 4 1,0 0 359,12-7-180,-17 8 0,-3 3-90,-6 2 0,-4 2 0,-6 4 0,-5 4 90,-4 3 0,-4 2 2426,-4 2-2696,2 1 1614,-8-2-2244,-6 4 406,-10 1-406,-6 8-719,0 3 1709,-3 7 0,5 0 0,-6 5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21.62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205 374 6813,'-35'30'2429,"2"-2"-1620,3-3-89,4-4-1,4-4-179,4-2 0,3-3 359,4-3 1,-1 0-900,10-1 360,3-5-91,26-7-269,-2-6-90,34-18 90,-16 4-558,18-11 558,-14 3 0,4-1 0,-1-2 0,1 0 0,-1-2 0,0 2 0,-3-1 0,-1 3 0,-5 2-274,-3 3 274,-3 3 0,-5 3 0,-4 4 90,-4 2 90,-5 5 90,-4 2 449,-2 2 1350,0 1-2878,-8 10-248,-3 1-1282,-8 10-1708,-2-1 4047,2 0 0,4-6 0,1-3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22.63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212 1989 14549,'12'-22'809,"0"-3"-629,-5 0 0,3-8 0,0-5 0,6-29-90,-3 12-90,2-20 90,-6 20-1307,-1-2 1306,-2-4-89,-2-3 45,-3 14 0,0-2 45,-1-30-743,0 26 1,-1 0 652,-1-27 90,-2-1 0,0 1 0,0 0 0,-1 3-1069,3 24 1,-1 0 1068,-1-26 0,2 30 0,0 3-279,1-12 369,-1 7-90,1 6 0,0 7 0,0 6 368,1 5-368,-3 5 920,3 4-1010,-2 0 3041,3 5-3041,5 19 519,-2 5-519,2 21 0,-3 34 0,-4-18-276,-2 32 276,-3-28-618,-2 5 618,-3 1 0,-1 2 0,-2 2-3096,-1-1 3096,-2 1 0,-2-1-301,0-1 301,-1-2 0,-1-2 0,0-3-90,1-4-1771,-6 7 1861,8-18-90,-3 3-1173,11-20 903,2-5 1354,1-1-1084,-1-15 221,4-5-221,2-17 90,5-6-90,1-9 1233,3-7-1233,1-8 0,1-7 2729,3-4-2729,-1-5 90,2-2-959,-1 1 959,2-1 0,0 3 0,-1 2 0,0 4 0,-1 4 0,-1 5-2392,-2 6 2482,-1 7 0,-2 6 866,0 7-776,-1 7 226,-2 4-136,1 1 518,0 13-698,1 7 3414,0 15-3414,-1 9 295,1 5-205,1 6 89,2 3 1,1 2-90,2 0-910,1 1 1000,2-1 0,1-1-321,2-3 230,1-2-89,2-4 0,1-3 0,1-3 0,0-3 0,1-4-90,-2-2 1065,1-3-1065,-1-2 346,5 0-346,-6-4-90,4 1-90,-9-6-539,-1 0-720,2 0-990,-3 0-2608,1 2 180,-6 6 4857,-5 1 0,-2-3 0,-2-2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28.10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724 775 7533,'1'33'809,"0"-2"-629,-2-8 0,0 2 0,-2 0-90,0-1 0,0 2 0,-1 0 0,-1 2-3482,0-1 3482,-2 1-90,0 1 0,-2-1 0,-1 0 90,-1 0-90,-2-2 90,0 1-90,-2-4 90,-1 1 89,-2-4-89,0-2 90,-2-4 3302,0-3-3392,-1-2 0,-1-4 0,-1-2-90,-1-4 90,-1-3-90,-1-2 90,-1-4-90,-2-3 0,-13-14 0,8 2-287,-9-12 287,13 4 0,1-6 0,2-3 90,1-5-180,3-5-3087,2-4 3177,3-4-90,4-3-439,3-3 529,5 1 90,3-2-180,6 1 90,3 1 0,5 1 90,14-23-90,-2 24 0,11-14 0,-7 28 90,3 8-90,1 3-158,1 7 158,1 5 0,2 7 90,0 4-90,1 7 0,0 6 90,1 6-90,0 6 0,0 4 0,-1 6-1806,12 17 1806,-13-6 90,7 13 1736,-16-10-1826,-3 2 0,-1-2 0,-3 3 0,-2-3 180,5 31-270,-10-25 180,4 23-90,-10-33 90,-3-1 337,0-1-337,-1 1 82,-3-1-172,0 0 0,-1-2 3278,-1 1-3278,-1-1 0,-2 1 254,-1 2-254,0 0-630,-9 31 270,5-21 0,-6 21-179,8-29-91,2-1-90,-1-2-359,2-2 0,1-2 1079,1-3 0,2-10 0,0-3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28.77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353 854 7443,'-14'15'1799,"5"2"-1709,3-1 90,3 0-90,-3 2 89,1-3 1,-1 0-90,0 2 90,0 0-90,-2 1 0,-1 0 180,0 0 90,-6 4-270,3-6 90,-5 3-91,5-9 91,0-2 0,0-2-90,-12-4-90,8-4 0,-9-6 0,11-3 0,0-6 90,0-3-90,0-7 0,1-5 0,1-6-293,1-3 293,2-6 0,1-4-1931,2-5 1931,3-4 0,1-5 0,3-2 0,4-1 0,2 2 0,5 2 270,2 6-753,3 4 393,3 6 90,1 4 0,4 6 0,1 2-90,2 6 90,1 4 0,3 4 0,2 5-27,2 5 27,0 4 0,1 5 0,-1 4 0,2 4 270,-1 5-270,-2 4-223,1 4 223,-3 5 0,0 3 1708,-4 3-1708,-1 5 0,-3 4 169,-3 3-169,-2 4 0,1 24 0,-9-15-415,2 17 415,-10-22 0,-3-1 90,-3-1-90,-3-1 180,-8 21-90,1-16 0,-7 14 0,3-22 0,-1-2 185,0-4-275,0-3 90,0-3 90,-13 14-180,12-18 0,-9 9-61,9-20-749,5-7-62,-5 0 63,6-14 263,1-2-803,4-11-270,4 0 1619,3-5 0,2-1 0,1-2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29.50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505 1014 6453,'4'14'1439,"2"1"-1439,1-1 90,0 1-90,-1-1 0,-2 0 90,-2 1 0,-1 1 0,-2 2 0,0 3 0,-2 1 0,-1 0 90,0-4 0,-3 0 90,0-6-90,-5 2 0,-4-5-90,-4-3-1,0-5-3391,-1-3 3392,3-3-839,0-1 839,-4-3-90,2-3 89,-3-1-89,1-4 90,-1-2 2886,-1-4-2976,-20-34 529,16 17-529,-14-29 0,21 24 0,1-3-494,1-4 494,2-2-2868,1-2 2868,2-1 0,3 0-1041,2 3 1041,3 1 354,0 6-354,5 3 270,0 4-16,5 2 16,2 3-270,3 1-90,3 1 2744,3 2-2654,3 0 0,3 2 0,3 0 90,4 1-180,2 3 180,4 0-90,2 4 0,2 2 0,1 4 0,2 5 1669,2 3-1669,0 4 0,1 5 0,-2 3 0,0 4 90,-1 3 89,-3 4-179,-1 3 180,-2 4-180,-2 2-90,-4 4 90,-2 2 292,2 21-292,-9-11 0,1 16 90,-11-14 0,-4 1-223,-3 1 313,-3-1 0,-3 0-1,0-3-89,-5 0 0,-1-2 90,-3 0-90,-1-2 90,-1-3-90,-1-1-90,-1-1 90,-1-3 206,1-2-296,-9 7 0,7-10-90,-5 4-90,8-13-176,3-2-94,-1-2-618,3-2 1068,-1-1 0,5-4 0,1-1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31.45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43 1 11580,'-8'16'1080,"0"3"-720,7 5-91,0 5 1,0 5-90,-1 4 90,1 4-2097,-1 3 1917,2 3 90,-3 2-30,4 2 30,-3 0-90,2 0 0,1-2 0,0 0 0,0-4 0,-1-1 0,0-4 90,0-1-90,-1-3 90,-1-2-90,-1-3 0,1-2-1,1-3 1475,0-3-1564,-1-3 563,1-2-473,-1 0-1350,0-4-5216,1 2 6476,2-17 0,-1 4 0,1-13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31.70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28 125 7083,'-19'-10'2878,"10"-4"-2428,11 5 90,11-4-180,4 5-1,4-2 1,4 1-90,3-1 180,2 1-270,4 1 179,0 1-359,3 2 0,-1 1 90,1 0-90,0 2 0,-1 0 180,1 1-270,-2 1 180,-3 0-360,-1 0 1,-2 1-91,-2 0 0,-3 0-90,-2-1-1169,3 2 1619,-3-1 0,-6 1 0,-7-1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32.44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362 815 6723,'6'-27'1709,"0"2"-1169,-2 3 0,-1 3-91,-3 3 361,-2 3-181,-6 0-359,-7 8-90,-3 4-90,-5 11 90,3 4 90,-30 36 90,17-15-360,-20 26-543,25-25 543,2 1 0,1-2 0,3 1 0,-1 10 0,7-12 0,2 9 0,10-18 0,4 1-90,2-4 0,5-2 0,3-3-90,4-4-90,3-3 90,2-4 543,1-6-543,7-8 1,-1-4-1,6-9 270,0-5-360,2-6 360,-1-8-838,2-5 838,-2-6-90,11-34-180,-11 16-343,-13 22 1,-1-1 342,4-22 180,-3-2-2798,-3 0 3068,-4 1-180,-1 2-1146,-4 2 1236,-2 6 89,-2 5 1,-3 5 264,-1 8-174,0 6-1207,0 6 1117,-1 7 1898,0 3-1898,-1 3 1208,0 15-1478,2 7 1,1 19-1,2 8 90,1 7-90,0 8 0,0 4 90,0 4 1028,1 4-1118,-1 2 0,1 2-619,-2 1 709,1 1-90,-1-2 0,0 0 0,-2-4 0,2-2 0,-3-3-360,4 15 90,-1-18-324,0 8 144,-1-24-90,1-3 0,-1-5-89,1-4 1426,-1-4-1967,1 0 1770,2-13-1140,0-5 293,2-15-1102,5-25 1349,-2 3 0,5-20 0,-4 11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32.62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67 6633,'5'-25'2339,"0"4"-1350,-2 1-719,-2 25 0,2 4 90,-6 24-180,2 2 90,-2 4-1,1 5-365,0 1 546,1 0-360,1 0-3211,1-2 3211,2-3-154,4 11 154,-1-15-90,4 6 0,-2-19 0,1-3 91,0-4-271,1-3 3224,1-3-3404,0-3 146,2-3-325,0-5-541,10-13 271,-6-1 809,21-41 0,-19 19 0,11-24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32.76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27 7353,'0'-17'2428,"6"10"-2428,1 4-90,5 11-89,-2 0 89,1 0-540,1 0 0,2-1-449,0 0-90,-1-1 1169,1-2 0,-7-1 0,-1-2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33.05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396 36 6723,'-6'-13'2609,"1"1"-1620,-2 2-629,-2 9 90,-2 5-91,-1 12 1,0 6 0,-1 6-90,0 5-90,-1 3 90,0 6-180,0 3-371,0 5 371,1 3 90,1 3-90,1 3-90,1 2-657,0 1 747,1 2-2992,0 0 2902,1 1 90,1-2-669,-3 26 669,3-21 0,-1 18-149,0-29 149,2-3 90,-7 20-90,3-20-180,-2 14 90,3-25-90,0-2 0,1-2 242,-1-3-332,0-3 2437,0-2-2617,2-5 691,-3-3-1860,3-4 1711,-2-1 1,7-23 0,1-5-1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33.31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193 78 6723,'5'-24'2609,"1"2"-1350,-3 7 0,1-1-899,-7 16-90,-1 6 0,-6 19 0,-2 6-91,-2 9-1713,-2 6 1714,-1 7-90,0 5 90,1 5-90,0 3-2795,1 1 2795,1 1 0,3-1-543,1-2 542,1-3-89,2-2-43,1-4 43,1-4 1081,2-5-1351,0 13 90,2-18 2859,0 6-3219,2-22 803,0-4-1882,0-5-3154,2 1 4773,2-18 0,-3 6 0,2-15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33.48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1 143 10591,'32'0'450,"-9"0"-360,10-1-180,0-4-180,-5-1 90,11-3-450,-11-1 1,3-2-181,-2-2-449,0-2-90,-1-1 1349,-1 0 0,-3-1 0,0 1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34.30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91 0 6094,'-11'28'1349,"0"2"-630,-3 19-449,3-11-413,-1 13 323,5-14 0,0-3-90,1 1 0,2-3 135,0-3-135,1-3 0,2-3-21,1-3-69,1-3 90,3-1-90,4-8 209,0-5-120,3-9-89,-1-9 90,1-4-90,2-5 90,1-4 0,0-1 90,1-2 0,-1 1-90,0 2 90,-1 3 0,0 3-90,-3 3 0,0 4 0,-2 3 0,2 4-90,1 6 90,-2 5-90,-1 8 0,-4 5 90,0 4-90,-2 4 0,0 2 0,-2 2-90,0 0 90,-2-1 0,2 0 90,-1-2-90,1-4-90,0-3 90,1 1 0,3-2 0,3-11 0,1-3-3302,3-14 3302,-1 0 0,2-3 0,8-8 0,-4 5 0,5-5 0,-7 8-90,-1 2 90,-1 3 3302,-1 1-3392,1 1 0,0 4 629,-4 9-539,4-5 90,-4-1-90,4-8 0,-1-6 0,-1 3 0,7-6 90,-4 5-90,4-2 0,-5 7 0,-1 1 0,3 2 0,0 1 90,1 4-90,-2 3 0,-2 4 0,-3 0 0,1 2 90,-2-7-90,1-1 0,3-7 0,3 0 0,-2 2 0,8 0 90,-5 1-90,4 1 0,10-1 0,-11 2 0,12 0 0,-15 0 0,4 0 450,0-1 2968,0 1-3058,-11 6-180,-8 0-90,-9 5 0,-2 0-90,1 2 90,-1 2-90,-1 4 89,1 2-89,-1 2 0,2 0 0,0 1-179,2 0-91,0-1-270,1 7 270,3-7-90,2 4 270,3-12-179,4-1-181,3-2 0,3-3-180,6-3-89,4-4-91,4-5-1079,18-9 990,-8-2-450,12-7-270,-14 1 1619,-1-2 0,-1 0 0,0-1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2:34.95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89 221 8252,'-15'-16'3508,"1"-1"-2338,4 10-721,-1 2-269,1 10 90,1 5-90,2 9-90,2-2 90,1 4-90,2 0 0,1 0 0,3 0 0,0 0-90,1 0 0,3-1 0,1-1 90,1-1-90,2-2 0,1-3-90,1-1 0,1-2 180,0-3-360,2-3 0,1-2 0,0-3 0,1-3-539,10-11 449,-6 2-90,7-9 90,-8 2-449,8-15 449,-7 7 0,5-12 90,-11 14 180,0 0 180,-4 3-90,-2 3 180,-2 3 540,-3 1-360,-3 2-270,-3 9 90,-3 5 89,-2 14-89,-2 4 90,-1 6-90,-1 2 90,0 2-90,2 1 90,2 2 179,1 2-269,1-2 270,2 12-450,2-13 90,1 7-90,2-15 0,1-2 90,2-2-90,0 1 0,3-6 180,0 2-90,2-7 0,8-4-180,-4-2-180,6-7 90,-3-2-90,1-5 0,2-2 0,3-3-89,1-3 89,3-2-90,2-3-90,2-2 1,2-2-395,0-3 394,1-2 90,0-2 90,0 0 90,-2 1 0,-2-1 360,-3 1-90,-2 3 90,-4 1 180,-4 6 449,2-4-359,-8 10 719,0-3 361,-7 7-451,-5 4-539,-4 3 34,-5 11-304,-1 6-90,1 5 0,2 2 269,-4 16-359,5-10 0,-1 13-90,7-16 90,2 0-90,2 1 0,2 0 90,8 10-90,-2-5 90,7 8-90,-4-7 90,3 0-90,-3 1 90,2 1 90,-3 0-90,-2 1 180,1 12-91,-6-10 1,-1 8-90,-7-11 0,-3-2 0,-4 0 0,-4-2-180,-4 0-270,-2-2-179,-3-1-271,-4-2-449,0-2-270,-5-2-1979,-1-2-1439,-5-1 4947,-3-2 0,-5-2 0,-3-2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31.7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6363,'0'45'1440,"1"2"-1081,1 2-888,1 1 978,0 0-269,0 0 180,1-1-270,-1-2 0,2 0 0,-1-2 0,2-2 38,-1-3-38,2-2-90,1-3 275,-3-4-275,1-4 0,-1-3 0,0-4 180,0-3 1169,-1-1-720,-4-17-539,-3-9 127,-4-12-127,-1-7 180,1 1-180,0-3 180,0-2-180,1-1-90,0 1 90,2 1 0,0 2 0,1 0 0,-1 2-90,2 1 89,0 2-89,2 1 90,2 2-90,1 2 0,1 2 90,2 1-90,1 3 0,0 2 90,1 2-90,2 2 0,2 4 0,1 2 0,2 3 90,2 3-90,11 8 0,-6 1 0,7 8 90,-8-3-90,0 1 180,7 10-180,-7-8 180,3 6-270,-9-10 90,-2-1 0,-1-1 0,-3-1-90,-1-2 90,-1-2-2159,-1 1 1620,-2-14-181,-1 0-89,-5-14 179,-1 0-1169,1-14 540,0 5 1259,0-8 0,1 19 0,0 4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31.98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0 141 6453,'8'-17'1439,"-1"2"-989,1 2-90,0 3 450,1 1-1,4 2-539,4 5 90,1 3-90,0 6-1,-4 3-89,1 3 0,-2 3 0,1 2 0,-1 2 0,-1 3 0,-2 0 180,-1 3 89,-3 2-89,-1 1 0,-1 1-90,-2-1 0,-3-2 89,-1-2-89,-2-3 90,-1-2 0,-2-3-90,-1-2 90,0-3-91,-2-3 91,-1-3-270,-5-3-180,3-3-90,-4-4-180,4-6-89,1-4-91,0-6-180,1-4-809,-2-18 720,5 7-181,0-13 91,7 13-1,1-1 181,1 1-1,3 0-449,2 1-180,1 0 1349,2 3 0,1 0 0,-1 3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32.1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22 7443,'3'-17'3957,"5"13"-3237,0 7-360,6 14 180,-2 4-361,3 7 271,0 5-270,3 6-90,-1 5 90,1 3-525,0 3 525,1 2 0,1 1-90,-1-1 0,1 0-90,0-3 90,-1-1-90,0-2-90,-1-1-90,-1-4-90,-1-2-180,-4-3 65,1-2-244,-6-3 89,-1-2-360,-2-3 91,-3-4-360,-2-3 68,-4-3-968,-2-4 2099,-3-5 1,5-3-1,0-2 1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32.3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1 193 7892,'5'-16'1710,"3"2"-1261,1 6-89,3 0 0,2 1 0,2-1-180,3 2-1,2-1-89,2 0 0,2-2-180,2 0-269,1 1-361,-2-1-3751,4 0 2941,-1-2-706,2-2 2236,2 0 0,-4-3 0,1 2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32.8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18 8432,'6'-12'3418,"4"7"-3058,-1 6-90,4 10 0,-1 4 0,3 6-1,1 4-89,2 6 90,0 6-90,1 4-90,0 3 90,1 1-520,0 1 520,0 0-90,1 0-3340,-1-1 3340,1 0 0,-4-1-177,1 0 177,4 12-180,-4-16 180,4 8-450,-9-20-2144,-1-4 1964,-1-1-80,-3-4-1718,-2-2 78,-4 0 2260,-6-7 0,3-2 0,-4-6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33.0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1 266 10681,'7'-15'1349,"0"3"-1169,11 5 0,-1-1-90,3-1 0,3-2-180,3-1-90,2-2-180,1-1-269,1-2-713,0-1 442,0 0 91,-1-1-630,-1 0-360,-3 1 1799,-1 0 0,-3 0 0,0 1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33.2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8612,'5'15'1619,"1"1"-989,0-2 89,2 4-269,0 2 180,4 3-450,0 3 90,3 2-91,1 2 91,0 3-90,2 1 180,-2 1-270,2 0 0,-2 0 0,1-1-90,-2 1 90,-1-2-90,-1-1-90,-2-3 90,0-2-180,-2-3 90,-2-2-360,-1-3-89,-2-3-2160,-1-1-1798,-2 0 4497,-6-9 0,4 1 0,-4-8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33.36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5 103 8072,'-2'-15'3508,"-1"-3"-2608,3 3-540,0-2-450,5 3-990,5 2-2068,5 4 540,3 4 2608,-3 7 0,-5 0 0,-6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33.7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1 412 10681,'14'21'2518,"-2"1"-2338,0-6 90,-2 4-180,2-5 90,0 2-180,1 0 270,-1 1-360,0 0 0,0-1 90,0 0-90,-1-3 90,0 0 0,-2-3-90,0-2 180,1 1 360,0-3-90,2-1 89,-3-6 1,0-5-270,0-8 0,0-1-90,0-5 0,-1 1-90,0-3 0,0-1-90,1-3-90,0-2 0,-1-2 90,0-1-180,-1-2 90,-1-1 0,-3-1 1,-1 0-1,-2-1 90,-3-2 0,-2 1 0,-3 0 0,-2 2 180,1 2 0,-3 6 90,2 3 0,-2 5 89,2 3 1,0 2 0,1 4 360,0 2-450,-2 4-90,3 10-90,1 2 90,5 8-90,3-2 0,0 0 0,1-1-90,1 0-90,-1-1-810,2-1-2518,0 3-2428,0 0 5936,-4-1 0,1-5 0,-4-4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34.7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38 282 6543,'-9'-15'2519,"0"1"-810,2 2 450,0-1-720,1 1-1169,7 9-90,1 3-1,9 12 181,9 13-180,-5-1-90,9 13 0,-7-5 0,1 2 0,0 2-90,1 0 90,-2 1-90,0 0 0,-1-2 0,0 0 0,-1-4 0,-2-1 0,0-5 0,-3-3 0,-1-4 0,0-3 180,-2-2-180,-8-26 0,1 3 0,-9-26 0,3 7 0,-1-6 0,-1-4 0,1-4 0,0-2 0,-1-19 0,4 16-1127,0-12 1217,3 23-90,3 3 0,1 4 180,2 4-90,1 3-90,2 3 90,1 4 0,2 4-90,2 4 90,2 4 0,3 5 1036,3 6-1036,1 5-90,2 6 90,2 4-90,-2 4 0,1 2 90,-1 5-90,-1-1 0,-3 2 0,0 0 0,-3-1 0,-2-3 0,-2-1-90,-2-4 180,0-4-90,-4-2 90,-1-4-90,1-1-90,-7-17 90,1-1 0,-6-19 0,-1 0 0,0-5-90,-1-3 90,-5-21 0,2 9-315,-3-15 315,4 15-90,0 2 90,1 2-90,2 4 90,1 4 0,2 5 0,3 5 0,3 3 0,1 5 315,2 2-315,8 7 0,-1 6 90,6 6-90,-3 8 0,1 4 90,0 6-90,0 4 0,-1 3 0,-2 2 90,-1-1-90,-1 0-90,-1-3 90,0-3 90,-2-3-90,-1-4 0,-1-4 90,-1-4 270,1-1-270,2-20 0,-3-2-90,1-20 0,-2 1 0,0-2 90,1-3-90,2 0 0,-1-1 0,3 2 0,-1 2 0,1 4 0,0 3 0,-1 5 0,1 3 90,0 5 0,6 4-90,7 11 90,-1 3-90,3 11 269,-6 1-358,0 3 89,1 3-180,2 1-180,-1 2-180,-1-1-899,9 8 719,-8-9-269,6 3 89,-10-12-359,-3-4-2069,0-3 3328,1-7 0,-9-1 0,3-4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35.1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0 161 9242,'6'13'1529,"0"-1"-1079,2-4-181,-1 0 91,4-1-180,-2 0 270,2-1-90,4-2-360,-2-3 359,9-4 1,-8-3-450,3-4 360,-6-2-360,-1-1 90,-2-2 0,-1-3 0,-3 0 0,-1-2 0,-3 1 90,1-1 0,-3 2 0,-2 2 90,-3 2 0,-1 2 180,-1 3-180,-6 6-1,3 5-89,-3 8 0,5 6 0,0 7 90,1 8-90,1 4 270,4 6-180,1 2-90,5 3-390,2 0 390,4-1-1,3-2 271,5-2 270,4-2-180,4-5-1,5-4 1,21 0-270,-8-12-270,15-3-90,-15-14-359,-1-4-181,-1-8-270,-1-5-179,-4-6-3473,-2-4 3203,-4-3 90,-4-2-900,-4-1-629,-5-1 2878,-4 0 0,-3-2 0,-3 1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35.6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36 7173,'1'-17'6116,"1"-1"-5576,-2 22-270,0 14-90,0 15 0,2 8 0,2-6 0,2-2-1,3 2-89,3 0 0,2-2 0,2 1 90,3-2-90,1 0 0,2-4 0,1-2-3392,0-2 3302,0 0-35,10 8 125,-9-7 0,5 4 90,-11-10 89,-3-2 91,-2 1 90,-2 1 90,-3 1-91,-2 1-89,-3 1 3240,-4 1-3330,-3 1 180,-9 12-360,0-7-1,-8 7 99,4-12-278,-3-1-270,0-2 0,-2-2-359,0-2-91,1-3-179,0-4-181,2-4 1,2-4-180,1-6-91,3-6-898,1-6-810,4-5 3148,1-3 0,4-3 0,1-1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36.3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1 526 8522,'20'-11'2159,"-1"0"-1529,-6 4-181,3-1 1,-3-2-90,6 1 0,-5-4-180,4-4 89,1-4-179,1-4 90,1-2-90,0-1-90,-1-3 0,2-1 270,-3-1-360,-1 1 270,-2-1-270,-3 2 270,-2 1-270,-3 3-3302,-2 4 3572,-2 2 270,-3-1-91,-5 8-269,-5 4 0,-1 15 0,-1 9 0,1 8 0,1 6 0,0 7 0,1 4 0,2 3 3120,2 3-2940,3 1-270,2-1 0,2-1 0,4-2 0,3-2 0,2-2 0,3-3 0,2-3 0,1-4-90,1-5 90,1-4-90,1-5 0,-1-4 272,0-3-362,-1-5 0,-1-3 0,-3-5 0,3-12 180,-6 1-90,3-11 0,-8 3 90,-1-3 0,0-17-89,-3 10 89,0-12 0,-2 16 89,0 2-89,1 2 0,-1 6 0,1 2 90,-4 5 90,6 1-180,2 12 90,4 3-90,3 13 90,-1 3-90,0 4 90,2 3 90,0 3-90,1 1 0,0 2 0,0 0 0,0-2-90,1-1 90,-1-3 0,4 6 0,-6-10-90,2 4 90,-7-14 180,0 0-270,0-12-90,-2-3-90,-1-23-90,-3 3 90,1-12-360,1-9 360,0 9 0,3-11 1,-3 15 89,1 5 0,0 3 0,-1 6 0,0 2 90,1 2 90,2 6 90,8 8-1,-2 6 1,4 9-90,-2 0 90,1 2-90,2 1 90,1 0 90,1 1-180,1-1 180,1 0-270,0-3 180,1-1-180,1-1 180,1-3-360,-2-2 90,-1-2-270,-2-3-90,-2-3 0,-2-2 1,-3-4 179,-1-3-450,-3-3 91,-1-4-541,-4-3-179,-1-3-630,-3-3-629,-1-1 2608,-5-2 0,-2-1 0,-1-1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36.4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17 115 7803,'-8'-22'2698,"3"1"-1978,2 4 89,3 1-449,6 0-630,5 4-180,5 3-719,-1 8-810,-1 6-629,-6 5 2608,-1 3 0,-4-5 0,-2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37.06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1 458 9332,'5'18'2518,"0"-1"-1978,1-4-90,1 0-91,1-1-89,2 0-90,0-1 0,2 0-3482,2-4 3302,-1 0 0,2-1-90,-1-3 90,1-2 90,-2-2-270,11-12 90,-10 2 0,6-10 0,-13 3 90,0-1 3302,-3-4-3302,-2 0 0,-1-2 0,-2-1 90,-1 0 0,-1 1 0,-1 0 90,1 2 90,-2 3 360,1 4 719,-1-1-1169,0 16 0,2 5-90,2 19 89,5 5-89,0 4 0,1 2 0,2 2 90,1 0-90,2 2 90,8 12-373,-3-12 283,5 8-90,-5-18 90,1-2-90,-1-3 0,0-3 0,-1-4-90,1-2 0,0-5-90,1-3 103,-1-3-193,1-5-179,0-4-1,0-6-90,1-4 270,1-5-269,-1-4-91,2-5 0,-2-4-539,7-24 719,-7 11 1,3-19-455,-8 17 724,-3-2 180,-1 2 90,0 2 180,-4 3 180,-1 4 89,-2 5 1,-2 4 180,-2 5-91,-1 3 1,-1 5 633,-1 4 177,-1 2-451,-3 3-629,-3 8 269,-4 11-359,4 5-90,2 10 0,6-4 0,3 3-90,3 0 90,2 2-90,3-1 0,3 1 0,2-1 90,4 0 269,13 9-269,-2-9 0,12 7 0,-5-11 0,2 0 0,2-1-90,1 2 90,0-1-1411,-2 1 1321,-3 1 360,-2 0-450,-6 1 360,-4 1-360,-7 2 0,-4 0 0,-6 2 0,-6 0-90,-5 1 270,-6 0-540,-3-1-180,-5-1 1051,-1-1-1500,-3-3-181,-1-2-89,0-4-270,2-4 90,2-4-540,3-5-990,4-5-898,2-7 3867,3-4 0,4 4 0,3-1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39.0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1 291 7443,'16'-19'1619,"-1"4"-1079,-4 6-91,2 0-269,2 1 90,-1-1-90,1 2 0,-3 2 0,2 1 0,0-1-1,2 1 1,1-2 0,2 0-90,0-1 90,3-1 0,1 1 0,1-2 270,2 1-360,0-1 269,0 1-359,0-1 360,0 1-360,1 0 180,0-1-180,0 2 0,1-1 0,0 1 0,0 1 90,0 0-90,0 1 0,0 1-3302,0 0 3392,0 2-90,2 0 90,-4-1 0,3 1-90,-4 1 90,2 0 0,0 0-90,-1-1 90,-1 1-90,0-1 90,9 0 0,-9 1-90,7-1 90,-12 1-90,-1 0 0,-1-1 89,-1 1-89,0 0 0,-1 0 0,1 0 0,1 0 0,-1 0 3482,0 0-3482,-1 0 0,1 0 0,1-1 0,0 2 0,1 0 90,-1 0-90,1-1 0,-1-1 0,1 1 0,-1-1 0,-1 1 0,1 0 0,-1 0 90,-1 0-90,0 1 0,0 0 0,-1 0 0,0 0 0,-2 1 0,2 0 90,-1 0-90,1 2 0,1-1 90,0 1 0,1 0 0,1 1 0,1-1 90,1 0-90,1 1 0,1-2 0,1 1 0,1-1 0,2-1 0,2 0 0,-1 0-90,2 0 0,-1-1 90,2 1-90,-1-1 90,13 0-90,-9 1 0,7 0 0,-13 0 0,-2 0 0,3 0 0,-1 1 0,-1 0 0,0 1 0,-1-1 0,-1 0 89,1 0-178,-2-1 178,1 1-89,0-1 0,0 1 0,-1-1 0,0 0 0,-1-1 0,0 1 0,-1-2 0,0 2 0,-1-2 0,-1 2 0,0-1 0,-1 0 0,6 2 90,-4-1-90,4 0 0,-8 0-90,0 0 180,-1 0-90,-1-1 0,1 0 0,4 0 0,-3 1 0,9-1 0,-6 1 0,3-1 0,-3-1-539,0 1-361,-3-3-179,-2 0-990,-1-1-1259,-2-3 3328,0-3 0,-4 4 0,-2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41.1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172 0 11131,'1'16'629,"0"0"-539,-1 3 180,1-3-180,0 8 0,0-8 0,0 4 0,-1-5 0,1 0 90,-2 1-90,0 0 90,0 2-90,2 0 89,-4 0-89,3 0 0,-5 0 0,4 0 0,-2 0 0,1 1-90,-1-1 90,1 0 0,-1 1 0,1-2-90,-1 1 90,0-2-90,1 1 90,0 7 0,1-5 180,0 5-270,0-7 270,1-1-270,1 1-90,-2 2 90,2-2 90,-1 10-90,0-7 0,1 5 0,-2-6 89,1-1-89,-1 0 0,1 1 90,0-1-90,-1 0 90,0-1-90,0 1 0,1-1 0,-1 1 0,1-1 90,-1 1-90,1 1 0,-2-1 90,2 0-90,-2 0 90,2-1 0,0 1-90,0-1 90,0 1 0,0 0-90,0 1-3302,-1 0 3302,1 0 0,0 1 90,-1-1-90,1 1 0,0 0 0,-1 0 0,1 0 3482,0 0-3482,0 1 0,-1-1 0,0 1 90,0-1-90,2 1 0,0 0 0,-1 0 0,1 0 0,-1 2 90,0 7 0,0-5-90,0 5 90,0-7-90,-1 0 0,1 1 90,-1-2-90,0 21 0,0-16 0,0 17 90,1-22-90,-1 1 0,1 0 0,0 0 90,0 0-90,0 10 0,1-8 0,0 7 0,-1-10 90,0 0-90,1 1 0,-1-1 0,0 10 89,1-6-89,-2 6 90,1-8 0,0 0 0,0 1-90,-1 1 90,1-1 90,-3 23-90,2-18-90,-1 16 0,1-12 90,0-8-90,1 9 0,-2-2 0,2-7-90,0 7 90,1-10 0,-1-1 0,1-1 90,-1 1-90,1-1 0,-1 1 0,0-1 0,1 2 0,0 1 90,-1 1-90,0 11 0,0-10 90,0 9-90,0-13 0,1 1 90,0 0-90,0 1 0,0-1 0,0 0 0,0 1 0,0 0 90,0 1-90,0-1 0,1 0 0,-2 1 0,0-1 0,1 0 0,-1 1 0,1 0 0,0-1 0,0 0-3392,0 0 3392,0 1 0,-1 11 90,0-9-180,0 10 90,0-12 0,0 1 0,0 1 0,0-1 3392,0 0-3392,-1 0 0,0 0 0,0 1 0,1-1 0,0 1 0,0-1 0,-1 1 0,1 0 0,0 0 90,0 0-90,0 0 0,0 2 0,1-2 0,0 2 0,0-2 0,0 15 0,-1-10 0,1 11 0,-1-12 0,0 1 0,0 1 0,0 1 0,-1-1 0,0 15 0,1-10 0,-1 10 0,0-14 0,0-1 0,1 0 0,0 0 0,0 0 0,0 13 0,-1-10 0,0 11 0,-1-15 0,1 1 0,0 0 0,0 1 0,-1 16 90,0-11-1362,0 13 1272,1-15-819,-1-1 819,1 3-55,-1-2 55,-1 2-90,1 16 90,-2-12 0,1 13 0,0-18 0,1 0 0,1-1 0,-1 0 0,-1 0 0,1 15 0,-1-12 1149,1 13-1149,-2 0 0,2-11 0,-1 12 90,1-16-90,-2 16-90,1-12 1018,0 14-838,0-18-180,0 2 180,0-1-90,0 0 0,0 1-90,0-2 90,1 1 0,0-2 0,-1 0 0,1-1 0,-2 0 0,2-1 69,-1 0-69,0-1 0,-1 16 0,1-12 0,0 12 0,-1-15 0,1 0 0,0 0 0,2-1 0,1 15 0,-1-12 0,1 12 0,0-17 0,1 1 0,0-1 0,1 0 0,-1-1 0,1-1 0,-1 0 0,0-1 0,1 1 0,0-2 0,0 1 0,0 0 0,-1-2-90,0 0 90,0-1-90,0-1-180,-1-1-90,0-1-179,0-2-271,0-3-89,0-1-271,-1-2-179,0 0-5037,-2-3 6386,-2 4 0,2-8 0,-1 1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42.3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89 6183,'4'-14'4948,"2"12"-4589,-2 3 1,3 12-90,-3 2 0,0 3 0,0 4 0,-1 4-90,1 2-1,-1 4 1,2 0 0,-3 2-90,2 1 270,-3 1-360,0 0 0,0-1 90,-1 0-90,1-2 0,-1-1 0,0-2 0,-1 0 0,0-4 90,-1-1-90,1-5 0,1 3-180,-1-5 90,-1-15 270,0-5-270,-1-18 0,1 2 0,0-3 0,-1-4 0,1-3 0,-2-2 0,2-3 0,-2-3 90,1-1-90,-1-2-743,0-2 743,2-1 90,-1 0 0,2 1 0,2 2-696,0 3 696,3 3 0,1 3-90,1 3 90,0 4 0,2 2 779,0 5-779,3 2 0,-1 4 0,6 3 661,-5 7-661,5 4 89,-4 5 1,2 5-90,0 3 90,1 4 0,7 14-90,-7-7 90,6 8-90,-8-10 0,0-3 0,-1-1 0,0-1-629,9 12-1,-9-15-989,6 9-3148,-7-17 4767,-3 0 0,-1-4 0,-5-2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42.5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1 188 10861,'14'-18'629,"-1"2"-539,-3 6 0,2-1 0,0 1 0,1-1-90,2-1-90,1 1-180,0-1-89,0 1-91,1-1-90,-1 2-89,0 0-1,-1 1-719,-2 1-270,0 1 1619,-2 2 0,-5 3 0,-1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43.0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143 36 7083,'-4'-17'3868,"-2"4"-3508,-7 7-91,2 7 1,-3 5-90,5 4 0,-1 4-90,0 4 0,-1 3 0,1 3 0,0 2-90,2 0 90,-1 1-90,3 1 0,1-2 0,1-2-90,2-3 0,2-2-90,1-3-90,2-2-270,1-2-89,5-1 359,4-5 0,0-4 0,1-7 0,-3-4 91,0-5-1,-1-2 0,1-2 180,-1-2-90,-1-1 0,-1-1 180,-2-1 0,-2 0 0,0 0 180,-2 0-91,0 3 631,-1 1 1169,0-1-1889,2 11 0,1 7 0,3 13-90,1 8 90,1 2-90,0 3 90,3 1-90,-1 1 0,1 0 90,-1-1-90,-1-1 0,0-1 0,0 0 0,-1-3-90,-1-2 90,0-3-270,-1-3-1889,0 1 990,-9-6 449,-3-5-539,-6-4-270,1-6 1529,1 1 0,4 4 0,1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43.6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79 83 6993,'-4'-16'3148,"1"1"-1889,1 0-179,-1 0-271,3 0-719,7 9-90,1 7 90,4 8 0,-1 5-90,-1 1 0,1 2 90,1 2-90,0 2 90,-1 2-90,1 1 270,-1 2-360,0-1 90,-1 1 0,0-1 0,-2 0 0,0-2 0,-1 0 0,-3-1 0,-1-1 90,-1 0-90,-2-2 90,-1-2-90,-1-1 90,-2-2 0,-2-3 0,-1-1 90,-1-2 0,-2-2-90,-2 0 89,-1-4-179,-2-1 90,0-3-90,-1-2 0,-1-3 0,0-2-90,2-3-89,-2-3-1,2-2 180,1-4-360,2-2-90,2-2-719,-1-12 539,6 9-179,1-8-1,6 13-89,1 2-721,2 2-358,2 2 1978,1 1 0,-3 7 0,-1 3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44.0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1 276 7263,'16'-2'1349,"2"-3"-1079,2-5-180,-3-1 0,2-3-90,-5 0 0,0-1 0,0-1-90,-2-2 90,0 1-90,-2-1 90,-1 0 0,-3 1 0,0-1 90,-4 1 180,0 1 0,-5-2 269,-2 3 1,-6 1-360,-4 11 0,1 6 0,0 7 89,0 14-89,3-1-90,-3 13 90,6-6-3392,1 2 3392,2 1-180,2 1 180,2-1-90,2 0 0,2-2 0,3-2 0,2-2 0,2-3 0,3-3-90,1-3 3482,1-4-3482,3-4 0,10-5 0,-5-5-180,6-6 0,-8-5-90,-2-3-180,-2-4 0,-1-2-89,-1-1-91,-3-2-179,0 0-1,-4 0-539,0 1-90,-4 0 1439,0 3 0,-3 8 0,-1 3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45.5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269 32 6993,'17'-7'8365,"0"1"-8185,-13 1-90,-6 1-90,-8-1 0,-4 1 0,1 4 0,0 1 90,0 3-90,2 0-90,1 2 90,-3 0 0,3 3 0,-1 1 0,2 3 0,0 3 0,0 2 0,0 1 0,1 2-90,1 3 180,-1-1-90,2 2 0,1-1-90,2-1 90,1 0 0,2-2 0,0 0 0,3-1 0,0-1 0,2-1 0,2 0 0,0-1 0,2-1 0,1-1 0,0-1 0,1 0 0,-1-1 0,1 1 0,1-1 0,-1 0 0,0-3 0,-1 2 0,1-1 0,-2 1 90,0-1 0,-3 2-90,-1-1 90,-1 2 0,-1 0 0,-1 2 0,-6 10-90,-1-5 90,-5 8-90,0-8 0,-3 0 90,-2 1-180,-2-1 180,-1-1-90,-1-1 0,1-2-90,-1-3 0,1-2-180,2-2-899,-7-1 449,1-6 0,2-1-269,3-8-180,8-3-91,2-3-449,1-5-449,2-1 2158,4-4 0,-1 10 0,2 3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46.1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68 430 6723,'-9'0'4767,"4"3"-4497,-11 18 0,7 2-90,0 3 90,0 15-180,4-8 0,0 10-90,5-14 0,2-3 0,2-3-90,2-1 0,2-4 0,0-2-90,2-3 0,1-3-180,-1-3 180,7-5 1,-5-3-1,5-7 90,-6-4-3392,0-3 3392,-2-5 0,0-2 90,-1-3-90,-3 0 90,0-2 0,-2-1 0,-1 0 90,-1-1 0,-2 3 90,0 3 3571,-1 3-3391,1-1-270,0 4 0,2 11 0,2 7-90,3 15 90,0 2-90,2 2 0,0 1 0,1 0 0,1-1 0,0 0 0,0-1 0,1-3-90,-1-2 0,-1-1 0,0-4-90,2 1 90,0-8 90,4-9-90,-4-7-89,-1-8 89,-2-2 0,-1-2 0,1-3 0,1-17 90,-3 9-90,0-13 90,-4 13 90,-2 0-90,-1-3 90,-2 0 0,-1-1 179,-3-15 1,3 17-90,-2-8 0,3 23 0,0 5 450,2 1-540,6 18 90,-1 3-1,8 21-89,-4 5 0,2 6 270,0 6-360,0 7 0,-1 3-506,0 4 506,-1 0 90,0 1-945,0 0 675,-1-2 90,0-2 0,-1-1-900,4 15-163,-4-18 254,2 7-1980,-1-14 631,-2-14 2248,0 1 0,-3-18 0,-1-5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47.0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50 267 8882,'-15'7'1889,"0"12"-1619,9 0 0,-1 10-1,4-5-89,0 1 0,2 1-90,1-1 0,1 1 0,2-2 0,0 0 0,2-3-180,1-1 90,1-2-180,1-1 90,0-3-90,1-2 0,-1-3-269,1-2 269,3-3 0,-1-4-90,3-10 180,-4-2 90,-1-8-90,-3 1 90,-1-3 0,0-2 90,-1-3 540,-2-23-361,0 19 91,-1-15 630,-1 27-271,1-1-179,0 5-540,5 12 180,-1 7-270,5 17 0,-2 1 0,2 4 90,0 3-90,0 1 0,0-1 0,0 0-90,-1-2 90,0-2 0,0-3 0,-2-2-89,0-4-1,0 0 180,-1-17 0,-1-1 0,-1-18 0,-2-11 0,1-6 0,1-1 0,0 2 0,-1 14 0,1 1-90,0 4 0,0 2 0,4 2 0,1 9 90,0 4 0,1 9-90,-3 5 90,-2 1-90,1 3 90,-2 1 0,1-1-90,-2 0 90,1-3-90,-1-1 90,2 0 0,-2-3 90,2-11-90,-1-5 0,0-14 0,1-9 0,-1 3-90,2-7 0,-2 7-90,1 2-90,-1 0-89,-1 3-91,1 2-719,-1 3-630,1 1 1079,4 11 450,0 4 0,1 10 180,-3 2 90,-1-2 90,-1 1 0,1 0 180,1 0-90,3 0 360,-1 0 449,4-2-359,-2-7-450,0-9 359,4-16-359,-4 3-90,3-4 0,-4 9 90,1 1-90,-1-3-90,2 1 90,-1-1-90,6-8 90,-4 7 180,4-7-360,-6 8 90,-1-1 0,0-1 0,-1 1-90,-1 0 90,-1-1 90,-1 3-90,0-2 90,-1 2 180,-1 1 269,0-1-449,1 3 0,-1 10 0,0 6 270,0 14-360,-1 2 0,1 5 0,-1 4 180,2 3-90,0 3 0,2 1 90,2 3-90,1 1-1289,0 1 1379,0 1 270,-1 0-3296,0-1 3026,-2-1 0,-1-2-5,-2-2 95,-2-3 90,-2-2-1,-2-4 1012,-2-2-381,-6 3-451,1-9 3300,-5 1-3389,3-11-82,1-4 172,-1-3-450,-4-6-270,-5-22-180,5 6-90,-1-16-89,13 13-91,0-2 1,4-1-3843,1 0 3303,3-1-270,1 0-270,0 1-540,1 1-809,-1 2 3058,0 3 0,-3 9 0,0 3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48.10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52 0 10501,'-17'14'3058,"3"0"-2518,7 1-90,2 1-1,1 2-89,1 3 0,2 2 0,0 1-90,3 2-90,3 0 269,1 14-269,2-9 0,1 9 0,-1-13 90,0 0-90,0-1 90,0-1 269,4 15-359,-5-16-90,3 12 90,-5-20 0,-1 2-270,-1-1-8455,-1 1 3688,-4-13 4857,1-8 0,-3-3 0,3-3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48.4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0 149 6723,'10'-18'2069,"1"2"-1619,-3 5 179,4-1-269,0 2 270,3-1-360,0 2-1,0 0 91,2 0-90,1 1-90,1 0 0,1 2 90,-1-1-180,1 0 90,0 3 0,7 0-91,-6 4 1,5 1 0,-9 2-90,-2 1 90,-1 2 0,0 1 0,-2 1 90,3 6-90,-4-3 270,7 15-270,-10-11 90,3 7-90,-5-5 0,-1-3-90,0 3 90,-1-5-90,0 0 0,2 0 0,-2 0 0,2 0 0,1 1 0,-2 4 0,3-3-90,-2 6-720,0-5-809,-1 1-3058,0-1 4677,-8-4 0,4-5 0,-6-3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48.6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4 202 9062,'-3'-15'2698,"2"1"-2068,13 5-270,1 0-90,1 1-91,1-3 1,3 2 0,1-3 0,3 2-90,1-1 0,1-1 0,0 0-90,0 1-90,0-1-180,-2 2-180,-1 0-179,-2 4-181,-2 0-2158,-3 1 2968,2 0 0,-8 2 0,0 1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49.9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76 55 6633,'-20'5'5397,"1"1"-3418,0-3-1529,6-5-360,9-3 0,5-3-90,9 0 90,1 1-90,1-1 90,2 0-90,0 2 0,1-1 0,1 2 0,-2 2 0,2 1 0,-4 6-90,3-2 90,-4 4 0,2-1 0,-2 3 90,-1 3-90,-3 5 0,0 2 0,-3 4 89,-2 1 1,-1 2 90,-2 1-90,-1-1 90,-1 1 0,0-2 0,-1-1 0,0-2 0,-1-2 90,0-3-90,1 2 89,0-4-179,8-6-90,3-8 0,6-6 90,1-4-90,-2 2 0,1-2 0,0 0 0,2-1-90,-1 1-180,0-1 1,-1 2-181,-1 1-90,-1 0-539,0 2-540,2-2-2699,0 1 4318,1 1 0,-7 2 0,-2 1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50.2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0 12570,'-5'20'1169,"0"-1"-6469,-1-3 5569,1 0 1410,0-1-1139,0 5 769,2 2-1039,3 4-90,3-2 0,3-6 3302,3-4-3302,-1-5-90,2 0-1,2-3 1,1 1-90,1-2 90,-1 2 0,1-1-90,0 0 90,0 0-90,0 0 90,-2 0 0,0-1 90,0 1 90,-2 0 0,2 3 179,-3 0 1,2 4-90,-6 2-180,-1 6-90,-3-5 0,-4 2 0,-1-4-90,-2-1-180,-1 0-90,0 0-270,-2-2-89,1-1-1170,-1-2-360,-4 1-270,0-4 1080,-3-4-540,3-4-629,1-4 2518,2-1 0,5 3 0,1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50.4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94 7623,'-1'-16'4947,"6"2"-4407,1 3-361,9 5 1,-1 0-90,3 3-90,-4-3 90,2 1-540,0 0-179,3 0-271,-2 0-269,0 2-810,0-1-629,0 2 2608,1 0 0,-8 1 0,-1 2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50.8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4 253 8612,'-2'-20'2429,"1"4"-1980,1-3-179,3 4 0,0-2-90,3 0 0,0-1-90,2 1 0,1 0 0,2 1 0,0 2-90,2 0 90,1 3-90,0 1 0,0 3 0,0 2 0,0 3 0,-1 3 0,0 2 0,-1 4 0,-2 2 0,-1 2 270,-2 4-360,-2 1 359,-1 2-269,-4 2 180,-1 1-180,-2 0 0,-2 1 90,-2-1 90,0-3-90,-2 0 0,1-3 90,-2-1 0,1-2 90,0-4 0,-4-1-181,-1-5-89,-3-5-89,3-4 89,1-6-180,5 0 90,0-2 0,1-2-180,1-1-3392,1-1 3392,0-2-180,2-1 1,1 0-91,1 0-90,1 2 1,1 1-91,2 3 180,1 1-989,1 3 2377,5 0 0,-6 7 0,3-1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51.1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1 269 8792,'1'-20'1799,"0"4"-1259,2-4-360,0 1-1,3 0-89,0-1 90,1-1-90,1 2-3302,1-1 3302,1 2-90,0 1 90,2 1 0,0 2-90,0 3 90,2 2-90,-1 2 90,1 4-90,1 4 0,1 4 3482,0 2-3302,5 13 0,-6-1-180,4 9 180,-9-4-180,-2 2-90,-3 1 90,-1 0 0,-2 1 90,-2-1-1,-4 11-89,1-12 360,-5 8-270,1-15 0,-3-1 90,2-4 180,-2-2-180,-1-2-90,-2-5-90,-1-3 0,1-6 0,4-3-90,0-3-90,3-2 180,0-3-450,0-2-90,1-2-89,1-1 89,0-2-3931,1 0 3571,0 0-899,1 0-629,2 2 2428,0 1 0,0 9 0,1 3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51.4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9 239 7443,'-4'-20'2159,"1"1"-1530,2 3-89,1 0 0,0-1 89,6-7-269,0 4-180,3-6 0,0 9 0,2 2 0,0 1-90,2 2 89,6 1-89,-5 5-90,7 1 90,-7 6-90,-1 3 90,1 5-90,-2 2 0,0 4 180,2 13-90,-5-6 0,0 11 270,-7-1-270,-2-7 90,-2 6 0,-3-12 89,-2 4-89,-2-7-90,0 1-270,-1-8 0,-4-4-89,2-4-1530,-8-9 629,8-2-1258,-5-8-900,5 1 3328,0-2 0,-1 1 0,1-1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52.8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25 129 6993,'-14'3'6656,"6"-7"-6476,6-8-90,6-4 0,6-1 0,0 2-3482,1 2 3482,2-1-90,2 2 90,2 0-90,-1 4 0,1 1 0,1 6 0,-3 2 0,2 6 0,-5 3 3482,-1 4-3482,-1 4 90,-2 4 0,-1 3 0,-1 2 90,-2 3 89,-2 1-89,-1-1 90,-3 0 0,-1 0 0,-1-2 0,0-1 0,1-2-1,-1-3 181,0-2-90,0-1 90,1-3-450,9-6 0,4-10-90,6-8-90,-1-2 0,-1 0-540,8-6-449,4-2 449,-1-2 1,-1 2-91,-8 6-179,-1 1-91,-1 2-2607,9-8 3687,-9 7 0,2-1 0,-12 7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53.2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59 6094,'-2'-17'3058,"0"-2"-899,2 1-1530,-3 14 181,3 10-630,1 28 89,2-6 91,3 7-180,-1-16 180,3 1-360,-3 0 360,5-1-360,-1-1 0,4 0 0,1 0 0,1-2 90,0 0-90,2-2 0,-1 0 90,0-1-90,0 0 90,0-1 89,-2 0-89,0-1 90,-2 0 0,0-1 90,-1 0 90,-2-1 0,-1 2 449,-2-2-89,1 7-450,-4 1-90,-1 0-1,-3 1-89,-4-5 0,1 1 0,-3-1-180,1-1-180,-1 0-179,-1 0-271,0 0-179,-1-2-1,-1-1-359,-2-1 90,1-2-2789,-2-2 810,-5-3 3148,4-4 0,1 1 0,8-1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53.4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1 166 6723,'-1'-16'1889,"2"1"-1259,1 2-1,1 0-89,2 2-90,0 1 179,2 1-269,2 1 90,2 0-270,1 2 180,3 0-270,1 1 179,2 0-358,0 1 178,2-1-358,0 1-91,0 1 90,0-1-540,0 0 91,-1 0-1350,-1 0-719,-2 1 2788,0 0 0,-8 2 0,-2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54.6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77 36 7173,'-2'-17'7016,"-2"4"-6566,-2 8-270,-1 8-91,-1 7 1,1 5 0,1-2 0,0 3-90,-1 0 90,2 0-90,-3 1 0,4-3 0,-1 7 0,3-3 0,4 3 0,3-3 0,5-4 0,-1-4 0,8-1 0,-4-5 0,13 1 0,-7-3 0,6-2 0,-5 0 0,8-1 0,-7 0-90,7 0 90,-9 0 0,-2-1 0,0 2-90,-2-2 90,2 1 90,-1-1-90,-2-2 0,-8-3-90,-8-3 90,-4-7 0,-1 3 0,3-3-90,1 4 90,0 0 0,-1-1 0,1 0 0,0-9 90,1 3 90,0-6 990,2 6-901,4 17 1,-2 4 0,4 18-90,-3 1 90,2 4 0,-1 3 0,0 2-1,1 2 181,1 15-180,-1-11-90,3 10-90,-3-14 90,1-1-90,-2-2 0,0-2 0,0-2-90,-1-3 90,1-2-90,-1-3 90,0-2-900,-1 0-5576,1-1 3687,-3-13 810,2-8-539,-3-11 2428,2-2 0,-1 12 0,1 1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54.9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 31 7443,'-2'-17'5307,"-2"4"-4678,-3 13-179,-1 7-270,2 12 0,3-1 0,4 2-90,1-4 0,2-1 180,5 7-181,1-5-89,5 5 90,-2-7 0,0-1-90,2 1 90,0-1-90,1 0 0,1 1 90,0 0 0,6 8 0,-7-6 0,4 7 0,-8-8 90,-2 1 0,-1 0-90,-3-1 90,-1 1-90,-2 0 0,-2-2-90,-2 1 90,-2-1-90,-1-1 0,0-1-270,-2-1-720,1-1-449,-6-1-990,-1-4 91,-2-7-810,2-5 3148,2-8 0,6 7 0,2 1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55.1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1 191 7533,'8'-18'2069,"0"2"-1530,0 3-89,3 0-90,0 0-90,1 0-1,1 1-89,1 0-180,2 0-180,1 1-179,1 2-271,-1 0-180,2 2 91,-1 0-1,2 1-359,1 1-180,1 0 1259,1 0 0,-10 2 0,-3 1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55.4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68 2 8162,'-15'21'2429,"2"-1"-1799,4-3-181,2 2 1,0 1 90,1 2-270,1 0 89,1 2-269,3-1 270,1 0-360,2-1 180,3 0-270,2-2-90,2-2-90,7 5 90,-1-7-89,5 1 179,-5-9-90,1-4-90,5-3 180,-5-4 90,4-3 0,-7-2 0,-1-2 90,-2-3 90,-1-2 0,0-2 269,-3-3-359,0 0 90,-2-1 0,-2-2 0,-1 1 90,-3-1-90,-1 2 0,-3 0 90,-1 1 269,-7-5-269,1 7 0,-4-3 0,4 11-180,1 1 90,-1 3-90,1 0-7736,-5 0 7646,5 18 0,1-12 0,6 14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55.7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73 0 10321,'-20'2'2609,"4"2"-2250,7 8-89,5 5 0,-5 2 0,6 5-90,-5 2 0,4 3-3482,5 1 3392,-2 2-940,5 0 940,-1 0-381,2-2 291,2-1 0,1-2 0,1-2 2693,0-2-2783,2-3 1425,0-3-1605,0-4 415,1-3-775,0-3 271,5-6 89,-3-5 0,5-5 0,-7-4 90,0-2 0,-1-2 90,-1-5 0,0-3 0,-2 0 90,0-3 0,-3 2 0,-1-2 0,-2-1 90,-2 1 270,-1 2-270,-2 1 90,-2 3 0,0 2-90,-2 3 0,0 3 180,-1 2-270,0 3-1080,-2 0-359,0 8-1080,-1 4 2519,5 9 0,2-4 0,3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56.1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80 34 7982,'-8'-15'5937,"0"3"-5127,-3 5-451,0 10-89,1 5-90,1 7-3392,4 2 3392,-1 5-90,1 3 0,2 3 0,0 2 0,3 1-90,1 1 0,1 0 90,9 23-90,-2-22-90,6 15-90,-4-28 0,1-3 3302,1-3-3392,0-4-269,7-5 539,-3-6-270,4-5 270,-5-6-180,-1-3 180,0-3-90,-2-3 0,-2-3 270,3-28 0,-8 18 0,2-20 179,-8 26 1,-3 1 90,-1 2 0,-3 2-1,-1 3 91,-3 2-90,0 3 179,-1 2-359,0 3 90,1 1-630,-3 3-989,0 3-1260,2 7 990,2 9-1619,6 3 3148,2 2 0,1-10 0,0-2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57.2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 73 7353,'-15'6'3868,"9"-6"-3689,4-3 1,11-7-90,3 0 0,2-1 0,2 0 0,3 1 0,1 1-90,1 1 90,1 4-90,0 2 0,0 2 0,-2 4 90,-1 3 0,-2 3 0,-2 4 90,-1 4 0,-3 4 90,-2 3 89,-3 3 1,-3 2 0,-1 3 90,-6 0-1,0 1 91,-5-1 0,0-2 359,-4 8-539,3-11-90,0 3 180,4-16-1,1-1-449,9-4 90,-1-6-90,12-6 90,-1-7-90,4-4-90,3-2-90,1-2 1,2 0-91,1 0-90,-1 0-180,1 2 1,-3 1-181,-1 1 270,-3 2-359,-1 1 89,-2 2-1259,-3 2 1979,2-1 0,-8 5 0,1-1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57.4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8702,'12'4'3058,"-1"3"-2158,-5 10-181,0 4 1,1 5-90,0 2-91,0 2 91,0 1-180,1 1-91,0 1 1,1-1-180,-1 1 0,0-3 0,-1-1-180,1-3-180,-1-1-270,-1-4 91,0-2-811,0-3-1438,0-4 2608,0 2 0,-3-8 0,0 1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4:59.5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32 198 6903,'-17'0'4048,"6"-6"-3778,8-7-1,6-2-89,6-3-90,2 3 90,1-2-90,4 0 0,1 0-90,2 1 90,1 0 0,0 3-90,1 1 0,-1 2 90,0 3-90,-2 2 90,-1 5 90,-2 2 0,-2 4 0,-2 2 269,-2 4-269,-4 3 90,-2 5 0,-3 1 0,-2 2 90,-3 2-1,-2 0-89,-2-1 0,-1 0 0,-1-2 0,1-3-90,0-3 0,2-3-270,0 0 0,12-9 0,0-3 0,14-9-90,-2-3 0,5-4 0,1 1 0,1-1 0,0 1-3392,0 2 3482,-1 3 0,0 0 0,-3 4 1,-1 1-1,1 5 180,-6 2-1,0 5 91,-6 3 0,-4 2 180,-1 5 0,-5 3 3841,-5 12-3301,-6 3-540,1-1-90,-3-5-1,4-10-89,0-1 0,0-2 0,1-1-90,0-3 0,0-1 0,0-4 0,1-1 90,1-2-180,-5 0-90,-1-2 0,-2-2-90,1-5 0,2-1-90,-1-3-90,0 1 1,-2-2-91,2 0-90,-2 1 1,2 0-91,1 0-809,3 1-2789,-2-2-179,10-2 4407,7 1 0,1 3 0,5 4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00.0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1 215 6723,'5'-16'2159,"0"-1"-1529,2-1-1,2-2-89,0 1-180,3-1 89,0 1-179,2 0 0,0 2-90,0 2 0,1 2-90,0 3 0,-1 3 0,-1 3 0,0 4-90,-1 3 90,0 5 0,-3 4 179,0 4-179,-3 5 270,-3 1-270,-1 4 0,-4 1 0,0 2 90,-5 1 0,0-2 0,-2 1-90,-1-5 90,0-1-90,0-3-1,1-3 1,2-3-359,-1 0 89,18-13 90,-4 0 0,17-11 0,-11 4 0,3-1 0,-2 2 90,3 2-90,5 3 90,-6 1 0,4 4 0,-8 2 180,0 2-90,-2 2 90,-1 2 90,-1 2-1,-1 1 91,-2 1 90,-2 0-90,-3 1 90,-3 1-1,-2 0 1,-1 0-90,-2 0 0,-1-1 179,-7 7-359,3-7 0,-5 4 0,5-10-90,0-1 0,-1-1-90,1-2 90,1-2-270,-1-2 0,1-2-180,0-1-90,-2-4-89,3 1-271,-2-3-89,3-1-181,1-1-179,1-3-6656,-1-6 7915,4-1 0,0 4 0,5 4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00.3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8 302 7353,'2'-18'2338,"0"-2"-1618,1-1-180,3-2-91,-2-1-89,3-1-90,1 0 0,0 0-90,1 2 0,2 1-90,-2 2 0,3 3-90,0 3 0,-2 2 90,0 4-90,3 3 0,-3 5 269,1 5-358,-4 7 89,-2 4 359,-1 6-359,-1 4 180,-3 3-90,-2 1 180,-2 2-90,-2-2 180,-3 0 179,-3 10-269,0-12 180,-2 5-90,4-14 0,1-5 179,0-2-269,-1-3-180,-1-6 0,0-4-90,0-8 0,4-4-360,-1-3 90,0-14-89,2 6-181,1-9 360,1 10-450,2 0 1,0 1-181,0 3-899,2 2-270,1 0-2158,3 4 4137,5 5 0,-3 5 0,1 5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00.7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9 342 6543,'-4'-18'2159,"2"0"-1619,0 0-91,2-1 1,1-2-180,1-2 0,3 0 0,1-1-90,2-1-90,2 1 0,2 1-1,3 1 91,8-5-180,-4 9 90,7-3-90,-7 12 0,-1 3 0,2 4 0,-3 4 90,1 4-90,-2 4 0,-2 5 0,-1 3 90,-1 3-90,-3 3 270,1 14-180,-4-9 270,-1 11 180,-10 6-361,1-17 1,-6 13-90,1-21 0,-1-6 0,-1 0 0,0-5-90,0-3-90,-6-3-90,3-4-90,-3-4 180,5-4-359,1-3 179,2-3-360,0-3-719,0-13 360,2 6-631,-2-9-358,4 9 1978,0 2 0,2 9 0,0 4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01.0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11 311 6183,'-2'-18'1889,"2"-3"-1349,-1 0 90,4-4-181,1 1 1,1-1 0,1 1-90,2 0-90,2 0-1,1 2 1,2 1 0,3 3-90,0 2 90,2 3-180,1 4 90,1 4-90,1 4 90,1 6-90,0 4 269,-1 5-269,-2 5 0,1 5-3392,-5 4 3482,0 3 90,-6 4 0,0 1 90,-5 1-91,-1-1 91,-2-2 0,-4 0 0,-3-1 449,-9 9-449,1-12-90,-6 5 3482,-6-12-3662,6-10-180,-8 0-90,8-13-180,0-4-180,0-4-179,0-6-271,2-4-179,0-4 0,1-3-1800,1-2 2969,1-3 0,-5-10 0,-1-4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02.1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173 37 7263,'-6'-16'4227,"-2"3"-3327,-2 7-540,-6 5 0,3 5-91,-2 4-89,5 2 0,0 4 0,0 2-90,-1 2 90,3 2-90,-2 2 0,3 1 90,-2 2-90,0 1 0,2 1 0,1 0-90,1 0 89,3-1-89,1 1 90,3-1-90,2-1 0,2-1 0,3-2 0,3-1 0,1-1 0,3-2-90,1-2-317,10 3 137,-6-7 0,7 2 0,-9-9 0,-2 0-270,-1-2 271,3-2 89,-3-2 498,0-3-318,-8-7 90,-8-4 0,-7-7 0,-2 3 0,-2-2-1,1 6-89,1 1 90,-1 1-90,0 2 90,0 1 180,2 1-540,-1 1-2698,1 1 449,2 9 2519,4 3 0,2 2 0,2-2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02.5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106 1 7982,'-20'0'2429,"3"2"-1709,4 1-271,2 2 91,1 2-270,0 2 90,2 1-270,1 1 0,1 2-90,3 0 90,3 6-90,2-4 0,4 5 0,2-6 90,2-1-90,2 0 0,1 0 0,1-1 0,2-1 0,1 0 0,1 0 0,1-1 0,1 0 0,0 1 0,0 0 89,-2 0-89,1 1 90,-3 1 0,0 1 0,-2 1 90,-2 0 90,0 2 0,-3 0 0,-1 2 0,-3 0-1,-1 1 181,-3 1-90,-1-1 90,-3 2-180,-3-1 89,0 1-89,-3-1-90,0-2 0,-2 0 0,0-2-90,-1-3 0,1-2-90,0-2-360,1-2-1439,-1 0 989,-1-8-89,3-3-90,1-8-91,6-6-179,2-2-810,1-5-629,0-3 2698,1-3 0,-1-1 0,1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02.7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0 152 12570,'28'-5'809,"-6"0"-719,1 3 90,-3-2-90,7-1-180,0-3 0,1 0-180,1-2 91,-1-1-451,0 0-90,-2-1-269,-1 0 179,-3 1-989,0-2-449,-3 1 2248,-3 1 0,-6 4 0,-4 3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03.8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12930,'4'22'1259,"0"0"-899,-3-1-1,1 1 1,0 2 360,1 23-450,-1-15-90,2 17 0,-1-24-1,-1-1-89,1-2 90,-1 0-90,1 5 0,-1-8 0,1 5-180,0-7-1079,-1-3-4858,0 3 5038,4-14 989,5-14 0,-5 2 0,3-7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04.2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0 136 6633,'4'-20'2159,"-1"2"-1709,1 4 629,-1 0-4881,5-2 4252,-3 3 859,4 0-949,-2 6-90,2 0 90,0 1 90,2 1-271,5 3 1,-3 2 0,5 3 3392,-5 4-3482,-1 2 90,0 6-90,-1 0 90,-1 6 0,-1 1 269,0 14-269,-3-7 180,-1 11-90,-4-13 90,-1 0 0,0-2-1,-2-2-89,0-2 270,0-3-90,0 1-91,0-3-359,7-1 90,3-9 0,10-6-90,-3-5 0,2-1-90,2-2-269,0-2-1,1 2-630,-3 0 1,-2 2-720,-1 1-180,4 0-4497,-2 2 6386,0 3 0,-8 1 0,-1 1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04.7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97 98 6813,'5'-19'2699,"0"1"-990,1 2 90,-4 1 89,-1 2-808,-7 2-181,-3 5-179,-7 7-540,0 7-90,3 1 0,0 1 0,5-2 90,0 1-90,-1 2-90,2 0 179,1 1 1261,2 1-1440,6 3 90,0 2-90,5 8 90,-3-5-1,9 13-89,-6-11 90,6 8 0,-5-8 180,5 11-180,-3-9 0,4 7 0,-3-11 0,0-1 0,0-1 0,1-2 90,-1-2-90,1-1-90,0-2 90,0-1 0,0-1-90,-1-1 90,0-1 0,4 3-1,-5-3 1,3 2 180,-6-1-90,1 4-90,-2-2 90,-1 5-90,-3-3 270,-3 3-360,-1 2 270,-7 10-1,0-5-358,-5 7-1,2-9 0,-2 0-90,0-2-90,-1 0 90,-1-2-450,2-2-179,-1-2-181,3-2-1168,-1-3-631,-2-3 1530,0-8 0,1-2-1080,-1-17 360,7 5-719,-3-9 2698,4 5 0,1-2 0,1-2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05.03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1 157 9242,'17'-19'2428,"3"1"-1888,-8 10-90,5-2 0,-2 3-181,2-2 1,1 1 0,1 0-3572,1 0 3032,7-3 90,-5 3-539,4-3-91,-11 4-539,0 1-720,-3-1 2069,-1 1 0,-5 3 0,-2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05.7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3 376 12300,'-2'-26'989,"1"0"-809,4 8 0,1-3-90,0-2 90,1-2-90,3 0-90,-1-2 90,3 0-90,-1 1 90,5 1-90,-3 3 90,3 1-90,-2 3 0,1 2-90,1 3 90,-2 3 0,1 4 0,2 6 0,-3 3 0,1 8 0,-5 2 0,-3 5 0,-1 3 0,-2 4-3392,-2 1 3392,-3 2-83,-2 0 263,-2-1-90,-2-3 180,-1 2-91,-2-4 91,0 1 0,0-4 0,-1-3-90,1-2 3396,0-3-3396,0-3 259,0-2-439,-5-4-90,5-3-90,-2-5-180,6-4 0,1-4 90,2-4-449,1-3-91,3-3-179,1-2 89,1 0-359,3-1-810,0 0-629,2 3 2698,1 2 0,-4 11 0,1 3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06.06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34 426 8162,'-11'-23'2249,"2"0"-1529,3 2-271,2-1 1,0-3-90,4-2-90,2-2-90,3-1 0,2 0-1,3-1-89,3 2 0,5 2-90,-1 1 0,4 3-90,-2 4 90,1 2-90,1 5 90,0 4-89,0 4 89,-1 4 0,0 4 0,-1 5 179,-1 3-269,-2 4 360,-2 3-360,-2 2 270,-3 3-180,-2 0 0,-3 1 90,-2-1 90,-2 0 0,-2-1 0,-2-1 90,-3 0-90,-1-3 89,-2-1-89,-2-3 90,0-1 90,-2-1-180,1-4 90,-1-1 90,0-3-270,-5-3-1,5-3-89,-3-3-269,3-6-91,5 1 0,0-7-180,1 3 91,5-3-451,-1 0 91,5-1-451,1 1-269,1 0-360,1 3 1889,1 2 0,-2 5 0,0 2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06.3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11 383 6453,'-4'-19'1979,"0"-2"-720,2-11-539,2 6-270,2-9 0,0 11-181,3-1 1,2 0 0,2 1 90,9-10-270,-3 9 90,6-5-90,-4 12 0,2 4 0,1 1 0,1 3-1,2 3 1,10 7 0,-7 3 0,5 8-90,-10 2 90,-2 5 0,-3 4 90,-2 2 0,-2 2 360,-3 17-181,-3-8 1,-4 11 90,-6-13-90,-2 0 90,-3-1-1,-2-2 1,-2-2-90,-2-2 90,-1-3-181,-1-3 91,0-4-180,0-3 0,0-4-90,1-3-90,0-4-360,-5-8-90,6-3-89,-4-8-181,8 0-179,2-3 89,2-1-449,2-2 90,2 1-1890,1 1-1078,1 1 4137,1 2 0,0 9 0,0 2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30.4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18 156 8252,'-12'-21'5397,"7"16"-5217,4 6-90,9 23 0,-3-4-90,3 7 90,-3-4-90,0 2 90,0 0-90,-1 3 90,0 0-90,-2 1 0,-1 2 0,-1-1 90,-1 1-90,-1-1 0,0-1 0,-2-2 0,0-2 0,0-2 90,0-3-90,1-3-90,-2 1 180,1-5-180,0-11 180,2-8-180,1-14-3122,1-4 3032,3-4-696,-1-3 786,2-3 0,0 0 90,2 0-90,0 0 90,1 1 0,0 2-90,8-20 90,-4 20 0,6-13 3003,-8 25-3003,0 4 1175,0 3-1175,1 3 0,2 4 0,-1 5 0,2 5 0,-2 6 0,-2 6 0,1 5 0,-1 5 0,0 4 0,-1 4 0,0 1 0,-1 0 0,-1 0 0,-2-2 0,0-1 0,-2-4 0,0-4 0,-2-4 0,3 0-90,-3-4 90,-1-16 0,-1-8 0,-2-18 0,1-4-90,1-4 90,2-6 90,1-22-90,2 14 0,5-33-670,-1 36 670,6-12 90,-4 22-90,3 2 0,4-5 0,-1 12 0,5-2 90,2 14-90,-4 7 90,7 4-90,-5 8 0,-1 7 0,1 2 670,-1 6-670,-1 3 0,-1 2 0,-1 3 0,4 16 0,-5-14 0,1 14 0,-6-19 0,-3 0 0,-2-2 0,-1-4 180,-1-3-90,-2 2-90,-3-4-360,-5-5-180,0-10-89,-2-7-91,3-7 0,2 0-269,2-2-1619,1-9 719,2 5 1889,1-4 0,-1 15 0,1 3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30.7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0 149 8072,'2'-18'2699,"2"-2"-2249,0 5-91,4-1-89,0 3 0,3 0-90,2 0-90,1 1 90,3 1-180,0 2 90,1 3-90,0 3 90,0 4-90,0 3-767,-2 4 767,-1 4 90,-2 3-90,-1 4 0,-3 2 0,-2 3-90,-2 1 450,-2 2 407,-4 0-588,-1 0-179,-3 0 270,-2-3-180,-1-1-90,-1-1 90,-2-3 90,-1-2-90,3-3 270,-17 4-360,6-10 90,-9-1-90,10-12 0,6-4-90,3-3-90,0-4 0,2-4-90,2-2 90,4-4-359,1-1-91,4-2-90,2 1 271,3 0-271,1 2 180,3 2-179,2 2 89,0 3 90,2 2-89,0 3-91,1 2-89,-1 2 809,0 2 0,-7 4 0,-2 1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31.1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10 274 835,'24'-18'719,"-2"1"1686,-1-1-2045,-3 0 0,-1-1 1165,-3 2-1075,-3 1 578,-1 3 51,-3 1 2280,-3 0-2729,-7 3-360,-6 10-1,-3 7 1,-2 13 0,0 3 0,-1 6 270,2 4-360,0 4 89,2 4-429,0 2 250,0 2-3189,2 1 3188,1 1-89,2 0 90,1-2-90,3 0 90,0-3-90,2-1-90,2-4 0,0-4-179,3-3-1,1-6-90,1-4 228,2-4 42,0-4 2672,1-4-2672,5-9-269,-2-4 89,3-9 0,-5-3 90,-1-5 0,0-5 90,-1-4 0,-1-4 270,-1-2-270,-1-3-90,-2-24 360,-3 13-792,-1-20 522,-4 19 90,-2-2 0,-2 0 0,-1-2 179,-2 3 1,1 2 90,0 6 0,1 6 0,2 7 12,-2 0 78,4 11-90,-1-1-180,6 29 0,2 5 89,10 41-179,-2-10 599,5 20-599,2 13-608,-2-14 698,5 22 0,-6-21 0,0 2 0,-1-2-90,0-2 0,0-4-3161,6 15 2891,-4-23 270,4 11-1528,-6-29 899,0-5-271,-1-6-629,-1-5 1085,4-7-545,-5-9-451,5-7-359,-7-9 1799,1-6 0,-2-5 0,0-3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31.6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0 699 7443,'2'24'2248,"1"-1"-1708,1 1 0,0-2-180,1-2-1,0-2-89,0-1 0,2-1-90,0-3-90,1-1 180,1-4-180,5-2 180,-1-5-270,4-3 269,-3-8-358,1-3-1,1-6 90,-1-4-90,-1-3 0,-1-3 180,-1-3-270,-1-1 270,-2-3-180,-1 0-90,-2-1 180,-1 1 0,-2-11 270,-2 14 0,-1-5 539,-2 18 1,-2 1-541,-7 21-89,3 4-90,-3 24 90,6 5-90,3 5 0,0 3 0,3 3-90,2 1 90,3 0-434,1 1 344,2 0 0,3-2 0,0-2 0,2-2 0,3-4-180,-2-3 90,2-4-90,-2-5-180,0-4 1,0-5 269,0-5-360,0-6 270,-1-5-270,0-6 91,-1-7 89,0-5-180,-1-6 524,-1-6-614,-1-4 91,0-5-1,-2-2-320,0-5 411,-2-3 179,-2-4 0,-2-5-608,-2-4 518,-2-4 90,-3-3-717,-2-2 897,-1 0 270,1 2-180,0 4 90,1 6 90,0 8 89,1 6 1,1 9 90,1 5 539,0 8 179,2 1-448,11 31 290,-2 1-650,12 32 449,3 19-359,-6-7 996,7 21-817,-8-20 1,0 0-180,2 18-569,-3-16 1,-1-1 478,-3 5 0,-1 0-180,-2-3-1,-1-4 1,1 15-270,-4-21-269,3 9-271,-5-26-577,1-5-1491,-1-4 2698,0-1 0,-1-12 0,-1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32.4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50 32 7173,'-7'-16'5487,"-1"2"-5127,-2 12-1,2 5-179,0 11 90,5 6-90,0 7-90,3 4 0,-3 5 90,5 2-180,-2 3 90,3 0 0,0 2-90,1-2 90,0-1-90,0-2 0,3-3 0,-5-3 0,4-5 0,-3-3 0,3-4-180,0-4-90,1 1 270,1-18 0,-3-3 0,1-20-90,-5-4 90,0-6 0,0-3 90,1-22-90,1 13-158,0-11 158,1 18 90,1 5 0,0 0 0,1 4-1,2 3 1,0 5 0,2 3 90,0 5-90,1 4 90,2 4 158,0 5-158,2 7-90,0 5 270,10 21-360,-7-3 90,7 17-90,-9-9 90,-1 1-90,-1 1 0,-2-1 0,0-1 0,-1-2 0,-1-3 0,-2-2-180,1-4-90,-3-3-90,1-6-539,-3-2-3869,1-2 3149,-1-14 1619,0-9 0,-1-1 0,-2-4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32.7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 12 6543,'-2'-11'6567,"-3"11"-11688,-5 8 5571,0 11-91,1 1 1410,2 2-1589,-1 2 90,2 1-90,0 1 769,2 0-859,1-1 0,5 8-90,1-10-90,3 4-180,1-12 0,1-4-269,3-3 3661,6-5-3662,3-10 360,1-4 90,-3-9 0,-6 2 0,-1-2 180,-4 0 90,-1-1 90,-3 1 90,-2 0 270,-3 1-181,-3 0 181,-2 2-180,-2 1-91,-3 3-89,0 1 0,-1 3-90,-1 1-180,1 2-540,1 2-7015,-2-1 4137,11 8 3418,2-2 0,6 3 0,-1-2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33.9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10 274 7353,'-4'21'2338,"1"-2"-1438,2-4 539,0 0-809,1 3 269,2-4-179,0 4-91,3-7-359,5-2-90,4-9 0,3-5 0,2-9-90,-2-4 90,1-4-180,0-5 90,2-5 0,-1-1 0,0-3-3392,-3 1 3482,1 0 89,-4 4 1,0 2 90,-4 3 180,-2 4 539,-1 5 270,-1-1-629,-1 5 2762,-1 19-3302,-1 7-90,-2 26 0,0 3-90,-1 7 90,0 4-1077,2 2 987,0 1 90,2 1 270,0-1-938,2 0 938,1-3-450,0-2 360,-1-2-270,1-4 270,-1-4-372,-1-4 102,1-3 0,-3-6-90,1-3 269,-1-5 215,0 1-7320,-1-4 1708,2 0 5218,6-7 0,-5-4 0,3-5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34.4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39 244 9691,'-18'-10'3598,"3"-4"-3328,10-6-90,5-1 0,3-4 0,4 5-4342,2-2 4162,4 2 0,1-1 860,2 3-1040,16-7 180,-11 13-90,11-3 90,-16 14 0,-1 5 0,-2 3 3392,-2 6-3302,0 14 90,-4-1 90,-3 9 90,-6-7-1,-2 1 91,-4-1 180,-1-1-1,-3-2 451,-7 6-631,3-10-89,-4 3-90,5-13 0,2-3-180,0-2-270,-4-7-719,2-8 89,0-3-89,6-9-1350,5-1 1079,3-14-539,3 6-719,2-8-720,1 11 3148,2 4 0,-3 10 0,-1 4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34.7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69 250 6813,'-1'-30'1979,"0"1"-1529,4 1-90,1 0-1,3 2 1,-1 2-90,5 2 0,1 4 0,2 2-90,2 3-1,0 3 91,1 5-180,1 5 90,0 4 0,0 6 0,-2 5 0,-1 7 0,-2 5 90,-3 5 89,-4 4 1,-2 3-113,-4 1 203,-4 0 0,-2 1 809,-12 15-629,3-15-1,-9 9 1,5-23-180,0-3 0,-1-5-181,0-4 1,1-5-180,1-4-270,0-5-269,1-5 21,1-6-381,1-5-270,3-7-1,1-4-449,4-4 0,0-2-1260,4-2-988,1 0 3777,2 1 0,2 3 0,2 3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35.75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261 79 7443,'-13'-15'2788,"-1"1"-1978,0 2-91,0 1-89,0 2-180,-1 2-1,0 1-89,-1 2-90,0 4 0,0 1-90,0 5 0,0 2-90,1 6 0,1 4 0,0 7-1,2 3-89,2 5 90,3 1-90,1 3 0,4 1 0,1 1 0,3-1-90,2-1 1,2-2-91,2-3 180,2-2-360,2-3 0,0-4 0,2-4 0,0-4 1,-1-3 89,3-5 90,-3-4 0,2-5 0,-2-4 90,-1-5 0,-1-4 270,3-17-180,-4 3 0,1-13 180,-6 9 180,-1-16-90,-2 12 449,-2-19-269,-2 28 0,-1-4 359,0 16 91,1 0-630,2 25-180,1 1 0,1 24-90,2-3 89,1 2-89,1 0 0,0 0-89,5 12-1,-3-13 0,3 6 0,-4-17 0,0-4-180,-2-3-180,2-1 450,2-13 0,1-5-90,-1-16 90,-1-4 0,-3-3 180,1-5-270,2-15 90,-2 10 0,2-10 0,-2 17 0,0 3 0,-1 4 0,0 4 0,0 5 90,1-1 0,5 12-90,-2 4 180,3 13-180,-3 5 0,6 32 0,-6-17-90,6 23 90,-8-27-90,0-2 90,-2-2 0,1-2 0,-2-4 180,1 0 629,0-4-719,0-14 0,-2-8 0,-2-15 180,-1-2-270,2-2 180,0-3-180,3-1-90,0-2 90,1 1-90,-1 1-90,4-11-90,-2 11-89,2-5-91,-2 13-180,-1 3 270,1 1-359,0 3-91,0 2 91,2 1-271,-1 2-1079,2 2 1440,4 2-91,-2 4-449,4 5-90,-4 3 1259,-1 3 0,-5-4 0,-1 1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36.6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1 336 5166,'3'19'6117,"6"-12"-5019,-2-6-828,5-13 113,-3-3-203,1-3-90,3-2 0,-3-5-90,3 2 0,-4-3 0,2 2-90,-1 1 240,-1 1-150,-2 2 465,-1 2-375,-2 3 180,-2-2-270,-7 6 90,-3 10-90,-3 9 90,-1 12-90,3 3 90,0 4-90,1 4 0,2 3 90,3 2-90,2 0 0,2 1 0,3 0-90,1-2 90,2-2-90,1-3-90,-1-4 0,2-3 270,0-4-360,1-3 90,-1-3-180,1-5 270,3-4 0,-3-6 1,4-6 268,-7-5-269,1-4 270,-2-2-270,0-4 0,-1-2 90,-2-3 0,0-1 0,-1-2 0,1 0 90,-1-1 0,2 0-90,0 3-3392,2-1 3392,0 4 0,1 1 0,4-3 0,-3 11 0,4-2 90,0 10-90,4 7 3392,-1 3-3302,8 20-90,-13-4 0,5 13 0,-10-9 90,-1 3 0,-1-4 0,-3 2 90,0-4 270,-1-1 179,-1 2 631,-1-4-181,-2 1-989,1-18 0,2-1 0,0-14-90,6 1 90,2-4-360,1-2 0,3-2-180,2 0 1,3 1-1,1-1-90,1 3 180,2 2 91,3 1-181,0 2 0,3 2-449,13-1 629,-8 5-180,10 0 270,-11 7-360,12 4 181,-10 2 179,10 2-270,-14 0 180,0 1 90,-3-2 0,-1 2 0,-3-3 91,-3 0 718,-2-1 720,0 1-179,-4-6 89,-6 1-90,-8-8 720,-17 0-1529,3 4-180,-7 7-90,13 7 0,1 7-90,3 9 90,2-4-360,0 8-90,5-8-90,1 0-719,5 5 539,0-7-1079,12 11 450,-5-18 90,6 2 629,-4-17 0,-4-1-179,3-15 359,-8 5 450,1-9-270,-4 5 270,-3-2-90,0-1 360,-3 0-180,0 0 719,-2-8-449,-1 10 0,-1-5 629,1 12 270,-1-1-1349,9 19-90,-1-3-90,10 16 180,-1-3-1439,15 12 900,-7-11 89,11 9 0,-10-14-180,0-3 361,0-2-361,0-2 90,-2-2-539,-1-1 1079,-2-3 0,2-3 0,0-2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37.21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275 6 10051,'-12'5'1709,"1"2"-1259,3 5 0,0 2-4342,-2 3 4162,1 1 753,-2 4-843,1-1 0,1 3 0,0-1-90,1 1-90,2-1 3339,2 0-3429,2-2-3323,1 0 3233,2-2-180,1-1 1,1-2 89,2-3-270,-1 0-449,2-3 89,4-1 181,3-4 3931,6-4-3392,-4-5 0,0-4 90,-4-1 0,-1-1 0,1-1-180,3-9 360,-4 3-270,3-6 180,-5 6-270,-1-2 270,0 1-270,-1-1 91,-1 1-91,1-1 90,-1 1 0,0 0 0,0 1 90,-1 1 0,1 0 180,-2 2 270,2-3 1349,-1 4 90,-1-3-810,-3 3 720,-1 0-1619,4 11-90,-1 3 90,7 13-90,-2-1 90,1 3-90,1 2 0,-2 1 90,2 5-90,-1 1 0,2 4 90,-1 3-90,-1 3 0,-2 5-135,-2 5 495,-2 4 0,-2 5-759,-1 5 578,-2 3 1,-3 2-90,-2 2 0,-3 0 0,-4 1 0,-3-3 270,-3-2-360,-2-5 450,-2-4-180,0-5-1,-1-6 1,-1-6-88,0-5 88,0-8-90,1-4-1,0-7 1,2-4 180,1-6-360,1-6 291,1-5-291,2-6 594,1-7-684,2-6-90,2-6-90,2-5 8,4-5-818,3-31 451,7 14-901,4-21 990,5 23-359,5 4-181,1-1-89,4 4 179,2 3-1078,2 2-631,1 6 2699,0 2 0,0 4 0,1 2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37.6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0 142 7982,'18'6'3329,"-5"-1"-2070,0 11-809,-6-5-91,1 3-89,-2-3 0,0 0-90,2-1-90,0-2 0,5 1-360,1-2 180,3-3 0,-3-4 0,-3-6 0,-3-3 90,2-10-180,-3 2 360,1-8-450,-4-6 180,-3 8 90,-1-9 0,-2 11 90,-1 1 90,0 2 360,-2 1 180,0 2-631,-6 15-89,2 6 90,-2 17 0,4 6-90,2 5 270,0 23-270,2-12-1714,1 18 1714,4-17-1207,5 18 1297,0-18-75,4 12 165,-1-23 0,2-3 270,2-4-1,1-4 361,13 0-450,-6-9 1294,9-1-1384,-10-11 1238,-1-4-1328,0-4 103,-2-4-103,-1-4-90,0-2 0,0-4 180,-1 0-270,-1-2 270,-1-1-360,-2 3 180,-1 1-360,-2 3-450,-1 1-899,-1-1-5667,-1 3 7286,-5-2 0,0 7 0,-4 3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40.1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190 124 6273,'-2'-21'4588,"2"1"-3059,-1-1-270,-1 4-179,0 4-361,-5 2-179,-1 1-90,-2 3-360,-5 3 0,4 5-1,-3 4 1,4 4-90,-2 4 90,-1 6-90,1 6 0,-2 5 0,1 6 90,1 3-90,1 3 0,2 1-218,3 0 218,2-1 0,3-1 0,2-2-90,2-3 90,3-2-90,1-3 0,3-4-90,1-3 0,2-4-89,0-4-1,2-4 0,1-4 0,1-5 90,1-5-90,1-5 90,0-5-3173,0-5 3353,-1-4-180,0-5 0,-2-2-2268,-2-2 2268,-1-3 0,-3 0 0,-1-11 90,-5 11 0,-1-7 2358,-4 17-2357,-3 3 89,1 3 89,-2 2 1,-2 2 0,-4 10 3212,3 8-3032,3 7-360,6 8 270,3-3-270,3 0 270,1 0-270,2 0 270,0-1-360,2-2 360,0-2-360,1-3 180,5 0-180,1-5 90,-1-2 0,-1-5 180,-6-3-180,-2-1 90,-1-3-179,1-6 179,-2 2-90,-1-4 180,-2 2-180,-2 2 269,4 6 1,-1 11-270,3 7 180,-2 4-90,2-2 90,-1-1 0,3-1 0,-3-11 0,-1-9-90,-3-5 0,0-4 0,-2 4-90,2 0-90,0 0-90,-1-1-89,2 1-1,-1 0-180,2 0 0,0 2-179,1-1-1,1 3-899,4-2-809,2 4 2428,2 2 0,-6 4 0,-2 3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41.3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1 302 6813,'4'15'3058,"2"-3"-2788,4-6 0,4-4-360,1-5 270,0-2-270,-2-1 270,-1 0-270,-3-2 0,0-1 90,-1-2-90,0-2 90,-2-1 270,0-2-360,-3-1 450,-1 0-270,-1 1 359,-3 2-179,-1 0 360,-1 3 0,-4-1-181,-2 3-3751,-1 5 3482,1 7-90,2 9 0,3 6-90,0 5 90,2 4-90,0 4 90,2 1-2358,5 15 2178,0-12 360,4 11 1908,0-18-2088,1-2-270,0-3-90,0-3 0,1-4 90,-1-4-179,1-2 3481,3-4-3212,0-9 90,0-4-90,0-10 90,-5-2 90,4-18-90,-3 7 0,2-13 0,-4 11 0,0-1 90,0 0 0,1 2 0,1 1 0,0 4 0,1 2 0,0 3-1,0 4-89,0 5 180,0 3-180,4 9 90,-3 5 0,4 9-90,-4 9 90,-1 5-90,-1 5 0,-1 4 0,-2 2 270,-1 1-270,-1 0 180,-2-2-180,-1-3 180,-2-3-270,1-4 180,0-7 0,-1 3-90,0-9 90,1-9-90,2-20 0,-2-8 90,4-12-90,-3 5 0,2-2-90,11-34 0,-4 25-318,9-24 228,-5 33-179,1 4-1,0 3 180,3 2-270,1 4 270,1 2-359,2 2 89,0 4 0,2 3 90,0 3 0,0 3 91,-1 3 226,-1 2-47,-2 2-89,0 1 89,-3 1 0,-2 0 90,-2 0 90,-3-1 179,-1 1 631,-2 1-540,-5 5 89,-2-1 1,-5 1 90,-1-4-90,-2 1-91,0 1 1,-1-1-90,0 2 0,0 0-90,0 2 0,0 0-90,1 0 0,2-1-90,1 0-360,3 10 90,4-8 90,2 6-270,2-13-449,2-2 449,7-2 90,-4-4 270,6-3-179,-4-4 269,1-2-270,1-3 360,-1-3-270,0-1 270,0-1-180,-1-1 270,-2 2-90,-2 0 359,-1 3 271,0-1 449,-2 4-989,1 6-90,-2 8-90,-1 10 90,-1 3-90,2 2 90,1 0-90,2 0 180,2-1-360,1-2-270,9 3 180,-3-6-89,7 1-1,-8-9 0,4-4-90,-2-5 90,3-5 91,-3-4-271,3-6 180,-3-4-180,3-3 91,-3-3 89,-2-2 360,-1-2-270,-2-2 450,-2-1-180,-2 0 360,-4 1-90,-2 1 89,-1 4 181,-3 3 90,-2 4 629,-1 4-359,-2 0-631,-4 8 1,0 4-90,-2 13 0,1 9-90,1 7 90,-1 5-90,0 5 0,2 5 0,1 1-90,3 4 90,1 0-319,3 1 229,0 0 90,3-3-90,2-2 0,0-3 0,2-4-90,0-6 0,1-1 90,1-7 90,1 0-270,1-5 0,0-5 270,4-7-270,-2-7 270,2-9-270,-3-5 319,0-6-229,-1-4-90,-2-2 90,-1-4 90,-1-2 0,-1 0 90,-2 0 90,0 3 0,-1 1 0,-3 4 90,2 5 269,-1 4-89,2 1-90,-1 5-270,5 13 270,0 5-360,4 17-3392,-1 3 3482,1 5-842,1 6 752,0 3 0,1 4 0,-2 4-151,1 2 151,-2 3 0,-2 3 0,-3 1 0,-1-1 0,-2-1 0,-1-1-1939,-8 19 2029,0-17-90,-8 11 1939,0-26-1849,-3-4-90,-3-5 722,-3-7-632,-1-6-90,-2-5 90,0-5 180,-1-6-270,0-5 3392,0-8-3392,1-4 0,2-6 0,2-5-90,3-4 0,2-3-269,4-5-271,2-25-90,8 13-628,3-19 449,7 21-1,4 0-449,4 1-810,2 2-809,4 2 2968,3 3 0,1 6 0,2 3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41.7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1 243 9332,'14'7'3778,"1"0"-3239,-2 0-179,1-1-270,2-2-180,2-2-90,-1-4-180,-1-5 1,-2-3-181,-1-5 90,2-5 180,0-3-269,1-3 269,-2-3-90,0 1 270,-3 0-90,-4 4 360,-1 3-90,-5 3 270,-2 3-1,-9 8 1,1 5-90,-7 10 180,1 9-90,-1 6-1,0 9 91,-1 5-90,3 5 0,1 3-90,3 1-1449,3 0 1359,4 0 0,3-2-217,4-2 127,4-4 0,2-3 0,3-6-90,2-3 179,18-1-179,-11-14 90,23-6 1249,-24-15-1339,7-8 147,-10 0-237,6-13 0,-7 8-180,4-7 90,-9 11-90,1 2 181,-1 2-91,3 0-450,1 2-90,2 1 1,2 4-361,3 3-89,0 2-720,3 3-629,2 2 2518,2 4 0,1 1 0,1 2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42.3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0 262 10591,'16'2'2788,"0"1"-2338,0-2-90,2 1-90,3-2 0,3-2-180,32-11-180,-18 3-900,38-12 361,-36 9-1,7-3 0,-14 6 270,-5 0-269,-3 3 89,-3 0-90,-4 3 1,-2 1 629,-13 8-90,-3-1 90,-14 6 0,-1-5 0,-2 0 90,-3 0 90,-1-1-180,-1-1 180,-1 0-180,0-2 269,0 0-269,0-2 180,2 0 0,0-1 0,3-1 0,1 0 0,2-2 0,3 0 180,-2-5-91,3-2 451,4-3-450,8 0 0,5 4 0,4 2-90,1 4 89,1 1-89,3 0 0,3 1-90,1 0 90,2 0-90,4 1 0,13-3-270,-7 0-90,10-3-90,-13 1-449,-2 0-1,-2-2-539,-1 2-540,-3-3 1889,6-2 0,-14 6 0,2-1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43.2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56 53 6363,'-14'3'4588,"-3"-1"-3599,3-1-719,5-5 180,7-2-360,9-4 359,2 1-449,3 1 270,2 0-270,0 1 180,2 3-180,0 2 180,0 3-270,-1 3 270,-1 4-270,-2 3 270,-1 4-180,-2 3 180,-2 5-180,-3 3 90,-2 3 90,-3 2 90,-2 2-1,-3 1 1,-2-1 0,-1 0 90,-1-3 0,-1-2-90,1-4-1,2-3-89,1-4 0,1-3-90,1 0 0,6-2-90,6 1-3392,5-5 3302,7-3-90,-1-5-539,16-6 179,-6-2-180,11-5 271,-10 0-451,-1-2 181,0-1-361,-1 0-89,-3 0-3688,14-12 4857,-17 11 0,5-4 0,-21 15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43.55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 22 6993,'-4'-16'4407,"-1"11"-3957,1 6 0,-2 14-90,3 5 0,0 3-1,0 4 1,2 1-180,3 3 90,1-3 0,3 3-90,2-3 0,2 2-91,3-1 181,12 9-90,-6-10-90,10 7 0,-9-13 0,1-2 90,0-1-90,-1-1 0,1 0 180,-3-3 0,-1 0 359,3 4-359,-8-5 180,2 4-180,-8-6 359,-1 1-359,-4 5-90,-3-2 0,-3 4-90,-3-5 0,-2 0 0,-2 0-270,-1-1-90,-1-1-90,-2-1-90,-1-2-269,0 0-271,-1-2-179,2-2-90,-1-1-90,1-2-181,1-2-808,0-3 2338,-4-9 0,10 6 0,-2-4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43.7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1 189 7623,'5'-15'2698,"1"0"-1888,-1 2-181,1 1 1,0 2-90,1 1-91,1-1-89,2 2-90,3-2-90,0 2 0,2-1-180,3 1-180,0 0 90,2 0-540,1 0-89,-2 1-720,3-1-900,-2 1-719,2 0 3058,-3 2 0,-8 2 0,-2 2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44.2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141 14 7353,'-16'-6'4137,"1"0"-3417,-5 5 0,5 2-181,-3 5-89,5 5-90,2 4-90,1 4 89,1 2-179,2 3-90,3 1-3392,2 1 3392,3 0 0,2-1-90,3-1-90,1-1 0,3-2 0,1-3-90,2-2 1,1-2 89,2-2-90,-1-3 0,1-2 90,-1-3 3392,-1-2-3392,-1-3 90,0-3-90,-2-3 90,-2-2 0,-1-3 0,-4-3 90,-2-3 0,-3-1 0,-1-2 90,-2-2-90,-2-2 0,-3-1 90,-2 0-91,0 0 1,-1 3 90,0 2-90,1 1-90,1 4-180,1 3-4137,0 0 2248,9 13-719,2-1 2788,8 13 0,-4-7 0,-1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44.5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123 26 6903,'-14'-10'4138,"0"2"-2609,-3 1-1079,-1 8-1,2 2-89,0 10-90,7 3-90,2 5 0,1 3-180,3 0-3392,1 3 3212,4-2 0,1-1-180,3 0 0,1-2 270,4-2-449,1-1 269,2-3-270,0-3 90,0-3 1,0-3-1,0-2 3482,0-4-3302,-1-2 90,-1-4 270,-2-1-270,-1-5 360,-2-1-180,-2-2 360,-2-2-270,-3-3 180,0 0 0,-3-1 180,-2 2-91,-2-1 271,-1 1-270,0 2-90,-2 2-1,0 1-89,-1 2 90,1 2-1079,-1 0-451,1 7-359,4 6-90,5 10-629,6 2 2338,4 0 0,-5-10 0,0-1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44.7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107 38 7982,'-14'-17'3688,"1"3"-3148,1 8 0,2 6-180,-4 4-1,4 7-179,0 6 90,2 8-180,0 2 90,3 5-90,2 0 0,3 1-3572,5 14 3392,1-12-90,4 9-1686,1-18 1686,1-2-226,1-5 136,0-3 0,1-4 0,-1-1 2489,0-4-2399,3-1 2545,-1-9-2365,-2-4 271,-5-5 89,-8-25-270,-1 15-270,-3-18 90,1 21-450,-2 1 91,1 2-451,-1 0-1708,-1 2 2608,1-2 0,2 8 0,0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45.1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42 7533,'1'-19'6926,"1"-1"-6297,4 18-89,-1 6-90,3 21-90,-2 8-1,0 5-179,0 4-1411,0 2 1411,-1 1-180,1 1-185,-1-3-85,1-1 90,0-2-270,0-3-179,0-4-91,-1-3-89,0-5-91,-1-3-1349,0-4 2249,-1 0 0,-2-10 0,0 1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45.3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 96 6723,'-13'-11'2968,"2"1"-899,1 0-1619,10 7-90,2 0 0,11 7-91,2 2-89,4-1 0,3 0 0,1-1-90,4-2 0,0-1-180,3-2-90,0-2-180,1-2 1,-2-2-451,-1-2 1,-2-2-1530,-3 0-719,-2-2 3058,-3 0 0,-8 6 0,-4 2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46.6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152 35 7443,'-10'-17'6026,"1"3"-5756,-3 10-180,4 6 90,-4 9-90,4 6 0,-1 2 0,-1 3 90,-1 1 0,1 1 0,0-1-1,1-2-89,1-1 90,1-1-180,0-2 90,2-3 0,0 4-90,4-2 0,2 2 0,8-3 0,0-5 0,5-2 0,5-4 0,-3-2 0,8-1 0,-5-1 0,1-2 0,1 1 0,1-1 0,-1 1 0,0-1 0,-1 1 0,-1 1 0,-1 0 0,3 0 180,-4 1 90,2 0-360,-10-12 0,-3-3 90,-5-17-90,0 5 90,1-2 0,1 6 0,0 1 0,1 3 0,-1 3 540,0-1-90,1 4-181,0 12-89,0 6 0,0 18 0,-1 2-90,-1 6 0,1 4 90,-1 3-90,-1 1-90,0 2 90,0-1 0,-1 15-90,1-14 270,0 8-360,0-19 90,0-4-270,0-3 0,0-4-899,-1-3-1800,2 1-2428,-1-3 3149,2-15 2248,-1-2 0,0-11 0,-1 7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46.9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86 7533,'6'-16'5756,"0"1"-5306,4 7-360,0 6 90,1 5-90,0 5 0,-1 3 0,0 3 0,-2 3-90,1 3 90,-3 3-90,2 2 90,-3 1-90,-1 1 180,-5-1-90,-2 1 179,-1-3 1,-1-2 0,-1-3 90,0-2 0,-1-3 359,-1-3-179,-2-1-450,-6-8 0,5-3-90,-2-11-90,9-4-90,1-5-90,1-4-90,3-4-179,0-3-1,0-3 180,4-1-359,-1 1 179,3 2-450,-1 3 181,1 6-360,-1 3-181,-1 5 1350,0 3 0,-2 6 0,-1 2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47.76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35 233 6004,'0'-21'1439,"1"5"-810,1-6-359,-1 5 270,3 1-270,-1 0 180,1 0-91,1-1 181,-1 0-270,1 2 359,-1 0 91,1 0 270,0 1 359,0-1-1169,-1 17-90,-3 1 0,-2 16 89,-3-2 1,0 2-90,1 2 90,0-1 0,0 1-90,0 0 90,2 0-90,1 0 0,2 0 0,0 0-90,2-2 0,0 1 90,2 0-90,0 0 90,1-1 0,0-1-90,2 0 90,0 0-90,1-1 0,0 0 90,0 1-90,0-2 89,0 1-89,1-1 90,-2 0 0,1-1 90,-2 0 0,1 0 180,-3 1 0,0 0 0,-2 2 719,-3 8-719,-3-4 0,-2 8-1,-4-7 1,-2 1-180,-3-1 180,-2 1-90,-2-2-1,-1-1 181,-10 6-270,8-8-90,-6 3 0,9-11-90,3-1 0,1-3-2069,0-1-1079,2-1 1889,6-15-1,3 1-179,9-13-2698,7-10 629,-2 7 3508,5-10 0,-5 12 0,0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47.9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1 181 11311,'10'-15'1079,"3"2"-809,2 4 0,5-1-180,2-3 89,3-1-89,2-1 0,0 0-180,4 1-89,-4 1-91,1 1-90,-6 1 0,-2 1-180,-1 2-629,-5 3 0,4 1-2159,-6 7 3328,-2 6 0,-7-2 0,-3 2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48.3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147 70 8342,'-6'-21'6027,"-1"2"-4768,-2 4 0,0 3-989,-5 10-90,3 4 0,-3 10-90,4 4 0,-1 7-90,-1 3-3302,1 5 3302,1 0 0,1 1 90,2 0-90,3-1-90,1-1 0,3-2-90,2-3 3392,1-1-3662,5 3 181,0-9 89,3 2-90,-1-11-90,0-3 180,6-4 90,-5-3 0,4-4 90,-6-3-90,0-3 180,-2-3-90,-1-3 90,-2-2 90,-2-1 0,-1-2 90,-2 0 0,-2-1 89,-2 1 1,0 1-90,-1 2 0,-1 1 0,0 2-90,-1 3 89,2 1-628,-1 1-7917,1 2 8276,7 9 0,3 6 0,7 11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48.7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109 23 8522,'-16'-12'4408,"-2"1"-3959,4 11-89,-1 4 0,3 7-90,4 5-90,0 5 0,2 3-90,0 5-1,3 1-89,0 3 90,4 2-90,0-2-90,3 0 1,1-1-1,2-4 0,1-1-180,6 5 90,-4-11 0,5 4 0,-5-12 0,0-4 90,3-1 90,-1-6 90,0-3 0,-2-7 0,-3-3 90,-1-3 0,0-4 90,-2-1 0,0-3 269,-5-14-179,0 6-90,-3-10-3302,-1 11 3481,-2 2 1,1 2 0,-1 3-90,0 3 449,-2-2-1258,2 3-1350,-2 1 989,8 17 2493,4 6-2672,4 10-451,3 2-988,-2-5-810,2 0 3238,-1-1 0,-3-5 0,-2-2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49.1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101 0 11490,'-16'19'2609,"1"0"-2069,6-2-1,0 4-89,-1 3 0,0 5-180,2 1 0,0 2-91,2 1 1,1 0-90,2 0 0,1-2-90,2-1 0,2-2-90,0-2 0,2-2-90,1-4 90,0 0 1,0-4-1,1-2 0,0-2 359,1 0 3779,-1-2-3598,-3-8-270,-4-9-360,-2-7-270,-1-5-90,1 2-989,1-12 630,1 4-270,1-10 179,3 8-359,0-3 0,2 1-1620,-1-1-1078,0 0 4047,-1 0 0,0 14 0,-2 3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49.6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 17 9152,'12'-13'4497,"-5"10"-4137,-1 16-90,-5 11 0,0 5-90,-1 6-1,1 4 91,-3 23-180,2-14 90,-2 33-619,1-36 439,0 11 90,0-22 90,0 15-540,1-20-360,0 12-5666,-1-25 3957,-6-10 2429,2-5 0,-3-7 0,6 2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49.8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58 11131,'22'-8'2428,"0"2"-1978,-3 6-180,1 0 0,1-1-90,3-1-1,1 2-179,0-2-179,1 0-361,0-3 0,-2 2-629,2-2-270,-4 0-720,1 0-809,-4-1 2968,-3 2 0,-7 1 0,-3 2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51.5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 2 6004,'-3'19'989,"-1"-1"-719,0-1 180,0-1 359,1-2 1,0 1 1438,2 0-1888,8-9 180,-1-4-360,7-12 270,-2 0-361,2-3 271,2-1-360,2-1 270,1 1-270,3 2 180,0 0-180,0 2 180,0 3-270,2 2 270,-3 3-360,0 3 90,-3 3 90,-1 4-90,-1 3 90,-1 3 0,-2 3 0,-1 3-90,-2 2 90,-1 3 90,-2 1 90,-2 3 0,-1 0 0,-2 3 0,0-3-90,-1-3 0,-1-3-1,0 1-178,1-5-1,2 2 0,3-10 0,3-5 0,6-8 90,-1-3-90,2-3 90,-1 2-90,0 1 90,1 0-90,-1 1 90,1 0 0,0 4 90,-1 1 0,-1 3 90,0 2 90,-1 2 89,-2 4 361,-1 3-360,-2 4 179,-2 3 1,-2 4-90,-4 2 90,-3 2-91,-5 1 91,-1 0-180,-2-1 0,0-1-1,0-2-179,1-3 90,-2-2-180,3-4 90,-2-1-90,3-4-180,0-3-450,-1 0-359,1-3-361,-4 0-359,-2-4-90,-3-4-269,-1-2-631,0-1 2609,2 0 0,7 2 0,4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51.9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5 166 7892,'-1'-16'2879,"-2"-1"-2250,3 3 91,1-1-360,2 1 180,2-1-361,1 1 181,2 0-270,3 2 0,3 0 90,1 3-270,1 2 0,1 2-90,0 3 90,-1 4-90,0 3 90,-1 4 1,-3 3 89,-1 5-90,-2 1 90,-4 4 0,-1 1-90,-4 3 359,-1 0-179,-2 0-90,-4 1 90,-1-1 90,-2-1 180,-7 5-180,5-9-90,-5 1 180,9-10-900,-2 0 450,13-14 270,-1 1-360,14-13 0,-1 2 1,3-1-1,2 1 90,0 1 0,0 4 180,0 3 180,-1 4 0,-1 4-90,-1 4 270,-1 3-1,-3 5 91,-2 4 719,2 18-89,-5 9-630,-1 2-1364,-6 1 1363,-3-14-300,-3 1 301,-2-1-1,-3-1-89,-2-2 0,-1-3-90,0-2-90,0-6 90,0-2-180,1-3-180,0-3 1241,2-1-2141,0-5-385,-3-2 386,2-8 89,-1-2-1349,0-12-5126,5-5 7375,0-4 0,3 10 0,3 4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52.3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1 278 7263,'4'-26'2428,"1"1"-1708,3-2-360,1 0 180,2 0-361,2 1 91,1 2-180,2 2 0,0 0-90,1 6 0,0 1 270,1 4-270,-2 4 180,2 4-180,-2 5 180,0 4-270,-3 5 90,0 4 0,-3 2 90,-3 5 0,-3 2 90,-3 3-90,-4 3 179,-3 0 1,-4 1 0,-2-1 0,0-1 90,-3-2 629,-17 14-539,10-18-180,-13 9 0,19-21 89,2-4-179,-5-4-180,2-7-90,2-4 0,4-7-89,6-1 89,2-4-270,3-1-180,1-3 90,3 0-89,1-1 269,2 0-450,1 1 181,1 2-271,0 1 90,1 3-269,-1 2 90,1 5-2789,1 1 3688,3 4 0,-7 2 0,1 3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52.66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44 300 6993,'-1'-16'3148,"0"-11"-2428,1 4-181,0-7-89,2 7 0,0 1-90,2 0-90,1 0-90,2 2-1,1 0-89,1 2 0,3 2 0,-1 3 0,9-1 180,-5 7-180,4 0-90,-4 9-90,-2 3 90,0 4 0,-2 4 0,-1 6 90,-2 2-90,-1 7 0,-4 2 0,-3 2 0,-5 1 0,-2 1 90,-4 0 0,-1 0 90,-3-2-3302,-1-3 3481,0-2 1,0-4 0,1-3 0,0-4-90,2-3 269,-1-4-269,-3-2-270,0-10 3392,1-2-3482,3-8 180,6-2-360,2-5 90,1-2-269,3-3-91,1-2 0,2-1 181,2 1-361,1 0 180,2 3-359,1 1 179,1 2-449,1 4 0,1 1-451,0 3 1620,0 3 0,-4 5 0,-2 2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52.9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6 421 6993,'-4'-25'1979,"3"-2"-1529,3 2-1,1-3-89,3 1 0,2-4-90,2 2 0,2-2-1,3 1-89,1 2 0,2 0-90,1 2 0,0 4-90,2 2 90,-1 4 0,8 2 0,-8 6 0,6 3 90,-9 8 0,-1 4 270,-1 5-271,-2 5 361,3 30-360,-9-14 90,1 23 0,-9-24 0,-3 1-1,-3-2 1,-1-1 90,-3-3 0,0-2 90,-1-3-91,0-2-89,-1-4 90,1-3 0,1-3-270,-3-2-90,0-6-180,0-4 0,2-6-630,1-10 181,4 0-91,-2-7 91,6 2-451,0-1 91,1-2-720,1 0-450,1 2-809,-1-2 2968,1 5 0,-1 8 0,0 4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53.4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86 24 8432,'-2'-20'6117,"0"17"-5847,-1 21-1,0 11-89,-1 14-90,0-7-133,0 2 133,0 2 0,0 0 89,-4 33-268,4-28-91,-2 23-90,3-38-90,1-2 0,-1-3-899,1-3-540,0 0-3868,-3-4 5667,-3-5 0,3-5 0,-2-8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53.6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21 134 6813,'-7'-17'2519,"-1"2"-1530,3 1-359,5 4-360,9 3-1,5 4-89,6 1 0,-2 2-3482,3-2 3482,2 1-90,2-2 0,2 2 0,0-2-90,0 1 0,0-2-180,0 1-90,-1-2-539,9-2 3301,-10 1-3481,4-2-450,-11 3-450,-3-1 1889,-2 1 0,-6 2 0,-3 1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53.8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8072,'11'18'2249,"-2"2"-1619,-6 4 89,0 4-269,-1 5-90,-2 5-90,0 2 0,-1 3-91,1 0 1,-3 20-90,2-17-478,-3 14 208,1-22 0,2-1-270,0-3-449,1-1-91,2-6-1079,-2-2-629,2-6 2698,0-3 0,-1-7 0,1-4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54.1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29 8432,'9'-12'3328,"1"2"-3058,4 5 90,-2 4-90,2 4-90,-2 4 0,-2 3-1,2 4 181,-3 3-270,0 5 180,-2 3-180,-1 4-2360,-3 2 2360,-2 1 90,-4 15 0,0-11 89,-4 7 91,1-7 90,-1-4-180,2-3-90,1-2 0,3-14 2064,5 4-2244,6-7-154,1-2-116,12-4 90,-8-4-90,9-2-179,-6-2 179,1-1-720,11-6 361,-7 2 89,9-4-180,-9 2 1,2-2-361,-1 0-629,-1-4-539,0-1 2248,-3-2 0,-2-3 0,-2 1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54.4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130 19 7982,'-14'-7'4138,"2"1"-2969,-2 1-719,3 6-90,0 3 90,4 7-180,3 3-1,1 3 1,1 1 0,3 1-90,0 3 0,3 1-90,0 1 0,2 0 90,0 1-90,2-1 0,0 1-3392,0 1 3481,-1-1 1,0 1 90,-1-1-90,-2 1 180,0 0 0,-3 0 89,0 3 451,-5 11-450,-1-8-1,-4 6 91,0-17 3032,0-2-3212,0-3-450,0-1-180,0-4-809,0-1-630,-4-1 539,1-6-89,0-4-90,4-7 89,3-5 1,1-5 1259,3-32 0,0 14 0,3-23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54.6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97 12480,'28'9'3238,"-9"-6"-2878,3 8-180,-10-7 90,3-2-91,0 0-179,2-3-179,2-2-91,1-3-180,2-3-180,0-3 91,0-2-541,1-2 1,-1 1-1799,-2 0-810,-2 2 3688,-3 1 0,-7 5 0,-3 2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55.1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114 145 6903,'-7'-14'3148,"1"2"-2158,-1 1 809,0 3-630,-2 1-809,-2 6-90,1 3 359,-8 25-449,8-7-90,-5 16-90,9-12 270,1 0-270,3-1 180,2 0-360,3 0 270,1-1-360,3-1 0,2-2 0,-2-1-89,6-4 89,-1-1-90,5-4 0,-2-3 90,2-3-89,-1-4 89,2-3 90,0-3 270,-1-4-270,-1-3 270,-1-3-270,-2-2 90,-3-3 0,-2-2 90,-3-2 90,-1-2 90,-3-1 0,-1-1 180,-3 1-91,0 2 181,-3 2-90,-1 3 0,0 2-1,-1 2 1,1 4-90,-1 2 90,0 3-1080,1 0 540,-2 7-359,4 5-271,0 9-179,4 3 89,2 2-449,-2 0-630,4 0-539,0 0 2518,2-2 0,-3-6 0,1-2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55.5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144 26 7173,'-10'-14'4677,"-4"3"-4227,0 10 0,-1 5-90,-2 8-91,5 4-89,-2 6 90,3 3-180,0 4 90,2 1-180,2 2-3302,2 2 3392,2-1-611,2-1 521,1 0-41,4-4-49,1-2 0,2-2-180,7 4 90,-4-10 0,5 2 3024,-4-12-3024,14-7 954,-11-5-774,10-9 0,-15-1 90,-2-2 66,-1-2 24,-2-1 0,-3-1-90,-1-1 180,-2-2-90,-1 1 90,-1-1 0,-2 2-1,-1 1 1,-1 3 0,0 2 90,0 2-360,-2 0-1889,2 4 1080,3 9-181,4 3-179,6 10-91,1-2-359,3-1-539,0-1 2158,2-1 0,-5-3 0,-1-2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55.84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150 14 7443,'-19'-9'3418,"4"5"-2789,-1 10 91,4 7-270,-2 6-180,0 4-1,0 3-89,1 5 0,2 1 0,3 2-90,1 1-90,3 0 90,2 0-90,1-3 0,3 0-180,2-3 90,4-3 0,0-3-90,2-2 0,-1-4 1,3-1 89,-1-5 0,2-2 0,0-5 0,1-3 0,0-4 90,0-4-3302,0-3 3302,0-3 180,-1-1 0,0-4-1,-2-1 1,-1-3 90,-3-1 0,0-2 3302,-3 1-2942,-1-12-361,-3 9-89,-3-7 90,-1 11-90,-2 1-90,0 3 0,-1 1-90,0 4-810,0 3-1798,-2-1-1080,-2 7 900,0 6 2788,1 6 0,4 1 0,4-4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57.2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8072,'23'4'1799,"0"0"-1439,-7-2-180,0 1 90,-1 0 0,0 0-90,3 0 269,2 2-269,1 0 180,3-1-270,2 2 0,2-1 0,3 0 180,2-1-3482,5 0 3392,3-1-90,5-1-194,3-1 194,4-1 90,4-1-90,4-1 0,2 0 0,2-1 0,3 0-172,0 1 172,-18 0 0,1 0-90,28-1 45,-27 0 0,-1 2 45,24-2 158,0 1-158,3 1 0,0 0-759,1 1 759,0-1 0,0 2 0,1-1-90,-2 1 90,1 0 0,-2 1-90,-21-1 0,2 1 90,30 1-445,-31-1 0,0 0 355,23 1 0,-1 1 0,-1 0 90,1 0 2511,-2 1-2511,-23-2 0,0 0-90,30 2-45,-30-2 0,0 1-45,23 1-705,1 2 795,-1 0 0,-1 1 180,-2 0-953,-21-1 1,-1 0 682,27 3 45,-27-3 0,-2 1 247,17 2-112,-1 2-474,0 0 564,-2 1-270,0 0 180,0-1-180,-1 1 0,0 0 90,-1-2-90,-1 1 90,1-2-90,-2 0 90,0 0 180,-5-3 0,0 1-270,17 0 45,-17-1 0,-1-1 45,4-2-90,1 1 90,0-1 0,-1 0 553,1-1-553,1-1 2208,0 0-2208,0-2 0,1 0 0,-1-1 0,1 0 180,-1-1-270,-1 0 270,1-1-270,27-2 90,-21 1-90,22-2 252,-27 2-162,1 0-90,0 1 298,1-1-208,0 1-2653,0 0 2653,-1-1 270,1 1-526,-1-1 436,-1 1-180,0-1 90,0 1-90,0 0 378,-1 0-378,0 1-90,1-1-57,-2 1 147,1-1 0,-2 0 2223,0-1-1953,-1 1-270,-1-1 180,-2 0-180,-1 0 180,-2 0-270,0 0 908,-3 0-908,-2 0 270,-1 0-270,-2 0 180,-1 1-180,-2 0 270,-3 1-270,-3-1 90,-2 1-360,-3 1 185,-3 0-454,-4-1 66,-3 0 563,0 1 0,-10 0 0,0 1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58.0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172 119 6723,'-1'-20'2339,"-1"1"-720,0 2 0,-1-2-180,1 2 630,-2 0-1529,-3 7-360,-2 12-1,-1 6-89,-1 10 0,1 2 0,-2 3 0,0 2-3392,0 1 3302,-1-1 0,2 0 0,0-2 90,1-1 90,1-2-270,1-1 270,3-3-180,-1 5-90,4-6 3482,5 2-3482,10-9 180,1-5-270,6-4 90,-2-2 0,3-1 90,2-1-90,2-1 0,2 1 90,1 0 0,0 1-90,13 1 90,-10 1 0,8 2-90,-3 2 90,-10 1 270,5 0-450,-11 1 360,-4 0-180,-2 0 90,-2 0 90,1 0-90,-1-1-90,-1-4-90,-4-8 90,-2-3-90,-4-8 90,-1 2-90,1-3 90,-1-1 0,1-3 0,-1 0 90,0 0 180,-1 1 360,0 2 809,1 0 720,-2 2-2069,5 14 0,-2 11-1,4 19-89,-2 7 90,0 6 0,0 3-90,2 3 0,-1 1 90,2 3-282,-1-1 12,1 0-989,3 17 180,-3-15-271,1 12-449,-3-22-180,-1-2-1889,-3-2-1898,-1-1 5676,-3-1 0,-2-3 0,-2-1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59.1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 0 8072,'-12'11'7016,"2"0"-6566,9-1-90,3-1 0,8 1-90,2-2-1,4 0-89,3 0 0,4-2-90,3 0 0,3-1 0,1-1 0,0 0 0,2 0-90,-2-1-727,0 1 727,-1 0 0,-2-1 0,-2 1-90,-3-1-90,-2 1 0,-3-1-540,-2 0 368,3 1-2796,-3-2-450,2-2 3598,-9-7 0,-3 3 0,-5-3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5:59.4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7 8252,'-17'-3'8635,"31"0"-8365,-3 3-90,27 0-4251,-12 2 4160,2 1-129,3 0 130,-1 1-90,3 1 90,-2 0 0,1 2-90,-2-1 2857,0 2-3037,-2 0 1525,-2 0-1705,-3 0-180,-2 1-89,-2-3-181,-1 2 1,-2-2-540,-3 1-2609,-1-1 3958,-1 0 0,-6-2 0,0-1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6:16.3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 13 6543,'-6'-13'6387,"2"25"-6297,1 1 0,1 24-90,0-6 89,1 5-5479,-1 3 5300,1 4 90,-1 2 1409,0 1-1409,-2 20 0,1-15-316,0 12 586,1-20-180,-1 13-270,1-16 90,1 7-385,1-20 295,1-6 2438,-1-2-2618,0-1 540,4-20-180,-1-4 1450,4-20-1360,1-24-90,-1 7-94,3-19 94,-3 13-3217,1 0 3217,0 1 0,0 1 90,1 4 0,4-12-90,-3 16 0,3-6 0,-3 20 90,-1 4-90,0 4-90,0 4 444,1 4-264,6 7 3302,-3 7-3392,6 7 0,-6 6 0,0 6-90,-1 4 180,-2 4-180,0 3 180,-2 1-270,-1 2 0,-1-2 90,-2-1 0,0-3 0,-2-2 90,1-4-90,-2-4 180,0-3 0,0 1 90,-3-5-180,-2-9 90,-1-6 180,-3-35-90,5 8-180,-2-23-90,6 12 90,1-2 0,1-4 0,3 1-90,1 0-3302,3 3 3392,2 3 0,0 4-615,2 5 615,1 4 0,0 5 0,1 6 90,0 5-90,0 7 0,1 4 0,0 8 3178,0 5-3178,-2 6 0,-1 6 919,-1 3-919,-3 4 180,0 18-180,-3-12-90,-1 13 0,-5-19 90,0-2 0,-2-4-90,-1-3 0,0-5-180,1-2-450,-1-1-2158,-1-5 1619,0-15-270,1-3 1529,3-15 0,0 11 0,0 1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6:16.6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 74 7892,'18'-9'1799,"1"0"-1619,-8 3 0,4 1 0,-3 1-90,1 3 90,0 0-180,1 2 90,-1 2-90,0 2 90,-2 3-90,-1 3 90,-1 2-90,-4 5 0,0 3 90,-4 2 0,0 3 180,-5 0-180,0 3 269,-3-3-269,-1 0 90,-2-5-2852,-15 12 2942,8-15-1,-11 6 91,13-17 0,-5-4-270,0-3-90,2-5 0,4-3-90,6-4 3572,3-4-3842,2-3 0,3-4-89,3-5-181,3 0 0,3-3 181,3 1-451,2 1 1,4 0-630,0 1-360,1 2 1889,1 1 0,2 3 0,0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6:17.0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222 357 8252,'4'-23'5217,"-2"2"-4767,-10 15-180,-1 4 90,-4 11-1,1 4-89,-2 5 0,-1 7 0,-2 5-90,-1 8-1566,0 4 1566,0 6-91,-1 2 1,2 3 0,2 0 0,2-3-90,4-2-90,2-3-686,3-4 506,3-4 270,3-3-450,1-4 90,3-4-89,2-4 1482,1-3-1303,3-5-449,8-2 449,-3-8 1039,6-5-1038,-5-10 89,-1-5 180,1-5-180,0-7 0,-1-5-90,5-28 180,-5 11 90,1-25-90,-8 19-560,-4-8 650,-1 1 180,-2-4-90,-2 2 539,-4-28-269,0 26 0,-3-16 90,1 36-1,0 6 1,1 7-90,0 6 0,1 6 179,1 4-269,0 1-180,6 13 0,-1 5 90,13 33-90,-5 0 267,6 20-267,-3-6 0,0 4-676,-1 4 586,-1 3 90,-1-1 0,1 1-90,-2-1 0,-1-2 0,-1-1-180,0 17-180,-2-19-90,0 10-89,-4-26-91,0-6-90,1-5 1,-1-4-810,0-5 540,1 2-360,0-7-1640,5-9 2989,-1-7 0,-1-6 0,-3 3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6:17.5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1 608 7353,'10'12'5846,"-4"-11"-5576,14 24-90,-5-19 90,7-2-360,-4-5 270,1-5-360,-5-3 0,1-3 90,-1-2-90,0-2-89,-1-3-91,5-12 180,-6 5 0,4-8 90,-8 9 0,-1 0 90,-2 2 0,-2 3 360,-1 2 180,-4 0-91,-3 8-359,-7 9 90,0 11 0,-3 12 0,3 4 0,1 6 0,0 5 0,1 4-1,2 2-89,2 1 0,3 0-209,1 0 119,4-2 180,3 11-180,1-15 0,4 7-90,-1-20 0,1-3 0,1-3-89,1-5-1,0-2 90,1-6-90,1-3 209,2-5-209,-1-4-90,1-7-90,0-4 1,0-6 269,0-4-270,0-3 270,-1-5-360,-1-4 0,-1-3 180,0-5-269,-2-5-344,-1-4 253,-3-5 450,0-2-179,-2-2 179,-2-1 90,0-20 270,-2 26 269,-2-10-89,0 34 90,-1 8 450,-1 4 898,2 2-1438,2 25-90,1 3 90,3 24-90,0 6 0,1 5 269,2 18 1,1 5-180,1 8-544,-1-5 1,0-2 723,-2-5 89,1 1-191,0-1 102,1-3-270,-1-3-393,1-5 213,-1-2-270,-1-4-89,0-5-91,-1-4-270,-1-3 1027,-1-4-1477,0-5-1438,-1-4 2521,-2 0 0,0-9 0,-2-1 1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6:18.3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15 111 7982,'-15'-3'6027,"31"-3"-5937,-4 2 0,28-3 0,-13 3 0,3-2-90,3-1 90,2-1-90,2 0-992,1-1 902,-1 1 0,1 0-560,-2 2 380,0-1 270,-4 2-450,-3 0 1,-3 2-1,-3 0-539,-4 1 1205,1 0-1565,-6 4 435,-6 2-75,-13 4-90,-5-1 1079,-6 1 0,9-6 0,0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6:18.5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 81 6633,'-15'-6'5487,"11"0"-4947,4 1-90,15 2-91,4 1-89,6 0 0,5 0-90,2-2 0,8 1 0,-1 0-90,5 0 0,-2 0-90,0-1 0,-1-1-180,-2 1-90,-3 0 90,-3-1-450,-4 2-89,-4-1-181,-4 1-1438,-3 0 2338,-2 2 0,-7-1 0,-2 2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6:32.3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148 29 8072,'-7'-14'3508,"-2"4"-3058,-5 5-270,-2 7 0,3 1-90,-1 2 0,4 2 90,0 0-90,1 2 0,1 2 0,-4 8 0,5-4-1,-3 6-89,6-5 90,1 0 0,1 1-90,2 1 0,3-1 90,-1 1-90,5 6 0,-3-5 0,4 3 90,-2-6-90,1-3 0,1 0 90,0-1-90,1-1 0,0 0 0,1 0 90,0-1-90,1-1 90,0 0 0,0 0 0,0 0 0,1 1 0,0-1 0,-1 2 90,1-1-90,-2 1 90,1 0-90,-4 2 89,0-1 1,-3 2 0,-1 0 0,-1 2 90,-2 2-90,-2 1 0,-2 2-90,-4 1 90,-2 1 0,-1 1-91,-3-1 91,0 0-90,-2-2 0,1-2-90,-1-1 90,2-2-90,1-3 0,1-2-719,2-2-2340,1-1 541,0-7 449,5-10-809,0-5 2878,6-8 0,0 12 0,-1 2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6:32.7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0 185 14279,'11'-11'360,"3"0"-270,3 2-90,6-1 90,2-4-90,3 0-3303,15-10 3393,-10 7-180,9-5 90,-15 9-89,-3 3-1,-1 1 180,-4 2-450,-3 1-90,0 0 3302,-4 5-3571,-6 4-1,-5 7-449,-9 3-90,-1 4-361,-2 1-448,0 0 2068,0 0 0,5-8 0,3-2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6:33.3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24 181 8792,'-15'-12'3688,"7"-2"-3328,8 5-180,9-2 89,2 0-179,5-1 90,3-3-90,4-1 0,2 1 0,5 0-477,-2 2 477,4 0-90,-5 4 0,0 0 0,-1 5 90,-2 1-90,-1 4 90,-2 3 180,8 13-181,-9 2 479,5 13-299,-8 18 1,-6-7-498,1 17 498,-9-14 180,-1 21-91,-1-15-179,-2 13 90,-1-20 0,-1-4-90,1-1 0,-1-2 0,1-4 0,0 0-90,0-5-1,2-2 1,0-3 0,-1-3 180,2-2 138,-2-2-408,4 2-449,-1-2-1260,3 0-8122,-1-4 9680,-6-5 0,4-3 0,-7-3 1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6:33.5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1 360 11490,'2'-19'1620,"2"1"-6921,6 7 5661,4-4-90,5-3 1318,4-3-1408,3-1-90,4-3-180,2 1 770,2-2-680,0 2-540,1 1-89,-2 1-1,-2 2 180,0 3-269,-3 1 89,0 4 2943,-2 2-3933,-2 3-448,-2 1 2068,-2 4 0,-10 1 0,-2 1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6:33.91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54 101 0,'4'-17'1140,"1"0"3280,-3 1-2531,2-2 1409,-4 2-1859,-1 0-399,-4 17-951,-1 7 3393,-3 20-3392,1 3 0,-1 5-90,1 3-3482,-3 20 3392,5-15-89,1 12-73,5-21 73,1-2-91,2-4 0,1-3 0,0-4 90,2-2 0,0-4-90,1-3 90,3-3 3537,1-7-3447,0-3 287,-1-11-197,-4 2 90,0-9 89,0 4 1,-2-6 90,0 2 0,-2-1 0,-1 0 360,-4-7-361,0 7 91,-3-4-90,1 8 180,0 3-270,-2-2-1709,1 3-540,-1-2-90,11 5-629,5-1-810,4 3 3598,4-3 0,-11 6 0,0-1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6:34.3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115 22 10411,'1'-15'4497,"-2"9"-3957,-8 11-360,-2 10 90,1 5-90,-2 7-90,-1 6 90,0 5-90,1 4-90,1 1 90,1 2 0,3 0-424,3-2 334,2 0-90,2-5 0,2-1-90,1-4-90,1-4 0,3-3 0,0-4 1,2-5 89,0-3 0,2-4 0,2-5 0,-1-5 0,3-5 334,0-5-244,1-4 0,2-6 0,-2-2 90,0-3 0,-2-2 90,-1-1 90,-3-3 90,-1 2 0,-2-1 89,-3 3 1,-2 1 180,-2 1 0,-2 2-91,-2 4 91,-1 0-180,-2 2 90,0 3 89,-1 0-269,0 3 180,0 2-450,-2-1-7376,1 2 4768,8 0-990,6 4 3598,8 2 0,-3 1 0,-3 1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6:34.6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95 20 8882,'-4'-13'5577,"-2"6"-5038,-1 9-359,-2 10 0,0 6 0,0 6-526,-1 5 436,0 4 0,1 4-90,2 2-180,-1 3-89,5 0-1,0 0 0,5-1 0,2-1 90,3 0 0,2-3 90,3 0-90,4-5 90,2-4-269,4-4 359,1-5-180,2-6 180,0-5-270,-1-5 616,-1-5-346,-2-7-176,-2-4 445,-2-4 181,-4-6 90,-2-3 179,-4-5 91,-4-3 179,-2-2 1,-3-2 269,-3 1-449,-2 0-1,-1 1-89,-1 3-91,0 4-179,0 3 356,1 4-536,1 3-90,1 5-2159,1-1-3418,1 4-4434,3 9 9747,0 12 1,3-1 0,-2 3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07.78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115 1 6094,'-24'22'809,"1"-1"-539,3-1-90,3-1 0,4-1-90,3-2 0,4-1 0,4-2-1,5 0 1,3-1 0,5-2-90,3-1 90,5-2 0,2-2-90,4-2 90,1 1-90,2-1 90,1 1-90,0 2 90,0 0 0,-1 2 0,-1 3 270,-3 1-180,-1 3 90,-2 3-1,-4 3 181,-1 3 90,-5 2 0,-3 4 89,-3 2 1,-4 1-1,-3 2 271,-3 1-270,-2 0-91,-3-1 91,-2-1 0,0-3-1,-1-3-179,1-3 0,-1-1-180,1-4 89,1-2-179,1-3 0,0-3-270,2-1-9354,1-2 5846,6-12 3598,2-1 0,3-5 0,0 3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08.05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18 8162,'12'-12'3508,"-3"7"-3058,4 20-90,-4 6 0,1 7-1,1 3-89,0 4 0,0 4 0,1 2 0,-1 0-90,2 2-268,0 0 267,1 0-89,0 0 0,-3-2 0,3-2 0,-3-1-57,2-4-33,-1-2 180,-1-2-360,0-3-90,-2-2-180,-1-4-179,0-1-91,-2-3-1172,-1-1 1892,-1 1 0,-2-9 0,0 1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08.22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30 327 7533,'-16'-11'3867,"4"-1"-3237,11 2-360,5-1 180,7-1-270,3 0-90,4-4 0,2-1-1,3-3-178,4-1-91,-1 0-180,2-1-90,-2 1-270,-1 0-89,1 0-91,-3 2-719,1 0-539,-4 3 2158,-3 3 0,-7 5 0,-4 4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08.55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1 283 6993,'2'18'2788,"3"-5"-2428,8-5 0,0-7-180,4-5 0,-2-3 0,0-3 0,3-3-90,0-5-90,0 0-90,1-3 0,-1-1-180,5-11 90,-2-3 90,-3 0 90,-6 6 0,-8 12 360,-2 1 89,-4-1 1,-4 5-270,-6 5 0,-1 8 0,-1 11 0,2 3 0,1 6 0,-1 5 0,2 4-1,1 3 91,3 2-180,2 2-90,1-1 90,4 0 0,2-4-90,3-1 90,1-4-90,3-4 0,2-2 90,0-4-90,3-3 0,0-3 0,2-3 90,0-5-90,0-2 270,0-4-360,0-3 180,-1-4-360,0-3 90,-1-4-360,-2-3-179,0-2-1,-3-2-899,1-14 810,-6 9 89,-1-9-90,-4 12-179,-1 0-90,-2 1 1079,0 1 0,1 12 0,0 2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08.95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57 11490,'15'18'990,"-1"3"-720,-4 3-90,1 4 0,-1 3-1,2 3 181,-1 3-270,2 3 180,-1 4 0,3 4 0,0 3-90,1 4 89,8 23-179,-6-18-622,7 16 622,-10-27 0,0-1 0,0-4-90,-3-4 90,-1-4 0,-3-5-90,-1-4 90,-1-5 89,-2-3 91,-1-2-270,-8-10 0,1-6 0,-7-14-2769,3-7 2679,-2-7 0,0-7-570,-1-6 480,-2-5-90,3-6 90,-4-5-90,1-5 91,-3-4 268,-1-3-268,1-3-1,0 1-1340,2 1 1430,2 6 0,3 7-160,3 6 160,3 7 90,2 8 0,4 4 0,2 7 2412,9-1-2322,-2 11 0,8 3 636,-3 12-636,2 8 2435,1 7-2525,1 2 339,-2 8-250,-1 0-89,-2 4 90,-3 0-90,-3 2 90,-2-2 90,-3 11 0,-4-10 0,-3 7 0,-4-16-90,-1-2 0,-4-2 0,0-4-180,-2-2-90,-1-3-270,-2-2-539,-7-4-1,4-3-89,-4-4-1709,7-4-810,0-3 3598,2-3 0,6 5 0,2 2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09.65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1 435 11400,'13'-20'900,"1"-1"-630,-3-1 180,1-2-271,2-2 1,-1-3-90,0 0 180,-2 0 0,-1-1 0,-1 1 90,-3 2-1,1 1 181,-5 3-90,0 2 180,-4 3-91,-1 2 541,-4 2-91,0 1 0,-4 2-899,1 5 0,4 17-90,2 9 0,7 15 90,1 2-90,4 4-409,1 5 409,3 2 0,1 4 0,5 1-629,-1 1 629,3 0 0,-1 0 0,1-2 0,0-1 0,1-5-212,-2-2 212,0-3 90,-2-5-90,3 8 0,-6-14 0,1 3 0,-7-16 90,-2-3-540,0 1-3043,-2-3 255,-8-2-3318,-4-6 6556,-9-5 0,8-1 0,0-1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09.83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94 14729,'7'-21'-3059,"0"3"541,-1 5-720,1 0 3238,2 0 0,-5 4 0,1 3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09.95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22 23 11221,'-12'-4'-225,"6"-4"0,3 4 0,4-2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0.45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176 27 10681,'-5'-18'3058,"1"9"-2698,-10 18-90,1 9 0,-2 7-90,-2 5 89,-1 4-89,0 4-241,1 1 241,1 2 0,3 1-90,1-1 0,5-1 0,2-2-90,4-2 90,4-3-180,3-2 180,5-5-90,12 6-90,-1-12-90,10 2 241,-3-14-421,3-5 180,3-5-449,2-5-91,1-4-269,0-5-271,-2-4-89,0-3-2107,-2-2 1028,-3-2 2428,-2-1 0,-3 0 0,-2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0.97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91 396 6993,'-13'-3'3508,"-4"2"-2788,6 4-91,-3 5 1,6 5-180,0 4-91,2 5 91,0 3-180,2 3 0,2 2-90,1 0-90,2 0 0,2 0 0,2-1 0,1-1-1,1-3-89,2-2 0,-1-3-89,1-3-91,-1-2 90,1-5 0,0 0 0,2-5-90,-2-6 0,2-3 0,-4-7 90,0-3 270,-1-4-360,0-3 360,-2-3-180,-2-1-90,-2-2 180,-2-1 90,-1-1 0,-1 3 90,-1 2 0,2 4 179,0 4 181,-1 0-540,6 13 0,-1 5 0,6 15 0,0 6-90,1 3 0,1 2 90,7 14-90,-4-10 0,5 8 0,-5-15 0,0-2-90,-1-3 0,0-2-90,-1-5-180,0-2-90,1-1 270,-1-9-89,-1-3-91,0-11-90,-3-5 0,0-4 180,0-5-269,0-2-1,-2-4 90,2-1 1,-5-3-1,-1-1 180,-5-2 0,-4-3 90,-1-2-725,-3-3 905,-4-1 0,-1-1 270,-3-1 0,2 2 180,-1 4 0,2 4 89,2 7-179,2 5 90,3 6 89,2 5 451,1 2-720,9 19 0,1 2-91,10 21 1,0 4 0,4 5 0,12 26 0,-6-11-236,9 18 146,-9-18-180,0 0-90,0-3-90,-2-2-89,1-3-91,-4-4-180,1-3 91,-3-5-361,-1-3 91,-2-5-271,-1-4-3327,-2-4 4407,2-9 0,-5-2 0,0-5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1.16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45 139 6273,'-13'-40'2609,"2"5"-1889,2 8-1,2 6 1800,2 5-1980,9 18-179,2 8 0,9 19 0,0 6-387,2 7 207,1 4 0,2 4-1,-1 1-616,0 1 527,1-2 0,0-2 0,0-4-180,-1-4 0,1-3-180,-1-5-90,-1-3 91,0-5-451,-2-1 90,0-7-359,-2-1-2249,-1-7 3238,2-5 0,-8-2 0,1-2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1.66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1 338 7173,'-1'-19'6026,"2"3"-4856,1-1-900,8 10-90,-1 3-1,8 8 1,-2 1-90,4 3 0,2 1 0,2 0-90,1-2 0,2 2-90,-1-3 0,2 0-90,-2-1 90,0-2 0,-3-3 180,-2 0-180,-2-3 180,-2-2-180,-1-2 1,-2-3 89,-1-3 0,-3-2 89,-2-3 1,-2-3 0,-3-1 90,-1-3 0,-4-1-3392,0-1 3482,-4-1-2089,-1 3 2269,-1 1 0,0 3 89,0 3 1,1 3 90,0 3 2088,2 1-2628,5 17 3392,2 3-3482,5 19 90,4 2-90,1 5-90,3 6-3392,2 3 3392,2 3-90,0 2-291,2 1 381,-1 0 0,0 1 0,0-1 1,-1-3-1,8 16 90,-9-20 0,5 10-13,-11-22 13,-2-6-90,-3-3 0,-1-5 2702,-2 0-3871,-4-7 973,-7-8-613,-2-6 289,-2-11-559,1-4 179,1-5-2518,-6-20 810,3 6 2698,-3-17 0,4 13 0,1-2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1.89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47 7713,'19'-18'2338,"1"3"-1438,-4 8-361,1 3 91,2 1-180,-1 4 90,2 2-91,1 3-89,-1 5 90,0 0-90,-1 3-1,-1 3 1,-4 4 450,3 15-450,-8-7-1,-1 10 1,-7-12 0,-3 0 0,-3-1-1,-3 0 271,-8 6-270,3-10-180,-6 4 90,6-13-90,-1-3-90,1-3-270,1-3-90,-5-3-180,4-4-270,-3-3-269,6-4 90,1-2-631,3-5-89,0-1-1529,3-6-1259,0 0 4407,1-2 0,2 11 0,0 4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2.36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1 156 8252,'16'15'2789,"-1"2"-1980,-3 0-179,0 3-90,0 2-91,0 3-89,2 0 0,0 2-180,0-1 0,1 1-90,-2-3-90,1-3 90,-2-2-270,-1-5 0,-1-1-180,-1-2 90,2-3 180,-1-9 0,-1-5 0,-1-11 90,-4-3-90,-1-3 0,-1-5 0,0-2 90,-1-2 0,-1-2 0,-1 0 0,1-11 270,0 13-360,1-4 270,1 17-90,1 2 90,10 9-270,-3 4 90,8 13-90,-7 5 0,2 5 0,-2 2 90,0 2-90,-2 2-3392,-1 0 3482,-1-1-340,-1 0 340,-1-3 0,-1-3 359,-1 1 361,0-5-540,-1-12 3177,-2-6-3267,-1-14 466,2-3-467,1-3 1,1-3 90,0-2-90,3 0 90,-1 1 0,3 0 0,0 4-90,1 2 90,0 3-90,0 4 90,0 2 359,6 1-359,1 8 0,1 2 0,-1 7 0,-4 2 0,0 1-90,0 0 0,-2 1 0,1-1 0,1 0-270,-1-1-810,1-5 1,-4-10-1889,-3-4-181,-5-13-1078,-1 7 4137,-3-5 0,2 14 0,0 2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3.17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6 240 7713,'-5'-16'6296,"4"12"-11776,8 17 5659,0 5 840,4 12-930,-3-10 846,1 1-935,-2 0-90,2 0 0,-2 0 3057,0-1-3057,0 0-90,-2-4 831,1 3-1101,-2-5 450,-10-6 180,2-8-180,-9-10 180,3-4-180,0-2-90,0-4 90,-3-15 0,4 5 90,-2-11 0,6 12-180,4-11 90,2 13 0,3-7 0,6 11 0,6 6 0,2 4 0,3 9 0,-3 9 0,1 5 90,1 4-90,-1 4 0,1 4 0,-1 2 0,-2 2 0,-1 0 0,-3 0 0,-1-1 0,-2-2 90,-3-2 270,-1-5 899,-1 1-809,-5-3 0,-5-13-360,-3-3-1,-4-13 91,5-1-180,-1-2 90,1-4-90,1-2 0,0-1 0,1-1 0,2 1 0,2 1-90,0 3 0,2 3-89,1 3 89,2 1-90,2 4 180,8 4-90,3 6 0,0 6 90,1 4-90,-7 1 90,0 1 0,-1 7 180,-2-6 719,1 7 360,-6-8-899,-7-2-360,-4-8 0,-3-7-90,0-3-90,4-2-89,0-1-181,1-3-180,2-1 270,0-2-539,3-1-1080,3-10 900,0 7-91,5-7-89,-1 10-720,2 1-539,1 2 2518,0 2 0,-3 6 0,-2 2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3.48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30 23 14729,'17'-12'-990,"1"5"900,-2 4 0,-1 11 90,0 3 0,-5 8 0,-2-2 0,1 12 90,-3-6 0,-1 7 90,-4-9 0,-2-2 90,0-1 0,-2-2 359,-1-3 91,-2 2 89,-3-4-269,-2-1-270,-4-7-180,1-7-180,3-3 0,-1-5-450,2-6 1,2 3 179,-2-6-450,4 5-179,1 0-180,0-1-91,0 0-179,0 1-540,2 0 1979,0 1 0,2 7 0,0 2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3.88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147 375 8342,'-2'-13'5577,"-2"9"-5037,-7 10-1,0 9-1277,-2 7 1188,-1 5 193,-1 5-283,0 4-180,1 2 0,2 3-1206,0-1 1116,3 2 0,2-3-263,3-1 173,1-3 771,3-3-861,2-3-90,1-4-90,3-2 1294,2-4-1833,14 4 359,-6-12 308,11-1-217,-10-14-1,0-5 90,2-4 0,-2-5 90,1-3-3392,-2-4 3393,-2-4-614,-1-4 704,-3-3-4,-3-3 93,-3-4 90,-3-3-258,-4-3 258,-3-4 90,-4-3 180,-3-2-180,-3 1 359,-11-26-89,6 26 90,-8-15-1,11 34 91,2 7-180,2 7-90,3 4 2960,2 6-3050,1 2 810,5 16-990,3 4-90,5 17 90,3 3-90,2 6 90,2 3-90,3 4 0,2 0-275,0 2 96,3 0-181,-1-1 332,1 0-332,-2-2-539,-1-3-270,-2-2-91,1-2-179,-3-3-1259,-1-2-990,-3-3 3688,-2-4 0,-3-9 0,-2-5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4.38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1 780 8162,'5'19'4498,"5"0"-3959,-1-6 1,3-1-90,-3-5-90,2-2-1,1-1-3481,2-2 3302,1-2 0,0-4-90,1-2-90,1-4 0,-1-2-90,1-3 0,-2-2 0,0-1 0,-2-1 0,-2-3 3392,-1 0-3392,-3-3 0,0 0 90,-4-2-89,0-1 89,-4 1 0,0-2 89,-3 4 91,-1 1 0,-2 4 180,0 3 270,0 5-270,-1 2-271,-2 14 91,0 6-90,0 16 0,2 4-90,1 6 90,1 5-90,3 2-188,1 3 188,4 0 0,0 0 0,3-2 0,1-3 0,7 11-90,-3-16 0,4 7 0,-4-22 0,1-3-90,-1-5 90,0-4-90,2-5-269,6-14 179,-3-3 270,5-13-82,-5-1-278,-1-5-3301,0-4 3391,-2-2 0,-2-5-2268,-2-2 2538,-1-3-399,-3-2 399,-3-4-270,-1-2 91,-4-4-1,-1-4-369,-3-2 459,-2 0 180,0 2 180,-2 5 89,1 7 1988,0 9-1807,2 7 2826,1 8-2556,2 6 530,1 5-800,3 17-90,2 7 764,4 19-854,3 5 0,2 5-90,1 5-124,3 4 213,1 3 271,7 26-450,-4-16-763,5 21 673,-7-27-3023,-2 1 2933,1-4-180,-2-4-365,0-3-264,-2-2-1,-1-4-809,-1-3-412,-2-3-1567,-2-5-1619,-2-1 5217,-4-5 0,1-8 0,0-3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5.19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177 46 6903,'-12'-15'2429,"0"2"-1350,-1 4-359,1 3-1,-2 3 1,0 3-180,0 4-1,0 2-89,0 5 0,0 4-91,1 3 1,2 2 180,2 3-270,3 0 180,2 3-3752,3 1 3661,4 1-359,3 1 270,4 0-360,0-2 0,5 0 90,2-2-90,3-2 90,3 1 0,2-3 0,2 1 3302,2-2-3302,0 0 270,1-3-270,-1 1-90,0 0 0,-2-1 90,-2 2-90,-3-1 90,-2 2 0,-4 2 0,-3 0 0,-5 2 0,-3 1 0,-4 1 0,-3 0-90,-4-1 0,-3-1-89,-1-2-91,-2-3-180,-1-1-90,0-4 180,-1-3-899,1-4 270,-5-5 359,5-7-449,-2-6-1,7-7-629,2-7-539,1-4 2248,3-6 0,1-3 0,0-2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5.35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19 8252,'12'-12'3148,"-1"5"-2428,-4 17-90,0 5-1,1 3 91,0 5-360,2 1 269,-1 5-449,3 0 0,0 0 90,1 2-180,0-1 0,1 0-90,0-2-90,0 0 90,0-3-540,0-1-89,0-3-271,0-1-89,-3-4-271,0-1-1978,-2-3 3238,-1 1 0,-4-7 0,-1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5.51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1 282 9602,'-1'-26'1978,"2"2"-1528,4 9-90,2-1 0,4-2-180,3-1 89,4-2-269,3-1-89,3 1-181,1 0-360,1 1-90,-2 3-269,0 2-90,-1 3-451,-1 3-448,-2 4 1978,-1 5 0,-10 0 0,-1 2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5.77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17 317 6993,'9'7'2698,"-2"-6"-2428,6-12 0,-4-6-90,1-4 0,1-3-90,0-3 0,0-1-3392,0 0 3392,-2 0-90,-2 1 180,-2 2 89,-2 2 91,-2 4 450,-2 2 89,-5 1 3033,-5 6-3752,-2 6 270,-3 8-360,0 10 89,1 4 1,0 6 180,2 4-360,2 2 90,2 2-90,3 0 0,4 2 0,3-1-90,8 12 180,0-13-360,7 7 0,-1-19-89,2-1-1,2-6 0,1-3-90,0-5-89,1-6-91,1-4-90,-1-5 1,-2-4-91,0-5 1,-3-2-720,-2-2-270,-3-1 1799,-3 0 0,-3 11 0,-3 2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6.19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60 25 9602,'-10'-20'6296,"8"16"-6026,11 20 0,5 12-90,3 13-1,-2-3-89,0 5 0,3 5 0,-1 3-465,1 4 375,0 1-1221,-2 1 1221,1 0 0,-1-3 0,-1-3 0,-1-3-986,-1-4 896,-2-4 0,-1-4 0,-1-6 446,-3-5-446,0-5 1303,-2-4-1303,-1 1 1193,-7-11-1192,0-3-1,-22-34 0,0-12 90,-8-14-768,3-2 768,6 7-90,-1-5 90,0-5 0,-1-2 0,3 0 0,1 4-180,0-15 180,9 23-90,1-7 0,10 26 90,4 4-90,5 5 90,2 5-90,2 3 90,4 6 768,1 5-768,3 6 0,2 4 0,1 6 0,1 2 0,-2 4 90,-1 3-90,-1 2 90,-4 0 0,-1 1 0,-3-2-90,-3 0 90,-2-2-90,-2 0-3482,-3-1 3212,-3-1-90,-1 0 90,-2-4-989,0-2-810,-6-3 900,-1-7-900,0-6-719,3-7 3636,4-6 0,3 8 0,1 1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6.44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1 128 7263,'3'-33'3688,"-1"4"-2879,2 12 271,-1 2-361,4 0-269,2 4-270,2 3 90,1 9-180,-1 8 90,-1 5-90,0 5 89,0 5-89,-2 3 0,1 1 90,-3 3 0,-1-2 0,-1 0 0,-1-1 0,1-3 0,-2-1 0,1-3-90,-1-3 0,0-2-1,1-2-178,1-1-451,5-3-90,3-7-1079,6-7 540,-2-3-270,2-3-810,-3 2-719,2 0 2968,0 0 0,-6 4 0,-4 1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6.60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33 13289,'16'-8'-877,"-3"-3"0,-8 5 0,-4-2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6.72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51 52 9062,'-14'-13'7016,"2"3"-12863,2 0 5847,2 1 0,4 4 0,2 1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7.26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24 38 7533,'5'-18'6386,"-1"0"-5576,-4 16-451,-4 20-89,-3 12 90,-2 18-90,4-6-304,0 4 214,3 4 90,2 2-90,3 3-453,2 1 543,3 2-778,2-2 688,4 0 90,2-1-180,3-1 90,2-3-2824,1-1 2824,2-2-90,0-2-361,2-2 361,1-2 0,-1-2-90,0-1 90,-1-2 91,-1-3-181,-2-2 90,-1-3 377,-4-2-557,-1-3 90,-4-1-270,-1-4 3280,-3-2-3999,-2-3-180,-1 1-1080,-6-3-289,-6-2 379,-8-8-629,-1-6 2788,-2-8 0,3-4 0,0-1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7.44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0 279 12210,'9'-12'1529,"1"3"-1349,8 7 0,1-1 0,3-1-90,3-3-180,1-2 180,3-2-540,1-1-90,2-4-179,0-2-91,1-1 181,-2-1-361,-1-1 1,-2-1-450,-2 2-450,-3 0 1889,-2 1 0,-3 2 0,-1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7.60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0 8432,'12'15'1979,"-2"-2"-1349,-2 7 179,1-2-359,1 2 0,2 0-1,1 3 1,4 0 0,-3 1-3392,5-1 3301,-4-1-275,2 1 276,-1-2-90,-1-1 0,-1-2-90,-2-1-90,-1-1 3165,-2-2-3795,-1-1-936,1-1-6619,-3-1 8095,-8-5 0,2-1 0,-7-6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7.76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 48 10051,'-5'-21'3238,"9"7"-3867,9 6-271,4 7-2338,2-1 3238,0 2 0,-10-1 0,3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7.98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0 8612,'12'20'2878,"0"2"-1978,-2 2-91,2 4-89,1 4-180,1 4-5661,1 3 5571,2 3-90,0 2-293,9 21 202,-6-14 689,7 14-868,-9-21 0,-1-1 0,0-2-180,1-1-90,-2-3-216,1-4-54,-3-2 90,-2-4 1727,0-4-2356,-3-5-1350,0-2 2960,-3-2 0,-3-7 0,0 0 1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8.14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1 176 11490,'10'-15'2429,"-1"3"-2069,8 9 0,-1-1-91,2 0-89,1-1-180,2 0-180,1-1-179,1-2-271,0-2-359,1-1-271,0-2-1258,-1-1-720,0-2 3238,-2 0 0,0 0 0,-1-1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8.67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123 69 7982,'7'-19'3958,"-1"2"-2609,1 1-179,-1 5-990,3 6 0,-4 6-91,2 10-89,-3 4-89,0 2-181,0 2 0,-1 2 180,0 0-360,-1 0-179,0-1-181,0 3 90,-2-4 181,-2-2 359,-5-10 270,-5-6 0,0-8 90,-2-2 89,2-3 271,0 0-270,-2-1 90,0-3 90,-2 2-1,2-2 91,0 3 0,2 1 449,2 3-179,-1 0-451,2 15-269,4 2-90,2 15-90,5 0-89,1 3-181,1 1-180,0 1-180,1-1-1708,6 18 1079,-4-16-900,3 9 2249,-3-23 0,-4-8 0,0-2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19.10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160 139 12210,'-18'-11'4318,"0"6"-3869,6 8-89,-1 5-90,5 1-180,0 3-90,2 0-180,1 1-180,1-1-719,1 1 89,2 5-269,3 0 270,2 1-361,3-5 721,1-10 449,-1-11 0,0-6 90,-3-7 0,-1 1 180,-2-2-90,1-2 180,-4-1 0,5 0 0,-3-1 0,3 1 179,-2 2 271,1 3 0,0 0 629,0 4-899,3 12 0,-1 8-91,1 16 1,-3 3 0,-2 4 0,0 2 90,-1 3-90,-3-2-1,0-2-89,-1-1 90,-2-3-90,0-3-180,-5 3-360,3-9-1079,-4 1-900,0-10-719,-4-7-1169,1-4 4227,-1-8 0,12 6 0,0-1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20.00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162 1 7083,'-15'3'2429,"1"3"-1710,-2 4 1,1 5-1,-1 3-179,0 3 0,0 2-91,2 2-89,1-1 0,2 0-90,3 0-90,3-2-90,3-2 90,3-1-90,3 0 0,3-3-90,4-1 89,5-2-89,3-2 90,4-2-90,2-2 90,3-1-90,2-2 0,1-1 0,0 1 0,-1-2 0,-1 2 90,-3 0-90,-2 1 180,-5 2 0,-2 2 90,-3 2 90,-4 3-90,-2 4-1,-6 3 1,-4 4 0,-4 2 0,-3 1-90,-2-1 0,-3-1-90,0-2-180,-1-1-90,1-3-180,-1-3-180,2-3-89,0-2-990,-1-4 539,-1-4 1,4-7-180,1-6-91,6-7-269,2-6-629,1-6 1400,2-2 0,1-4 0,1-1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20.19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22 8522,'5'-16'4138,"6"11"-3688,-4 7-1,10 14-89,-6 4-90,5 6 0,2 4-90,2 4 0,0 3-1,1 3-89,0 1-336,0 2 246,-1 1-90,-1-2 270,0 0-450,-1-3-180,-2-3-16,0-3-164,-3-2-179,-1-3-91,-2-4-89,-2-4-1710,-3-2 2699,0-2 0,-3-8 0,-1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20.33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24 230 7083,'-9'-19'1889,"2"2"-810,2 2-359,3-3-360,5 1-180,2 0-1,5 2 1,1 4 180,3 0-450,2-2 90,1 1-540,3 0 181,0 2-541,0 1-1438,9-4 449,-8 6 1889,6-2 0,-18 6 0,-2 2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21.07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0 438 0,'3'16'960,"1"1"2651,1-4-3341,7-5 1318,-3-8-1408,4-10 770,-3-5-680,1-2 3032,2-3-3212,-2-2-270,1-1 180,-4-2-180,3 1 180,-5-1-180,0 4 360,-4 0-90,-2 4 180,-2 0-91,-3 6 1,-3 6 180,1 8-360,-1 11 360,3 3-360,0 4 0,2 2 0,1 1 0,2 0 0,2 0 0,2-2-90,2-1 90,1-2 0,1-1 0,-1-4 0,2-3 0,0-3 0,8-7 270,-6-4-270,6-8 270,-9-3-360,-1-3 90,0-4 450,1-31-450,-4 21 269,0-23-269,-6 32 0,0 2 90,0 3 0,-2 0 90,4 3-270,4 9 0,3 4-90,5 12 90,-3 3-89,1 1 358,1 2-358,0 0 268,0 2-268,2-2 89,-1 0-90,-1-2 90,0-2 0,-2-1 540,1-2-360,-1-11-90,-4-3 179,0-12-89,-6-2 0,1-3 270,-5-14-180,2 7 90,-3-9 539,-3-10-449,4 20 90,-3-14 180,5 23-540,9 17-1,-1 4-89,9 21 0,-2 5 0,2 8 0,2 4-89,3 6-361,10 28 450,-6-15-2908,9 22 2638,-9-26 90,1 0-353,0 2 533,-1-5-90,-1 1 0,5 10 180,-9-21-90,4 8 90,-12-25-90,-3-4 179,-2-4 1,-5-3-90,-8-11 0,-3-5 90,-7-10-90,1-6 0,-3-6 0,-2-5 0,-2-5-90,0-6 90,-15-28-90,9 12 1883,-10-23-1883,13 19-166,-1-3 76,2-1 90,2-2-90,-3-23 0,9 24 0,2-13-90,11 34 60,5 7 120,4 6-90,3 7 0,4 6 90,13 12-90,-3 6 597,10 12-507,-5 5 0,-1 5 90,1 7-90,-3 1 0,-1 4 854,-2 0-854,-5 1 0,-2 0 90,-3-2-146,-4-1-34,-2-3-180,-4-3-90,-2-4-269,-2-2-1080,-3-4-540,-1 0 270,-5-8-539,2-5 2518,-1-9 0,7 0 0,2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21.55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140 150 8342,'-25'0'3958,"0"0"-8539,5-1 5480,1 0 1860,4-2-2220,-1 1 501,5-4-1130,3-6-180,8-1 90,7-5 2942,11-3-3121,-1 4 89,8-4 90,-5 8-180,0 2 180,0 4 180,5 3-90,-7 4 180,5 4-180,-11 3 270,0 3-270,-2 2 360,-1 2-270,-1 1 0,-2 0 90,-2 1 0,0-1 90,-3 0-90,2 2-90,-3-2 90,3 0-270,1-5 0,8-4 0,2-3-90,5-2-180,10 2 270,-4 0 1,10 5 89,-9 0 0,-1 5 90,-1 3 90,-2 5 179,-4 3 1,-3 3 180,-3 3 90,-2 2-1,-5 2 1,-2 2 180,-4 0-1,-5 1 1,-3-1-90,-3 0-1,-2-2-89,-2-2-90,-1-2-91,0-4-89,-1-3 0,1-4-270,1-4-90,2-2-270,1-4-809,0-2-2429,-10-8 2069,12-2-270,-8-9-989,15 0 2788,0-2 0,3 6 0,0 1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21.73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36 1 14908,'-18'8'-600,"6"-3"1,7-2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21.86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46 60 10861,'-19'-15'3418,"4"2"-11783,5 1 8365,10 3 0,-1 3 0,4 2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22.85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1 131 12570,'8'28'1079,"1"3"-6559,0 1 5750,8 23-91,0-8-415,7 17 236,-2-15 776,2 2-687,2 0-1724,1 1 1725,1-2-90,0-1 1354,0 0-1354,-1-2 0,-2-2 0,-1-1 90,-3-3 1272,-3-3-1272,-3-3-90,-4-1 528,-2-4-438,-4-2 90,-3-3-90,-3-4 3378,-2-3-3288,-2-2 584,-1-3-674,-8-5-90,1-6 0,-5-6 0,3-8 0,-1-8 0,1-8 0,-1-9-90,-1-6 45,-1-9 0,0-3-45,-7-16-1037,5 11 0,1-1 1037,-3-10 90,1-3-355,2-1 265,2 4 180,3 4-90,5 7 0,3 6 0,5 6 90,3 5-90,5 4 0,4 5 0,3 4 90,4 4-90,3 6 0,17 3 0,-7 9 0,12 5 89,-11 10-89,1 7 0,-1 5 0,-2 6-89,-2 4 89,-4 3 0,-3 3-90,-1 20 90,-8-12 90,-2 14-1,-11-19-89,-4-2 90,-3-2 0,-5-3 0,-2-4 2153,-3-3-2243,-1-4 0,-2-4-179,-1-4 275,0-4-456,0-6-90,0-5 181,2-6-451,1-5 0,2-7-179,2-5-90,4-5-91,3-4-719,4-4-719,3-3 2458,2-4 0,4-1 0,1-1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23.98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1 789 6903,'15'10'2429,"1"3"-1440,-1 4-359,-1 2-91,0 4 1,-3 1-90,0 0 0,-1 3-91,-2-1 1,0 2-90,-2-2 0,-2-2 0,0-2 359,-2-2 91,-1 1-90,-3-3-181,-3-3-269,-4-10 0,-2-6-90,-1-8-90,-3-11 0,5 0-90,-3-9-90,6 4-180,1-1 1,2-1-181,2-1 180,2 2-269,3 0 179,3 4-360,1 2 361,3 4-451,0 2-449,2 5 809,7 6-179,-3 5 89,3 6 90,-4 4-179,6 15-185,-6-5 814,5 9 90,-8-9 90,-1-3 90,-1 0 90,-1-4 180,-1-2 809,0 0 4,2-11-723,-2-2-90,1-13 179,-4-5-269,0-5-180,2-4 90,-2-3 0,1-3-90,-2 1-1,-1-1 1,-1 1 90,0 2 0,-3 1 90,0 4 0,-2 3-91,-1 4 451,0 3-90,-4 2-540,-1 10 0,-1 7 0,1 12-1,3 7-89,0 5 0,2 5-89,2 3-1,1 1-90,4 1 0,2-1-90,2-1-90,3-2 0,1-3 180,2-3-269,0-4-91,1-5 0,1-4 1,-1-4-1,2-4 0,1-6-1259,13-22 1260,-10 3 89,9-19 0,-15 8 180,0-2 0,-3-3 90,0 0-2942,1-34 3212,-6 24 180,-1-24-204,-8 32 384,-2 1-270,-3 2 89,0 2 271,-2 3-90,-1 4 359,0 3 2977,0 5-2887,2 3-458,-3 3-172,2 8-89,1 5 0,3 9 0,-1 18-90,6-1 0,-1 14 0,4-6-90,4 2 0,-2 4 90,3-2 90,6 21 0,-3-17-643,4 12 373,-4-22-90,0-3-89,0-5-1,-2-4 90,1-4-180,-1-4 90,3-4 180,0-14 90,0-5 193,-1-14-193,-4-4 0,-1-5 90,0-23 0,-2 9 0,-2-18 90,-4 13-90,-1-2-540,-5-3 630,0-3 0,-5-4-90,-1-2-2654,-5-2 2834,-1 0 90,0 1-504,-1 5 774,2 7-90,2 8 0,2 10 698,1-2-788,5 15 2524,-1-2-2884,11 28 995,2 6-995,7 21-90,3 3 0,4 7-234,3 4 54,4 5-180,1 2-90,2 3-2020,1 1 2020,-1-1-89,0 0-472,0-2 651,-2-3-270,-1-4-104,-2-4 105,-1-4-91,-2-5 1,-1-5-1,-2-5 0,-1-5-121,-2-5 302,2-7 2232,-3-6-2142,0-6 804,-4-7-625,-1-3 381,0-4-22,-2-15-89,-3 5 360,-1-11-270,-3 9 450,-2-1-270,-1-1 90,-1 1 89,-1 2 361,2 2-270,0 5 89,0 4 271,2 4 269,1 0-899,8 17-90,-1 3-90,8 17 90,-1 2-90,3 4-1,1 2-89,2 0 90,1 2-90,0-2 0,2-1 180,9 7-90,-4-10 0,7 4 0,-9-14 0,-3-3-90,-1-3-270,-1-3 90,3-7-179,-6-4-181,4-7-90,-8-4-89,-2-4-91,-4-2-89,1-3 449,-4-1-270,0-2 450,-2-1-89,-4-2 269,-2 0 0,-4 0 360,-4 0-90,-2 2 269,-3 3 181,0 3 629,-9-1-539,8 7-91,-5 1 1,11 7 359,3 2-179,0 0-1709,13 1 269,6 2-449,9 0-6117,8 2 7196,-6-1 0,-5 1 0,-4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24.23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112 1 8612,'-20'1'4947,"5"2"-4047,-1 7-91,5 3-179,1 5 0,0 5-181,1 4-89,1 5-90,2 2 0,1 3-3482,4 2 3302,1-1-290,3 0 200,2-1-90,2-3 0,2-2-90,2-3 0,2-2-89,0-3-91,2-3 0,0-3 3069,1-3-3159,0-4 343,0-3-1062,9-6 719,-5-6-449,7-5 179,-9-5-449,2-4-900,-4-3-719,0-3 2788,-1-2 0,-1-2 0,-1-1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24.46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 1 14549,'-3'22'2248,"2"2"-1618,8 3-180,0 4 89,1 4-179,1 2-90,0 4-223,2 3 133,0 1 0,2 2-90,0 0 0,0 0 0,2-2-180,-1-2-90,2-2 0,0-2-90,1-1-180,0-1-359,0-4 77,-1-2-168,-1-4 271,0-3-631,1-4 1,-1-2-450,-1-4-3868,-2-2 5577,3-4 0,-7-4 0,0-3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24.69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21 270 9332,'-15'-6'6296,"9"-9"-5936,6 5-180,10-9-1066,5 3 886,5-2 186,3-3-546,4 0-179,3-2-91,1 2-270,1 0-269,0 3-90,-1 1-1170,-2 3-719,0 2 3148,-3 2 0,-12 5 0,-4 2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25.07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0 8342,'14'14'3598,"0"3"-2698,-1 5-91,-1 2-89,0 3-181,-2 1 1,-1 2-180,-2 2 0,0 0-180,-2-1-90,-1 0-180,0-4-180,-1-1-180,-1-2-719,0-4-1890,-1 2 1,-3-5 630,-5-9 2428,-1-6 0,0-7 0,4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25.22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48 61 6633,'-10'-18'2789,"0"1"-1350,2 3-360,1 3-539,3 11-180,1 4-1,1 13-89,0 3 0,2 3-90,-2 3 0,4 0-90,1 2-90,0-2-90,0 0 90,0-2-450,0-1-179,0-3-181,0-2-1079,0-3 1889,1 0 0,-1-8 0,-1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25.59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4 103 7892,'18'0'4498,"-6"3"-3599,1 9-89,-9 4-180,-2 6 89,-2 3-269,-4 2 0,0 3-91,-2 0-179,0-1 0,0-1-90,-1-2-180,1-4-539,0-2-271,2-1 91,0-4 449,6-10-180,0-9-179,7-15-91,2-5 180,3-6-359,2-4-1,1-3 181,3-2 179,0-1 181,1 1-1257,3 1 1526,-2 5 450,1 4-90,-4 5-2827,-1 5 3097,-3 6 899,-2 4-629,1 8-1,-4 7 91,-1 10-90,-5 6 1049,-3 4-869,-1 5-91,-3 1 91,-1 1-1,-3 0 3303,1-2-3483,-3-3-179,3-2-90,-1-3-90,1-5-630,0-1-1349,0-2-5397,-1-3 7016,-5-4 0,-1-12 0,-3-5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31.53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1 396 6993,'14'-18'720,"-1"1"-541,-3 8 91,0 0-90,2 1 0,0 0 0,2 1 0,0 0 90,1 1-90,1-1 90,2 1-1,0 1-89,1 0 90,0 0-90,-1 1 270,17 1-360,-13 1 90,11 2-1,-15 0 1,4 2-90,-4-1 0,7 3 0,-10-3 0,4 2 0,-5-2 90,0 0-90,1 0 90,1 0-90,0-2 90,11 1 0,-6-1-90,8 1-90,-8-1 90,2 1-1,1-1 1,0-1-90,1 1 90,0-2-90,0 1 90,1 0-90,-1 0 0,2-1 90,-2 1-90,1-1 0,0 1 0,0-1 90,-1 0-90,1 1 0,0-2 0,0 2 90,-1-2 90,0 2-180,-1-1 180,0 0-180,22 0 180,-16 0-270,14 0 270,-21 1-270,0 1 180,-1 1-180,-1-1-3122,0 0 3032,0 1 90,1-1 0,-1 1 0,1-1 90,-1 1-90,2-1 90,-1 0 0,1 1-90,10-3 90,-7 3 0,7-4 0,-10 3 0,0-1 3662,-1 2-3752,-1-2 180,21 0 90,-19-1-270,18 2 270,-23-2-270,3 3 180,0-1-180,0 1 270,0-1-360,2 0 90,0 0 90,1 0-90,0-2 0,-1 2 90,1-1-90,0 2 90,-1 0 0,1 1 180,0 0-180,-1-1 180,2 1-270,1-2 270,-1 1-360,3-2 360,-1 1-270,2-1 270,0 0-360,2-1 360,1 0-360,0-2 360,2 0-270,0 0 0,0-1 0,1 1 0,1-1 0,0 1 90,1-1 0,-1-1-90,1 1-3302,-1 0 3392,1 0 0,-2 0-609,1 2 519,0-1 360,0 1-270,-3-1 179,3 2-269,-2-1 270,4 3-270,0-1 0,0 0 1,0 1 268,1 0-269,-1 0 1,0 1 89,0 0 179,-1 1-269,0-2 270,-1 1-270,0-1 180,0 0-180,-2-1 270,1 2 1893,-2-1-2163,0 1 0,0-1 90,0 1 739,0-1-559,-1 1-180,2-1 180,-2 1-270,0 0 270,0 0-360,0 1 360,0 0-270,-1 0 1100,1 0-1100,-2 0 180,1 1-180,0 0 180,-1-1-180,1 1 180,-1-1-180,0-1 270,0 0-360,0 1 360,0-1-360,4 0 360,-4-2-360,3 1 360,-4-1-270,1 0 180,1 0-180,0 0-90,-1-1 180,2 1-90,-1-1 90,1-1 180,-1 1-180,1-2 180,-1 2-270,1-1 0,-2 0 90,1 0 0,0 1 180,-1 0-180,1 0 180,12 1-270,-11 0 90,11 1 180,-16-1-180,1 1 179,-2 0-269,0 1 270,-3-1-270,2 2 0,9-1 90,-7 1 90,8 0-90,-12 1 0,0-1 0,-1 1 90,0-1-90,11 1 0,-11-2 0,15 2 90,-19-1-180,4 0-269,-1 0-2520,-5-1-3057,2-2 5936,-13-6 0,-2 3 0,-7-2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39.50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187 191 12660,'-13'-18'1079,"0"0"-989,4 2 0,2 4 180,-2-5 180,1 4 179,-1-2-179,0 4-270,-1 4-180,1 10 90,-1 5-90,1 10 0,0 5 0,-1 7 0,-6 23-402,5-8 671,-2 13-359,6-17 1,3-3-91,2 1 90,2-4-424,5 8 334,0-13 270,4 4-270,0-16 0,1-4 0,1-3 0,1-5 486,1-4-396,2-5 251,1-5-251,-2-7 0,3-4 0,-2-5 0,1-5 90,0-2-90,-2-5 90,-1-2 0,-3-2-90,-1 1 90,-2 1 0,-2 3 90,-1 4 0,-2 3 270,-1-2-180,-2 10 0,0-2-91,0 27-89,0 2 0,1 20 0,0-1 90,1 4-180,1 0 90,1 0-89,1-1-181,3 9 180,-1-10-90,2 4-540,4-4 450,-3-11 270,5-1 0,-8-18-90,5-33 180,-6 8-180,3-22 180,-4 15-90,-1-2-90,1 0 90,-2-1 90,0-8-90,0 14 90,0-3-90,0 15 90,12 33 0,-6-4-90,10 31 0,-9-10 0,0 2 0,-1-1 0,2 0 0,-1-3 0,0-2 0,-1-3 0,0-4 0,-1-4 180,0-3 900,0 0-811,1-9 181,-1-4-360,0-12 270,-3-6-270,-1-4-90,0-4-90,-1-3 180,2-3-990,-1-18 361,-1 12-181,0-12-179,-1 18-91,1 3-179,1 4-990,2 4-629,0 3 2788,2 6 0,-3 5 0,0 5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39.83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0 324 9961,'10'-25'1170,"-1"3"-990,-2 6-1,1 0 91,3-4-180,2 0 90,1-1-180,1 0 180,-1-1-180,1 2 90,-3 1-90,1 1 0,-3 1 0,0 2 270,-4 1 449,1-1-269,-6 2-270,-5 5 0,-3 6 0,-4 9-90,-1 5 90,0 3 0,0 6 89,-1 1-179,1 3 90,4 2-180,0-1 0,3 0 180,0-1-270,3-1 90,1-1-90,4-1 0,1-3-90,7 5 1,-3-8-1,6 2-90,-4-9 0,1-2-360,1-2 271,6-3-631,2-8 360,0-1-89,-2-7 89,-6 2-89,-1-1-1,0-1 90,-2-2-359,-1 0-180,0 0 1169,-2 0 0,-2 7 0,-1 3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53.01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307 1 6363,'-16'2'2069,"1"1"-1439,-2 3-90,0 3 89,-1 3 1,-1 3-91,-3 3-89,2 3 90,0 4-180,2 4 0,1 3-91,0 3 1,0 3 0,1 4-456,4 3 366,0 3 0,2 2-90,3 3 90,0 0-91,3 0-467,1 0 468,1-1 0,2-1-3205,2-3 3205,2 0 0,2-3 188,1-2-278,2-2 90,1-2 0,2-3 0,1-4-180,1-3 180,-1-3 90,1-4 322,-2-1-232,1-3-90,-1-1 90,0-3 46,-1-2 44,-1-1-90,1-2 270,-2-1-181,3 0 91,-2-3 3032,3 1-6000,-1-5-7313,1-2 9635,-1-3 0,-5 1 0,-4 0 1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53.84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461 1 7713,'-13'3'2608,"0"2"-2158,4 2 0,-1 4-1,1 2-89,-1 3 0,-3 7-90,0 3 90,-2 6-91,-1 3 1,-2 5-90,-1 2 90,-1 5-573,0 0 573,0 2-90,-1 0-90,2-2 90,-1 0 0,3-2-1,0-2-89,1-2-249,2-2 339,0-3-180,2-3 90,0-3 0,1-2-90,1-4 180,2-2-180,2-4 111,-2 1-3979,1-4 2960,-4-7-171,5-9-451,0-13-538,1-4 2068,4-4 0,-1-2 0,4-2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54.11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 13 6993,'-6'-13'5307,"15"27"-4947,-2-4 90,13 26-91,-4-14 1,2 6-90,2 1 0,2 1 0,1 3-1,1 0 1,1 2-4341,-1-2 4251,0 1 0,-1-1 802,0-1-892,-3-2 0,0-1 0,-2-2 0,-1 0-90,-2-3 90,-2-1-90,0-2 3274,-2-1-3454,-1-3-95,-2 0 95,0-3-360,-1-1-989,-1-2-540,1 2-989,0-2 3058,1 1 0,-3-5 0,-2-3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54.32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40 10681,'14'14'1439,"-3"-2"-1259,1-4 0,0-3 0,1-1 180,3 0-360,2-1-90,2-3-270,2-2-3482,4-1 3212,-1-4-269,1-1-1710,11-9 541,-9 4 2068,8-5 0,-13 7 0,-1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54.80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19 8072,'-1'-18'6117,"5"17"-5847,-1 19-90,3 12 89,-1 13-89,-3-7 0,1 4 0,-2 2-404,1 3 404,-1-1-90,0 2 0,-1-2 0,1 0-90,-1-2 90,2-3-90,-2-2 0,2-2-12,0-4-168,1-3-180,-1-3 180,1-4-989,-1-3-1260,1-1-3328,-1-2 5757,-6-11 0,3 1 0,-4-12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54.98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1 130 9242,'13'-14'1619,"0"1"-1169,-1 9-1,2 1-89,2 0-90,4 1 270,1-1-91,15-2-359,-8 1 180,10-3-360,-10 2 90,0-1-360,0 0-269,-2-2-91,0 0 91,-1-1-541,-1 2-3057,8-3 4227,-10 4 0,-3 0 0,-12 5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55.25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0 7443,'14'16'1439,"-1"0"-1079,-8-2 0,0 6-91,0 1 91,-2 5-90,0 0 0,-1 4-90,-2 0 0,-1 3 0,-1 0-1,-1-1-89,-1-2 90,0-1 0,0-4 90,-1-3 180,1-4 0,-1-1 629,1-3-899,-1-9 0,4-13-360,2-10 0,4-8 0,1 1-180,3-2 0,1-2-179,3-1-1,1 1 0,1 2 1,2 2-91,0 2 0,1 2 1,0 3-1,0 2-629,0 2-180,0 3 1439,-1 1 0,-8 5 0,-1 2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55.73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207 1 7803,'-11'14'2428,"-2"1"-1708,0 0-91,-4 3 1,1 0-180,-2 2 0,0 1-91,1-1-89,1 1-90,0 0-90,2-2 90,-2 6 90,7-7-720,-1 3-90,7-3-89,5-2-1,4-2 360,9-8 0,0-9 0,2-6 1,-3-4 89,1-4 0,2-1 0,-4-3 90,1 0 180,-3-1 0,-1 1 90,0 2 90,-3 2 449,0 2 451,-3-2-451,-1 2-629,-6 12 0,2 5 0,-5 15 270,2 4-450,-1 2 270,0 3-450,0 11 90,2-9 0,3 7-90,2-14 90,1-2-89,2-1 89,1-5 0,0-2-180,3-4 270,5-5-90,-2-3 90,5-7 0,-3-4 0,-1-4 0,2-3 0,-1-4-90,7-17 90,-6 9 90,5-13-89,-9 16 89,0 1 0,-3 4 0,0 4 179,-2 4 91,0 1-180,-2 15-90,-1 3 90,-3 16 0,0 3-90,-1 3 90,1 2 0,2 1 0,0 0 0,1-2-90,1-2 90,2-1 0,-1-3-90,1 0 90,0-4-90,1-2 0,-1-3-360,5-1 90,1-11-270,1-1-89,1-11-181,-3-2-1528,6-17 539,-4 5 1799,3-11 0,-6 8 0,0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55.87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10321,'8'20'-1469,"-4"-7"0,0-7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56.23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16 74 6453,'-1'24'2789,"1"-5"-2340,-2 4 91,1-8-90,-1 1-180,0-1 179,-1-1-269,0 5-629,1-4 359,4-13 90,0-6-90,6-17 180,-1 1-90,2-1 0,-1 2 90,1-2 0,1 0-90,-1 1 90,1 1-1,0 2-89,4-3 90,-3 7 90,3 0 0,0 6-90,1 9 0,-1 2 0,-1 8 90,-1 12-90,-3-3 0,2 9 0,-5-6 90,0-1 0,-1 1 0,1-2-91,-1-3 361,0-1-360,-1-3 270,1-3-180,0 1-1170,5-7 91,2-6-270,1-7-181,0-7-359,-2 1-539,0 1 2248,0 1 0,-5 5 0,-1 2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56.42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201 9 10591,'18'-9'6027,"-4"16"-5578,-9 9-89,-4 14-90,-5-1 90,-1 3-270,-3 5-180,-2 0-180,-2 2-180,-3 0-180,0-2-179,-2 0-1,0-3-359,-1-1-90,0-3-1620,-1-1-988,0-3 3867,-2-2 0,1-3 0,-1-1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57.30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58 11131,'11'20'1169,"-1"0"-989,-2-1 0,1 3 90,2 1-180,2 2 89,2-2-268,2 0 178,1-2-3750,1-3 3391,2-2-90,0-3-180,9-1 360,-7-7 90,5-2 0,-12-6 180,-1-3 3392,-3-3-3392,-2-3 90,-2-3 360,-2-3-270,-4-3 0,-1-2 89,-3-2 1,-2-1 0,-2-1 90,-2 2 449,-4-9-359,3 11-90,-2-4 359,4 14-359,0 0-360,1 12-90,3 6 90,7 31-90,1-2-90,4 18-198,-1-7 288,1 4 0,6 31 0,-3-17-1266,4 22 1266,-5-25 0,-2-2 0,0-1 0,-2-2 0,-2-2-2877,-4-3 2877,-2-2 0,-3-4 25,-2-4 65,-3-5 89,-3-3 221,-2-5-130,-2-4 90,-1-2-90,-2-6 0,-1-2 807,-1-5-897,1-4 3264,-1-5-3354,0-5 115,0-4-205,1-5-180,0-5 0,2-5-90,1-6-180,4-5 0,1-4-179,6-3-91,2-2 1,5-1-181,4 1 1,5 2-91,2 2-89,4 4-91,2 4-1258,2 5-720,2 4 3148,0 5 0,0 4 0,0 3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57.77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0 11131,'19'7'2968,"-2"-1"-2428,4-1-181,0 0 1,4 0 0,4 1-180,1-1 90,3 0-180,0-1 90,1 0-180,-1-2-90,0 0-90,-4-1 0,1-1-180,-4 1 90,-1-3 180,-4 2-719,-3-2-91,0 1-1978,-4-3-1889,-7 0 4767,-10-4 0,-2 4 0,-1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58.02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25 10861,'13'-16'4767,"0"7"-4047,-4 11-181,1 9 1,-1 5-90,0 5-90,0 7-91,-1 4 1,-1 4-90,-2 3 0,-1 3-315,-5 2 135,2 0-3408,-4 0 3229,1-2-271,0-1-540,-3 13 1,0-14-270,-2 8-1,1-19-359,0-3-1169,-1-3-900,0-3 3725,-1-3 1,5-9 0,-1-2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58.20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6 120 11400,'-5'-20'4318,"22"4"-4228,1 7-270,17 4-180,-14 2-89,2 0-1,0-2-540,1 0 91,-1-1-360,0-2-91,-1 0-359,-2 0-539,-2 0 2248,0 0 0,-10 4 0,-1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58.46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23 0 9062,'16'7'3778,"0"8"-3239,-8 2-89,0 7-90,-4-4 0,0 3-90,-2 1-1,-1 2-89,-2 0 0,-2 1 0,0 0 0,-2 0-90,-1-2 0,0-1-90,-1-3 90,0-1 0,0-4 0,1-3 0,0 1-90,-2-6 90,0-4-90,3-11 0,1-6 0,5-7 0,4-9 0,0 4-90,6-10-90,-1 8-450,9-11 450,-3 9-449,6-8-91,-5 15 0,1 1-89,2 4-181,1 3-179,1 3-720,2 2 1889,13 3 0,-21 3 0,7 1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59.00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295 55 8432,'-16'-18'3958,"-1"3"-2699,5 6-269,-2 2-91,-2 3-179,-2 2-1,-1 6-179,-2 5-180,1 5 0,-1 4-1,1 4-179,0 5 0,2 3 0,1 3-90,2 1-90,3 1-90,3-1-90,3-3-90,3 0-89,3-4-91,2-1-90,1-4 0,3-2 91,0-4-1,4-4-90,1-4 360,4-6-269,1-5-181,9-13 450,-5-1-180,8-11 180,-8 3-179,7-19 89,-7 9 0,4-14 180,-8 13 0,-2 2 270,-2 2 1529,-3 5-360,0-9-1259,-10 44 90,1-11-90,-10 45-90,4-10 90,0 2-90,3 0 90,1 0 0,3 11-90,2-12-3392,1 7 3392,1-18-90,-1-3-90,1-4-270,0-2 90,3-3-89,2-10-91,2-5 0,2-10-179,-3-4 3301,1-3-3301,1-4 269,-1 0-270,0-2 181,0-1 269,-2 1 0,1-1 180,-2 3 180,0 2 0,0 3 0,-1 3 180,0 5 449,0 2 361,3 3-451,1 8-89,0 2 359,2 14-89,-2 8-540,-2 2 0,0 3-1,-6-7-89,0 0 0,-2-1 0,0-1 0,-1-1 90,-1-2 0,0 1-1350,-1-2 631,3-15 89,0-4-540,4-18 181,0 1-631,1-2-988,1-2-810,-1-3 3148,0-2 0,0-3 0,-2-2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59.13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24 23 11850,'-16'-16'4498,"9"9"-5488,17 22-359,0-1-1979,6 13-1439,-10-13 4767,-2 3 0,-2-8 0,-1-1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59.47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33 0 9512,'-3'20'2788,"-1"-1"-2158,0-4-181,0 0 1,0 0-270,0 1-90,0-2-720,1 4-269,1-1 89,2 1 271,6-8 359,3-10 90,2-5 0,0-8 90,-1 3 0,2-2-3302,0-2 3662,1 0 179,15-16-179,-9 12-180,11-9 0,-14 17 360,-2 3-271,7 4 1,-6 4 3302,4 6-3392,-5 4 90,-3 5-90,1 1 0,-1 3 0,0 1-91,-1 0 91,0 0-90,0-2 0,-2-1-90,-1-1 0,0-3-180,-1-2 180,-1 0 0,-2-7 0,0 1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7:59.76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102 341 7533,'-16'-53'3418,"1"2"-2339,5 5-89,1 6-1,5 4-5840,0 7 5751,3 4 1318,1 5-1408,2 3 859,1 4 40,3 4-990,12 7 1,0 6-180,12 10-1,-2 9-89,4 8 3392,1 10-3482,2 7-882,-2 9 792,0 6 0,-4 6 0,-3 3-180,-4 4 180,-6 0-1280,-4 1 1370,-6 0-540,-5 1-90,-6-1-90,-6-1-180,-5 1-584,-2-24 0,-2 0-405,-15 27 584,10-30 1,-1-2-1395,-15 13-1889,-4-7-1888,1-5 6116,-3-6 0,1-7 0,0-5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07.46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228 114 11311,'8'-14'3508,"0"1"-3239,-12 1-89,1 0-4341,-8 0 4251,1 2-90,-2 0 949,2 3-859,-4-1-90,2 3 0,-3-1 90,3 3-180,-4 1 3482,-2 3-3392,2 1 0,1 3-90,5 1 90,-1 3-90,1 2 0,1 3 0,-1 2 90,3 3-90,0 2 0,2 2 0,2 1 0,1 2 90,1-1-89,4 13-1,0-11 0,3 9 0,0-14 0,2 0-90,0-3 90,1-1 0,1-1 0,0-3 0,1-3 0,0-2-90,1-3 90,5-3 90,-4-3-90,5-4 90,-5-5 0,0-3-90,-1-3-90,1-4 270,-2-4-359,0-2-1,-1-3-90,-2-1 0,1-2-90,-3 0 1,2 2-1,-3 2 180,0 2-360,-1 2 91,-1 3-451,0 2 1,0 1 989,0 4 0,-1 3 0,0 5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08.05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1 281 6813,'3'18'2878,"-2"2"-1438,-2-5-1620,4-2-90,2-7 90,8-8-90,1-4 90,2-7-180,-1-1 91,1-2-1,0-3 0,2-2 0,1-2 0,-1 0 90,-1-1 0,-1 0 90,-1 0 1,-3 3 178,-2 1 91,-3 2 540,-2 2 179,-4-3 271,-4 2-271,-7 0-89,-4 6-270,-5 6-361,-3 7 1,5 2 0,2 6-90,8 0 0,0 3-90,3 3 90,1 2-90,2 3 0,2 0 180,1 3-270,3-1 180,1 3-270,1-3 0,1 1 0,2-3-90,-1-1 1,1-1 89,1-3 0,-1-1-90,0-2 90,0-1-180,-1-3 90,2 0 270,1-3 90,-2-10 0,-3-8-90,-5-7 180,-3-5-90,0 4 0,0-2 90,-1 0 0,-1 0-90,1-1 360,-2 1-360,3 1 179,-2 2 1,5 1-90,-1-4-90,3 5-90,1-1 0,5 11 0,1 6 90,2 10-90,0 5 90,1 6-90,1 5 0,0 6 90,1 7-387,-1 3 387,0 5-180,-1 2 180,4 27 0,-7-17-2226,1 19 2226,-7-23 90,-3 1-448,-3 0 448,-3 0 90,-4-1 180,-2-1-91,-3-3 91,-2-3-90,-2-3 90,-1-5-180,-1-4 89,-1-5-179,0-5 90,0-5-53,0-5-217,2-4 1979,0-5-2339,0-6 505,1-6-685,-2-8-89,2-7-181,0-9 1,3-9-181,1-6-3391,2-9 3481,4-4-539,2-5-1069,3-1-11,4 0 2519,2 3 0,3 4 0,1 4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08.41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0 459 6723,'17'1'2429,"1"-3"-2069,-1 0-181,-1-5 91,-3 0-90,-1-5 0,0-1-90,1-3 0,1-3-180,0-4 270,0-4-270,0-3 0,5-17 270,-5 10-360,4-11 450,-10 16-180,0 2 0,-4 3 180,-1 4 89,-2 4 91,-3 3 360,-2 4-1,-5 2-449,0 13 0,-4 4-90,2 14 89,0 6-89,2 7-90,1 6 0,2 4 0,3 3 90,4 21-803,3-16 533,4 13 90,3-21-319,4-4 318,2-2 1,3-4 0,3-4 0,1-5-180,0-5 180,2-5-90,-1-4 512,0-5-602,-2-3 251,-1-6-341,-1-4-90,-3-4 0,-1-3 0,-2-1-90,-2-3-89,-3 0 179,-2-2-540,-2 1 1,-3 0-91,-2 2-449,-2 2-540,-2 1 1889,-3 4 0,3 3 0,-1 3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08.94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68 1 6903,'-10'29'2699,"0"2"-1890,0 2 1,1 0 449,-2 11-719,5-13-181,-1 5 1,4-15-180,2-1 0,1-2-270,2-2-180,3 1 90,0-5-1169,3 0-990,4-4 630,2-8-539,0-2 2248,-2-7 0,-8 4 0,0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09.11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 42 6813,'-3'-17'3418,"2"2"-4857,7 8-1439,5 4 2878,5 7 0,-7-2 0,-2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09.41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56 65 4551,'-1'-17'3238,"0"2"-716,-3 0-993,-1 2-937,-6 8-323,3 8 166,-3 12-165,6 5 423,1 7-513,1 6 0,1 9 0,2 3 0,2 4-1,1 2-3481,4 3 3482,1-1 0,3 2-313,0 0 133,2 1 180,0-2 0,1-1 180,1-2-270,0-2 0,0-1 0,0-1-1,-1-1 1,-1-1 0,-2-3 0,0-2-90,-2-2 90,-1-4-90,-1-3-8,-2-2-172,-1-4-90,-3-2-719,1-4 2828,-2 0-3728,-1-6 1051,-4-4-1320,0-10-797,-3-10 2955,1-5 0,0-5 0,-1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09.55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1 371 8252,'3'-16'2159,"3"0"-1349,3 5-451,4-1 181,5-1-360,2-1 0,6-2 0,1 0-90,4-2 0,5-3-498,3-2-42,4-2-270,2-2-2296,0 0 1127,-1 0-630,-1 1 2386,-4 3 1,-2 2-1,-3 2 1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10.23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79 13649,'20'0'360,"1"-1"-5930,1-3 5570,3-1-90,2-1 1499,3 0-2579,29-7 1112,-22 5-391,20-4-454,-31 7-86,-3 0 3382,-2 2-5361,-4 0 2968,-1-1 0,-8 3 0,-1-1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10.40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44 119 6903,'-14'-3'3418,"-2"-1"-2249,4-1-1079,10-2 270,5 1-270,13-1 0,0 1-90,3 0-661,3-2 482,1 1-91,3-2-180,-1 2 90,2-1-719,-1 1-2789,11-3 3868,-10 2 0,-3 1 0,-14 4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11.42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65 99 7173,'7'-15'5847,"-13"29"-5668,1-5 91,-11 25-90,6-13 0,1-1 0,0-1-90,2-1 0,2 2 0,1-1-90,5 2 0,5-6 0,3-6 0,5-4 0,0-5 90,4-2-90,2-1 0,2-2 0,2-3 0,2 1 0,1-4 0,2 4 0,0-1 0,1 1 0,0-1 0,-1 3 0,1-1 0,-2 5 0,-2 1 0,-1 0 0,-2 2 0,-2 0 0,-3 1 0,-3 1 360,0-2 989,-1 2-720,-11-5-539,-12-5 0,-9-6 0,-2-4-90,7-1 90,5 2 0,0-1 90,-1-9 90,1-3 450,-1-7-181,2 5 181,3 6-450,1 6-270,5 15 90,1 6 0,4 13 0,7 17-90,0-3 0,2 14 89,-2-8-89,-1 2 0,7 20 0,-4-14 90,11 29-90,-12-32 0,4 11 0,-9-19 90,-1-4-180,-1-1 180,-2-6-90,0-3-90,-2-2 180,0 0-9921,-1-1 8668,-3-9 1,0-1-1,-3-10 1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11.73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53 6723,'4'-16'5937,"1"-3"-4228,-2 5-1259,-2 11-181,0 6 451,-4 14-450,0 14-90,1-4 90,0 11-180,2-10 89,2 0-89,3 1 0,2-1-90,1 0 90,15 19-90,-6-18 0,11 14 0,-10-22 90,1-1-90,0-1 0,1-1 0,-1 0 0,1-1 0,-1 0 0,0-1 90,-2 1-90,-2-2 90,-3 1 0,-1-2 90,-1 0 360,-1 7-181,-3-6-179,-3 5 0,-3-6 0,-3 0 0,-1 1-180,-3-2-90,-2 1-540,-7 2 1,3-4-181,-5 0-1349,4-6 1080,-2-4-450,3-4-1259,-1-6 1940,2-16 0,4 2 0,-1-12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11.95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1 167 13379,'7'-14'2339,"6"2"-2069,4 9 180,3-1-270,0-2-1,4-2-89,1-2 0,4-1 0,1 0 0,0-1-90,0 0-90,0 0-90,-1 1-89,-3 0-181,-1 3-90,-2 0 90,-2 2-269,-3 2-990,-2 0-1979,1 4 540,-4 4 3148,-1 2 0,-6 1 0,-4-3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12.49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25 9 10051,'-18'9'5667,"11"1"-5307,11-5 0,11 1-4342,3-4 4252,3-1 769,4 0-859,4-1 0,5-1-90,2 0 0,4 0 0,0-1 0,1 1-90,-1-1-616,0 1 616,-2 0 0,-3 1 3133,-3 0-3133,-3 1 0,-3-1-90,-3 2 0,-3-2-180,-3 2-24,0-1-3754,-3 0 720,-5-8 360,-9-2 2968,-7-4 0,0 6 0,2 3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12.76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34 21 8522,'-16'-6'5667,"0"-1"-5037,14 3 89,4 1-179,15 3 0,4 1-91,5 0 1,5 1-180,5-1 0,3 2-3482,4-2 3391,2 2 1,0-1-90,1 0 0,-2 1-148,1 0 58,-3 1 180,12 1-180,-4 0 89,-3-1-89,-13 0 3409,-17-3-3139,-2 1-180,-2 0-990,-12-1 403,-5 1-403,-10 0-179,-2-2 89,2 0-1978,0 0-3148,-5-3 6116,3-3 0,4 2 0,5-1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13.03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 61 7443,'-2'-17'6206,"0"1"-5576,3 1-90,6 5-271,10 8 1,0 3-90,6 3 0,-3 3 0,2 2 0,2 2 0,1 4 0,1 2 0,0 3-1,2 2 1,-2 3 0,0 0 0,-1 2 0,-2 2 90,-2 0 90,-2 2-1,-4 1 1,-2 0 180,-4 1-3482,-2 0 3391,-4 1 1,-4 2-575,-4 0 485,-4 0-62,-4 2-28,-3-2-90,-3 0 0,-2-3 0,-2-1-180,0-1 90,-1-2-540,0-4-180,1-2-179,2-3-271,2-3-179,1-3-270,2-3 2986,2-2-6584,1-4 5339,-4 0 1,10-3 0,-2-1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13.96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119 1 7892,'-21'16'1889,"2"1"-1169,5 1-90,0 2-91,2 3-89,-1 0-90,3 1-90,2 1 0,4 1-91,0 0 1,5 0-90,2-1 90,5 2-90,2 0-90,3-1 90,2-1 0,13 11-90,-5-11 90,8 9-90,-10-14 0,2 2 0,-3-3 0,1 0 90,-3-1 90,-1-1 0,-4-1 90,-2 0-1,-3-2 1,-5-1 0,-1 2 0,-5 0 0,-2 1-180,-5-1 0,-2 1 90,-4-2 0,-1-1-270,-2 0 90,-2-2-360,0-1-90,0-4 0,0-3-89,3-3-901,-5-5 631,9-2 179,-2-7-359,12-2 269,3-5-269,6-3-450,5-3-360,5-2 1799,4-1 0,5 1 0,2 1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14.48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152 447 8072,'4'-20'4948,"-5"4"-4499,-11 12-89,-2 6 0,-4 9-90,4 3-90,-2 3 0,1 3-1,0 2-179,1 1 90,2 0-3392,2 0 3302,2 0-90,3-2-90,3 0 1,2-2-1,3-2 180,2-2-270,2-2 0,2-2 3032,1-4-3121,8-3 89,-2-5 0,4-6 0,-5-3 90,0-4 0,-1-2 90,-1-4 0,-2 0 0,-2-3 90,-1 3 180,-2 0 270,-2 3 180,-1-3 449,-1 5-989,-1 18 0,1 5 0,-1 21-90,2-2 90,1 2-90,1 1 0,2 1 0,1-1 0,3 0 0,0-2 0,1-3 0,0-3 0,3-2 0,-4-4-90,2-3 0,-3-3 0,3-4-90,-3-5 0,3-7 180,-4-6-360,1-6 181,0-6-271,0-5 180,0-4-270,-1-5 1,0-2 89,-1-3 0,-2-3 180,0-2 0,-2-1 90,-1-2 1,-1-25 269,-1 18-416,-1-16 506,-1 26 0,1 6 90,-1 6 0,0 6 179,0 8-89,1-2 810,1 9-901,4 9 596,1 8-685,4 17 0,-2 1-90,1 8 90,1 6-90,0 5 0,0 4-3392,0 5 3302,0 2 90,0 2-90,1 0 0,-3 0-260,1-1 81,-2-2 89,1-3-450,-2-3-72,-1-4-377,0-3-91,-1-4 2150,0-3-3859,-1-4 2789,1-3 0,-2-10 0,0-3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15.39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44 73 8342,'-8'11'5667,"3"-2"-5487,-7 27 0,6-10-90,1 2 0,1 0-90,2-1-180,1 1 90,1-1 90,2-3-270,2-1-90,0-4 0,2-1 1,0-4-1,0-2-180,2-3 180,0-1 90,2-7 181,0-9-1,-3-3 0,-1-7-3302,-3 2 3392,0-2 0,-1 1 90,2-9 0,-1 9-90,2-8 269,0 14-89,5-1-90,2 12 3392,0 3-3482,1 7 90,-2 0-90,-1 3 90,1 1-90,-1 1 0,0 0 90,-1-1-90,0-1 90,-2-1 809,1 0-89,-3-1-720,2-11-90,-7-2 90,2-20-90,-4 6 0,3-9 0,2 7 0,2-1 0,1 2-90,1 0 90,1 3 0,5-3-90,1 9 90,6 1-90,-5 10 90,0 6 0,-6 3 0,5 10 0,-5-3 0,3 7 0,-4-9 0,0-1 0,-2-1-90,1-2 90,0 0 90,1-5-90,2-6 90,-2-7-90,2-10 0,-1-1 0,1-4 0,0-1 0,0 0 0,0-1 0,1 0 0,0-1 0,-1 2 0,1 2 0,-2 2-90,-1 4 180,1-1 0,3 7-90,0 6 0,1 6 0,-3 7 90,-3 0-90,0 2 0,0 1 0,0 1 0,1-2 0,-1 1 0,3 4-90,-2-6 90,5 4 0,-3-9 90,3-3-90,2-13 0,-2-8 0,2-5 0,-5-1 0,0 4 0,-1-1 90,0 0 0,-2-1 0,0 0 0,-1 0 449,1-7 1,-2 9-180,2-8-270,-3 12 0,3 2-90,1 8 0,2 5 0,1 7 90,-1 2 0,0 5 0,1 4 0,-1 7-90,1 4 179,0 6-89,-1 5-1665,-1 4 1755,0 6 0,-2 4-691,-3 4 781,-3 3-90,-1 2 269,-6 2-359,-1 0 180,-6-1 0,-2-2 0,-3-2 0,-3-1 0,-2-5-1,-2-3 91,-2-6 0,0-5 211,1-6-301,1-5 90,3-6-91,1-6-89,2-6 0,1-4 0,0-6-180,1-6 90,2-7 1429,1-6-1609,2-7 615,2-6-705,3-7-180,5-6 1,3-6-955,4-6 414,4-4-1061,3-3 972,3-1-630,2-1-2750,0 3 2391,1 2-991,-1 7-1182,-3 4 4151,0 7 0,-4 6 0,-2 4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16.38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51 78 6094,'-17'0'7555,"1"3"-4586,0-3-2790,15 6 91,2-4-90,13 2 0,0 1 0,3-1-180,5-1 0,3-1 0,4-1-180,2-2 90,3-1-180,2-2 0,2-1-539,17-6 359,-13 2 270,11-4-359,-20 4 89,-4 0-90,-3 2 0,-6 0-539,-3 2-2699,-1-1 3778,-12 0 0,-9-1 0,-12 1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16.57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27 17 7892,'-13'-7'5847,"-1"0"-4588,14 5-989,20 8 0,4 1-90,15 6 0,-13-4 0,2 0-180,3 0-90,1 0-90,0-1-270,-1-1 0,0-1 1,-2-2-631,-3-1 1,-1-1-1619,-4-1 2698,-4-1 0,-8 1 0,-3-1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17.45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131 28 7803,'4'-14'7016,"-6"4"-6567,-7 7-89,-4 6 90,-3 6-180,2 1 89,1 4-179,0 0 0,1 2 0,2 0-90,1 2 0,4 1 0,3 0-90,3 2 90,3-1-90,2 1 0,4-1 0,2 2 90,4-1-90,1 0 0,2-1 0,2 0 0,0-1 90,1 0-90,0 0 0,-2-2 0,-1 1 90,-2-1-90,-3-1 180,-1-1 0,-3 0 89,-3-2 1,-2 1 180,-2-1-270,-7 9 0,-3-5 0,-6 6-90,-3-6 0,-1-3-90,-3 0-180,-1-2-90,-1-2-3662,1-2 3123,0-2-1080,-8-3 629,7-4 1,-4-4 180,10-5-450,1-2-720,3-4 1682,3-16 0,6 4 0,2-12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17.61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0 186 7533,'6'-14'3058,"-1"0"-2338,1 0-91,1 1 91,1 2-270,-1 0-1,1 2 1,0-1-180,1 0 0,2 0-90,2 0-1,1-1-179,1 2 90,1-1-3841,0 2 3211,0 1-1546,1 1 1277,0 1-271,1 2-89,-2 2-720,1 2-629,-1 2 3196,-1 1 1,-6-1 0,-3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17.90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32 48 8522,'-16'-11'6386,"2"0"-5846,13 2-270,8 1-90,6 2-90,5 3 0,-2 3 0,2 3 0,1 3 0,0 4-90,0 3 90,0 5-90,-1 4 269,-2 5-179,-3 6 0,-4 4 0,-3 6 90,-3 2 0,-3 4 0,-3 0 90,-1 2-778,-3-2 688,-1 0 0,-1-3 0,1-2 0,0-3-90,1-3 0,2-2-90,-1-3-180,3-3-180,1-5-179,1-2-991,1-5-628,3 0 898,3-6-89,3-5-392,3-8-1407,0-7 3148,0-2 0,-5 3 0,-2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18.10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0 176 12120,'9'-18'1079,"-2"4"-899,11 6 0,-1 2-180,2-3-90,2 0 0,1 0-179,1-1-181,0 1 90,0-1-180,1 0-89,-1 0 179,0 1-450,0 0 271,-3 0-810,0 1-360,-2 1 1799,-1 1 0,-8 3 0,-2 1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18.44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13 65 14459,'0'22'809,"0"1"-449,-4-3-360,0 3 0,1 0-90,1 2 0,3 0-180,1 1 90,3-1-89,1-2-1,1-1 180,2-2-270,1-1 0,1-4 0,0-2 91,1-4-271,8-1 270,-5-6 90,6-3 90,-7-5 90,0-3 0,-1-2 360,-1-4-270,-1-2 90,-1-1 90,-1-3 0,-3-2 179,-1-2-89,-4-1 180,0-1-91,-3 0 91,-1-1 180,-2 2-1,-1 2 1,-2 3 0,0 0-1,0 5-89,0 0 449,0 5-359,-1 0-630,0 3-360,-1 10-180,3 3-90,0 11-359,3 0-1,0-1-179,2 1-270,2 0 0,1-1-91,0 0 91,1 0-1259,1-2 2608,1-2 0,-1-5 0,-1-2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18.77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135 46 8882,'-8'-22'5757,"-1"4"-5218,-1 13 1,-1 5-180,0 6-90,0 4-3392,1 4 3301,-2 5 1,0 3 0,2 4-90,0 2 0,2 3-180,1 1-180,3 15 90,3-12 3303,2 8-3483,3-16 0,1-3-90,2-2 180,1-4 180,1-2-269,1-4 269,1-4-270,9-6 0,-3-5 360,6-8-180,-5-3 0,-1-2 90,1-3 90,-1-1 90,0-3 270,3-13-180,-5 8 90,2-11 0,-8 11 89,-2 0 1,-2 1 180,-2 3 0,-2 1 539,-4-3-269,1 8-361,-5-6-1348,2 13-450,-4 5 449,1 11 91,0 6-541,2 5-2517,2-3 3867,2 6 0,0-10 0,2 3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19.09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193 73 7353,'-2'-20'3688,"-2"2"-2519,0 7 810,-2 1-540,-4 1-899,-3 5-90,-1 3-91,-2 9-89,3 6-90,-3 7 0,0 4 180,0 6-360,0 3 90,3 2-90,1 3 0,3 1 0,2-1-90,3-1-90,3-1 0,1-2-540,8 8 361,-1-14-91,7 4 0,-2-17 90,4-6 180,0-5-89,4-7 89,1-4 0,2-8 90,-1-1 90,2-6 0,-2-2 90,0-3 90,-2-2 179,-3-2-89,-2 0 0,-4-2 0,-2 0 0,-4 1 0,-2 2-90,-5 1-90,-2 3-90,-3 3-270,-2 2-270,-2 4-1439,-10 0-2338,3 9 719,-22 6 3598,13 7 0,-13 8 0,10-2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21.29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 0 7623,'-2'21'2608,"0"2"-1978,4-1-180,1 3-1,0 1-179,0 2 90,2 1-180,-1-1 0,3 1-90,-1-1-90,2-2-90,0-1-90,1-4-270,0-1-90,1-4-89,0-1-91,0-3-1619,0-4 361,4-4 1978,-4-6 0,-1 0 0,-6-1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21.47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8 95 8522,'-6'-14'5757,"5"0"-6027,6 5-90,5 0-359,5 4-1530,8-2 180,-3 1-629,8-3 2698,-5 3 0,0-3 0,0 2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21.81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196 36 8972,'-18'-6'4317,"1"-1"-3687,1 1 0,2 0-181,-1 2 1,0-1 180,-2 4 89,-2 1-179,1 2-180,2 3-270,2 4 0,5 3 0,3 6 0,5 3-90,1 6 0,3 6 90,3 6-90,2 3-463,3 4 463,2 3-90,2 1 90,1 1 0,4 0 0,0 0-3239,5 1 3239,-1-1 0,0-1-333,-1-2 333,0-1 0,-1-3 0,-1-1 0,-3-4 0,4 13 0,-7-15 0,2 7-90,-9-19-180,-1-3 294,-2-3-1104,-2-4 2680,-2 4-3578,-3-4 161,-7 1-162,-5-9-539,-1-6 2518,-2-7 0,10 2 0,2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21.94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1 247 7533,'9'-11'1799,"1"1"-1350,3 4-89,3-2 0,4 1-180,2-3-90,4-2-270,2-2-270,2-3-359,2-3-720,1-3-360,0-2 1823,2-2 0,1-1 1,1 0-1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22.33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224 1 7533,'-21'7'3058,"0"0"-2159,0 1-89,0-1-90,0 3-181,-1 0-89,3 3-180,-1 0 0,3 0-90,2-2-1,3-1-358,2 4-1,7 0-90,3 0 90,7 0-180,3-7 180,3-1-180,3-4 181,2-2-181,2-3 0,0-3 0,2-2-3392,-1-2 3393,-1-1 89,-1-2 0,-2 0 180,-2 0 0,-2 0 450,-3 1 899,-1-2 3752,-5-2-3752,-5 4-989,-5 7 0,1 9-90,0 10-90,5 4 90,3 5-90,2 3 0,3 3-90,2-1 90,2 1-3482,3 0 3392,2-2 270,1-2-450,1-2 180,2-4-360,-1-3 0,1-3 0,0-4 0,-1-3-449,7-8 359,-7-2-89,5-5 3211,-12-5-3392,-1 1 1,-3-5-91,-3 1-89,-2 0-630,-2-1-270,0 1 1799,-3 2 0,1 6 0,-2 4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22.80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121 67 6903,'-10'-20'3058,"1"3"-1978,-2 4-181,1 3 540,-1 4-719,-4 6-360,4 4 89,-4 8-179,7 4-180,1 6 90,2 4 180,2 4-270,1 1-90,3 2 90,2-1-90,2-1-3482,3 0 3662,0-3-360,3-1-90,1-4-90,1-2-89,0-2 89,1-3-90,1-4 0,-1-1 2943,0-5-2943,5-4 90,-5-4 0,3-5 181,-8-3-91,-1-3 270,-2-1 0,-3-3 90,-2 0 90,-1-2 89,-2-1 1,-2 0 90,0-1 90,-2 1 0,1 2-1,-1 2 541,2 2-361,0 1-89,2-1-360,3 3-180,9 4 0,3 7 0,6 7 0,0 3 0,3 5 0,1 4 0,1 6-90,-2 3 90,1 7-255,-1 6 615,1 3-360,-3 4 0,-2 1-371,-3 1 821,-3 1-360,-3 2 0,-5-1 180,-3-1-90,-5-2 90,-3-2 89,-3-3-2854,-11 12 2765,2-16-90,-8 6 219,5-21-399,-1-5-90,-1-5-90,-1-6-179,-1-5 228,-1-7-319,-1-6 90,1-7-449,0-7-181,2-6 1,1-7-181,1-5 2709,3-5-4147,1-3-900,4-4 3508,2-3 0,3 1 0,2-1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23.13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1 295 6723,'15'4'4947,"1"-6"-4587,-4-3 0,0-7-270,-2-4 90,3-2-270,3-5-90,1-2-180,1-1-90,0-2 1,0 1-91,0 1 180,-2 2 0,-1 3 180,-2 2 360,-3 5 1260,-1 1-901,-12 15 181,0 5 89,-10 15 1,1 5-3213,-1 5 3393,-2 5 89,2 3-439,1 3 169,1 0-179,2 1-90,4-2-181,3 0 1,5-3-90,5-3-90,3-6-180,6 0-90,2-6-180,5-3-180,2-6-89,3-5-1,1-6-180,1-7 3399,0-5-3039,0-6-16,-2-5-343,-2-4 89,-2-4 90,-4-1 1,-3 0-91,-4 0 0,-3 2-359,-5 0-270,-3 1-900,-5 3-809,-3 1 2968,-3 2 0,3 9 0,-1 2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23.95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0 220 8972,'6'-4'5307,"-2"0"-5217,22-3 270,-8 1-360,3-1 90,2 1-180,-2-1 0,3 1-180,-3-1 0,2 1-90,-1 1 0,-2-1-89,-2 1-91,-1 1-539,-3 0-720,2-1 1349,-11-2 270,-7 2 0,-10-1 90,-7 5 90,2 1 0,-1-1 90,-3 1 0,0 0 0,-1 0 90,0 1 0,1 0 180,-1-1-91,2 0 181,1 0 360,2 1-181,-2 0 361,3 0-900,12-4 0,12-1 0,10-3-90,23-9-180,-18 7-180,14-7-90,-17 6-269,-1 1-181,-1-1-1079,-2 2 1979,3-4 0,-10 7 0,2-2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24.62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 1 11311,'-3'3'4677,"2"0"-4677,0 28 90,2-8-90,0 0 0,3 0 270,0-1-360,2-2 270,1-1-270,1-2 270,2-2-270,2-2 180,2-2-180,0-2 270,3-2-360,1-2 90,1-1 0,2-3 0,0 0 90,1-1-90,0 0 0,0 0 90,0 0 0,3 0 0,-2 2 0,1 2 0,-3 2-792,-1 1 882,-2 3 90,-2 2-1,-1 4 1,-2 2 90,-2 4 90,-3 1 360,-3 18-361,-3-9 1,-6 13-90,-2-13 702,-4-1-792,-2-1 0,-1-2-180,-2-1-180,0-4-90,-1-1-270,1-4-89,-1-2-271,0-4-179,1-6-180,0-3-1,0-8-89,-1-6-1259,1-7 2608,-7-21 0,5 5 0,-4-14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24.80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1 346 8612,'7'-21'3148,"0"5"-2608,3 3 180,1 2-451,2-3 1,4-1-90,2-3 0,3-2-90,1-1-90,3-2-270,0 0-270,1-1-179,-1 1-181,-1 1-269,1 1-720,-3 3-719,2 1 2608,-5 4 0,-8 5 0,-4 3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25.30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87 214 10141,'-19'-2'4498,"7"-7"-4229,6-3-89,8-8-90,5 1-180,4-3 90,3-2-180,3 0 1,3 2-181,8-2 90,-5 8 90,5 1 0,-8 10 0,-2 7 90,-1 3 270,-1 6-270,-2 6 90,-1 4 0,-3 3 90,-2 3 90,-2 2-90,-3 3 90,-1 0 90,-3 0 0,-2-1-1,0-2 271,-2-3-360,1-3 180,-1-4 0,1-4-900,0 2-270,2-4 541,7-5-1,0-5 0,7-8 0,-2-1-90,2-1 90,1 1 91,1-1-1,0 4 0,0 2 90,0 3 0,-1 3 90,0 4 0,0 4 90,-2 4 90,-2 3 90,0 4-1,-3 2 181,-1 4 0,-3 1 0,-2 2 89,-2 1 181,-4 1-1,-2 0 1,-2 0 90,-3-2-91,-3 0-89,-1-1-90,-1-2-91,-2-3-89,-1-2-90,-1-3-90,-1-2-270,-11 1-360,8-7-90,-9 0-359,10-9-91,0-4-359,0-4-270,1-3-90,0-4-1529,0-4-1349,2 0 4587,2-3 0,4 0 0,3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26.19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55 458 7623,'-16'1'5756,"-3"-1"-3327,3 2-2159,13-7 0,5 2 0,17-4-91,0 0-89,6-2 90,4-2-180,3-1 90,4 0 0,2-1 0,2 1-3572,-1 2 3392,0-1-90,0 3-197,-2 1 17,-2 4 0,-2 1 91,-3 2-271,-2 1 0,-3 1-89,-2 0-1,-2 2 2844,-5-1-4553,2 3 1916,-16 0 333,-7-4 0,-11-1 90,-4-6 90,3-1 0,-2-3 90,0-1 89,-2-4-89,0 0 180,0-2-90,-2-2 0,1 0 180,0-3-91,1 1 91,0-1-90,5 2 0,1 1-180,3 3 359,1-4-449,7-1-90,1 1 90,10 1-90,3 7 90,5 1-90,3 1 270,3 1-270,2 2 180,2 1-270,5 1 90,-1 2-90,2 2 90,-3 2-90,9 4 180,-11 0 0,5 1 540,-15-2 539,0 1 90,-5 0-629,-6 5-1,-7-1 1,-7 3-90,-2-2-1,-2 0-89,-2 1-90,0-2-90,-1 1 180,-3-1-4318,4-2 2788,13-4-269,6-6-1439,30-11-91,-8-1-988,12-3 3867,-9 3 0,-1 3 0,0-1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26.45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75 129 7353,'-18'-16'2788,"1"2"-1888,3 0-181,3 2 361,3 0-361,1-2-449,8 0 0,1 1-90,8 3 0,2 4-90,4 3 0,3 2 0,3 4 0,3 3 89,1 5 91,18 14 0,-11 0-452,12 13 451,-14-4 1,0 4 0,-2 3 90,-1 2-90,-2 3-3272,-5 0 3362,-1 3-1,-4-2-327,-4 0 237,-3-1-89,-4-1 90,-4 0 0,-7 16-360,-3-15-90,-6 11-98,-1-22-261,-4-2-1,1-4 2565,-5-4-3374,0-5-1979,-18 0-2609,-2-12 5937,-2-1 0,5-13 0,13-2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27.30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126 106 6363,'-1'-26'2429,"0"2"-720,0 5-180,-1 0-360,-2 8-809,-4 4 0,0 11 0,-4 10 0,3 6-1,-3 5 1,-1 3 90,0 4-90,1 1-987,2 1 807,1 1 0,2-2-71,4 14-19,3-13-90,2 10 90,6-18-90,1 0 0,3-2 90,13 6-90,-5-8 0,11 5 0,-10-10 881,1-2-881,0-1 176,-3-1-86,-2-1-90,-3-1 90,-2 0 0,-4 0-90,-2 3 90,-4 1-90,-3 2-3302,-5 3 3302,-3 1-90,-4 1-90,-3-1-719,-10 8 449,4-8-540,-6 4-89,9-12-1620,-9 0 361,9-7-810,-5-2 3996,11-7 0,6 0 0,2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27.94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41 506 10141,'-10'10'2429,"1"3"-1889,4 5-91,1 5-179,-1 3 0,2 3 0,0 1 90,3 0-450,-2-1 0,4 0-180,1-3-180,4-1 0,0-2 1,3-4-91,0-2 0,1-4-449,1-4 539,6-6 90,-5-4 90,4-7 91,-7-4-1,-1-4 90,-1-2 90,-2-3 90,-2-2 0,-2-1 179,-1 0 1,-2 0 180,-1 1 0,0 1-1,-1 4 451,0 3 539,1-1-1349,4 17 0,0 2-90,6 18 0,-1-1 0,2 4 0,0-3-3392,3 2 3392,-1-3-90,1-2 90,0-2 0,-1-2 0,-1-3 0,0 1 180,-1-4 3302,-1-7-3392,-3-6 0,-2-9 0,-1-3-90,-1-3 270,-1-4-3662,1-1 3392,-1-3 0,2 0-90,-1-1 90,1-1 0,-1 1-90,2 1 90,1 0-180,1 2 90,1 3-90,0 3 0,2 3 3392,-1 3-3392,1 2 0,3 1 1,0 3-91,4 1-90,1 3 360,-4 1-180,1-5 90,-6-2 270,-3-6-270,0-1 270,-1-4-270,1-2 90,-1-3 0,-1-3 0,1-2 90,0-2 0,1 1 90,-1 0 269,1 3-359,-1 4 450,2 5 629,-2 0-989,6 17 90,-5 5-90,6 21 0,-3 8-90,0 7 180,0 5-90,7 55-180,-5-33-532,-2-11 1,1-1 351,-1 8 90,1-1-179,-1-2-91,1-2-450,3 14 181,-3-20-181,7 10 1,-7-27-91,2-5 1,-3-6 89,1-6-1349,0-5 450,6-9 1709,-4-6 0,0-1 0,-6-1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28.76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27 413 6453,'0'-46'2429,"0"4"-1620,-1 4 91,-1 6 89,0 5 1,0 5 719,0 3 450,-2 1-1890,-1 14-89,1 5 0,0 14-90,3 6-180,2 2-90,1 2 0,1 1-179,1 1-1,1-1-270,2-1 91,4 6-1,-2-10 0,3 4 0,-3-12-449,-1-4 269,5-2 451,1-9-1,-1-2 180,-2-10-90,-5 0 90,2-6 90,-3-2 90,3-2 0,-4 0 0,0 0 90,-1 1 0,1 2-1,0 1 1,-1 4 90,3-1 0,1 5-180,4 4 90,0 8-90,1 6-90,-2 4 90,1 3-180,0 3 90,0 1-90,0 2 0,0-1 0,-1-1 0,0-1 0,-1-1 0,-2-3 0,1-2 180,0 0-90,1-12 90,-1-1 0,1-12 0,-4-2 90,1-2 0,-1-2 90,4-1-3482,-4 1 3391,4-1 1,-3 1 0,2 1 0,0 3 0,-1 2 180,0 0 0,3 7 3212,1 5-3303,2 15-179,-2 3-90,-1 6 90,-4-4-90,0 1 90,0-1-90,-1-2 180,-1-2 1169,2 1-1349,-3-18 0,0 1 0,-2-15-90,0 2 0,0 0 1,1 0-1,0 1 0,1 0-180,-1 2 0,4-2-90,3 3 180,4 3 0,0 8 90,1 4 0,-2 6 0,-1 2 1,1 3-1,0 3-90,0 0 0,0 2 90,-1-1 180,-1 0-270,0-1 90,-1-2 90,-1-4 360,1 1-270,-5-18 90,0 1-1,-6-17 91,-3-6-90,2 3 270,-2-8-270,4 7-90,0 1 0,2-1 0,0 3 0,1 2-90,1 2 0,1 3 0,2 1 90,1 5-90,7 8 0,-1 7 0,4 10 0,-3 4 0,0 3 0,0 5 0,0 6 0,-1 5 90,-1 4-441,-1 3 441,-1 4 0,-4 3-3366,-1 3 3456,-4-1-90,-3 0-181,-4 0 451,-5-1 89,-3 1 91,-5-2 1079,-16 16-3240,5-21 2430,-12 10-449,11-26 358,-1-5-448,0-7 180,1-5 1665,1-7-1755,1-5-450,1-7-90,2-6 0,2-7-180,3-6-90,2-7-269,5-8-91,3-5-129,5-6-230,4-4-91,4-4-179,4-2-270,7 0-180,1 1-899,6 6-810,1 2 3598,1 8 0,0 7 0,0 4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29.23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17 193 8882,'-16'4'5577,"38"-14"-5577,-9 3-90,35-15-90,-17 6-180,1-2-90,0 1-89,-1 0-91,-3 1-719,10-5 719,-13 7 180,4-4-449,-15 11-2069,-4-1 2968,-14 6 0,5-1 0,-12 4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29.38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48 113 6903,'-13'-6'2699,"-1"-2"-1530,3 1-360,3-4-359,7 0-90,3 0 0,6 1 0,0 2-91,3 1-89,1 0 90,2 0-180,1 0-3302,1 2 3212,1 1-90,3 2-360,-1 0-359,1 3-451,-2 2-1078,0 1-900,-3 4 3238,-1 1 0,-7-3 0,-1-1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29.97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174 21 8882,'-14'-12'3328,"-4"4"-2608,5 9-181,-4 7 1,2 4-90,1 5 89,-2 4-89,1 3 90,0 2-180,3 2-3303,1 1 3213,3 2-158,3 14 68,4-9 0,4 9 0,4-14-90,2-1 0,4-1 0,1 1 0,4-3-90,2-1 0,3-1 90,0-2-90,1-1 0,-1-1 90,0-1 3134,0-2-3224,-2 1 90,-2-3 595,-2 0-325,-3-1 0,-3-1 0,-2 1 179,-4 0-269,-1 1 270,-4 1-450,-2 1 360,-4 1-450,-2 0 359,-3 1-359,-2-1 0,-2-1-359,0-1-91,-2-3-3662,2-2 3393,-2-1-271,1-3-89,1-2-180,1-4 89,0-4-179,2-4 180,1-6-450,1-6-386,1-19 2005,3 4 0,1-14 0,2 13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30.14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10 143 9332,'-8'-18'4137,"7"1"-3867,11 7-90,5 0 0,5 2-90,1 0 0,2-1-180,3 1-180,1-1-180,1 0 1,1 1-451,0 0 91,-1 2-541,-2 0-359,-1 3-629,-2 0 2338,-2 3 0,-9-2 0,-4 2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30.41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37 11850,'15'-13'990,"1"1"-810,-2 8-90,3-1 89,2 2 91,12 4 90,4 9-180,1 2 90,-2 10 0,-9-1 539,4 23-269,-7-6 0,3 16 179,-12-9-328,-1 4 419,-3 2-180,-1 1 359,0 21-629,-3-19 0,0 13-91,-3-23 181,0-4-360,0-3 90,0-6-450,0-2-899,3 1-540,-1-9-540,2 6-1709,1-14 4062,1 0 1,-2-8 0,-2-3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30.59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0 216 11311,'15'-17'1529,"0"1"-1170,0 7-89,2-1-180,5-2 90,3-2-630,3-2-269,2 0-1,0-1-719,0 1-450,0 0-719,-2 0 2608,-1 2 0,0 0 0,1 1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30.89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91 82 9512,'-18'-10'6206,"-1"2"-5396,5 9-181,1 3-179,3 8-90,4 3 0,0 4-181,3 3 1,2 3-90,2 2-90,2 0-90,4 1 0,2-2-90,2-1-89,3-1-1,2-4-3392,2-3 3302,1-4 90,1-4 0,1-3 1,-1-4-1,0-4 90,-1-5 0,0-2 90,-2-4 90,-2-2 180,-1-2 0,-3-1 0,-1-3 3482,-3-2-3213,-2-1-89,-2-1 180,-2-1 89,-2 1 1,0 2 0,-4 1-91,0 2 1,-2 1 0,-1 2-180,-1 2-1,0 2-89,-1 3-90,-5-1-1799,0 4-900,-4 3-809,5 9-1619,3 7 720,10 6 4227,4-2 0,1-5 0,-2-7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31.23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116 10 9152,'-23'-7'4497,"5"4"-3597,2 8-361,4 5 91,0 5-270,1 5-90,1 4-90,3 4-1,3 3-89,2 4 0,3 2-180,1 1 0,3 1-1371,1 0 1281,2-1-179,1-4 89,1-2-90,2-4 0,-1-2 0,2-4 270,-1-3-269,1-4 269,-1-4 831,0-4-1011,6-4 360,-5-5-180,3-4 270,-6-3-90,-2-2 90,0-1 90,-2-3 90,-1-1 0,-3-2 89,0 0 181,-5 0-90,-1-1 629,-6-9-539,1 8-91,-4-5 1,2 10-180,0 2 180,1 1-181,1 2-898,-1-1-2520,2 1 721,6 0-451,15 0 271,1 4-810,8 0 3328,-7 1 0,-7 2 0,-2 1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58:31.52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122 126 7263,'0'-21'3508,"0"0"-2249,-2 2 0,-1 4-89,-1 0-91,-1 3 990,-2 2-450,-4 1-1169,-3 6 89,1 3-269,-1 12-180,3 3 90,1 7 180,0 3-3752,2 3 3572,2 1-270,2 2-360,5 13 90,2-12 1,5 7-91,2-15-90,2-4-539,10 4 629,-3-9 0,8-2 3393,-7-10-3213,1-5 0,0-2 90,6-7 1709,-4 0 540,-1-1-1619,-12-4-91,-9 7 1,-8-4 0,-10 6-810,2 1-269,-7 0-451,3 3-539,-1 1-539,0 2-1350,-1-1-1619,1 1 5217,-1 1 0,10 0 0,2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05.8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2100 9332,'-10'-15'2068,"3"2"-1798,11-1 0,0 2 0,1-2 0,0-1 90,1-1-180,0-4 89,-1 4-179,-1-6 0,-1 8 0,1-5 0,-1 5 0,0 0 0,1-1-90,2-7 90,-2 4-90,6-16 270,-3 13-270,3-8 180,-1 9-270,1-2 0,9-17 0,-10 14 90,10-13 0,-8 13 0,-4 5-90,6-3 90,-8 7 0,3 3 0,-1 0 0,-1 2 0,0-1 0,-1 1 0,1 0 270,0 1-270,0-1 90,5-5 90,-3 3-180,4-4 180,-4 3-270,1 1 270,0 0-270,0 0 269,0 0-3660,0 1 3391,0 1 0,4-5 0,-4 5 90,7-8 0,-7 8 0,3-4 0,0 0 0,-2 4 3392,3-2-3392,-3 3 90,1 1-90,-1-1 90,1 0 179,0 1-179,4-1-90,-2 0 90,10-4 0,-6 4-90,7-4 90,-6 5-90,1-1 0,0 2 90,0-1-90,0 1 0,0 1 0,-1-2 0,0 3 90,-2-1-90,2 2 0,-1 1 0,0 1 90,-1 0-90,2 0 0,-2 1 0,0-1 90,1 1-90,0 1 90,-2 0-90,1 2 90,6-1 0,-6 0-90,5 1 0,-5 1 90,-2 1 0,2-1 0,1 0 90,0-1 0,12 1-180,-7 0 89,9 1 1,-9-2-90,0 1 0,-1 0 90,1 1-90,0-1 0,-1 0 0,0 1 0,-1 0 0,1 0 0,-1 0 0,0 0 90,0 1-90,0 1 90,8 3-90,-6-1 0,5 3 90,-9-3-90,0 2 90,0-1-90,-1 2 90,1 0-90,0 0 90,-1 1-90,0-1 90,0 1-90,-1 0 0,1-1 90,-1 1-90,2-1 90,-1 1 0,9 4 0,-6-2-90,5 5 90,-7-5 0,-1 2 0,1-1-90,0 1 90,1 1-90,8 7 90,-7-6-90,8 7 0,-9-9 0,0 1 0,1-1 89,0 0-89,0-1 0,0 1 0,0-1 0,1 0 0,-1-1 90,1-1-90,1 1 0,-1-2 0,1 0 0,0 0 0,-1 0 90,1 0-90,0-1 0,0 0 0,1-1 0,0 1 0,-1-1 0,1 0 0,0 0 0,0 0 0,-1-1 90,1 0-180,0 0 180,0 0-90,0 0 0,1-1 0,-1 0 0,1-1 0,0 0 0,0 0 0,0-2 0,0 1 0,0-2 0,-1 0 0,1 0 0,-2-1 0,3-2 0,-3 0 0,3-1 90,-3 0-90,0-1 0,-1-2 0,0 1 0,0-1 0,-1-1 0,-1-1 0,1-1 0,-3 0 0,2-1 0,-1 0 0,-1-1 0,0 0 0,-1-1 0,-1 0 0,1-1 0,-2 0 0,1-2 90,0 0-90,-1-1 0,0 1 0,-1-2 0,0 0 0,-2 0 0,2 0 90,-2-1-90,1-1 0,-1-2 0,1 2 0,-1-3 0,0 2-3392,-1-3 3392,2 0 0,0-1 0,0-1 0,-1-1 0,1-1 0,-1 0 0,1-1 0,-1-1-2268,2 1 2268,-1 0 2268,1 1-2268,1 0-2268,-2 1 2358,1 1-399,-1 1 309,-1 1 2160,1 1-2160,-1 0 0,0 1 0,0 1 0,1-1 3229,-1 1-3229,0 1 490,1 0-490,1 0 0,6-6 0,-4 4-90,7-4 90,-6 8 0,0 1 0,1 0 0,0 1 0,0-1-90,0 3 90,1 0 0,0 2 0,1 1 0,-1 1 0,0 1 0,-1 2 0,4 1 0,-3 0 0,0 2 0,0 0 0,-1 2 0,2-1 0,0 3 0,1 0 0,1 1 0,-1-2 0,1 3 0,0-2 0,1 2 0,-1-1 0,1 1 0,-1 0 0,1 0 0,0 0 0,-1 1 0,0 0 0,1 0 90,0 1-90,0 1 90,1 0-90,-3 0 90,1 2-90,-2 1 90,1 0 0,-1 1-90,0 0 90,1 0 0,1 1 0,-1 1-90,1 0 90,0 2-90,1-2 0,1 3 90,0-1-90,1 0 90,-1 2-90,1 0 0,-1 0 90,1 1-90,-1 0 90,0 1-90,0 1 90,0-1-90,-1 2 90,0 0-90,1 2 89,-2 0-89,2 1 90,-2-1-90,2 1 0,-3 0 90,0 1-90,0 0 270,0 0-360,0 0 360,0 1-360,-1-1 90,1 0-90,1-1 90,1 0 90,-1 1-90,3-1 0,-3 0 0,3-2 0,1-1-90,-1 1 180,1-1-90,0 0 90,1-2-90,-1 0 0,2-1 0,25 14 0,-18-13-1326,20 9 1416,-25-16-623,1 0 533,0-2 0,2 1 0,-2-2-90,2-1 180,-2-1-90,1-2 1156,1 0-1066,0-2-90,1-1 0,0 0 613,0-3-613,16-2 0,-11 0 0,13-4 0,-15-1 0,1 0 0,1-1 0,-1-1 0,2-1 90,-1 0-180,1-2 90,0 0 0,1-3 90,-1-1-270,1 0 270,-1-2-90,2 0 0,-2-1 0,2-2-283,-2 1 283,1-2 269,-1 1-359,-1-1 270,1-1-270,-1-1 270,0-1-3748,18-11 3568,-13 7-90,11-9-319,-17 11 409,-1-1 0,0 1-90,-2-2 90,0 0 0,0 0-90,-2 1 131,0-2-41,0 0 0,-1 0 0,0-1 0,-1 0 0,0 0 0,-1 0 0,1-1 0,-1 2 0,0-1-90,0 0 90,0 1 0,-1 0 0,0 2 0,1 0 0,0 2 0,-1 0 0,2 2 0,-1 0 0,0 2 0,0 0-90,0 1 3240,1 2-3150,-1-1 0,1 2 0,1 0 0,0-1 0,0 3 0,1-1 480,0 3-570,1 0 90,0 2 0,0 0 0,0 1 0,15-4 0,-11 5 0,11-3 0,-14 5 0,-1 1 219,1 1-219,-1 1 11,1 0-11,-1 1 0,-1 1 0,3 1 0,-2 1 0,4 1 0,-1 2-90,1 1 90,-1 1 0,0 0 0,1 1 90,0 4-90,0 0 0,-1 3-836,1 0 836,-1 1 89,0 1-89,0 2 90,14 11-90,-11-5-327,10 12 417,-15-10 0,-1 3-90,0-2 90,-1 2-180,0 0 270,15 15-90,-11-9 0,12 11-90,-15-13 90,1 1 0,0-1-90,1 1 0,-1 0 90,1-1-90,0 0 0,0 0 90,0 0-90,0-1 0,-1 0 0,2-1 0,-3-1-2737,33 22 2737,-24-19 180,24 17-130,-32-26-140,1 0-58,0-3 58,0-2 90,0-1 0,1-2 0,0-1 270,1 0-360,1-3 360,1 0-360,0-3 270,1-1-270,1-2 0,40-5 90,-28 1-1979,29-4 1889,-37-1 90,-1-2 1934,1-1-2024,-1-2 90,-1-1 0,0-1 180,18-10-180,-13 4 247,13-7-337,-18 4 90,-1-2-90,0-1 0,0-2 90,0-2-90,0-2 90,0-1-90,-1-3 0,0 0 0,-2-2 90,0-1-89,-1-1-1,-1 1 0,-3-2 0,0 1 0,-3-1 0,0 0 0,-2 1 270,-1-1-314,-2 2 314,0 0-360,-2 1 3171,0 1-2991,-1 1-90,0 1 0,-1 2 90,-2 0-90,0 4 356,-2-2-266,2 3 0,-2-2 417,12-9-417,-6 9 0,8-7 0,-8 13-90,1 0 256,1 2-166,1-1 0,2 0 0,15-4 0,-10 5 0,13-2 0,-13 6 0,3 1-90,1 1-95,1 2 96,0 1-3212,1 1 3301,0 2 0,1 1-120,0 1 30,1 2 90,0 2 0,1 0 0,0 2 0,-1 1 90,2 1-90,0 2 0,1 1 0,0 2 90,1 1-90,-1 1-678,1 1 678,-1 1 90,0 2-58,-1 2-32,0 1 0,0 2 0,-2 0 0,1 2 90,-3 0-90,0 1-179,-1 2 3190,-1 1-3011,1 1 0,-2 1-92,1 1 92,0 2 270,-1 0-360,1 1 360,-1 2-360,1 1 0,16 18 90,-13-12 335,13 13-335,-16-15 0,-1 1 0,1 0 0,-1 1 0,1-1 0,-1 2 90,0 1-1712,1 0 1622,0 1 0,-1 0-131,0-1 131,-1 0 270,0-1-270,2-1 180,0 0-594,1-1 325,1-1 89,0 0 179,2-2-179,1 0 180,2-2-172,1-2-8,0 0-1235,25 9 1145,-16-10 90,18 7-154,-21-13 154,1-2 0,-1-1 0,1-3 0,1-1 45,-2-4 0,2-1-45,16 1-25,-15-3 1,0-1 24,5-5 0,2-2-90,1-1 90,0-3 0,0-1 90,-1-3-90,0-3 180,-2-2-180,0-2 180,-1-2-270,-1-2 596,-1-3-866,24-12 2337,-20 5-1887,17-11-180,-27 9-36,0-3 126,-3-1-90,-1-2 0,-3-3 90,-1-1 0,-2 0-1025,-3-1 1025,0 0 0,-3-2 0,-2 0-90,0 0 90,-2 1 0,0 0 0,-2 0 0,1 2 530,-1 0-620,2 0 90,1 1 180,18-14 0,-11 12 206,14-9-296,5 3 986,-12 13-1166,15-10 90,-16 15-90,1 1 90,1 1 0,1 3-90,1 1 90,24-7 0,-13 8-418,16-5 328,-20 10 90,0 1 90,1 2-180,1 1 90,3 1-2773,28 1 2773,-19 3 90,21 0-1015,-27 5 925,-1 2-260,0 1 260,-3 2 90,1 1 0,-2 2-90,1 1 0,-3 1 90,2 2-1289,-2 1 1199,0 2 90,-1 1 1504,-2 1-1459,-4 4 0,0 1 820,13 6-910,-13-4 0,-2 2-45,2 4 392,0 2-392,-1 3 270,1 2-360,-2 3 359,0 3-269,0 2-89,1 3 89,20 27 0,-15-16 889,-19-18 1,0-1-530,16 17-360,0 2-90,1-1 90,0 1 90,1 0 0,-1 0-2234,0 0 2234,1-1 89,-1 0 340,0-1-69,0-1-235,0-1 235,0-1-450,3-2 360,0-2-261,2-3 261,1-2-450,-1-2 360,-1-4-450,-1-1 3013,-1-5-3463,17 8-179,-21-14-668,11 5-142,-25-13-180,-6-5-3770,-5 1-4262,-5-6 9840,-6 2 0,-7-6 1,-4 1-1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08.1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13649,'14'28'720,"4"19"-540,6 33-90,-3-11-1524,4 20 1434,-13-37 90,1 2-90,-2-2 270,2 1-91,3 17-269,-5-18 270,3 9-270,-6-25 65,-1-6-65,-2-5 653,-1-4-653,0-5 450,-1 0-360,-3-12 704,-2-4-704,-3-14 642,-1-5-642,1-3 90,1-3-90,1-1 0,2-2 0,2-2 0,1 1 0,3-1-90,1 4 90,3 1 0,2 4 0,2 3-90,3 2 90,3 3 0,1 4 0,2 2 0,1 5 0,-1 4-90,2 3 90,-2 5 90,3 5 0,-1 5-90,-2 5 90,-2 4 270,-5 1-180,-2 1 629,-5 30-719,-6-24 270,-4 22-270,-5-33 0,-3-1 0,-2-3-90,-2-3 90,-2-2-180,0-3-90,-1-3-180,-1-2-180,1-4 91,-1-3-361,2-5-89,1-4-1,3-5-1169,1-17 900,7 2 0,3-13-361,8 8-448,2 0 1978,6 0 0,1 2 0,3 1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08.7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158 69 7713,'-15'-10'4767,"-2"4"-4048,1 8-89,-1 6-90,3 3-180,1 5-1,-2 4 1,2 3-90,1 2 0,3 2-180,2 0 90,1 1-90,3-1-90,3-1 0,1-2-90,3-2-180,2-2 0,1-2 0,3-3 0,0-2-89,3-3 89,1-3 0,0-4 0,2-3 90,0-5-90,-1-4 180,1-4-90,-2-3 90,0-5 1,-3-1 89,-1-3 179,-2-1-179,-2 0 360,-2 0-270,-1 4 90,-2 1 90,3 4 539,-5 1-359,3 1-360,0 15 0,1 4 0,4 17-90,-1 3 90,2 2-90,1 2-3392,1 0 3392,5 11-52,-3-11 52,5 7-179,-4-14-1,-3-3 270,1-3-720,-3-3 3367,3-2-3097,0-6-13,0-5-166,-2-9-1,-3-5 0,0-5 1,-1-3 269,1-4-270,-1-1 270,0-2-90,-1-2 270,0-1-269,-1-1 179,-1 1 0,1 0 90,0 3 180,2-15 360,-1 21 1798,2-13-1798,0 35-90,-3 2 0,5 15-1,-6 2 1,2 2-90,0 1 0,0 1 0,-1 0-90,4 1 179,-1 0 1,5 3 0,2-1 0,2 1-180,1 0 90,2-1-91,-1-1 361,18 21-360,-14-16 0,14 15 180,-14-10-180,-6-8-90,1 7 0,-9-10 89,-3 1-179,-4-2 0,-3 4-90,-3-2-89,-3 2-91,-2-1 0,-3-3-180,-1-1-90,-1-4 181,-1-2-451,0-4 1,0-4-1,0-4 1,1-6-91,0-5 90,0-7-89,2-5-630,-4-20 719,7 6-269,-1-15 1079,6-1 0,3 27 0,1-6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09.0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0 388 6633,'15'0'1529,"0"1"-6739,0 1 5659,0 1 1410,1 0-1499,1 0 859,1-3-949,1 0 0,0-2 90,1-3-91,2-2-89,0-4 90,2-2-180,1-5 90,-1-2 180,0-2-270,-2-2-90,-3 0 90,-2 0 90,-1-13-90,-7 11 90,-2-10-1,-6 12 3483,-4 2-3302,-1 0 0,-2 4 0,-2 3 89,-2 2 451,0 3-540,-6 4-90,5 5-91,-3 8 1,6 8-90,1 7 90,2 8-90,2 6-90,4 5 90,3 4 0,3 2-90,3-1 0,2 0-245,4-3 155,1-2 0,2-1 90,2-6-270,1-2 91,1-7-91,3-6-90,11-1-90,-7-10-90,8-4 1,-12-9-181,-1-7-269,-1-5-271,-2-4 66,-2-4-695,-2-2-629,-2-2 2518,-3 0 0,-1-1 0,-1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09.9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1 230 8702,'7'-14'3508,"4"9"-3058,-1 9 0,2 9-181,0 3-89,-1 4 0,2 2 270,-1 3-360,1 1 180,-1 0-270,0 1 180,-1-2-270,0-2-90,-1-2 90,-2-3 0,0-2 0,-2-3 0,1 0 180,-4-15 90,-1-3-180,-2-15 0,-3-3 90,2-1-90,-2-3 90,2 0-90,1 0 90,1 1-90,0 2 0,2 0 0,1 3 0,1 2 0,3 3 0,0 3 0,3 2 90,-1 4-90,9 4 0,-3 5 0,4 5 0,-5 4 0,0 3-90,-2 3 90,-1 1 0,-1 2 0,-3 1 0,1-2 0,-4 0 90,1-3 449,-2 0 721,-1-1-1170,-3-12-1,-2-11-89,-1-10 0,1-5 0,2 3 90,1-3-180,6-26 90,-1 18 0,5-19 0,-4 26-89,3 0 89,0 3 0,4 2 0,-2 2 0,6 4 0,-1 2-90,2 4 90,1 5 0,0 3 0,-1 5 0,0 6 0,-3 2-90,0 5 180,0 1-90,-2 1-90,-2 0 90,-1 0 0,-1-2 90,-1-2-90,-2-2 269,-1-2 181,0-1 180,-2 0-630,-4-11 0,0-7 0,-3-9 0,2-5-90,3 2 90,2 0 0,1-1-90,3 1 90,2 0 0,2 0-90,1 2 0,2 3 90,2 1-90,2 4 0,0 2 0,1 4 0,9 6 0,-7 3 0,5 6 0,-10 3 90,-1 1 0,-4 4 0,-1 1 0,-4 2 0,-2 1 270,-7 13-90,-2-10 90,-7 8 0,-1-13 180,-2-3-1,-1-2 1,-2-3-90,-1-2 0,0-4-1,-1-2-89,-1-4-180,2-3 0,-1-4-90,3-3-90,1-3-90,1-4-179,1-3-91,2-4-90,2-1-269,2-3-91,3-3-269,5-2-91,3-2-179,5-1-90,4-1-4587,15-11 6116,-4 13 0,10-6 0,-8 16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10.4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173 452 2721,'-3'-16'4228,"-1"1"-654,-3 7-965,-1 1-544,-7 3-1075,2 3-2537,-5 3 2177,4 5 923,0 5-1103,0 5-2538,-1 6 2358,3 5-1,0 4-89,2 3 180,3 3-360,1 19 90,5-11 90,3 12-933,8-4 483,1-15-90,5 9 0,-1-20 1428,1-3-1518,1-4-90,0-3 91,0-5-1,0-2 0,-1-5 2781,-1-4-2961,7-8 450,-7-2 0,3-9 1261,-8-2-1261,-2-4 90,-3-6 0,-2-5 90,-3-5-90,-2-6-2446,-10-37 2536,0 14 0,-7-28-670,2 22 850,0-1 90,-2 3 180,1 3-1,2 8 631,-4-7-361,8 24-771,-3-3 592,10 25 3217,1 4-3308,6 14-269,9 25-90,3 8 0,7 25-2070,-4-3 1980,3 7 90,2 3-630,1 4 810,1 1-270,0 1-180,-2-2 0,-1-1 180,0-1-540,-2-1-269,-1-3 89,-3-1-89,-1-3-361,-1-3 157,-1-5-1056,-1-4-1619,-2-7-1529,-3-3 5217,-1-8 0,-2-11 0,-1-5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10.9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1 653 7803,'9'14'2698,"-1"1"-7729,1-1 5661,2 0-718,-1 0 538,2 1 1061,-1-2-1151,2 2-90,1-1 0,-1-3-90,2-1 2483,0-3-2483,0-1 2743,8-4-2834,-7-4 1,8-4 0,-8-5-90,1-3 90,0-3 0,-2-3-90,-2-2 90,-1-2 0,-2-2 90,-3-3-90,-1-1 90,-1-2 0,-3 1 90,-1-1 0,-3 3 719,-3-7-359,0 12 539,-2-2-360,-1 12-539,0 11-90,1 7 0,-1 13 90,1 27-270,4-5-285,0 20 555,4-14-270,4 3 0,2 1 0,2-1-64,8 18 64,-2-18-90,6 12 0,-4-24 0,1-2 0,0-5-89,3-3-181,-1-6-989,10-3 539,-7-10 0,4-5 91,-8-12-91,-2-6-89,0-6 461,-1-4-281,-1-5-1170,7-43 1259,-10 21-495,4-34 406,-12 30 89,-3-5 180,-3-5 0,-3-3 360,0 19 1,-1-1 268,-2-23 181,-5-18 360,4 39-180,0 8 157,1 7 22,1 8 1,1 5 539,5 6 900,-3 0-1620,11 15 1,-3 6 822,7 18 167,13 45-1080,-8-16-716,11 36 717,-10-28 89,-1 4-269,1 2-90,-2 0 90,-2 0 450,0 0-541,1-1 181,2-2-630,0-3-565,-1-4-1324,5 16 1,-7-20-451,2 13-1079,-9-25-1709,-1-7 5397,-1-7 0,-2-11 0,-1-5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15.65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14 335 8702,'-13'-2'8905,"29"8"-8815,9-1 0,20 4-5751,-1-6 5751,-7-3-90,2-1 1256,3 0-1256,1-2-1344,1 2 1434,1-1-90,1 1 0,-1-1 0,1 2 0,-2-1 0,-3 1 0,-1-1 0,11-2 0,-16 1 0,8-2 2225,-21 2-2135,-3 0 222,1 0-133,-4-2-179,-6-5 0,-6 0 3392,-10-4-3302,-2 2-90,-4-1 0,-9-8 0,4 3 0,-9-6 0,8 6 0,-2-1 90,2 1 0,0 0 360,-10-8-270,13 11-270,-8-9 180,18 11-3482,9-3 3302,6 1 180,10 0-180,1 6 90,3 0 0,2 3 0,0 2 0,2 4 3392,-1 4-3392,0 4 90,0 4-90,-1 4 90,-3 4 0,-1 2 0,-2 4 0,-4 2 0,-2 2-3302,-4 2 3392,-2 0-1,-5-1 1,-3 1 0,-3-2 0,-2 0 0,-3-3 0,-2-1-180,-2-3-90,-7 7-180,5-11 3122,-5 4-3571,7-12-271,1-1-1798,0-2-540,-2 0 3328,3-2 0,2-1 0,3-3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16.44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275 111 7263,'-12'-21'2878,"-2"1"-1978,0 3-91,-1 3-89,-2 1-91,0 3 1,-3 2-90,1 3-90,-2 2-91,1 3-179,2 3 90,0 4-90,2 2 0,1 6-90,2 3 90,2 5-180,3 3 90,3 2-180,4 2-3212,2 1 3212,4 1 90,3-1-180,3 0-90,4-2 0,1-2-90,2-1 270,-1-3 3123,2-3-3483,-1-3 0,1-3 90,-2-2 1,0-4 89,-1-3 90,-2-4 0,0-3 0,-1-5 90,-3-4 0,-1-4 90,-3-5 0,-2-3 0,-2-3 90,-2-2 0,-1-2 90,-3-2 0,-2 0-3302,-1 1 3391,-1 2 1,0 4 90,1 3 90,-1 3-270,1 0 0,2 4 0,4 12-270,4 5-180,4 14 3302,0 1-3572,1 2-179,-1 1-1080,8 12 539,-6-8-359,6 5-629,-7-14 2248,1-2 0,-5-6 0,0-3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17.47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119 291 6903,'-15'-16'1619,"1"1"-1079,6 3-90,0 0-4252,1-1 4342,0 0-91,0-2 950,-1 2-949,2 0-90,-1 0 539,1 1 1,-2-2 179,1 3 3303,-1-3-4292,5 17 0,3 3 0,4 18 0,2 2 0,1 6-90,0 5 89,2 2-89,4 21 0,-2-14 90,3 14-90,1-6 0,-3-13 0,2 6 0,-5-18-269,6 11-1,-5-17 90,4 12 180,-7-24 0,-6-15 0,-1-5 0,-5-17 0,0 1 0,-2-4 0,0-3 0,-1-7 0,-1-1 0,-1-6-90,2 0 180,-1-1-448,3 1 448,1 3-180,2 4 0,2-7 90,3 14 0,2-5 0,3 17 0,0 3 0,4 5 0,8 2 0,-1 8 0,7 4 90,-4 8-90,-1 6 0,0 6-90,-1 5 90,-1 3-89,-1 5 89,-3 1-90,-3 1 90,1 1-270,1 25 180,-4-26 90,1 18-90,-7-35 87,-1 1 3,-5-22-90,2-3 90,-4-20-89,2-2 89,-1-5 0,1-5 0,0-3 0,0-1 0,1 0 89,1-1-89,1 4 0,2 2 90,1 6-90,4-4 0,-1 12 90,3-2 0,0 12 0,9 9 0,-2 5-90,6 9 90,4 20-90,-8-2 0,6 15 0,-10-8 0,-2 2-90,0-1 0,-2 0 0,-1-3 0,-1-3-90,1 4 91,-2-12-1,1 2 0,-3-12 90,1-17 0,-2-2 0,2-18 0,-6-2 0,4-4 0,-2-3 0,3-3-90,-1 0-90,3-17-223,-1 12 403,1-10-360,0 19 180,0 2-270,2 4 360,1 3-269,1 3 89,3 5 0,2 4 133,2 4-133,2 4 1,0 5 89,1 6 0,0 3 90,0 5 0,1 1 0,-1 4 0,-1 0 0,0 4 180,-2-1-90,-1 2 90,-1-1 90,-2-1-90,-1-1 180,-2-2 89,-3-2 451,-1-2 629,-2 1-180,-2-3-629,-9-6-360,-3-9-90,-5-10 180,-3-13-270,6 4-1,-2-9 1,0-6-90,4 7 0,-3-10 0,6 11-179,-1-10-1,3 12-720,0-6-89,4 9 179,2 5-989,6 1 630,3 10-90,1 6-271,2 6-538,-4 2 2068,2 2 0,-5-5 0,-2-2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17.78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1 218 201,'0'-17'2608,"-1"0"1618,5 2-2427,-3-2 313,5 2-1662,1 6 699,1 5-879,5 10 2633,0 4-2633,1 6 0,1 5 0,8 17-180,-7-5 89,6 12-179,-8-13 90,-1 0 0,-1-2-90,-1-2 0,-1-2 0,-1-3-90,0-4-90,4 0 180,-4-3 0,4-8 0,-6-8 90,-1-13-90,2-21-90,-3 3-179,3-15-91,-4 8-180,-1-1-4111,1-22 3931,-1 15-89,0-12-458,1 20 8,0 5-630,1 3-629,1 7 2518,-1 4 0,-1 9 0,-2 4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17.94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7892,'10'17'3239,"-1"2"-2160,-1-1-90,0 1-89,-1 0-91,-1 0-89,-1 1-90,-1 1-91,-1 0-89,-1 0-180,1 2 0,-2-2 0,1 0-180,0-1-90,0-1-270,0-2-90,-1 0-719,1-2-271,1 2-4586,0-3 4497,-3-9-360,0-6 1799,-3-12 0,1 6 0,1 1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18.07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23 103 7713,'-7'-23'2698,"0"2"-1529,2 4-179,1 0-540,6 3-720,6 5-180,3 7 0,2 8-629,1 4-1,-3 5-539,3 4-539,-2 3 2158,0 3 0,0 1 0,-1 2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18.79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1 303 14908,'16'3'720,"1"5"-810,-8 2 0,1 3-180,-3-2 360,-1 1-450,2 1 271,-2-1-631,0 0 0,0 1 1,-1-2 539,2-8 90,-3-7-90,3-19 180,-3 3 90,9-33 0,-5 23 0,6-17-90,-6 24 360,0 2-360,1 3 180,-1 3-180,0 3 179,0 2 1,2 3-180,3 6 180,-1 2-270,2 7 0,-4 3 90,0 3 0,-1 2-90,0 2 90,-1 0 180,2 8-270,-4-8 90,1 5 720,-2-8-630,-7-10 0,2-3 0,-6-11 180,0-16-90,4 6-91,-3-8-89,12 20-89,-3 11-1,7 9-90,-3 5-90,1-5 270,5-8-90,-6-7 90,2-9 0,-5-5 0,0-4 90,1-14 90,-2 6 0,1-10 989,-2-6-359,-2 18-91,1-15-269,-2 25-270,7 11 0,0 6-90,4 15 0,1 5-90,1 5 89,2 5 91,2 4 180,19 48-270,-13-25-565,-4-10 1,-1-1 564,0 11 0,-3 1-679,-2 1 769,-3 1-90,-3 0 90,-4-1 0,-4-1-1,-4 0 91,-4-3 0,-4-1 0,-4-4-307,-3-2 307,-3-6 629,-17 8-629,8-18 0,-12 3-90,14-22-90,0-5-1,2-7 1,0-7 828,1-6-648,2-7-270,1-5 179,3-6-448,2-2-91,5-3 90,4-4 90,7-2 361,6-4-991,7-4-179,8-2-234,6-2 233,6-2-539,7 0-1061,7-1 971,7 2-4276,7 1 1397,7 3 4498,6 2 0,7 4 0,1 1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19.64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186 106 7623,'-19'-11'3777,"1"1"-2877,1 3-90,1 4-271,1 4 91,-2 4-180,2 6-181,0 5 91,2 3-180,0 3 0,2 3 0,3 1-3482,3 1 3302,2 0-1209,3 1 1029,2-1-180,4 0 270,1-3-360,4-2 180,1-2 2568,2-3-2927,1-3-1,1-5 1764,1-3-1404,-1-5-180,0-3 271,-1-4-91,0-4 360,-5-3-90,-1-4 269,-4-3-179,-2-2 180,-2-3 0,-3-1 90,-2 0 90,-3 0-1,0 2 91,-3 2 0,0 2 89,0 2-89,0 3 360,2 4-181,1-1-539,3 17-90,4 2-180,3 15 0,6 0-90,2 2-90,3 0 91,3 0-181,2-1 90,2-2-450,12 4 540,-8-8-89,10 0 89,-13-11 0,1-4 0,6-9 90,-8-2-3302,5-9 3392,-11-2 90,-2-3 0,-2-2 0,-3-2 0,-3-2-2179,-1 0 2539,-3 0 1998,-2 1-1818,-3-8-180,0 12 179,-2-3-179,2 11-360,1 16 0,3 4-90,3 17 3392,1 4-3392,2 2-90,1 2 90,1 1-90,1-1-180,6 9 180,-2-11-90,2 5 0,-4-15 1,-3-3 89,0-3 0,-1-2 180,4-4 0,0-11-90,-1-3 89,-1-11 1,-3-1 0,-1-4 0,0-1 0,-1-3 90,-1-14-90,-1 11 0,-1-9 0,1 16 0,-1 5-270,1-1-540,1 6 361,6 5-181,0 9-90,5 9 91,-2 4 89,0 2-360,0 2 1,0 2-91,0 0 271,-1 0-271,1 0 271,-1-1-181,-1-2-449,-1-1 1259,0-3 0,-5-4 0,0-3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20.16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1 437 11850,'13'-19'2159,"-2"2"-1799,-3 4 0,0 1-181,0 1 91,3-2 90,-1 0-270,4-1 270,-2-1-270,3-1 180,0-1-270,0 0 180,0-2-180,1 0 0,-2 1-90,1 0 90,-1 1 90,-2 0-3482,-2 1 3482,-1 2 89,-2 1 361,-2-1-90,-4 1-450,-10 5 90,-1 6 0,-6 12 0,3 5 0,0 5 269,0 5-269,1 3 0,0 4-90,3 3 90,1 2-90,1 1 0,5-1 0,2 16 0,2-13-90,4 9 0,1-19 0,1-3 90,2-2-179,1-2-1,1-4-90,0-3 90,1-4 90,-1-4-90,1-3 0,0-6 0,0-3 90,0-5-90,0-4 3482,0-4-3391,0-3 89,0-3-90,-2-2 90,1-3-90,1-3 90,-1-1 180,0-2-91,0 1 1,-1 0 90,0 2 0,-1 3 0,-1 3 0,-1 4 90,-1 2 0,-1 5-180,0-1 90,1 4-91,5 3-89,0 9 0,2 4 90,-1 4-90,0 5 0,-2-3 90,1 4 0,-6-4 180,2 3 270,-3-2 1799,2 2-2160,0-12-448,-2-4 269,3-11-360,-1-3-90,1-2-90,3-3-179,2-2-1,2-1 1,0-1-91,3 1 1,0 1 179,1 1-270,0 2 1,1 3-1,-2 2 271,1 4-361,-1 3 181,-1 4-271,0 2-629,0 4-449,-1 3 2158,-1 4 0,-6-4 0,-3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21.00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65 221 10231,'15'-6'3418,"-1"-6"-2878,-10-4 0,-1-3 719,-1 5 360,-2-5-90,0 2-360,-3-2 1,-2 4-990,-4 9 0,1 7-91,-4 9 91,2 7-90,0 3 0,0 6 0,0 3 0,2 3 180,1 1-270,1 0 270,3 1-360,1-1 270,3-1-360,2-2 180,0-4-450,3-1 0,-1-4 1,3-3-1,0-3-450,1-3 451,5-5-1,-1-7 0,4-5 90,-3-8 1,0-2-181,5-17 540,-4 5-180,2-11 180,-6 10-90,-1-1 180,-2 1-90,0 2 0,-2 3 0,0 3 90,-2 3 0,1 4 90,0 0-180,5 8 270,-2 3-270,5 10-180,-4 3 0,0 4-180,1 1 0,1 1-89,-1 0-361,8 7-89,3-2 449,0-1-270,-2-6-269,-7-9 449,5-3 90,-5-3 1,5-6 179,-6-3 0,2-3 0,0-4 90,1-3 90,-2-2-90,1-3 270,-3 0 360,-2-1-90,-2 1 449,-1-10-269,-3 8 90,-1-6-1,-1 12 1,-3 1 719,-3-3 0,0 7-449,-5-3-630,-1 13 0,-1 3-91,-1 10 181,-1 15-270,4-1 0,-3 11 270,6-5-360,2 2 0,1 1 0,2 0 0,3-1-90,2-1 0,2-2-90,4-3 0,1-1-90,1-4 1,2-1-1,0-3 90,2-4-90,2-4 0,-1-3 0,2-3 0,-1-2 1,0-4 89,-1-2 0,-1-4 90,-2-3 270,-2-2-90,-1-15-180,-4 6 180,-2-11 90,-4 10 179,-1-1 1,-2 0 0,0 2 0,-1 0 0,0 4-1,0 1 1,1 3 0,2 1-90,0 0-90,5 2 0,6 6-90,3 7 0,5 11-1,1 5 91,2 6 270,3 5-270,3 7-275,3 3 365,2 6-283,2 5 283,0 4 269,1 7-1486,-1 5 1037,-1 5 0,-3 6 0,-3 4 0,-5 3-90,-5 3 0,-6 2 0,-5 0 0,-6-1 360,-6-3-360,-6-4 270,-6-6-360,-5-6 360,-3-6-360,-4-8-77,-2-7-13,-3-9 450,0-6-185,-2-9 95,0-8-360,1-8 360,0-7-450,1-9 360,2-7-360,0-7-89,3-7-91,4-5 0,3-5-340,6-4 70,3-4-359,7-4-181,6-3 1,6-4 0,6-3-360,6-3-675,0 18 0,2-1-1933,12-26 4214,-10 28 0,2 0 0,12-14 0,-1 3 1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21.38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1 390 8612,'13'16'1889,"0"-3"-7100,-2-6 5571,1-1 1409,2-3-1409,1-1-91,3-1 1,1-3 770,3-2-860,2-4-90,2-1 0,1-4-1,1-3-89,0-2 0,-1-3 0,0-2 0,-2-2 3392,-1-1-3392,-4-1 0,6-14 90,-12 9 0,3-9 0,-13 13 180,-2 4 0,-3 1 0,-4 3 90,-1 4 629,-8 0-719,-4 12 90,-1 5-90,-3 14-1,6 7 1,0 6 90,2 7-90,1 6-548,4 5 548,2 4-90,3 4 359,7 24-179,2-18 0,8 14 0,0-27 179,4-4 361,4-3-482,3-4 212,5-5-270,3-5-1,1-5-89,3-7 0,0-5-180,-1-7 0,0-4-90,-2-6-90,-2-5-90,-3-3 180,-2-3-360,-5-2 449,-2-1-809,-4 0-269,-2 1-361,-5 1-359,-4 1-228,-5 2-402,-4 1-899,-5 3-1439,-5 4 4677,-4 6 0,-6 5 0,-2 2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42.24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1 648 15808,'0'-23'270,"0"0"-270,0-9 0,0 4 0,0-11 0,0 8-90,0-3 0,0-2 0,0-2 90,0-1-90,0 0 0,0 1 0,0 0 90,0 1 0,0 3 0,0-6-90,0 12 180,0-4 90,0 11 0,0 4-180,0 17 90,0 7-90,0 20 0,0 1 90,0 5-90,0 5 90,0 3-90,0 3-1500,0 2 1590,0-1-180,0 1 180,0-1-90,0-3 0,0-3 0,0-2 0,0-3-90,0-3 90,0 7 0,0-11 0,0 5-90,0-14 1320,0 4-2040,0-1-89,0 4-360,0-5-5667,0 7 6926,0-9 0,0 0 0,0-10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42.41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0 18506,'19'8'-7735,"-5"2"2878,-1 6 4857,-5 3 0,-2-10 0,-3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43.17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0 11940,'0'22'1080,"0"0"-811,0-3 1,0 4 90,0 1-90,0 3 90,0-1-180,0 0 179,0 0-269,0 0 180,0-1-270,0-1 180,0-3-270,0-3-809,0 2-900,0-4-1889,0 3 3688,0-3 0,0-7 0,0-1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45.72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158 126 9332,'9'-18'4497,"-1"1"-4227,-4 2 0,0-2-90,0 2-90,1-1 0,-1 2-90,1 1 0,0 16 0,-1 1 0,-2 17 0,0 1 0,-3 6 90,-1 5-90,-1 3 0,-6 14 0,-1 3-877,-4 5 877,3-2 0,-1-1 0,-2-7 90,2 2 0,-6 15-90,4-17-281,-4 12 371,5-23-90,2-4 0,1-4 0,0-5 1027,3-5-1027,1-2 90,-1-2-90,2-3 220,1-17-220,2-2 0,2-20 0,2 1-90,0-4 90,1-3-90,1-3 90,0-2-90,1 0 90,0-2 0,0 2-90,4-1 90,-3 3 0,3-1 0,-3 3 0,2-1-89,1 2 89,4-10 0,-3 12 0,4-7 0,-5 15 0,1 3 0,-1 0 0,5-5 0,-3 8 89,3-5-178,-3 8 89,-2 3-90,1 0 359,-2 4 1,2 6 90,1 11-180,-3 3-90,0 9 90,-4-4 0,0 2 0,-1 2-90,0 1 0,0 3-1,0 0-89,-1 1 90,2 1-90,-1 0-179,2 0-91,0 2 0,1 3-540,1 0-269,1 2-90,1 0-1890,0 1-988,-1 1 4047,0 0 0,-2-2 0,0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46.10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25 7892,'14'-2'5757,"-2"-4"-5487,-1-1-180,0 0 0,2 5-180,1 6 270,-2 3-270,-1 6 0,-4 0 90,-1 3 0,-2 3 90,-2 1 90,-1 1 180,-2 0-1,-2-1 1,1-3 720,-2-1-1,0 0-3418,-1-3-809,-3-9-2968,2-10 6116,1-13 0,3 7 0,2 1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53.99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1 114 6723,'-1'-23'1709,"2"0"-989,2 8 89,0-1 361,2-1 1438,-3 1-2608,4 12 0,-3 8 90,2 11-90,-2 3 0,-2-2 0,0 1 0,-1 1 0,0 2 0,-1 0 0,0-1 90,0 1-90,-1-1 0,1 0 0,0-2 0,-3 7 0,3-6 0,-2 5 0,3-7 0,-2 5 0,1 0 0,-1 5-90,3-3 90,-1-4 0,-2-3 0,0-16 0,0-10-90,1-9 90,0-5 0,1 4 0,0-1 0,0 0 0,1 0 0,0-6 0,0 7 0,1-9 0,-1 10-90,1 0 90,1 2 90,1 17 0,-1 9-90,-1 8 90,-2 14-90,-2-13 0,0 7 90,1-8-90,-1 0 0,0-1 0,-1 0-180,1 4-1529,1-3-4497,2 3 6206,5-13 0,-3-1 0,3-9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55.49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31 6 6903,'10'-6'7196,"-3"6"-7016,-3 15 0,-5 13-270,0-6 360,-1 7-360,1-11 270,-2 2-270,1 9 90,-1-5 0,-1 6 0,1-8 0,0-1 0,-2 0 0,2-1 0,-2-1 0,2-2 0,0-1 0,0 3 0,0-2 0,-1 2 0,5-14 0,1-11 0,2-9 180,3-13-1,-3 9-269,1-7 270,-1 9-90,1-6-270,-1 8-89,3-17 538,-1 18-269,-4 2 0,0 16 90,-7 35 180,3-13-360,-2 17 180,2-17-360,0-3-179,0 1-181,1-2-269,0 0-271,-1-2-269,1-2-3148,0-2 4587,-1 0 0,2-8 0,-1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56.75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 0 10771,'6'19'270,"-2"-1"-180,-3-1 0,-1 2 179,1 1-179,0 1 90,0 11-180,0-7 0,0 7 0,-1-10 0,1-1 90,-1-1-90,0 0 90,0-2-90,-1-1 90,0-1 90,-1 4 180,0-3-180,-2 2 180,1-4-91,0-14-269,1-9 180,1-8-270,1-4 90,1 1-90,1 0 90,1-2-90,1 0 270,1-7-270,-1 8 90,2-4 90,-1 7 180,0 5-90,2 10-90,-2 5 0,0 14 0,-3 11 0,0-5-90,-1 9 90,-1-9-90,-1-1 0,1-1-180,-1-1 180,-1-3-540,1 0-179,-2-3-1440,0-1-2698,-4 1 4857,-2-3 0,3-3 0,0-4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57.88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20 1 10951,'2'23'899,"-1"-5"-719,0 3 0,-2-6 0,1 2-3982,0 1 3892,-1 0 860,0 1-771,0 0-89,1 0 0,-2 1 270,0-1-360,1 0 270,-1-1-180,1 5 3392,-1-2-3212,0 3-630,0-5 360,-1-16 0,2-9-90,-1-10 90,2-4 0,1 2 270,1-1-360,-1-1 270,2-1-270,0 1 270,0 1-360,2-5 90,-1 6 0,0-2 0,0 8 0,0-1 180,2 0 180,1 12-360,-3 10 90,0 9 0,-4 6 0,-1-5-90,-3 9 180,1-9-540,-1 7-90,1-11-179,0 0-1,-1 1-539,1-2-720,-2 0-629,2-1 2608,-1-1 0,2-5 0,0-3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0:59.01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51 1 13829,'9'18'450,"-2"1"-270,-7 1-90,1 1 90,-1 2-90,1 3 89,-2 0-89,0 1 0,-1 0 0,-2 1 90,-1 12-90,0-10 0,-4 19 0,2-23-90,-1 7 0,3-14 90,1-2-90,0-3 0,0 1-450,1-3 270,-3-7 90,6-12 90,-1-8-90,7-8 90,-2 3-90,2-4 90,0-1 0,0-3-89,1-1 89,0-1 0,0 1-90,0 0 90,0 5 0,-1 2 0,0 5 179,-1 3 271,0 0-270,1 17-90,-3 4 0,0 19-90,-5 1 90,-1 3-90,0 2 90,-1 0-90,0 0 0,1-2-90,-1-1-180,1-2 0,0-3-449,0-3-361,0-3-2787,0-3 3867,-1 0 0,2-7 0,-1-1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00.24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46 0 13739,'-10'10'450,"2"6"-360,6 3-90,-3 3-3892,3-4 3892,-3 0 860,3 1-860,0 1 0,0 0 0,0 0 0,0 0 90,1 0 3302,0-1-3392,0-1 0,1 0 0,0-1 0,0-1 0,1-1 0,-1 3 0,2-3 269,-1 3-269,0-16 0,0-8 0,-1-16 0,1-3 0,1 0 0,0 3-359,0 2 179,6 15-360,-3 7-269,3 10-361,-4 4-1438,-4-1-810,-1 2 3418,-4 1 0,3-8 0,-1-1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01.07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1 127 6993,'5'-17'2159,"3"-2"-1620,-1 4-89,2-3-90,0 2 0,1 3-180,0 1 179,1 2-89,2 5 270,-3 4-270,2 8 90,-4 3 89,-2 7-89,-2 0 0,-1 5 90,-1 3 89,-2 4-3481,-2 3 3482,-1 3-28,-1 1 28,-2 0 0,0 1-91,-1-2-89,0 0 0,0-2-2260,1-3 2080,0-1 90,0-3 2080,1-2-2261,1-3 29,0-3-658,-1 1-9291,2-3 9770,2-11 0,1 0 0,2-11 1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01.93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31 1 9691,'5'9'3688,"-2"-4"-3328,-3 30 0,0-9-90,-3 2 539,0 32-1120,-1-22 491,-3 23 0,4-30 0,0-1-59,0 0-31,0-5 0,1 0-90,0-4-90,0-1 0,2-2-810,-3 0 900,3-3 0,-1-5 0,2-4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02.72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19 104 6993,'12'-15'4947,"0"-1"-3598,-2 0-179,0 0-271,-1 1-179,0 1 1349,-1 2-1800,-1 12 1,-3 5-90,-2 14 0,-3 2 90,-2 5-90,-1 3 0,0 3 0,-1 1-90,-1 1 0,0-1 89,0 1-179,0-3-89,0-1-271,0-2-180,0-1-359,0-3-1710,-1 7 990,2-9-270,-3 4-4407,4-10 6296,-3-1 0,5-8 0,-1-1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03.43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52 0 14009,'6'17'1259,"-1"2"-989,-3 2 0,-1 5 0,-1 17-450,0-9-360,-2 12-359,0-15-630,-1 2-1440,-3-1-1078,-2 1 4047,-4 1 0,-3-2 0,-3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12.09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20 126 9152,'-16'11'4227,"13"-5"-4227,16-14 270,2 1-360,6-8 360,-11 8-360,0-1-3122,-1-1 3302,2-3-180,-2 2 90,1-2 90,-1 2 90,-1 0-450,1-2 180,-2 1 3842,-1 0-3752,-2 12 0,0 7 0,-1 10 90,0 3-90,1-2 0,0 2 0,-1 1 90,1 1-90,-1 2 90,1-1 0,0 0 0,1 8 0,-2-9 0,1 5 89,-2-11-89,1 2 180,-1-4-3868,0 3-2248,0-15 5846,1-5 0,-1-4 0,1-1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12.96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10 124 8972,'-7'-9'3778,"4"-1"-3598,9-3-180,1 0 180,1 2-270,-1 1 180,2-1-180,0 2 269,-1-2-179,1 4-89,4-3-91,0 4 360,3 3-180,-1 7 269,-3 4-359,-3 7 360,-4 1-270,-2 4 180,-1 3-90,-5 29 0,0-18 0,-4 21 0,2-27 90,0-1 0,0-2 0,0-2 0,0-1 89,2-3 91,-1-2 0,3 2-90,0-2-90,1 1 0,3-4-90,4-4 89,5-2-179,5-5 0,-1-3 0,4-3 0,-4-3-89,2 1-181,2-2-90,1 1 0,3-1-90,-1 1-449,0 1-1080,9 0-809,-11 2-810,7 2 3598,-13 2 0,-7 0 0,-2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13.93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16 129 6633,'-13'-1'6297,"10"-5"-6297,3-1 269,10-5-358,1 2 268,0-2-269,3 0-89,0-1 89,1 1 0,0 1 0,-1 1 270,1 1-360,-1 3 180,-1 1 90,2 2 0,-2 6 179,-2 8-269,-5 5 0,-4 3 90,-3 0 0,-2-1 90,-2 1-90,0-2 0,-1 0-90,2-3 90,-3-3-180,3 1 0,1 0 180,10-5-180,4-3 270,3-7-450,0-1 270,-1 1-180,4 0 90,1 4 0,0 1 90,-3 6 0,-6 1 0,-2 4 90,0 1 270,-2 4-270,-3 1 90,-1 3 0,-2 0 0,-3 1 90,-1-1 0,-1 0-1,-1-2-89,-2 0 90,0-1 0,-2-2-90,1-2-90,-1-2 90,2-1-180,-6 1-450,3-5-629,-6 1 629,3-6-1529,-1-1-1619,-1-5 3598,-1 0 0,8 0 0,0 1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14.99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63 0 9691,'-16'3'1709,"3"0"-1349,6 9-90,2-1-90,1 0 0,-1 2 360,2-1-271,-2 5-89,3-1 180,0 3-360,4-3 0,2-4 180,6-2-180,3-5 90,2-4-270,4-3 90,-1-2-90,-1 0 180,3-2-90,-3 3 90,5 0 0,-2 1-90,-2 1 90,0 1 90,-4-1 90,3-1 0,-7-5 270,0-1 90,-7-5 179,-3-1-89,-3-1 719,-3 1-1259,3 14 0,2 3 0,3 13 0,3 9 0,-1-4 0,1 8 0,-1-6-90,-1 0 90,0 0-90,0 0 0,-2-1-90,2-1-180,-1-1-90,-1-1-270,1-2-899,-2-1 360,0 4-1709,-2-5-2519,-1 7 5397,-2-8 0,1-3 0,1-5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15.80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68 0 6903,'-11'13'1709,"0"0"-7099,4-2 5659,-1 0 1410,1 2-1229,-2 2 769,2-2-949,0 9 0,6-5-90,3 6 3392,3-7-3303,6 3-89,-2-7 0,4 2 0,-3-4 180,6 4-180,-4-3 90,4 4 179,-6-5-359,0 0 90,-1 2 90,0-1-90,-1 0 0,-2 1 0,0 0 270,-1 2-181,-1 6-89,-2-4 90,-2 4 0,-2-5-90,-1 0 0,-2-1 0,-1-1 0,0 0-90,-2-2 0,0-1-90,0-2-270,-2 1-720,-1-3-89,-3-1-900,1-7 630,3-10-810,3-2-719,4-6 2878,2 2 0,1 8 0,0 1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16.01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64 12210,'13'-13'810,"-2"2"-631,8 7-89,-3-1 0,3 1-90,2-1 0,0 1-90,0 0 90,1 1-539,-3-1-181,0 1-269,-1 1-1800,-2 2 2789,2-1 0,-9 2 0,0-2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17.03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138 1 12210,'-15'7'810,"1"1"-631,5 4-89,0 3 90,-1 3-90,0 3 0,1 2-90,0 2 90,1 1 0,2 0-90,1 1 90,0 11-90,3-9 0,1 8 0,2-13 90,2-3-90,1-2 0,0-2 0,1-2-90,0-2 180,3 1-90,2-5-90,2-3 0,2-9 90,-3-4 90,1-6 0,-4 2 90,-2-2 90,0 1 629,-1 0 181,-3-4-1,-3 1 0,-5-1-359,-7 3-450,-7 7-90,2 4 0,0 4-90,4 2-720,3 1-2608,-7 6-2069,8 1 5307,0 5 0,8-8 0,4-3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17.77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92 9422,'4'-14'2428,"3"-1"-7818,2 4 5570,1-1 1408,1 3-1498,1 0 0,3 2 0,1 1 770,1 2-770,-1 1-90,0 2 0,4 3 3482,-6 1-3392,3 5 0,-7 1 89,-2 4 1,-2 3-90,-2 2 180,-1 2 450,-5 26-540,-2-17 89,0 19-89,-1-24-90,3-2 90,-1-1-90,1-2 90,0-1-90,1 3 0,0-1-450,1 0 360,-1-2 0,2-10 0,-1-1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17.94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1 110 10321,'11'-13'2519,"0"2"-2070,2 6-179,3 0 0,-2 2 0,5-3-90,-1 2-180,1-3-90,1 1-90,1-1-630,0 0-89,0 1-720,-1-1-450,0 1-629,-1 0 2698,0 0 0,-9 3 0,-1 1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18.88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66 137 7353,'-7'-13'4587,"-4"-1"-3777,1 5 809,-1 1-270,1-1 180,2 0-809,0-3-630,8 1-90,5-1 0,6 2 0,2 0 0,-1 4-90,2 0 90,2 2-90,-1 1 90,1 2-90,-2 2 90,1 2-90,-2 3 90,-2 1 0,-2 4 0,-1 3 0,-4 3 90,-1 4-90,-3 2 0,-5 3 0,-2 3 90,-4 0-90,-2 2 0,-2-1-3302,-1 0 3302,-1-2-58,-6 8 58,8-10 0,-4 3 0,11-13-90,1-2 0,2-1 3453,2 2-3453,6 0 87,3-1-87,5-2-90,0-6 90,5-1-90,0-3 0,3 0-89,8-4 179,-6 0-3392,6-2 3392,-11 1 180,-3-1 449,2 1 1,-4-3 180,-2-6-271,-7-4 1,-4-1 3302,-5-1-3122,-6-4-361,1 5-89,-6-7 0,5 8 0,-2 2-90,0 0 0,1 1-180,1-1-270,1 2-269,1 1-271,1 3-2248,1 0-6683,-1-1 9770,7-1 0,-2 4 0,7 0 1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19.80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120 232 6903,'-5'-14'2878,"0"1"-1259,0 3-89,-3-2-541,-3 2-269,-2 1-540,-2 5-180,1 4 0,2 4 89,1 3-89,4 2-89,1 0-91,1 2-180,2 4 0,4 3 90,3 3-449,5-2 269,4-5 270,4-5 90,-3-8-90,1-3 90,-4-5 0,1-2-90,0-4 90,4-9 90,-4 3 0,2-7 0,-6 6 90,-2-2 0,-1 0 360,-1-10-180,-2 9 90,-2-6 359,-1 12 271,-2-1-541,0 3-269,1 15-90,-1 5 0,2 19 0,1 1 0,0 4 0,0 4 90,0 3-90,2 1 90,0 2 0,1-2-90,1-1 90,0 0-1,0-1-3301,2 9 3302,-1-12-90,2 6-355,-3-17 265,-1-2 0,0-4-989,0 2-6117,-1-2 7106,-4-1 0,1-7 0,-3-4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20.61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102 1 10681,'-4'18'3238,"0"-1"-2518,-1 1-91,1-1 1,-1 2 0,0 3-181,2 0-89,-2 2 0,1 0 0,-2 1-90,0 1-91,1 0 1,0 0-90,-1-1 0,1-1 0,1-1-3392,0-2 3212,0-1 0,0-3-629,2-1-721,-3 2 1440,3-4 0,-1-2 0,2-6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20.86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68 6903,'17'-13'2249,"0"1"-1440,2 1-179,1 1 0,1 3-91,-1 0 1,0 2-180,-1 3 90,0 1-181,-1 4 91,1 2-180,-2 2 90,-1 3-90,0 4 0,-3 1 0,-2 4-90,-2 3 89,-4 2-89,-2 2 0,-4 1 90,-4 1 0,-1 0 90,-4-2 90,-1-1 0,-2-3 89,1-3 91,-1-4 0,1-1-1,0-3 541,2-4-271,-3-2-539,2-7-90,1-3-270,3-6-180,4-2-179,2-3-181,3-3-360,1-2-179,3-1-540,1-1 0,0 2-1619,2 0 3328,-3 3 0,-1 8 0,-3 3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26.81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243 258 8432,'-18'-9'4138,"-4"1"-3509,2 7-89,1 1-90,-1 3-90,5 2 89,0 1-179,1 1 0,0 2 0,1 1-90,1 2 0,2 1-90,0 2 0,2 2 0,0 3 0,1 2-90,1 2 90,1 15-90,1-10 0,2 12-90,2-14-90,1 0 90,0-1-180,3 0 90,0-3-90,1 0 0,1-4 0,0-3 91,1-2-91,1-1-180,0-3 270,5-1 180,1-6-90,1-2 360,-2-7-360,-4-5 270,-1-2-270,-1-7 270,0-2-270,1-5 270,-5-3-180,2-3-90,-4-3 90,1-2 0,-1-3 90,-1-1-90,-1 0 90,-1 0 0,0 1 0,-1 0 0,1 1 0,-1 1-1,1 3 1,0 3 90,0 4 0,1 3 180,0 4-90,0 1-270,-1 3 0,8 21 0,-2 0 0,7 22 90,-4-5-90,1 3 0,0 0 0,1 1 0,-1 0 90,1 1-180,0 1-90,9 20-90,-7-17-90,7 15-89,-9-22-91,0-1-3482,0-1 3213,-2-1-181,0-1-179,0 0-900,-2-2 2069,1-1 0,-4-7 0,0-3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27.51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29 115 6543,'-4'-22'5937,"0"4"-5577,-4 16-270,4 6 0,-1 14 0,3 3-1,1 3-89,0 3 0,1 2 90,1-1-90,0 1 0,2-1 0,0-1-90,2-2 1,0-1-1,1-3-90,0-3 0,1-2 0,1-3-180,0-3 90,3-1 90,2-8 90,0-3 90,-1-8-90,-4-4 90,0-3-90,0-5 90,-2-2 0,-1-1 0,-3-1-3302,-1 0 3482,-2 1 0,-2 1 90,2 2-90,-2 4 450,1 2-91,-1 1-629,6 10 3482,-1 4-3392,6 13 0,-2 3 0,2 3 0,0 0-90,0 0 90,1 1 0,-1-2 0,0-1 0,-1-2 0,0-1 90,0 0 900,0-3-1080,-3-12 360,-2 0-270,-2-15-90,-3 3 90,1-2 0,-2 0-90,1 0 90,1 0 0,2 1-90,0-2 180,7 3 0,0 2-180,11 8 270,-2 7-270,2 6 180,-2 2-270,0 2 0,2 0 180,6 9-180,-4-5 0,4 4 90,-8-7-90,-1-2 0,-2-2 0,-2-1 270,2-1 270,-2-7-270,-2-11 0,-3-4 90,-5-11 0,-1 4 0,0-3 0,-2-2 0,0-1 89,0-1 1,-1 0 0,-1 1 90,0 2 0,0 1 269,0-2-449,1 6-90,6 8 0,1 12-90,8 15 180,5 24-180,-2-3-1606,5 18 1606,-4-12-877,0 1 877,1 3-164,1-1 164,-1 0 0,-1-2 0,0-2 90,-3-3-90,0-3 0,-3-4-90,0-5 1288,-2-4-1378,-2-4-150,0-5-2728,-3 1-560,-5-13 740,-3-6 2878,-3-8 0,3 2 0,3 5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36.25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89 96 7263,'-17'9'2608,"3"0"-1348,1-1-181,1-1-90,-2 0 271,2-1-1260,6-9 90,5-2-90,8-6 0,3-1 0,3 0 0,1-1 0,3 0 0,2-1-3482,1 1 3482,2 0 0,0 3-804,1 1 804,2 3 0,-1 2 0,1 1 0,-1 4-90,0-1 3084,-1 6-3084,0 2 0,-2 3 180,-2 2 1022,-1 2-1022,-3 2-270,-2 3 270,-2 0-180,-3 3 180,-2 1-270,-3 1 360,-3 0-360,-2 1 360,-1-3-270,-3-1 0,-1-2 90,-2-2 0,-2-1 90,0-2 0,-1-2 0,0-2 0,0-1 0,1-3 180,0-2-180,-1 1-450,0-3 270,12-4 90,5-2-90,15-1 90,-4 2 0,1 4-90,-2 5 90,-3 0 0,0 4 0,-2-1 90,-3 3-90,0 2 90,-3 1 0,-1 0 90,-3 2-90,0 0 0,-4 1 89,-2 1 1,-2 0 0,-3 1 90,0-1-90,-5 1 0,1-2 0,-2-1 0,-2-3-90,1 0 90,-2-2-180,1-2 0,-8 1-90,6-4-90,-5 1 0,8-6-180,0 0-270,2-2-899,-2 0-540,2-4 720,4-4-540,7-2-539,8-4 2428,5 0 0,-4 6 0,1 2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36.52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1 135 10771,'19'-2'1349,"0"0"-1169,3-6 0,0-1 180,1-1-270,3-2 90,2-1-270,2 0-90,0 0 0,-1 1-90,-2 2 0,-1 0 0,-3 3-90,-1 0 1,-3 3-361,-3 3-179,3-1-1530,-5 4 2429,-2 5 0,-7-4 0,-4 5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37.02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155 349 9242,'-3'-11'4587,"-2"5"-4407,-7 11 0,1 5-2694,-2 7 2604,3 1 598,-2 4-598,0 3 0,-1 3-90,1 1 90,0 0-90,2 0 0,1-2 0,2-2 0,1-3 2096,2-1-2186,2-2-90,1-2 0,2-2-450,6 6 450,2-11 90,7 0 180,-4-14-180,0-6 180,-3-3-180,-1-2 0,0-4 0,-1-2 0,-1-2 90,-1-5-89,-1-1 89,-1-5 0,-2-1 0,0-4 89,-2-3 181,0-2-270,0-1 90,-2 0-235,1 0 325,-1 3 90,1 4-90,0 3 90,0 5 0,0 4 179,2 6 1,-1-1-270,2 5-90,5 6 0,0 8 0,4 13 235,-2 5-325,1 4 90,0 5 0,1 3 0,-1 3 0,0 2 89,5 33-179,-6-23-227,4 21 227,-7-31-180,-1-3 0,0-1-2249,5 31 1889,-4-30-989,4 21-180,-3-36-719,1-5 2428,5-4 0,-6-3 0,0-6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37.68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75 86 8072,'-4'-12'4228,"1"8"-3958,-6 23-90,1 5 90,0 4-91,-1 1 1,2 2 0,0 2-90,1-2 0,0 1-90,2-3 90,1-2-90,2-2 0,1-3-90,2-2 0,1-3-90,0-3 0,4 1-89,2-8 269,1-3-270,2-8 0,-3-7 0,1-4 90,0-3 0,0-5 0,0-1 90,-1-3 0,-1-2 0,-1 0 90,0-1 0,-1 2 90,-1 4 90,-1 1 180,-1 6-90,1-2 0,-1 6-180,3 7 0,-2 9 0,-1 10-90,1 3 90,-2 4-90,2 2-90,-1 1 90,1 0-90,0 0 0,-1-2 0,1-1 0,-1-2-90,0-2 90,1 0 180,-1-2 90,1-11 90,-1-6-180,-1-12 0,-1-2 90,1-12 179,0 5-359,2-8 360,-2 10-360,0 2 270,0 2-90,1 3-270,0 1 270,6 7-90,3 11-270,2 7 270,0 11-360,-2-1 90,-1 3 180,1 3 180,2 3-450,0 0 270,2-1-180,0-1 180,0-3-270,0-2-179,5 1 179,-6-9-90,3-2 180,-3-14 90,-5-5 0,4-11 0,-6-4-3212,2-20 3482,-4 6 0,3-15-1052,-5 12 1322,2-4-472,-2 0 202,1-1 89,0 5-1792,-1 3 1883,0 6 1973,-1 5-1704,-1 6 1212,2 0-1391,4 28-48,-2 2-222,4 28-90,-6 1 0,0 6 2883,0 5-2883,-1 3-90,-1 4 89,-1-2 1,-1 1-90,0 20-783,-1-4 0,-1-1 783,-1-3-180,-2 18-326,1-34 146,1-3-2626,-1-4 2626,1-4-539,-1-4 56,0-7-327,-1-5-1670,1-7 2840,-1-1 0,3-10 0,-1-1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38.83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 67 6363,'-2'-15'4318,"1"-4"-2249,0 2-1889,5 9 89,-1 7 1,3 14-180,-2 6 90,0 5-90,0 6 0,-1 3 0,0 3-90,1 1 90,-4 0-90,3 1 0,-3-3 0,2-1 0,1-1-90,-1-7 0,0-2-90,1-6-180,-1 2 91,1-5 448,-2-16-179,1-5 90,0-36 0,1 12-180,1-15 270,-1 12-270,0-1 180,1 1-180,1 1 0,0 2 0,1 2 0,1 3 90,1 2-89,1 5 89,0 2 179,1 4-89,0 3-180,5 8 270,7 20-360,-4-1 90,3 18 1,-12-9-91,0 1 90,-2 1 0,0 0 0,-2-2 0,0 0 90,-1-4-90,-1-2 270,-1-4 449,1 1-449,-6-14-270,2-3 270,-5-16-360,4-4 360,-1-3-270,1-4 180,1-1-180,1-1 270,1 0-360,1 1 360,2 1-360,2 3 270,0 3-180,1 2 180,1 5-270,2 1 180,0 4 90,6 6-180,-4 5 180,5 8-180,-5 4-90,-2 4 91,0 4-1,-2 2-90,0 1 90,-2 1 0,0-1 0,-2-1 0,-1-2 270,0-3-180,0 2 719,-1-5-629,-6-8-270,1-15 360,-3-9-270,2-8 270,2 1-360,2-2 360,0-2-360,2 0 270,2 0-180,2 1 180,1 2-270,1 3 360,3 2-270,6-2-90,-3 8 270,6-1-269,-4 9 268,1 4-178,0 2 89,0 4-180,-1 4 90,8 11 180,-8 0-270,4 9 90,-11-5-90,-1 0 180,-2 1 180,-2-1-180,-1-2 270,-1-2-90,-1-3 179,-3 1 91,0-2-90,-5-3 90,-1-7-360,-4-9 89,2-4-89,0-7 0,3 0 0,-2-14-90,4 6-90,-1-10 0,7 7-90,-3 0-89,6-2-181,-4 2-90,5-1 180,1 2-539,2 1 179,2 2-539,1 0-720,1 5-539,0 1 2518,0 3 0,-5 7 0,-2 1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39.16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0 107 8792,'1'-17'6746,"2"4"-6566,2 11 90,2 6-90,1 10 0,0 3-180,0 4 180,2 4-90,0 2-90,-1 1 89,1 0-89,-2 2 0,1-2 90,-2 0-90,0-2 0,-2-2 0,0-2-90,-1-4 1,0-2 89,-2 0-90,2-3 90,0-14-90,0-4-90,0-18 0,0 2-90,0-3-90,1-3 0,0 0 1,1-2-91,-1-1 180,1 1-360,1 2-179,0 0-1,-2 3 181,3-1-1260,2-9 360,0 10-270,4-6 1799,-2 12 0,0 1 0,2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39.38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 14279,'8'28'1529,"-2"1"-1169,-6-5 0,0 4-91,1 2-89,-1 2 0,0 1-3392,0 1 3302,1-1-90,-1 0-90,1 0-90,-1-3 0,1-2-269,-1-1-1,0-4-630,1-2 2673,-1 1-8878,-2-5 7285,2-16 0,-2 3 0,1-15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39.53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10771,'17'12'719,"-1"3"-1528,-7-2-360,-1 5-361,-1-4-538,-1 2 2068,-1 0 0,-2-7 0,-1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40.29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74 13110,'5'20'269,"0"2"-179,-1-1 0,0 3-4341,1 1 4161,1 11 180,0-8 589,0 6-679,0-13-269,-2-2-181,1-3-360,1 2 720,2-20 3662,-2 1-3752,2-19 360,-4 0-180,1-1 180,0-2-270,1 1 360,-2-1-360,1 1 90,-1 0-90,1 2 90,1 1-90,0 2 90,1 3-90,-1 3 90,4 2 0,1 6-90,0 4 180,1 8 90,-3 3-180,0 4 180,-1 2-180,0 2 180,0 1-180,1 2 0,0 0 90,1 0-90,-1-2 0,0-3 0,0-2 0,-1-2 0,-1-3 450,0 1-360,0-12-90,-3-2 89,0-12 1,-1-14-90,-2 7 0,2-10 0,-2 9 90,0 1 90,1 3-90,-1-1-90,0 3 0,5 10 90,-1 6-90,3 12 0,-2 2 0,0 4 0,2 4 90,-1 3-90,0 3 0,0-1 0,0 1 0,-1-2 0,0-1-90,0-3 0,0-2-90,-1-5 180,0 1-90,-2-17 90,1-2 90,-4-18-90,0-3-3212,2-18 3302,-1 7-146,3-28 326,-2 25 0,2-9-90,-2 17 180,1 2-270,1 3 180,0 2-270,2 3 179,1 4-179,2 2 3411,1 5-3411,1 3 487,2 5-487,1 5 90,2 6-90,-1 6 90,1 8 90,0 5 0,2 26 0,-5-6-578,0 21 578,-8-14-90,-3 3 90,-2 3-90,-3 2 179,-5 3-179,-3 0-90,-4 1-2342,-2 0 2342,-4-3 180,-4-4-442,-1-5 531,-2-6-2188,1-7 2189,-1-7 90,2-6 128,0-7-218,2-6-90,1-6-90,1-7 1610,1-6-1610,2-6 420,3-7-510,2-5 3302,3-5-3212,4-2-359,2-5-1,4 0-270,3-2 90,5-3-449,4 1-1260,14-18 900,-3 13-573,11-10 213,-6 18-720,2 2-809,1 3 3148,1 2 0,1 4 0,0 3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41.17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214 203 7173,'3'-26'2608,"-2"2"-1708,1 2-91,-6 4-406,3 2 227,-6 2 100,2 2-191,-2 2 361,-2 3-630,-8 5 90,3 4-1,-15 16-179,10 1 307,-5 11-397,7-3 0,2 1-90,0 1 90,3 0-90,2-1 0,2-1 0,4-1-90,1-2-90,3-2 0,2-2 0,1-3 0,2-1-90,2-4-180,1-3 270,6-4-89,0-5 89,4-6 90,-3-5-90,0-5 90,0-3 0,0-2 0,-1-4 90,-1-2-90,-2-1 90,-1-2 0,-1 1 0,-2 1 90,-2 2 90,-1 3 180,-1 4 179,2-1-269,-3 4-270,3 16 0,0 27-90,-2 3 0,5 15 0,-3-19 0,2 0 1,1-1-91,-1-1 90,0-2 0,-1-3-90,1-2 0,-1-4 0,0 1 90,1-4 90,1-8 0,-4-6 0,3-11 0,-4-2 0,5-5 0,-5 0 0,3-4 0,-4 1 0,2-2 0,1 2 0,0 1 0,-1 4 0,0 1-90,0 5 90,1-1 0,4 9 0,-1 3 0,2 10 0,-3 6 0,-1 2 0,0 4-90,3 9 90,-3-5 0,5 12-90,-4-16 90,2 3 0,-1-7 270,-2-4-90,4-8-90,-4-6 0,2-11 0,-2-3 0,1-5 0,0-3 0,0-2-3392,2-12 3302,-1 10 90,2-8-90,-1 14 0,-1 2-90,0 3-90,-1 2-360,0 4 2133,0-1-3302,3 8-2788,-2 6 4497,1 13 0,-6-4 0,-1 1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42.51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1 331 9242,'20'-5'1619,"1"-6"-1259,-7-3-360,0-3 0,-2 3 90,0-1-90,1-2 0,-1 0 0,1-1 89,-2 0-89,0-1 0,0 0 90,-1 1 0,-2 1 0,0 1 0,-1 1 360,-3 2 90,1-3 179,0 2-629,-10 8 0,2 6 0,-11 14 0,3 4 0,2 5 0,-8 19 0,7-8 0,-5 12-90,8-13 90,1 0-90,2-2 0,2-1 0,2-3 90,2-3-180,5-2 90,-5-3 0,7-3 0,-4-2-90,4-3-90,2-4 90,6-4-90,3-9 0,1-1 90,-1-7 90,-5 1-180,-2-3 180,1-1-359,-2-1-1,6-11 270,-5 7-180,3-9 270,-6 8-270,0 0 90,-1 1 0,-1 1 90,-1 2 0,-1 0 1,-1 3 89,0 2 0,2-2 89,1 2 1,2 2 270,2 4-180,2 12 0,-4 5 0,-1 7 0,-5 2 0,1 2 90,-3 3-91,0 3 1,-2 0 90,-1 1-90,-1 1 90,-2-1 0,0-1 90,-1-1-1,0-3 1,1-4 720,-1-2 1618,0-1-2518,-5-13 0,2-12-90,1-9-90,4-11-90,5 6 0,1-2 90,2-1-180,2 1-180,8-11 0,-1 11 1,8-8 89,-5 15-90,1 2 0,1 3 0,1 3 1,0 1-1,1 4 0,-1 2 0,0 1 90,1 3-89,-1 3 89,0-1-90,1 2-90,-2 1 360,0-1-360,-1 1 1,-1-1 89,2 0 180,1-1 180,0-4 450,-2-5 359,-5-5 271,-7-5 89,-5 0-180,-5 1-449,-4 4-180,-4 5-270,-1 10 0,1 4 0,1 8-90,1 3 90,1 3-90,-3 17 0,1 6 0,2 1-90,4-4-180,5-4-270,4-3 180,1-2 91,2-8-541,0-13 180,4-2 361,3-9-1,1-4 90,0-9 0,-4-4 0,0-3-90,-1-3 180,0-1 0,-2-2 0,0-1 90,-2-1 90,-1 2 0,-2 1 810,0-5-1,-2 5 720,-1 0-1439,-4 21-90,-1 7 0,-2 16-90,2 0 0,3 0 0,1 2-180,3 0-90,0 0-89,3-2-1,1 0-90,2-4 0,1-1 180,3-2 1,2-2-91,2-2 180,3-3-90,3-4 0,4-2 270,2-7-270,4-1 180,0-5-359,2-2 89,0-2-180,-1-2-89,-2-2-1,-3-1 180,-3-1 180,-3-1 180,-6 2 180,-2 1 180,-5 2 720,-4 2 179,-3-2 180,-6 3-899,-6 2-90,0 8-1,-6 8 1,3 6 0,-2 4-90,-1 4 0,0 4 0,-1 4-90,1 2-91,0 3 91,1 3-90,1 2-90,3 0 0,2-1 0,3-2-180,2-1 1,3-4-91,2-1 0,1-5 0,2-2-270,0-4 91,5-1 359,1-11 0,4-3 0,-2-11 0,-1-4 0,-1-5 90,1-2-90,-2-3 90,4-17 0,-5 7 90,2-13-90,-4 14 180,-1-2-90,1 2 179,0 2-179,0 3 180,1 2-270,-1 3 270,1 3-270,1 3 180,0 3-180,1 3 180,0 3-180,2 3 270,9 8-270,-4 3 0,7 7 0,-7 4 0,1 3 90,-1 6 0,-2 3 90,-1 6-1,-2 5 181,-4 4-1522,-1 5 1612,-1 4-91,-3 2-89,-2 3 0,-3 1-721,-4 3 630,-4 1-2378,-17 26 2379,2-22 90,-12 17-399,7-31 399,-1-5-892,-2-4 802,1-7 403,-2-3-223,-14 2 2076,11-12-2346,-9 0-180,17-13 90,3-6 90,2-2-360,2-5 1981,3-3-3330,-7-25 2894,13 8-2265,-2-20 181,16 13-360,4-2-91,6-4 1,4-2-180,4-2-3184,5-2 2194,3-2-809,3 0 3227,3 0 1,2 2 0,1 0-1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1:42.91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0 307 6633,'43'0'2249,"-6"1"-1619,1 2 89,-8 1 1,-2 2-91,-4 0 91,-3 1-90,-3 1-1,-3-1 1,-3 0 539,-1-1 360,-1 2-179,1-2-1260,1-8-90,-3-3 0,1-11-180,0-2 0,2-5-90,1-2-90,1-2 180,0-1-180,-2-3 270,0 1-179,-2-1 269,-3 2-90,-1 2 90,-2 4 180,-4 3 179,-2 0-89,-4 5 90,-7 10-270,-1 9 90,-5 16 0,3 5 0,-3 9 89,0 6-702,1 4 613,0 4-90,1 4 90,4 1 0,-1 2-3099,3 18 2919,5-19 180,3 11-1154,7-27 1154,5-3 0,3-4-90,4-4 432,3-5-342,4-4 0,3-5-90,3-5 1131,3-5-1131,0-3-90,1-4 0,-1-3 90,-2-2-180,-3-1 90,-2-2 0,-4 1-180,-2-1-90,-3 0 3123,-3 1-4562,-3 0-1440,-2-5 3149,-6-3 0,0 6 0,-5 1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2:08.25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36 18 6094,'-12'-6'7555,"0"0"-6565,0 4-990,12-2-90,2 5 90,21 3 0,-4 0 0,9 3 0,-8-1 0,3 0 0,-3-1 0,3 1 0,-4-3 0,1 0 0,-1-2 270,-3-1-990,1 1-1619,-3 1-3507,1 1 5846,-1 7 0,-6-6 0,-1 2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2:08.97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10 13289,'27'-5'360,"1"0"-5930,-9 6 5660,0 0 1409,-4 0-1499,1-1 90,-1 0-90,1 0 949,-1 0-859,0-1 90,4 2-90,0-1 3392,3 1-3302,-4 0-90,-1 1-90,-1-3 0,-7 1 0,-1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2:09.76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10 14099,'13'-1'180,"3"1"-180,1 2 90,5 0-90,-3-1 0,-1 0 0,0-2 0,2 0 0,-2 0 0,2 0 0,-2 0 0,0 1 0,3 0 0,-1 2 90,-3-1 0,0 0-5847,-3 1 5757,-7-10 0,-1 8 0,-8-7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2:13.77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10 5914,'12'-5'0,"-3"0"0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2:16.30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37 83 12480,'13'-13'90,"-1"3"-360,2 6 360,-2 4-180,0 3-90,-7 5 90,-4 1 90,-7 1-90,-3-3 180,-2-1 0,-3-3 180,1-3-270,-6-6 180,9-1-90,0-7 0,9 2-90,5-2 0,4 1 0,3 3-180,0 1 180,3 3-180,0 3 180,1 3-90,-3 2 90,-1 3-180,-3 2 180,-2 5-180,-4 0 0,-4 5 180,-5-3 0,-2 0-90,-3-2 180,-1-3 0,-1-3-90,-1-4 90,4-4 360,0-3-450,7-22 0,5 9 0,6-14-90,2 16-270,2 4 360,2 5-180,0 6 90,-1 7 90,-2 5 0,-6 6-180,-4 0 90,-2 2 90,-5-2-89,0-1 178,-2-4 1,-3-4 0,0-5 180,0-5 0,2-5-180,4-19-180,5 11 90,4-9-180,7 21 180,1 6 0,-1 6-180,-2 3 0,-4 0 90,-3 5 90,-3-4 0,-2 1 0,-4-5 0,-3-2 180,-5-8-180,4-2 270,-1-8-180,8-1 0,3-1-90,5-1-180,9 1 270,0 5-270,5 4-90,-5 7 180,-3 8 90,-5 4 0,-4 1 0,-5-4 90,-2 0 0,-4-7 0,-1-1 0,2-6-90,0-3 0,4-3 180,2-4 0,4-2-360,1 0 180,3 2 180,2 1-360,2 3 180,2 6 0,0 3-270,0 6 180,-4 3 0,0 2 90,-3 3 90,-2 1 0,-5-4-90,-5-6 0,-2-9 540,1-7-630,3-17-90,9 11 270,3-3-270,5 21 0,1 6 90,-1 3 0,-3 1 90,-1 1 0,-5 1 0,-3-2 90,-7-2 0,-5-7-90,1-3 90,1-4-90,4-4 180,2-1 0,3-5-180,3 1 90,3-3-180,4 2 90,2 3-270,0 2 360,3 3-270,0 5 180,0 3-90,-2 4 0,-3 6 0,-5 0 90,-3 2 0,-3-1 90,-4-1-90,-1-3 90,-3-1 0,-1-3 90,-2-3-180,1-4 0,0-2 180,6-8-90,4-1-90,6-2 0,3 2-90,4 4-180,0-1 270,5 6-90,-3 2 90,3 4-270,-3 6 180,-2 1 90,-1 4-90,-3 1 90,-4 2 0,-2-1 0,-4-3 90,-2-1-90,-2-5 0,-4 0 0,1-6 0,-1-3 270,3-7-180,5-3 0,3-4-90,4-11-90,3 9 0,3-4 90,0 14-90,5 6 90,-2 4-270,2 6 181,-4 3-1,-2 4 0,-2 0 90,-2 1 0,-3 1 90,-3-2 0,-3-4-1,-6-4 1,2-8-90,-3-2 180,7-7 0,0-2-180,5-15-90,4 7 0,5-4 0,1 13 0,2 5 180,2 5-90,-3 4-90,3 5-179,-6 2 179,3 5 0,-4 0 90,-2 4 0,-1-2 0,-2 0 0,-3 0 90,-1-1-90,-3-1 90,-3-3 0,-2-3-1,-2-3 1,1-5 0,-3-1 0,5-4-90,-3-3 0,6-1 0,-1-4 180,6-1-90,2-2-90,7-6 0,2 7 0,7 0-90,-2 9 90,1 5-270,0 4 180,-1 2-89,-2 2 268,0 1 1,-8 4 0,-5-3 0,-7 3 0,-5-7 0,0 0 0,-3-5 90,3-1-270,0-3-180,5-4-719,8 0-540,8 1 1529,3 5 0,-2 2 0,-4 2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2:23.92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94 0 15808,'-6'23'180,"0"-1"-5840,1-3 5749,0 1-89,0 0 1409,-1 1-1409,1-2 90,0 2-180,0-1 90,1 1 860,1 0-860,-1 1 0,0 1 0,1 0 0,-1-1 0,0-1 0,1-1 3392,0-2-3392,0-2 0,0-3-90,0 4-3598,0-5 2609,2-11-91,1-9 181,2-15 89,1 0 91,-2-1 179,0 2-179,0 2 809,-3 2 0,2 9 0,-2 2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2:24.26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27 133 6004,'-4'-21'1079,"0"0"-539,1-2 89,0 5 361,0 1 809,-2 3 449,1 1-2068,7 9-90,4 2 0,5 8 0,2 0 0,-2 1 0,1 0 0,1 1 0,1 1 270,0 0-360,0 0 0,1 1 0,0-1 90,-1 1-90,-1 1 90,6 1-90,-6-2 0,2 1 180,-6-5-1,1 2 721,-2 0-10731,1-1 9792,-4 6 1,-3-8 0,-2 3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2:25.30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85 0 13199,'-1'20'270,"0"-2"-180,-1 0-90,0-3 0,0 2 90,-2 0-3482,1 2 3392,-1-2 0,-1 9 90,-1-7-90,-1 6 360,0-2-360,1-6 90,-1 4 0,2-8 3392,0-2-3392,-1 2-5127,0-2 2968,2-10 2069,3-6 0,1-4 0,2 1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2:25.72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18 21 6993,'-13'-14'5847,"8"8"-5577,16 13-1,1 1-89,8 5 0,-8-5 0,1 1-90,2 2 90,0 0 180,0 2-270,0-1 179,-3 0-89,0 1 90,-1 0 90,1 0 540,3 3-541,-4-4-1168,2 2-2699,-4-5 3508,1-2 0,-5-3 0,1-2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3:06.08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2 224 9602,'-1'-17'539,"3"-1"-449,6 8-180,3-4 900,0 6-1080,-2-4 180,-3 1 90,-2-1-90,-2-2 180,1 2 0,0 1-90,2 1 0,1 0-90,2 1 90,2 2-270,0 0 360,2 3-90,-1 3 0,0 3 0,-2 4-90,-5 6 90,0 1 0,-4 5-90,0-3 90,-3 2 0,0-4 0,-2 0 0,1-1 0,-2 0 90,1-1 90,-3 3-90,-1-2 180,-1-1-180,-3-4 0,2-8-90,0-6 0,3-9 0,4-4 0,1-4-90,4 1 90,3 2 180,2 2 0,2 2-180,4 6-90,-1 1 90,5 8-180,-5 3 90,0 7 0,-3 8 90,-4 4 0,-2 4 0,-3-4 0,-2-2 0,0-6 0,-3-1 0,1 3 90,-4-2 90,0 0-90,-5-6 0,0-7-1,0-5-89,4-4 0,2 0 90,4-1-90,0-1 0,2-1-90,1-2 90,1-2 0,2 1 0,1-1 270,1 1-360,1 1 270,2 1-270,1 2 270,2 1-360,0 1 270,0 2-90,1 1-90,6 2-90,0 3 90,0 2 90,1 6-89,-5 3 268,0 4-179,-5 1-269,-2 4 179,-6 0 0,-1 1 90,-3-3-90,0-5 90,-2-1 90,-1 0-90,0-1 180,-5 1-1,2-4 91,-17-1-90,14-5 0,-13-5-90,13-4-90,-2-4 270,3-4-180,5 0 0,4-2-90,6 2-90,5 0 180,1 5-180,3 3 90,-2 4-90,4 1 90,0 4 90,4 4-180,-5 3 180,-2 3-180,-5-1 0,1 1-90,-3 2 90,-1 14 270,-3-8-270,-4 9 180,-4-14 90,-4-5 0,-1-3-90,-1-5 180,0-4-1,0-4-179,2-3 0,2-3-180,3 0-449,3 0 269,8 7 180,1 4 0,5 9 0,-3 7 0,-1 4 90,-2 2 90,-2 0 90,-2-3-90,-6-6-90,-1-9 0,-2-8 0,4-11 180,4-2-90,3 1-450,2 3 360,4 11 0,-2 11 90,1 7 0,-4 8 0,-3-1 0,-1 2 0,-1 0 269,1 1-269,-3-2 270,2-2-360,-3-2 180,1-3-8095,-2 0 7915,0-13 0,2 4 0,-1-10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3:08.46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75 157 6363,'-15'-4'2789,"-2"-1"-2339,4-1-91,2-4-269,10-5 270,4 0-360,6-1 180,1 3-270,3 2 180,2-1-270,1 0 0,2 2 0,-3 1 0,3 1 90,-3 2-89,3 3 89,-2 2 0,-3 2 90,0 2 90,-3 3 0,0 5-90,-5 1 179,-3 4-89,-4 0 270,-4-1-180,-1 1 0,-4 0 90,-2-1 90,-1-1-91,-2-1 91,0-1 270,0-2-360,-2-2 0,2-2-1,-1-2 1,1-1-90,1-2 0,1-3 0,2-1-90,-2-5 0,5-2-180,5-12 90,5 4 0,7-4-90,3 10 0,0 1-90,2 3 0,1 0 90,1 3 90,-1 2-180,1 3 270,-1 1-270,-1 4 270,0 1-270,-3 3 270,0 2-269,-3 1 89,-2 2 0,-1 8 0,-3-6 90,-2 5 90,-2-7 269,-3-3-89,0-1 90,-6 0 0,-1-5-270,-4-3 0,3-5 90,2-4-180,2-5 0,3-2 0,9-11 0,4-3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3:10.98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128 94 6993,'-18'7'4587,"0"-1"-3597,-4-2-181,2-2 1,0-2-630,4-2-180,7-6-90,4-1 90,8-2 90,3 0-270,2 0 0,7-6-90,-3 4 0,5-1-179,-4 6 89,2 2 180,-1 3 0,2 4 180,-4 8 0,-5 6 0,-3 0 450,-5 2-90,-11 11-91,4-14 1,-11 13-90,7-18 90,-4-3-180,3-4-90,1-6 0,3-6 0,5-5-90,4-5 270,3 3-270,3 2 0,0 5-90,3 0-360,1 3 450,4 4 90,-2 8-90,-4 10 90,-4 6 0,-3 0 270,-4-2-270,0-5 180,-1-2 90,-3 3 90,-2-3-90,-2-1-180,0-7-90,3-7-180,0-9-180,6-5-989,4-4-2789,1 3 1440,4 14 2698,-4 6 0,1 6 0,-4-1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3:11.83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43 116 9152,'-24'5'3148,"8"-7"-3148,14-9-90,6-2-90,8-3 0,0 3 90,1 1-90,1-1-179,6-1 269,-6 4-90,4-1 180,-5 6 180,-1 5 269,-2 6-359,-5 8 360,-5 2-360,-3 2 90,-1-4 0,1-1 0,-2-1 0,1-2 89,-2 0 91,0 1-450,0-1 0,5-9 0,3-5 0,5-8 1,1 0-91,-1 3 0,2 0 180,1 7 90,-3 10 90,-2 5-90,-6 9 179,-2-5 181,-4 8-270,0-6 0,-2 4 0,2-9-90,0-1-360,-2-2-2159,1-1-3417,-5-4 5846,5-7 0,1 1 0,4-6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3:12.84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52 225 7173,'-15'-7'2608,"4"-2"-2338,7-7-180,5 1 90,6-5 180,2 4-360,3-1 270,2-2-270,2 1 180,2 0-270,1 1 180,0 2-180,-1 3 180,0 2-270,-1 2 180,-1 3 0,1 2 270,-4 7-180,-5 8 89,-6 4 1,-9 6 90,-4-3 360,-3 3-360,-3-1 89,-2 0 91,-2-1-90,1-2 0,-1-2 629,2-3-359,-12 4-270,8-8-540,-6-2 90,19-14-90,6-4 0,9-7 0,2 2-90,4-1 90,0 1-89,3 1-1,-2 2 90,1 3-90,-1 1 0,0 3 90,2 1-180,-1 5-89,0 5-901,-7 3 181,-5 11-720,-5-6-629,-1 8 2518,-1-6 0,2-6 0,0-2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3:13.96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39 3 8072,'-17'15'6657,"1"-2"-6837,18-11 0,-1-2-180,13-6 180,1-3 0,-3 3-90,6-2 270,-3 5 180,-1 3-90,-4 11 0,-6 2 0,-4 9 0,-3-3-1427,-3 3 1517,0 0-90,-2 2 90,-1 0 0,-1 0 0,-2-3-1,-3 7 1,4-11 0,-3 6 1157,7-12-1427,7-15 90,3-1-90,7-16 0,3 3 0,-1 0-89,3 1 89,-1 3-90,1 0 90,-2 5-90,0 2 180,2 8-90,-5 5 90,1 8 0,-8 4 0,-1 5 0,-4 4 90,-2 3 0,-5 2-90,-3 1 90,-1 1-180,0-3 0,1-1-360,1-6-179,0-3-901,-1-3-898,1-4 2428,-1-4 0,-6-7 0,-1-4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03:15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3:40.9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3:57.4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262 233 6363,'-14'-15'1440,"1"1"-901,6 5 91,0 0 629,0 0 90,-2-2 91,-1-2 89,-1 0 629,0 1 451,2 3-2159,-1 9-360,7 15 90,0 8-90,7 15-1,0 1 1,3 5-440,1 5 440,2 2-90,1 2 0,2-1-177,1 0 87,2 0-396,0-3 396,1-2-90,8 15 90,-7-17 90,5 11-2900,-9-22 2900,-1-2-90,-2-4 180,-1-2 86,-3-6-176,0-2 256,-3-1-616,-4-4 3122,-5-4-3212,-10-7-89,0-6-91,-3-5-89,4-2-1,0-2 90,-1-3-179,3-2-91,-1-2-89,1-1 89,1 0 1,1-1 89,0-1 91,1 0 179,0 1 90,1-2 180,-1 1 1,0 0 179,-1 0 0,0 0 180,-1 2 90,0-2-1,-2 1 1,0 0 180,-1 0 0,0 1 0,0 0 0,1 0-1,0 1 1,2 1 90,0 0-180,1 0 90,2-1-1,1 0-89,2 0 0,2-3 0,2 0 0,4-2-90,2-2 0,3-1-1,3-1 1,3-3 0,3 3 0,2-1-90,3 2 90,2 2-90,3 2 90,1 2-90,2 4 0,2 3 0,1 5 90,2 4-91,1 6 1,0 5 0,1 7 0,0 4 0,1 8 0,-4 6 90,15 23-1119,-14-6 1028,9 17 1,-16-15-90,-2 1 90,-3 1-90,-2 1 90,-5 0 0,-3 1-1689,-4-1 1779,-3-1-1,-3-1 48,-4-2 43,-4-2 90,-3-3-90,-4-3 0,-2-2-91,-3-4 1,0-3 0,-3-5-90,1-3 0,-1-4 486,0-6-756,0-2 1768,1-5-2128,-1-2-89,1-5-181,1-4 239,1-2-508,4-4 179,1-1-359,4-4-270,3-3-540,3 0-539,4-2 2608,2 1 0,3 0 0,2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3:57.7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12 9152,'14'-8'3418,"-2"5"-2789,-3 15-179,1 5 0,1 2-90,2 6 0,2 2-181,0 1 91,1 3-90,0 0 0,1 0-90,-1 0 0,1 0 0,-1-1-90,1-1-90,-2-3-90,-1-3-90,-1-3-180,-1-3 91,-1-3-991,-2-2-5935,1-3 7285,-9-13 0,3 6 0,-8-11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3:57.8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19 8072,'7'-12'990,"3"6"-1440,1 13-270,1 3-269,-3-2 0,0 1 989,0 0 0,-4-4 0,-1-1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3:58.4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0 159 6183,'7'20'1440,"0"1"-901,0-1-179,1-1-90,-1 2 0,0-4 0,0 1-90,0-3-1,0 0 1,-1-1 0,0-1 90,-1-2-90,0 1 1079,0 0-1169,-3-13-90,-3-1 90,-2-21-90,0 7 0,1-6 0,2 6 0,0-1-90,2-2 90,1 5-90,3-2 90,4 11 0,0 4 0,2 7 0,-2 2 0,0 5 0,1 2 0,1 2 0,-1 1 0,0 1 0,-1-2 0,-1 0 0,-1-2 0,-2-2 180,2 0 90,-2-3-270,-2-10 90,-1-4-90,-4-14 0,-1-3 0,0-3 90,-1-6-90,0-1 0,1-3 0,0 1 90,1 2-3482,0 1 3482,0 5 0,1 3 90,0 0 90,2 7-181,4 5 91,2 9-90,3 9 3392,0 4-3302,2 2-90,0 4 0,-1 1 0,4 3 180,-3-2-270,4 1 270,-1-4-270,-1 0 180,0-3-270,0-2 270,-1-3-450,-2-2 90,4-3-90,-4-4-90,2-3 0,-4-5-179,-1-6-181,-1-3-89,-1-5-181,0-3-179,-2-3-270,0-1-360,-3-3 1799,-2-1 0,-3-1 0,-1 1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3:59.2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1 645 6273,'6'20'1440,"1"-2"-991,1 0-89,0-2 0,1-3-90,0-2 90,0-2 89,0 0-89,6-4-180,2-4-90,0-5 0,-2-8 0,-4-1 0,-1-4-90,1-2 90,-3-2-90,-1-2 0,-2-1 0,-1 1 90,-2 0-90,-1 1 90,-3 0 0,-1 2 89,-2 1 1,-1 3 180,-1 3 180,0 3-180,-5 2-1,0 12-269,-1 5 0,2 12 0,4 5 180,1 5-180,2 5-90,3 3 0,2 2 0,2 0 0,3 0 90,2-2-90,3 0 0,3-2 0,-1-3 0,4-5-90,-1-2 0,2-5-90,-1-3 0,2-4 90,0-4-89,1-4-1,-2-5 90,1-4-90,-2-6 0,-1-5 90,-2-5-90,-1-4 0,-3-5 90,-1-3 0,-4-4 90,-2-2-90,-3-2 90,-3-2 0,-2-1 0,-2-1 90,-2 1 90,0 3 0,-3 1 90,0 5 0,2 4 0,1 5-1,1 3 1,2 6-90,0 0-90,8 16-90,1 3 90,9 15-90,0 2 0,3 4 270,0 3-270,2 0 180,-1 2-180,1 0-90,-1 0 90,0-1-90,0-2 90,-2-2 0,-1-3-180,-1-3 90,-1-3 0,-1-4-180,-2-3 90,2-2 90,0-11 90,-1-4-90,-1-13 90,-2-4 180,-1-5-180,0-4-90,-1-3 90,0-4-90,-1-1 1,0-1 178,-1 0 1,-1 2 0,0 5 90,0 4 0,-1 5 0,2 5 270,-1 3-180,7 12-90,-2 7 179,13 26-269,-7 0 90,6 15-90,-6-9-90,1 2 90,-1 0-90,0-1 0,-1 0-270,8 7 270,-7-12-360,4 4-89,-7-17-361,-1-3 1,2-4 359,0-14 0,0-4 270,-2-13-180,-2-3 270,-1-4-179,-1-4-1,-1-4 90,-1-2 0,-1-5 0,-4-2-304,0-3 484,-1-2 0,-3-1 90,0-1 179,-3 2 1,0 5 180,-1 6 719,-3-9-629,5 22 0,-2-10-360,8 41 89,4 14-89,4 11-90,2 10 180,7 6-180,-4-9 90,7 11-90,-2-15 90,1 1 0,2-1 0,1-1 0,1-2-1,0-1 1,-1-2 395,1-2-305,-1-2-90,0-1 179,6 7-179,-7-7 0,4 6-90,-9-9 90,-1-1-90,-2 0 0,-2 0-90,-1-1-90,-1 1-270,-3 0-180,-1 0-1259,-5 7 630,-1-5-90,-3 3-360,-1-7-540,-1-2 2159,-1-3 0,5-5 0,0-3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3:59.4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9242,'14'10'2788,"1"2"-1978,-6 7-181,2 3 1,-1 5-90,2 4-91,0 2 1,2 3-90,1-1-90,-1 0 0,1-1-90,1-2-180,-1-1-90,1-2-90,0-1-450,-1-3-3482,-1-3 3213,0-3-476,-3-3-2403,0-3 3778,-2-1 0,-4-6 0,-1-1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3:59.5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 37 7353,'-8'-14'3688,"1"0"-4048,10 8-270,0 3-89,10 10-810,-3 3-3752,1 2 5281,0 1 0,-5-5 0,-1-2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3:59.8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1 120 6543,'3'-25'2339,"1"1"-1619,0 6-1,3 3-179,1 1-90,1 3-1,2 4-89,3 3 0,2 3-90,1 4-90,3 6 89,1 4-179,2 5 90,0 6-90,-2 4 0,-1 3 0,-3 3 90,-1 1 0,-3 1 0,-2-1 90,-3-2 0,-4-1-1,-1-4-89,-3-1 90,-3-3 0,-2-2 0,-3-3 0,-2-3 89,-1-3-89,-2-3-90,-1-4 0,-1-3 0,1-4 0,-6-8-90,4-2-180,-3-7-3572,6 1 3302,0-4-179,2-3 179,1-3-540,2-2 91,3 0-181,2-1-89,2 3-90,2 0-91,2 3-449,1 2-629,1 2 3186,1 2 0,-2 8 0,-2 4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00.1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 8162,'12'16'2429,"-1"0"-1709,-3 1-91,2 3-89,0 2 0,1 2-91,0 1-89,1-1-3392,-2 0 3302,1-3 0,-2 0-91,0-3 1,-2-2-90,2-2 180,-2-3 270,0 0 2852,-2-13-3392,-3-2 0,-1-14 90,-2-2-90,0-3 0,-1-1 0,1 0 0,1 0 0,-1 3-90,1 2 90,2 0 0,2 6 0,7 7-90,0 8 180,5 11-90,-3 2 0,1 4 0,1 2 0,-1 0-90,1 0-180,-1-1 0,1-1 180,-2-3-270,-1-1-89,-1-4-271,-1-1-89,3-4 179,-1-9-90,1-4-89,-3-12-181,-2-2 271,0-5-91,1-4-359,0-3 0,-1-3 1169,-1-1 0,-1-3 0,-1-2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00.98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24 566 8612,'-9'28'2159,"2"3"-1530,4 2-89,0 4-90,2 5-2840,0 3 2750,2 2 0,0 1-91,0-1 1,2-1 551,-1-3-641,1-3-2419,1-4 2329,1-5-90,0-4 0,1-5 827,0-4-917,0-5 309,3-4-399,1-12 3482,2-7-3392,-2-15 0,-3-1 0,-1-7 0,-2-2 0,-3-4 90,-1-2 0,-2-3 0,-2 0 180,-2 0-90,0 3 180,-1 4 0,1 6 0,0 6-1,1 6 91,0 2 0,6 18 0,4 15-450,3 11 90,5 12 0,-2-8-90,9 14 90,-4-12 0,8 9-90,-7-18 90,0-3-90,1-3-90,5-3 90,-5-6 270,5-4-360,-10-9 360,0-7-540,2-21 180,-3 2 90,0-18 0,-5 8 0,-3-5 270,-6-1-869,-1-5 599,-7-2-3223,-10-34 3223,0 16 0,-9-24-515,4 27 695,-2 2 180,0 4 0,0 7 269,3 8 271,-5-1-540,9 18 180,-1 0 128,10 28-398,5 12 3077,0 16-3167,7 10 179,7 31-179,3-9 211,8 20-211,0-17-909,2 2 729,1 2-90,1 1 0,0 0-90,0-3 0,0-3-90,0-4 0,0-5-719,9 12 360,-9-21-1,8 7 0,-13-24-89,0-7-124,-2-6 123,2-10 966,-5-8-786,2-10 180,-8-6 0,-2-7-3391,-4-23 3931,-2 9 89,-4-16-460,-7-2 731,3 16-6,-6-11 275,5 23 1,1 5-1995,1 5 2354,2 5 1456,1 2-1996,6 13 716,2 5-356,27 61-719,-12-25-944,18 39 585,-17-40 89,1-1 2958,0 0-2958,0-4-90,-2-2 0,-1-6 0,-2-3-270,2-2 360,-2-15 90,-3-5 0,-2-19 1220,-9-5-1220,-1-6 0,-1-5 0,-3-5-438,-2-3 438,-2-5 180,-1-5-360,0-4-726,-1-4 816,0-1 90,1 0 0,2 4 90,1 7 0,0 8 0,1 10 0,2 7 180,1 4-90,7 22-1,1 7-89,3 20 323,1 7-323,0 3 0,3 6-90,0 0-317,0 1 227,1 0 0,1-2-254,-1-1 164,-1-4-90,0-3-90,-1-4-89,-2-4-271,-1-5-989,-1-4-990,1-2 1768,-2-12 931,-1-5 0,-3-3 0,-2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01.4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9 10861,'-9'-9'7466,"9"22"-6927,7 16 1,7 18-3206,0-5 3026,2 5 0,0 5 95,2 5-275,1 0 0,1 5-90,1-1 90,0 1-90,0 0 0,0-1 0,-1-2-90,-1-4 90,0-4-270,-1-5 270,1-5-630,-2-5-1349,5 4 630,-6-14-180,2 1-1889,-7-17 1952,2-11-2582,-5-5 4123,-1-10 1,-4 7 0,-3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02.0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21 385 8252,'-14'1'6387,"10"-5"-6118,1-2-179,11-7 90,2 1-90,3-5 0,3 0-90,1-3-90,2-1-90,2-2 0,0 0 1,0 0-91,0 2 0,-1 2-360,5-2 360,-8 7-89,2-2 89,-7 8 270,-7 15 0,-1-1 180,-7 13-90,-3 0 90,-1 1 269,0 2-359,3 2 270,1 0-270,3 13-90,2-9 0,1 8 0,4-13 90,2-2-90,2-2 0,1-2 0,2-1-3392,1-4 3302,-1-2 90,3-3-90,-1-4 0,13-10-90,-6-3 0,7-10 0,-9-2-89,6-17 179,-8 5 3482,4-12-3392,-13 10 90,-2-2 89,-3 1 91,-2 1 90,-4 3 270,0 2-181,-2 4 361,0 3 179,0 5 181,-1 0-721,4 35-269,3-3 90,4 34-180,5-6-395,1 5 485,5 2-90,0 4-90,3 0 90,-2 1-1371,4-2 1281,-1-1 0,2-4-267,1-3 177,-2-6 90,0-4-90,-2-5 90,-3-5 333,-3-6-333,-3-2 1471,-2-5 1047,-1-1-2019,-1 1-229,-2 3 0,1 8-90,-2 8 0,2 10 270,3 6-934,1 7 484,2 4-808,1 4 628,3 1-270,1 2-450,2-2-3173,2-1 2814,0-3-2002,3-6 1462,0-5-30,0-8-1679,-1-7-1395,0-8 4952,-5-10 1,-7-6 0,-5-6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02.2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 3 9242,'-17'-3'4677,"2"4"-10427,10 6 5300,5 0 779,9 6-6715,11 5 6386,-3-2 0,6 5 0,-6-5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03.3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75 221 7353,'-5'-22'2878,"0"2"-989,0 4 1079,1 0-6859,6 22 4430,2 3 465,12 45-914,-3-8 90,9 22-565,-6-13 564,4 2-179,1 2 450,11 28-450,-5-22-679,7 20 679,-9-30-270,-3-3 180,1-3-360,-3-4 2893,-1-5-2893,-1-4 248,-5-6-68,0-5 656,-5-6-746,-1-3 1147,-7-4-967,-4-7 90,-6-5 0,-5-11 90,-2-6-90,-4-9 90,-3-6 0,-2-8-650,-2-5 919,-1-8-1231,-1-6 872,-1-6 90,1-5-1002,0-4 1092,2-1 90,2 2-90,2 3 0,5 6-99,3 4 9,5 8 90,3 5-90,5 6 0,2 5 0,5 6 0,3 5 451,4 4-451,3 5 817,4 4-817,4 5 0,2 6 1164,4 4-1164,1 4-90,17 17 0,-11-1-355,12 15 355,-18-4-226,-2 3 226,-4 3 1,-3 1 89,-5 0-90,-2 0 0,-5 0 90,-5-2-90,-3-2 90,-5-2 0,-3-3 0,-12 6 0,3-12 90,-7 2 0,5-15 0,0-3 179,0-4-179,-1-4-90,2-3 543,0-3-364,2-1 142,3-2-51,1 0-1,0 1-89,22 2-90,-2 3-90,22 3 90,-4 5 0,4 2-90,4 0 90,1 2-90,2 1 0,0 0 0,-1 0-90,1 1-90,-2-2 180,-1 0-449,-2-2-181,-3-2-180,-2-1-179,-3-1-270,-3-1-900,-3-3-809,-1-2 2968,-4-3 0,-5 1 0,-3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03.6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1 487 10681,'20'8'1529,"-1"-1"-6830,-5-7 5841,4-1 959,-1-3-1319,3-2 769,0-3-859,2-4 0,2-4 180,1-3-360,1-3-90,0-3 0,-2-2-90,0-2 1,-3 0 179,-4 0 3302,-2-1-3302,-4-1 0,-4 1 180,-4 1-90,-3 3 180,-4 2-90,-2 2 90,-3 4 89,-2 2 1,0 4 0,-3 3 360,0 4-450,-1 6 269,-1 3-359,-1 7 90,1 2 0,-1 7 0,2 4-90,1 6 0,2 4 0,2 4 0,2 2 0,4 2-90,2 1-90,3 0 0,3-2-180,3-2-90,2-2-3482,3-4 3303,2-3-505,2-4 324,1-5-89,1-4-91,2-6 91,0-4 89,1-6 2963,0-5-3682,1-6 574,-1-6 865,-1-5 0,-1-3 0,0-2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04.5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200 731 6813,'-12'-33'3058,"1"4"-2068,0 6-91,0 6 451,2 6-901,-3 11 181,3 9-270,-2 15-180,5 7 89,1 7-179,3 6 90,1 2-90,3 2-353,2 0 353,2 0-180,2-3 0,0 0 0,2-6 0,-1-1-89,3-3-1,0-5 0,0-4-90,-1-6 90,-1-4-90,0-4 180,4-10 353,-4-7-353,2-10 0,-5-7 90,-1-6 90,-1-6-90,-3-5 180,-2-4-549,-4-6 549,-2-6-90,-3-6 90,-3-7-90,-3-5-3138,-3-8 3228,-2-4 90,-1-2-651,0 1 921,-1 4 90,1 8-1,0 9 1,3 9-91,2 10-89,2 8-506,4 10 236,1 6 446,3 5-536,1 15 2802,3 9-2802,2 17-90,6 9 90,3 9-90,2 8 0,3 6-64,0 6-206,2 4-90,2 3 1,1 1-91,1-2-270,1-3 270,12 22-89,-9-24-91,8 14 0,-10-32-89,-1-5-1,0-6-89,-2-6 508,3-6-419,-5-6 1,2-7 89,-5-6 90,-1-7 91,-2-7 179,-2-6 0,-1-18 270,-4 3 180,-2-13 540,-6-6-181,-1 12 1061,-4-11-161,-1 8-719,1 15 449,-1-6-180,5 14-629,9 24-270,1 0 270,8 25-360,0-3-90,2 3 0,1 1 0,2-1-90,0 0-270,11 7 450,-8-10-179,7 3-91,-12-14 0,0-5-180,-2-4 270,3-9 90,-4-4-90,3-10 90,-7-4 0,-3-7 180,-1-3-180,-3-5 90,-2-2 90,-3-4 0,-1-1 0,-3 0 180,0 1 0,-2 5 90,1 5-90,0 5 179,3 6-179,-2 3-180,3 17-90,3 6 90,4 17-90,2 2 90,2 3 90,2 2-270,1 0 180,2 0-360,0-3-90,2-1 90,-1-4 1,2-1-1,-1-3 0,-1-4 0,0-3-360,0-4 451,5-6-91,-5-5 90,4-6-3392,-6-7 3482,0-3 0,0-5 0,1-4 0,-1-4 90,0-3-90,0-4 90,-1-2-90,-1-1 90,-2-2-924,-1 2 1104,-2 1 0,-2 4 180,-1 2-90,-3 6 180,0 3 2934,-1 6-2665,-1 3-179,-1 3-360,-2 10 1381,-1 6-1021,-2 15-450,1 8 360,-1 7-360,1 4 0,2 5-1,1 3-373,3 3 374,2 0 90,2 0-90,3 0 0,1-1 0,2-4-90,6 11 0,-2-17-180,6 7 0,-2-22-180,0-2-90,2-6 270,1-5-539,2-7-900,14-17 539,-6-4-179,11-14 0,-11 1-540,-2-5-966,0-4 2765,-4-5 0,-3-4 0,-2-3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04.7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0 11221,'-14'2'2518,"4"6"-1888,8 14-91,3 8 1,1 5-90,3 5-90,2 5 0,4 3-1133,1 2 1043,1 2-90,2 2 0,0 2-1,0 1 1,1-2-180,-2 0 0,0-4-90,1-2-89,-2-3-181,1-3 245,-2-3-425,0-4-809,3 4 540,-5-12-181,1 2-6206,-6-16 7239,-4-15 0,0 4 0,-4-11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04.9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50 182 6723,'-15'-33'3508,"4"3"360,-4-10-2519,10 14-809,2-6-90,9 19-91,5 6 1,2 6 0,4 3-90,4 4-90,2 3 0,1 4-90,0 4 89,1 3-89,-1 4 0,-1 1-180,6 17 0,-7-8-89,3 10-3393,-10-12 3482,-3-2-180,-1-2 90,-1-2 0,-1-2 0,0-2 0,-1-3 0,-1-1 3482,0-3-3481,1-2 89,-1-2 0,1-1 0,2 0 0,2-2 270,3-2-360,-1-5 90,-1-3-450,-1-5-179,-2-2-91,3-4-359,-2-4-360,2-3-810,-2-5-719,0-2 3058,-2-2 0,-2-2 0,-1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05.1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15808,'23'17'-6386,"-9"-4"2878,1 1 3508,-9-5 0,-2-4 0,-1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05.3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1 7892,'-6'24'3059,"0"1"-2070,-1 4-89,3 0-271,-2 2 271,3-1-450,1 1 89,2 1-269,2-2 90,2 1-360,1-2 180,2 0-450,1-4 0,2-2-180,0-2 180,2-4-89,0-3-1,0-3 90,1-3 90,0-4-90,1-3 90,-1-4 90,1-4 1,-1-4-1,-1-3 90,-1-3 179,-1-1 1,-4-2 90,3-1 90,-4 0 90,0-1-90,-3 2 89,-2-1 91,-1 3-90,0 0-180,-1 2 269,-1 3-449,-2-4-1349,0 4 1259,1-2 0,1 8 0,2 2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05.7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 0 10051,'-2'16'3148,"0"3"-2338,2 2-90,1 4-91,0 4 1,3 3-3572,0 1 3301,2 3 1,1-2-90,2 1-90,0-1-90,2-2-90,0-1-90,1-4-90,0-2 90,-2-4-180,0-3-90,-2-4 91,0-1-1,-1-12 3482,0-15-3482,-2-7 90,-3-12 90,0 3 0,-1-3 270,0-3-270,3 0 0,-5-1 270,8-9 90,-5 12-360,7-4 0,-1 17 90,0 4 0,1 5 450,1 2 90,15 12-451,-8 3 91,12 9-90,-12 2 0,1 2 0,0 1 0,2 1-90,-1 0-3302,-1-1 3302,-2-2-90,-1-2-180,-1-1-179,-2-3-721,-1-1-5036,-1-3 6206,-4-10 0,0 4 0,-5-8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06.1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5091 5 9242,'-19'-3'4497,"1"2"-3777,-3 2-1,-1 5 1,-4 2 0,-6 4 89,-4 3-179,-6 3-375,-4 3 285,-6 2-779,-5 5 599,-4 0 0,-5 5-1,-6 2-179,-5 3-1221,-9 3 1221,15-8 0,-2 1-865,15-6 0,-2 0 819,-21 9 1,-1 1-45,20-8 0,1-2-45,-4 3 0,0 0-806,-2 1 0,-1 1 806,-2 1 0,-1 1 0,-1 1 0,-1 1-671,-1 0 1,-1 1 670,-1 1 0,-1 0-45,0 0 0,-2 1 45,0 0 0,-1 1-353,-2 0 0,0 0 308,0 0 0,-1 1-121,0 0 0,-1 0 166,0 0 0,1 0 44,-1 0 1,0 0 283,2-1 1,0 0-284,1-1 0,1-1-24,3-1 0,1-1 24,2-2 0,2 0-90,2-2 0,2-1 215,3-2 1,0-1-171,5-1 0,0-1-45,3-1 0,1-1 0,3-3 0,1-1 0,3 0 0,1-1 90,-41 13 982,10-3-1072,9-6-90,11-3-40,-6-1-590,24-8-179,-3 0-181,24-6-7778,4-2 4631,17-3 4683,2-1 1,8-2 0,-4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11.5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387 524 7083,'-1'-15'4677,"-2"-2"-3687,-2 1-630,-4-2 89,1 5-89,-2 0 0,2 5 0,-1-1-91,0 1 1,-2 0 0,0 1 90,-1 1-3212,-1 1 3122,0 1 179,-1 1-359,0 1 0,-1 3-90,0 1 90,1 2-90,-2 1 3392,1 2-3392,0 5-90,-1 4 90,0 4 180,-7 18-270,5-5 90,-4 13-90,8-10 90,2 0-90,-1 17 0,6-12 90,2 13-90,5-17-90,1-1-89,6 14 89,-1-14-90,4 9 0,-1-18 180,2-3-270,0-3 90,3-2 1,-2-5-1,3-2 90,-2-4 0,1-3 90,0-5 0,-2-2 0,0-6 0,0-3 0,-2-4 90,-1-7 270,0-5-360,-2-5 90,0-4 90,-2-3-90,-1-5 90,0-4-343,-3-4 433,0-34-1637,-2 17 1547,-1-26 180,0 2-180,-2 25 89,1-14-598,-2 31 509,1 8-2627,2 3 2627,0 7 0,1 4 93,0 6-183,2 2 858,0 1-858,3 6 413,3 8-323,9 29-90,-3 3 0,4 23 90,-7-10-90,0 7 0,-1 4 0,1 2 90,1 26 2416,-3-19-2506,3 18 0,-4-27-151,-1-2-29,1-3 0,-1-4-90,1-2-90,-1-4-90,1-2 91,-1-4-451,1-3 180,-2-4-269,1-2 179,-1-5-2518,1-3 2491,5-8 747,-5-5 0,2-3 0,-6-1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12.0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1 224 7083,'1'-22'3148,"1"2"-1259,0 4-1619,1 20 270,-2 3-360,0 38-1,-2-9-89,0 16 270,0-13-360,0 1 90,1-2-90,0 0 0,2-4 90,-1-1-180,1-3 90,1-4-90,-1-5 90,1-3-180,1 0 90,3-11-90,-1-4 90,1-15 90,-1-7-89,-2-8 89,1-4-90,-1-4 90,-1-3 0,0-2 90,-2 0-1,0 2 91,-1 4-90,0 5-3302,0 4 3392,1 5-90,-1 0 0,5 19-90,-1 5 0,6 20 90,2 23-90,-2-8 270,5 16-360,-3-15 90,0-2-90,0-1 90,1-3-180,5 9 90,-5-13 3302,4 5-3302,-8-17-90,0-3 270,0-3 0,3-13-180,-4-4 0,2-17 0,-4-4 0,-1-6 0,0-5-89,0-4 89,-1-4-90,-2-27 180,-1 14-2452,-1-20 2452,-2 24 0,1 3-199,0 4 288,0 6-89,0 7-2453,1 5 2453,1 8 270,1 1 0,4 18 1359,2 5-1449,4 20 83,0 8-83,0 8 2869,0 5-2869,1 5-90,0 4 90,2 1-538,0 2 448,0-2 90,7 24-90,-5-21-180,2 16 0,-4-27 90,-5-1-564,3-6-66,-2-4-89,0-4-361,-2-4-4536,3 2 5616,-3-9 0,-3-4 0,-3-11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12.2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6 158 8612,'-4'-15'2699,"3"1"-2250,3-1 1,5 2-90,3 0-90,4 1-90,3 1-90,4 1-90,2 1-90,2 2 0,3 1-180,1 1-180,1 0-180,3 1-89,-1 0-181,0 1 91,-1 1-630,-2 0-3752,-1 0 5191,-2 0 0,-11 1 0,-5-1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12.9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90 588 6903,'-15'15'2788,"1"2"-3008,1 4 939,0 3 214,3 2-483,0 2 0,4 2-90,0 1 245,4 1-425,1-1-90,3 0 0,1-2 89,1-1-269,2-3 90,1-2 122,1-4-482,2-3 1,1-4-451,1-4 450,6-8 90,-3-4 1,3-9 89,-5-2 0,-1-3 90,-1-3 0,-1-3 180,-2-1 90,-2 0 90,-2 1 179,-2 0 91,-2 2 0,-1 3 809,-2 1 270,-1 0-989,-1 4-360,1 12-1,2 8-89,3 14-90,2 4 0,3 3-3392,1 1 3302,1 0-90,3 0 0,0-2-90,3-2-89,0-2-91,2-4-90,0-3 270,1-4 3032,-1-5-3301,2-4-91,-2-8 90,2-4-89,-1-7 89,-1-5 0,-1-5 90,-1-5 0,-2-2 91,-3-4-1,-2-3-177,-3-2 267,-1-4 0,-4-2 90,-2-3 180,-4-4-270,-1-2-657,-3-4 837,-2-1 90,0-1 90,-2 2 180,1 5 90,1 7 89,1 8-179,2 7 0,2 8 90,2 6-90,2 4-181,5 18 161,1 6-250,4 19 0,3 6 0,2 7-237,1 7 147,1 6 0,1 4-622,1 5 532,0 1 90,1 2 0,0-1 0,0 0 0,-1-2 90,-1-5-90,-1-3 0,-1-6 0,-1-5 270,-1-8-270,-2-4 180,-1-8-180,-2-3 1177,-2-4-907,-4-16-360,0-4 360,-5-19 445,1-4-715,-1-5 0,1-5 0,1-2 90,0-3 0,2-1-233,1 3 143,2 1 90,1 5-90,2 4 0,1 5 0,2 5 0,0 4 0,3 6 233,1 3-233,3 7 0,0 4 0,2 8 90,0 6-90,1 7 0,1 5 0,-3 5 90,0 3-90,-2 4-3302,-3 2 3302,-2 2 90,-3-2-832,-3 1 1012,-6 15-90,-3-15-117,-4 11 117,-2-23 0,-1-4 90,-2-7 2967,0-3-2878,-8-3-359,5-7 1088,-6-5-1178,7-8 106,1-6-376,0-4 0,2-5 1,0-3-361,4-5-89,0-3-91,4-2-89,3-1-181,3 0 1,4 1-900,3 1-539,4 2 2608,0 4 0,4 2 0,0 3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13.2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83 0 7533,'16'1'5577,"-10"6"-5038,-3 5 1,-11 6 0,-2 2-91,0 4-89,-2 2 90,1 3-180,-1 1 0,1 1-180,2 0 89,0 0-89,2-1-90,1-3-90,3-1-89,4-3-91,-1-4 0,5-1-180,-1-3 270,3-3-719,1-2 359,9-6 90,-3-4-89,5-5 89,-4-6 0,1-4 90,0-4-3302,-1-1 3393,0-3 179,-2-2 0,-1-2 90,-2-3 90,-1 0 90,-2-1 179,-1 3 181,-2 3 0,-2 2 719,0 4 4472,-1 1-5372,0 39-359,0-7 0,1 35-89,1-15-181,-1 2 0,1-1-180,0-1 180,1-1-359,2-4-91,1-1 0,-2-4-179,4-5 179,-3-3-1259,4-4 1979,10-15 0,-13 4 0,8-10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13.5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65 15 8612,'-15'-10'3328,"3"5"-2698,1 14 359,0 16-629,5-1-90,-1 12 0,4-7 0,3 3-91,2-1-89,3 3 90,1-2 0,8 17-90,-1-13-90,6 11 90,-3-18-90,1-1 0,1-2 90,1-3-90,1 0 0,-2-2 0,0-1 90,-1-2-90,-1 0 90,-3-2 0,0-1 90,-2 0 180,-2-1-1,-3 0-89,-1-1 0,-4 1-90,-2 0 90,-4 2-180,-3 0 90,-4 0-180,-2 0 0,-2-1-270,-2-1-540,-10 3 91,7-5-91,-7 1 181,12-8-541,0-2 91,3-3-540,0-3-540,2-5-719,2-3 2878,2-3 0,3 5 0,1 2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13.93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1 142 7173,'22'-2'1619,"-1"0"-1169,-4 2-1,-1 0 1,0 0 0,0 1 0,-1-2-1,0 0 451,-2-1-540,4-2 539,-6-1-449,4-3-90,-7-4 0,-1-4-271,-6-6 271,-2 3 0,-5-3-90,-1 9-90,-4 2-180,-3 9 0,4 9 90,-1 10 0,4 5-90,1 6 90,2 5-90,2 3 90,2 4-3392,4 21 3392,0-12-90,3 14 179,0-21-89,1-2 0,0-5 0,0-3-90,1-3 180,4 3 0,-3-11 90,3 1 90,-1-11 3212,2-12-3393,1-5-89,1-13 0,-1-5 0,1-6-180,2-5 0,0-2-89,1-2-360,0-2 89,0 1-90,0 1-89,-1 2 179,-2 1-360,0 4-179,-2 2-90,0 4-181,-1 4-179,-2 2-450,1 4 1889,3 0 0,-8 8 0,3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15.0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812 1 7713,'-2'24'2158,"-3"3"-1438,-3 6-180,-3 8-1071,-3 9 980,-3 7 1,-3 9-90,-4 6-90,-3 5-1198,-3 5 1198,-2 2 0,-2 5-770,-3 1 770,0 2-136,18-45 1,-1-1 225,-20 44-90,1-1 90,1-3-90,0-5-351,0-2 351,2-4 90,0-5-367,3-7 187,1-6 0,4-9 0,3-8-91,5-7 957,3-6-1136,4-6 1530,3-6-1620,1-2 402,0-4-312,2-12 958,2-2-868,4-12-90,2 1 90,3 0-90,-1-2 90,2 0 0,1 0-90,0 1 90,1 1-180,5-6 90,-3 9 0,6-5 90,-3 13-90,0 3 90,3 6 0,-1 4 0,4 3 0,4 5 0,3 3 180,3 5-90,5 4-469,3 5 468,6 5 1,3 2 0,5 5-1088,5 3 1088,2 5 0,4 2 0,2 5 90,2 4-1469,1 1 1379,0 3 90,-1-1 0,1 2-1,-4-1 91,-1 0 0,-4 0 0,-19-21 0,-1 1 90,17 23-181,-21-25 1,-1-1 180,6 15-180,-3-4 180,-5-2-573,-4-5 483,-3-3-1,-4-5-179,-2-5 90,-4-6 0,-2-4 242,-2-6-152,-2-4 818,1 0-3876,-2-4 1808,3-5-2888,0-8-3496,3-6 7364,-1-6 0,-5 7 0,-1-1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16.4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 1 11940,'4'15'1439,"-4"2"-809,-2 3-270,-2 4 179,0 4-269,1 4 0,1 1 0,-1 2 0,2 2 0,-1 0-90,2 2 89,-1-1 1,0-1 0,1-3-90,0 0 90,1-4-90,0-2 0,0-4 90,2 5-181,-2-6-4766,1 1 1979,-9-15-2429,1-10 5127,-4-10 0,5 2 0,3 1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16.78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7 342 7982,'-3'-19'2249,"0"1"-1439,2 3-181,1-3 1,2 0-180,2-1-1,2-1-89,3 0 0,1-1-180,3-1 270,2 0-270,1 1 89,1 0-179,2 2-180,1 1 180,0 3-90,11-2-90,-8 7 90,7 1 270,-9 9-360,-2 5 270,0 4-180,-1 6-90,-5 4 90,0 6-90,-3 4 90,0 3 0,-3 3 0,-2 0 0,-4 1 0,-4 1 0,-2-1 90,-3 0 90,-9 11-90,2-12 90,-6 5 270,-2-11-270,5-10 0,-5 0 89,7-11-179,-5-5 0,4-5-90,-3-6 0,5-4 0,3-4 0,-1-6-90,3-3-719,-3-35 359,7 20 0,0-24-89,8 30-91,3 1-90,3 3-179,1 3-2249,13-8 1709,-8 17-450,9-4 1889,-11 19 0,-5 2 0,-1 2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17.15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13 313 7173,'-6'-24'3058,"2"5"-1709,2 0-899,1-4-4252,2 4 4162,2-6 859,0 5-949,3-1-90,1 0 0,1 2 0,2-1-90,-1 3 0,3 0 3392,-1 3-3482,4 2 0,-2 3 90,2 1-90,-1 5 0,0 0 0,1 4 0,1 3 0,-1 3 0,0 4 0,-1 4 0,0 2 0,-4 3 90,0 3-90,-3 1 180,-1 3-180,-2 23-90,-3-16 180,-1 15-90,-6-26 0,1-1 0,-5-2 90,0-2-90,-1-1 0,-1-3 90,0-3-90,-1-2-90,-7-6 90,5-4 0,-5-6-180,0-12 90,6 1 270,-5-9-450,9 2-270,-2-15 180,6 7-179,0-10-1,5 14-180,2-1-4471,5-6 3482,1 10-539,5-6 2248,-1 14 0,4 2 0,0 2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17.5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57 356 7713,'-17'-4'2608,"3"-1"-1888,6-3-181,1-4-89,2-2-90,1-4-90,3-2 0,2-3-180,5-2 89,2-1-89,4-1 0,3 0-90,2 1 0,2 1 0,2 2 0,0 3-90,2 1 90,-1 5-90,2 3 90,-2 4-89,1 5 89,-1 5 0,-1 4-90,-2 5 90,0 6 0,-3 3 0,-2 4 90,-1 3-1,-4 1 1,-2 2 90,-3-1 0,-3-1 90,-3-3-90,-1 1 90,-5-4 0,2 1-1,-4-4 91,-1-3-90,-3-2 90,-2-2 0,-1-3 0,-3-3-181,0-3 271,-12-3-270,7-4-180,-7-2 0,11-4-90,0-1-540,1-3 91,-5-10-2340,1-16 1260,5 5-899,5-9-720,13 17 3238,2 0 0,0 12 0,0 3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18.1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327 100 7533,'0'-20'3238,"-1"1"-2249,-2 3 91,-2 2-271,-2 3-179,-3 2-1,-2 2-89,-1 4 0,-3 2-90,0 5-1,-2 2-89,-1 5 0,-1 3-3482,1 5 3302,-2 3 90,2 6-1,0 2-89,1 9-171,1 4 261,2 7 0,2 3 0,2 3-2182,2 4 2092,3 3 90,1 3 1907,2 3-1997,3 3-90,0 1-682,3 1 682,0-1 0,0 1 45,1-21 0,-1 0-45,2 27-90,-2-27 0,1-2 90,-1 18 0,0-2 0,-1-2 136,0-3-46,-2 20-180,-1-25 2621,-1 10-2621,0-31-180,1-7-90,-1-6-473,1-5-1956,-1-1 2131,-3-14-1141,1-7 0,-1-16-1259,1-8-1080,0-7 4048,0-6 0,-2-3 0,-1-3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18.3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0 297 9961,'5'-13'2249,"1"2"-1889,6 2 180,12-6-271,-2 0-179,13-6 0,-5 2-180,3-1-269,2-1-181,1 0-360,1 0-269,1 0-810,-1 0-629,-1 1 2608,-2 2 0,-1 2 0,0 1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18.6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2 252 8252,'-1'16'2429,"4"-3"-1979,6-4-270,11-5-180,-3-4 0,8-4-90,-3-2-90,1-4-3482,2-1 3392,1-3-1840,0-1 1840,0-2 0,-1-2 91,-2-1-1,-2 1 90,-1-1 90,-4 2 90,-2-1 90,-5 2 2974,-2 1-2794,-5-3 90,-3 6 2617,-5-3-2528,-2 7 1,-3 3 0,-1 2-1,-2 2-89,-1 3 0,-1 3-90,-1 4-1,-1 4-89,0 4 0,1 5 360,-9 31-3842,12-15 3302,-6 23-641,16-24 551,2-1 0,3 1-89,2-2-91,1-1-90,3-3-90,0-3-180,3-2 1,0-5 2894,3-2-3075,2-3 868,1-4-1048,1-4 181,1-5-1,1-4-89,1-4-1,1-4-3751,-1-5 3212,0-3 1349,-1-4 0,-1-5 0,0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19.0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81 83 6543,'0'-23'2969,"-1"2"-1081,-1 4 181,-2 1-1529,-4 11-270,1 5 180,-3 14-360,2 6 269,0 7-269,0 5-90,1 3 0,1 3 0,1 2 90,1-1-180,2 1 180,1-2-180,2-2 0,1-3 0,1-4-90,1-3 180,1-3-359,0-5 89,1-3-270,0-4 360,4-5 0,-2-7 0,4-7 91,-3-7-91,-1-6 180,1-5-90,-1-3 90,-1-3-90,-2-2 180,0-2 90,-2 1-1,-1 2 451,0-6 180,-2 13 449,1-6-1259,4 28 360,-1 5-450,4 18 90,-1 4-90,0 3 90,3 1 0,-1 2 0,2-2 0,-1 0-90,2-2 90,0-3 0,-1-2-90,1-4-90,-2-2-180,0-3-90,3-3-269,0-11-91,0-2-179,-1-11-270,-4-1-990,0-3-719,-2-2 2968,0-1 0,0 0 0,0-1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19.5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6 8432,'11'-5'2789,"-4"6"-2160,-4 20-179,-4 7 90,0 6-181,0 7 91,-2 5-90,1 4-642,-1 5 642,1 2-90,0 3 0,2 1-91,0 1 1,1-1 0,0-2-90,1-2 0,0-3-90,1-3-90,-1-3-180,0-4-89,1-4 89,-1-5-540,0-5-89,0-5-1350,-1-3-719,-2 0 2968,-4-7 0,3-3 0,-3-8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19.7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29 9871,'10'-13'1260,"-2"4"-1080,9 11-1,-1 1-89,3 0 0,3 1 0,1-1-90,3 0-180,-1-1-179,1 1-1,-1-1-180,0-1 0,-2-1-89,-1-1-1,-1-1 0,-2-1-359,-2-2 0,-3 0 989,-1-3 0,-7 4 0,-2-1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20.7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30 245 7713,'-11'15'1259,"1"1"-899,6 2-180,1 5-1,1 4 1,2 3 0,3 1-90,0 2 90,5 0-180,-2-1 90,5 0-90,-2-2 90,1-2-90,0-2 0,0-4-90,0-3 90,3 1 90,-1-6-90,2-5 90,-4-9-90,-1-9 90,-2-6 90,4-16-90,-4 5 90,4-13 0,-6 11 89,1-3-89,-1 2 90,-1 0 0,0 4-90,0 2 180,-1 5-270,1 0 90,-1 5-270,5 10 180,-2 6-90,2 13 0,-1 2 0,0 2 0,0 3 0,0 0 0,-1 2 0,1-2-180,2 7 90,-2-9-90,1 3-90,-1-9 360,-1-4-90,0-12 90,-1-5 0,-1-14 0,-1 1 0,0-2 0,0-2 0,-1 0 179,1-10-89,1 4-180,-1 0 0,2 6 0,0 13-90,2 6 90,1 8-180,-1 8 91,-2 3-91,0 4 0,0 1-180,0 13 270,-2-7-90,0 7 90,-1-13 0,-1-1 90,1 1 90,0-5-90,-2-13 0,1-5 90,-1-15-90,1 0 0,2-2 0,1-3 90,1 0-90,1-2 0,3-11 0,0 9 0,1-7-90,-3 14 90,0 3 0,0 3-180,0 3 180,3 2-90,-1 8 90,1 4 0,-2 10 0,-3 5 0,0 16 90,-1-3-90,2 12 0,-2-11 0,0-1 180,1-1-270,0-2 90,0-1 0,0-5 0,0-3 0,-1-3 0,0-2 180,1-1 0,5-17-180,-2-3 0,5-18 90,-3 0-90,1-3 0,1-4 90,0-1-90,0-3 180,-1-2-180,0 0 180,0-2-180,-1 2 180,-2 2-270,0 2 359,-2 6-359,-1 4 360,-1 4-180,0 5-360,-1 1 540,1 15-360,-2 4 90,-2 16-90,-3 3 90,-1 5 0,-1 2 0,0 3 0,0 0 90,0 2-90,2 0 180,0-1-90,1-1 0,1-2-90,1-4 90,1-3-90,2-3 90,1-4-90,0-3 0,1-2 270,2-3-270,6-10 0,1-3 0,5-12 0,-3-3 0,2-5 0,0-3 0,2-3 0,-1-4-3392,2-2 3392,-2-4 0,0-1-92,-3-1 92,-1-2 179,-1 1-179,-3 0 270,-2 2-270,-1 0 90,-3 6 90,-1 3 90,-2 7 540,0 2-271,-2 1 1,0 5-540,-1 15 90,0 6 3212,1 29-3302,2-8 362,2 11-362,1-8 0,2 2 90,2 0-90,1 1 90,2 0 0,0-1-90,1 1 90,1-2 90,-2 1 0,1-1 269,-3-1-359,0-1 90,-2-1-90,-1-1 0,-3-1 0,-2 0 0,-2 0-180,-3 0-90,-3 0-899,-9 10 359,0-9-809,-7 6-360,2-10-1349,-4-1-1349,-4 0 4587,-3-2 0,-3-2 0,-1-2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21.8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22 232 7623,'-9'21'6116,"1"-3"-5126,3-3-631,10-9-269,5-5 90,5-6-90,2-7 0,-1-2 90,2-4-90,2-3 0,0-1 0,9-15-90,-7 10 180,9-18-90,-16 22 90,2-4 359,-9 13 1080,-2 0-89,-2 1-1441,-1 19 1,-4 6 0,-1 26 0,0 3-90,-1 8-359,0 5 449,1 5-90,1 4 0,1 4 0,0 1-857,2 1 857,-2 0 0,2-1 0,-2-3-659,2-3 749,-2 0-1281,-2-10 0,-1-1 1191,0 11 90,-4 25 184,4-57-274,0-8 345,1-3-885,-1-2-1374,-1-3 744,0-10 2987,2-8-3346,1-14-222,1-4-947,1-5-720,1-2 3418,1-2 0,1 0 0,-1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22.3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11 9152,'10'-9'4137,"-4"8"-3417,-1 22-180,-4 8-91,0 7 1,0 5 0,0 5-594,1 3 504,-1 3-90,2 2-90,0 0 0,0 1-1,1 0-89,0-1 0,2-1 0,-1-4-90,1-1-90,-1-3-90,1-2-179,-1-3-91,-1-4-180,0-3 270,0-3-3764,-1-4 3134,-2-3-1012,-1-3-3484,-3-1 5486,-7-13 0,5 2 0,-4-12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22.51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8 344 8792,'-6'-22'2429,"4"2"-2160,5 10 1,5 1-90,3 1 0,4 0 0,3 0-90,3 0 90,3-2-360,4 0 90,2-1-450,1-1 180,2-1-359,1-1 359,0-2-270,2-1 181,2 0-91,0-1 0,0-1-539,-1 0-90,-3 0 1169,-1 0 0,-3 1 0,-1-1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23.5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238 209 8162,'-17'12'2069,"1"3"-1439,1 4 89,-1 5-179,-3 5 0,0 2-90,-1 2-91,0 2-89,1 1 0,2 0-90,2 0 0,2-1-90,2 0 0,3-2-180,2-2 0,1-3-90,4-3 0,1-3 0,4-3-270,1-3 1,3-3-541,4-6 720,5-7-269,1-5 89,3-7 90,-5-4 0,-1-4 90,0-4 181,-2-2-1,-1-2 359,-2 0-179,-2-2 360,-2 2-180,-2 1 90,-2 2 359,-1 3-179,-1 3 449,-2 3 1,0 0-630,-3 4-270,3 13 0,-2 5 0,5 16-90,-2 2 89,1 2-178,1 2-1,1 1 0,2-2-180,1 1 180,0-3 90,3-2-360,-1-3 90,2-3-90,-1-3-179,1-3 269,4-3 90,-1-9 90,2-3 270,-4-10-270,-2-2 90,-2-4 90,-3-2 180,1-2-180,-3-3 270,2 0-271,-1-2 91,-1 0 0,-1 2 0,1 1 0,0-3 0,0 8-180,2-5 90,4 14-90,2 6 0,3 8 0,0 10 0,-4 3-90,0 3 0,0 3 0,0 2 0,-2 3-90,2 10 360,-3-9-270,0 8 270,-2-15-360,0-1 360,-2 0 90,-2-2-180,-4-8 0,-2-10-90,0-10 0,2-7 90,4-1-90,1-3 0,2-3 0,1-3 90,8-13 0,0 10-90,5-11 0,-1 16-90,1 0 90,1 3 0,2 2-90,0 5 90,2 1-90,-1 4 180,0 2-360,0 3 270,-2 2-360,1 4 0,-2 2-89,0 2-91,-1 2 0,-1 1 270,0 1-359,-2 1 359,0 0-360,-1 0-269,4 1-1,-4-2 361,7 0 269,-6-9 90,1-1 90,-2-5 0,-3-3 90,0-3 0,0-1 90,1-4 0,0 0 90,-1-5 90,1 0 269,-2-3-269,-1 0 90,0 0 90,-3 1 179,0 2 1,-3 2 89,0 3-89,-2 1 719,-1 2-179,-2 0-631,-4 5-179,-2 3 0,-2 10-90,1 8-90,-1 7 0,0 7 179,-7 23-269,6-7 0,-4 16-501,8-13 501,0 2-90,2-1 0,1 0 90,1-2-180,3-4 0,1-2-90,2-3-90,3-5-180,-1-3 90,2-3-89,0-5-361,0-4 180,5-3 451,3-12-1,1-5 0,1-13 90,-4-2 412,-1-4-412,0-4 269,-2-4-268,-1-4 358,-1-4-269,-2-3 270,-1-3-180,0-1-387,-1 1 476,1 2 91,-2 4 0,0 5 0,-3 4-90,4 6 90,-3 6 0,5 1-180,3 20-90,0 4 0,3 22 90,-1 4-90,0 6 0,1 6-414,1 5 414,0 5 465,-1 3-465,-1 5-90,-2 3 90,-2 3-448,-3 3 448,-2 2-1137,-4 3 1137,-3 3 0,-5 0 0,-4 0 0,-4-2 0,-4-4 179,-3-5 91,-3-6 270,-2-6-343,-1-6 73,-1-8 90,0-7-90,0-9 0,1-8-91,0-8 1,2-8-90,0-9 301,3-9-391,0-9-90,3-8 896,3-10-1615,-1-36 179,12 12-495,5-17 1,4-3-1080,7-9 1799,-1 18 0,1 3-854,10-5 90,3 4-1614,3 6 265,3 6 2427,1 8 0,1 7 1,1 4-1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24.1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0 739 6633,'20'17'1709,"-1"-1"-1349,-1-5 90,-2 2-90,-1-4-91,-1 0 91,0-2 360,-1-2-181,4-2-269,1-4 0,0-1-90,-2-6-90,-4-2 0,1-2 0,-2-5 0,2-2-90,-1-3 90,0-2-90,-3-2 0,1-1 0,-3-3 0,-1 1-3392,-3-1 3392,0 0-440,-1 1 530,-3 2 90,0 4 0,-4 3 90,0 5 180,-4 4-270,-5 14 3174,1 6-3264,-3 15 0,4 5-90,2 7 90,2 3-90,1 4 90,8 43-90,2-31 11,6 32-11,1-44 0,1-2 0,3-4 0,1-3 0,9 3 0,-5-13 90,7 2-90,-7-14 90,0-4-90,1-6 0,0-5 90,0-4-90,8-15 0,-8 1 736,6-11-736,-9 2 0,0-3 0,1-4-378,-4-4 198,3-4-3476,-2-30 3206,-4 14-90,2-23-424,-7 21 334,-2-2-90,-1 0 91,-2 2 359,0 3-270,-2 5 450,-1 6-270,-1 6 360,-1 7-269,0 5 269,1 7-450,0 4 807,1 1-267,8 14 90,-1 2 3130,6 14-2950,-3 4 1061,0 5-971,1 5 0,0 6-1,1 5 1,1 3 0,-1 5-359,1 4 538,-1 4-89,0 3 90,-2 3-91,-1 1 91,-3 1-180,-1-2-1,-1-1-89,-2-2 180,-1-3-360,-1-3 0,-1-3-180,-5 10-180,3-17-90,-2 5-180,5-22-1079,0-4-1619,1-3-540,1-22 540,1 0 3148,0-22 0,1 1 0,-1-2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24.3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12210,'14'14'2519,"-1"1"-1890,-5-7 1,3 4-90,0 0-1,4 2-179,2 1 0,2 0 0,3 0-180,2-1-1,2-2-179,2-1 0,1-2-179,0-4-91,2-1-180,0-4-180,0-2-179,1-4-1,-1-2-359,-1-3-90,0-2-1710,-3-2-1078,-1-1 4047,-2-1 0,-3-1 0,-2 1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29.3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40 0 7803,'-20'0'5037,"5"4"-4678,10 8-359,6 2 360,9 9-360,1-3-90,2 4 180,3 2-180,3 1 90,2 1 0,1 0 0,1-1 0,0 1 0,1-2 0,0-2 0,0 0-90,-1-2 90,1-2 0,-1-1-90,-1-2 0,-3-1 90,0-2 0,-2-1-89,-2-3 89,-2-1 0,-3-1 0,1-1 1349,-1 0-989,-9-1-271,-5-1-89,-6 1-89,1 7-1,5 1 0,2 6 0,2 1 90,0 1-90,3 16 0,1-5 90,3 13 0,-2-8 0,2 1 0,-1 3 0,2-1-90,1 1 360,0 0-1748,0 1 1389,1 0 89,0 1 69,0-1-159,1-2 270,0-2-360,0-2 360,1-1-270,0-2 0,0-3 0,1-1 0,-1-2 0,6 9 90,-5-10 1443,3 6-1443,-1-3-90,-5-7 415,2 6-325,-5-9 0,-2 0 0,0 0 0,-2 0 90,-1 2 0,-1-2 0,0 2 90,-2 0-91,0 1 91,-1 1 0,-2 2 0,-1 0 90,-1 0 0,-1-1-90,0 0 0,-2-1 0,1 0-1,-2-2-89,2-1 0,-1-3 0,1-3-180,1-2-7915,1 0 8005,8-19 0,2-3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30.24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70 170 6813,'0'-19'6836,"2"16"-6566,0 25-180,3 14 90,0 14-90,0-7 90,4 21-90,2 10-4223,0 1 4133,-1-1 89,-4-23 1078,-1 2-1257,-1-1 270,0-1 20,-3 0-110,1-3-270,-3-2 0,-1-4 0,-1-4 0,0-5-89,-1-6-631,-1 0 271,0-10 359,-7-10 2393,2-12-2303,-3-16 90,2-5 1,0-5-1,1-7 0,-1-5-345,2-5 345,-1-6 270,1-4-533,1-4 263,1-2-2918,2-34 3008,3 23 0,2-22-1480,3 34 1480,3 6 55,3 3-55,2 6 439,1 5-349,10-7-90,-4 18 0,6-4 2385,-6 21-2295,1 6 0,0 7 0,1 8 2422,1 7-2512,-1 8 90,-2 5 0,-1 6-90,-2 4 90,-2 3-90,-2 1 90,-3 1 90,-3-1 437,-3-1-257,-5 11-180,-1-13-1,-3 7-89,-1-19 0,1-3 90,-4-3-90,2-4-90,-4-3-90,2-4-90,-5-5 180,3-5-269,-5-7 89,6-5-270,0-7 0,2-4-90,2-6-179,2-4 89,3-3 1,3-4-1,3 0-90,4 0-359,2 3-90,3 2 1169,2 5 0,0 3 0,1 3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30.75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0 187 6363,'15'13'1619,"-2"0"-1079,0 3-90,-3 2 0,1 1-1,-3 1-89,1-1 90,-1 0-180,-2 0 90,0 0-181,-1-1 91,-2 0-180,0-1 450,-1-1-450,-1 2 360,0-3-450,0-17 0,-1-5-90,1-19 90,2-2-90,1-4-90,1-3 90,3 0 0,0-2 0,3 4 0,-1 0 0,1 4-3482,1 3 3392,0 4 90,1 4-180,6 0 1,-3 8-271,11 5 180,-10 9 90,4 7 0,-6 5 1,-2 4 89,-1 3 3392,0 3-3302,-2 1 0,-1 0 90,-1 1 0,-2-2 90,-1 0 90,-1-2 0,-1-3 269,-1-2 271,-2 3 629,-1-5-1169,-2-16-90,2-5-90,0-19 0,4 1 90,2-3-90,1-3 0,1-3 90,2-2-90,1-1 0,1 1 0,1 1 0,0 2 0,0 3 0,-1 3 0,-2 3 0,0 5 0,-2 3 90,0 3 0,-1 10 0,-2 6 0,0 12-90,-3 7 90,0 5 0,-1 5 0,-1 3 0,1 3-90,-1 0 269,0 1-269,2-2 270,0-2-360,1-3 270,0-3-270,2-5 180,0-3-270,2-3 180,0-4-270,1-4-269,1-4 179,3-5 90,0-7-180,2-6 91,-1-6-541,7-16 540,-4 4 1,4-12-1,-5 8-90,-1-2-90,0-2 1,-2-1-1,-1-2-3482,-2 0 3393,1-1 484,-4 0 1,0 2 0,-2-1-1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31.5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151 406 7533,'-6'-7'5487,"2"7"-4408,-12-27-90,3 19-539,-1 6 180,-2 14-360,2 5-90,1 10-1,3 3 1,1 4-90,-1 5 0,2 2 0,1 2-381,2 2 471,1 1-180,3 0-90,0 0 90,3-2 0,0-2-90,-1-3-90,2-3 0,0-4-180,2-4 0,0-6 1,2-2-91,0-4-180,0-4 360,5-5 1,3-12 269,-1-5-270,0-13 90,-4-4 0,-2-3 90,2-7-35,-3-3 36,1-6 89,-2-5-90,-2-5-797,-1-5 887,-1-5 180,0-4-225,-1 17 0,0-1 135,0-26-45,1 28 0,-1 1 315,1-10-270,0 8 90,0 8 89,-1 8-89,1 8 0,-2 5 0,2 7 397,5 9-487,0 15 725,5 14-545,-4 12-180,0 10-556,0 6 466,-1 6 90,0 6-90,-2 5-874,1 6 964,-3 3-90,0 0 0,0-1 0,0-6-90,0-4 90,0-6-90,3 14-90,0-23-89,2 7-1,-2-27-90,1-6-270,-1-6 540,5-7-359,3-19 603,0-6-424,1-16-2386,-3-5 2386,0-3 90,0-7-253,-1-2 343,1-2 0,-1-25 270,-2 22 270,-3-13-180,-2 30 180,-2 7-1,0 6 271,-1 4 2996,1 2-3536,1 15 378,0 5-468,0 17 0,0 7 0,1 6 0,0 4 90,4 23-693,-2-13 513,2 16 90,-1-22-90,1-2 0,1-3 0,2-3 0,-2-4 0,4 3-90,-4-11-179,3 2 179,-3-13 422,-1-7-512,1-6 1,0-8-91,0-6 90,1-8-360,1-5-89,0-5-181,-1-6 0,0-4-384,-2-3 475,0-4 179,-2-1-90,0-24 630,-3 20-90,-2-13 90,-3 29 270,-1 6 0,-1 4 180,0 7 89,-1 5 721,1 3 449,1 1-720,1 0-719,4 10-180,3 4 25,6 10-925,-1 2-1079,3-1-3777,0-1 5666,-1-1 0,-5-3 0,-2-2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31.8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143 24 9602,'-14'-12'4767,"-3"1"-4228,3 11-89,-1 2-90,1 10-90,3 5 0,1 5-90,-1 8 89,-1 23-179,4-7 0,-1 18-90,5-15-351,1 0 351,3 2 0,1-2 0,3 0-719,0-4 719,3-3-90,-1-3 1,2-4-181,1-3-2918,1-5 2828,1-4 274,0-4-364,3-5 180,1-4 143,1-7-593,2-5-269,2-8-181,2-6-89,0-6-540,2-6-629,-1-4 2428,0-4 0,-1-4 0,1-2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32.0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42 32 8972,'-12'-18'6656,"0"4"-6026,5 20-1,0 5-89,4 15-90,2 2 0,1 4-181,2 5 1,1 4 180,3 26-360,-1-14-559,3 18 469,-1-23-180,0 0-90,2 0-491,-2-3 221,1-2-180,0-2-223,-1-3 133,0-4-359,-1-4 179,0-4-359,-2-4-2159,0-4 3642,-1-3 1,-1-7 0,0-3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32.2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6 131 11131,'-5'-23'3418,"8"7"-3148,7 10-1,8 5-89,0 1 0,3 0-90,2 0 0,2-1-180,1 1-180,2-3-179,1 1-91,0-3-540,2-1-179,-2-2-1349,0-1 2608,10-8 0,-10 3 0,7-6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33.1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46 38 9602,'-14'3'2068,"1"4"-1528,9 8-270,-2 7 360,2 22-451,2-8-89,-1 17-777,6-17 777,-1 2 120,2-2-210,3-2-3084,6 9 2904,0-13-90,4 4 90,-3-16-90,0-4 0,1-5 530,1-3-440,0-6 90,-1-4 0,1-4 0,-2-4 3482,-1-4-3482,-2-4 180,0-2 0,-3-2 90,0-1 90,-4-1 0,0 0 0,-3 2 89,-1 2 91,-1 3 719,-2-4-89,0 6-1170,1 18-90,1 6-90,2 21 270,0-5-360,2-2-89,1 1-1,1-4 0,3-1-90,0-2 91,3-3-271,-1-3 360,7-5 90,-6-7 91,5-5-1,-4-6 90,0-5 0,-1-4 90,0-2 90,-1-4 0,-1-3 179,0 0 1,-1-1 180,0 4-90,-2 0 90,1 2-91,0 3-89,-1 3 270,0 4-180,1 0-90,1 5-91,4 3 1,0 7-90,3 7 0,-2 6 90,2 4 0,1 5-90,0 4 0,1 5 0,-1 4 0,-1 3 0,-3 1-90,0 3 90,-3 0 0,-2-1-90,-3 0 90,-1-1 0,-3-1-90,-3-3 90,-2-1 0,-2-4-90,-3-2-90,-1-4-90,-1-2-90,-2-4-180,0-4-449,0-3 179,-5-7 0,5-6 1,-2-7 269,6-7-449,4-5 89,1-5-89,2-5 179,3-5-3392,3-3 3483,2-2-91,3-1-89,3 1 809,2 3 0,1 2 0,1 3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33.2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57 5983,'17'-19'1530,"-1"3"-628,-2 4 447,-1 4-595,5 6-124,-6 5 62,4 6-62,-5 6 99,-1 3-279,-1 6 0,-1 3 0,-1 5-91,-1 1 1,-2 3-90,-1 1-90,0 0 0,-1-1 0,-1-2-90,1-1-180,-1-3-180,0-3-180,-1-4-269,0-3-990,1-3-5307,-1 1 7016,3-14 0,-2 4 0,2-12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33.4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59 8612,'-3'-15'3958,"0"-3"-3059,2 4-1438,7 4-91,2 8-270,5 8-3751,-2 4 2762,-3 1-449,-1 2 2338,-1 1 0,-2-5 0,-2-1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34.2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1 194 9512,'5'19'2158,"0"2"-1618,-1-1-180,-1 4 0,0 2-180,0 4 89,-1 2-89,0 2-90,0 0-90,-1 0 0,0 0 180,-1-3-450,0-1-90,-2-4 1,1-2-1,2-4-360,-2-3 1,2-2 359,-4-15 270,2-4-180,-1-18 270,2-3-270,1-5 360,1-6-270,1-3 270,2-3-90,0-1 90,4-17-1561,-2 16 1382,5-10-1046,-3 23 1135,1 4-90,1 5 90,0 5 270,6 3 89,-3 9-359,3 5 0,-4 8 90,0 7-90,-1 6 1527,0 4-1437,-3 5 0,4 19 0,-6-11 0,5 12-90,-6-17 90,0-3-90,0-4 0,0-3 1259,0-4-1170,0-4 91,-1-2-90,7-11 0,-4-6 0,6-13 0,-4-5 0,6-22 0,-2 8-73,3-16-17,-4 13 90,-1-2 0,0 0 90,0 1-1,0 1 1,0 2-90,-1 4 90,-2 4-90,0 4 0,-3 6 90,0 4 90,2 2-90,3 16-90,-1 3 0,2 13 0,-4 3 253,1 1-343,-1 5 0,-1 2 90,1 1-90,-1-1 0,3 1 0,0-4 0,-1-2 90,-1-2-90,-1-5 0,-1-2 90,1-1-90,-5-16 0,1-2 0,-6-16 0,0-2 89,-1-3 1,0-2 180,-1-2-90,0 1 270,0-1-360,0 2 180,-1 0-180,1 1 0,-1 4 0,2 2 0,0 3-180,1-1 90,7 7 179,0 6-179,7 9 0,6 20-89,-2 0-1,7 14 0,-6-2 0,0 6-397,0 6 397,-3 5 90,3 36 0,-7-19-1495,1 27 1675,-6-28-180,-3 1 180,-3 0-1071,-2 1 891,-5-2 0,-4-1 0,-3-4 90,-4-5 90,-3-4-315,-2-7 495,-3-5 89,-1-7-89,1-7-90,-1-9 0,3-8 262,0-7-352,2-9 1250,2-7-1430,2-11 1029,3-6-1029,3-8 0,3-3-2836,5-5 2836,4-2-889,6-3 530,6 0-91,5 0-360,4 0 181,4 0-1015,4 3 474,3 2-539,2 4-1259,1 5-900,0 3 3868,0 6 0,-2 6 0,-2 3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34.7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8522,'7'15'3598,"-3"-2"-3824,-3 34 585,-2-6-179,-1 6 180,1 6-180,-1 4-635,2 3 635,-1 2 90,3 0-90,-3 1 0,3-1 0,-3-4-90,2-2 90,1-5-90,0-5 0,-1-6 221,1-6-311,0-5-90,0-5-360,-1-6-1799,1 0 1806,2-18-906,-1-5-630,2-19-540,-3-4 2519,2-5 0,-3-3 0,2-1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35.1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1 258 7713,'0'-15'3328,"1"-4"-2789,-2 4-89,2-5-90,2 2-90,2-1 0,4-2-90,2 0-91,2-1 91,3 1-90,1 1-90,2 3 90,0 3-90,2 4 90,-1 5-90,0 5 90,-1 7 0,-1 7-180,-1 7 180,-1 7 0,-4 6-90,-1 6 90,-5 4-90,-1 4-436,-2 2 526,-5 2 0,-2 0 0,-3 0 90,-2-3 90,-9 16 0,4-20-90,-6 9 89,5-24 1,0-6 0,1-4 0,0-5-90,0-4 0,-6-6-90,5-7 0,-4-8 345,5-8-525,3-7 1,0-5-181,3-7-90,2-3-90,2-5-90,2-1-1753,2-1 1664,3 1-1,1 1 0,2 4-179,2 5-1,2 4 1,2 5-91,1 6 91,2 5-450,0 4 1753,-1 6-494,1 5 0,-7 1 0,-2 1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35.4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57 535 6993,'-14'-16'2339,"1"-1"-7370,4 0 5751,1-3 1318,2-3-1498,2-3-91,2-2 771,2-2-950,1-2-90,4 0-1,1-2 1,4 1-90,2 0 3392,4 2-3392,1 1-90,2 2 90,1 2-90,4 4 0,-1 3 0,3 4 0,-3 3 0,2 4 0,0 5 0,11 9 90,-10 4-180,6 10 180,-12 2 0,-5 5 0,-1 5 0,-6 1 0,-2 4 180,-5 17-90,-3-13-90,-5 12 89,-2-18 1,-1-3-90,-3-2 90,1-3 90,-3-4-90,2-3 0,-1-4 0,0-4 0,1-3-90,1-3 0,-1-5-90,1-3 0,-2-6-3482,-3-13 3392,3 0-90,-1-11-90,7 4-90,1-2-90,6-4 1,-5-2-91,8-1 0,-4 0-179,5 0-181,1 2 1,3 2 3481,1 4-4471,3 4-629,1 4 2518,0 4 0,-4 8 0,-3 3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35.8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95 616 6723,'-15'1'2339,"1"-1"-1440,1-5-359,0-4 0,3-4-91,0-4 1,3-6-90,0-3-90,3-5 0,2-3-90,3-2-1,3-3-89,2-2 0,4 1 0,2 0-90,4 2 90,3 1-90,3 1 0,3 3 0,0 2 0,3 5 0,1 4 0,0 4 0,0 6 0,1 5 0,0 4 0,-1 7 90,-2 5-90,0 7 0,-2 6 0,-2 6 90,-3 5-90,-3 4 90,-4 3 90,-3 1-324,-2 2 324,-7-1 90,0-1-90,-7-2 90,-1-2 90,-1-3-27,-3-3 117,-3-3 0,-1-5 0,-2-3-91,-2-5 1,0-4 0,-1-4-180,-2-6 90,1-4-180,-1-6 0,1-6 143,1-5-233,0-5-154,2-4-115,3-5-181,1-3-180,3-2-89,2-3-4562,2-20 4201,4 15-359,2-13-90,4 23-450,3 2-719,2 5 2698,2 4 0,-4 11 0,-1 6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36.6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262 32 9871,'-24'8'1979,"1"2"-1529,6 7 0,-2 5-90,-1 4-1,-2 4-89,0 4 0,0 1 0,1 1 0,2 1-180,2-1-2466,3 1 2466,3-2-90,4-1 90,4-2-90,3-2 0,2-2 0,4-1-90,4-5-180,11 3 2646,-1-11-2466,8 0-270,-4-11 90,2-4-359,0-4 269,0-3-360,1-4 270,-1-1-179,0-4 269,-1-1-90,-1-2 270,-1-1-179,-1-1 359,-1-2-270,-1 0 180,-1-4-3392,0-1 3482,-3-1 90,0 0 180,-1 0-1,-1 1 181,-1 1-90,-1 1 90,-1 1-91,0 2 91,-1 3-90,-1 2 3482,-1 4-3213,-1 2-89,4 1 0,-4 4-270,8 4-90,-6 5-1,3 7 1,-2 5 0,0 5-90,-1 5 90,-2 5-90,-3 4 0,-2 2-3392,-3 3 3392,-2 0 0,-3 2-125,-1-2 124,-3-1 1,0-3 90,-2-3 0,0-2 90,-1-5 90,1-4-90,-1-4 3554,2-4-3644,-4-2-37,4-7-53,-7-12-1,8-4-178,-2-10-1,6-1-180,2-5-90,3-4-90,1-4-89,3-2-91,2-1-180,4 0 91,0 1 89,2 0-359,-1 6 89,1 1-269,0 6 0,1 3 269,0 3-359,2 3-270,1 2 1529,1 1 0,-7 7 0,-2 2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36.8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34 6903,'1'-18'9804,"1"3"-9354,-2 19 0,0 9-90,-2 23-90,-1 1-1,-1 6-89,0 2-3482,1 3 3482,0 2-270,0 1-1217,1 0 1037,0 2-472,1-2 113,-1-1-1,2-3-90,1-1-1528,0-4 1439,2-1 1413,-1-4-1684,-1-5 1030,2-6-1120,-2-4 1170,3-7 0,-2-6 0,1-5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37.1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 42 7713,'-2'-20'5486,"2"-2"-5036,3 25-270,2 15-90,3 15 0,-1 10 0,0-9 0,1 0-90,2-1-90,0-1 90,0-1-90,1-3 0,-1-3 180,3-1-270,-1-5 180,0-3-180,0-5 90,0-2 180,4-8-270,-3-5 0,4-8 90,-5-5-89,0-4 179,0-5-90,-1-2 180,0-1 0,-3-2 179,1 0-179,-3 1 180,-2 0 90,1 5 0,-3 3 449,3 5 451,-1 1-991,3 13 91,-3 5-270,2 18 0,-3 6 0,1 5-90,-1 3 0,2 2-90,0 1-90,1 0-90,1 1-719,2 14 179,0-15 1,1 9-91,-1-21-179,-1-2-1440,0-5-1348,3-6 3867,0-11 0,-3-1 0,-2-7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37.70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0 7713,'3'16'1889,"0"2"-1530,-1 2 1,1 4 0,-1 2 90,0 5-181,1 0 271,-2 4 90,1 14-450,-2-12 180,-1 11-360,0-18 269,-2-3-359,1-3 360,0-4-180,-1-3-809,0 1 539,-2-13 270,1-3-270,1-16 180,1-11-180,3 2 90,-2-8 90,3 8-90,0 0 90,1 0 0,1 2 0,0 0-3392,1 3 3302,1 2 90,2 0 180,0 4-270,1 3 90,6 3 0,-3 5 0,3 4 3392,-5 6-3302,1 5 180,0 4-270,0 3 180,-1 4-180,-1 1 0,0 1 0,-1 1 0,2 9 0,-3-9 0,0 5 0,-3-15 90,-2 1 629,1-4-809,-3-13 90,1-7 0,-1-15 0,2-2 90,0-4 0,1-2 0,0-2 90,2 0 0,-1-1 0,0 1 90,0 3-90,0 2 89,0 5-89,-1 3-90,1 1 180,2 5-180,2 8 0,0 6 0,1 13-90,-2 2 0,1 1 0,-1 4 0,2-4-90,-1 3 90,1-2-90,-1-1-90,0-2 0,0-3 0,-1-2 90,2 0 180,1-7 0,-2-4 0,2-8-3302,4-23 3212,-5 9 270,7-15-360,-4 15-90,-2 0-270,3 0-89,-3 1-1,2 1-449,-1 3-1260,0 4 2249,1 1 0,-7 5 0,1 2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38.0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8702,'0'7'6476,"-1"1"-6296,4 24 180,-1-5-270,0 2 0,1 3-90,0 1 0,-1 0-3392,0 1 3392,0-1-437,-1-2 437,-1-4-180,0-3-179,1-5-181,-1 1 90,0-4 360,-2-16 3311,2-3-3311,-1-18 608,2 2-428,0-3 0,0-2 0,1-1 0,1-2 270,-1 1-181,2 0-89,0 1 0,1 2 0,0 3-3392,2 1 3302,-1 4 90,1 2 0,6 0 90,0 9-90,1 3 0,0 9 270,-4 6-360,1 6 3482,-1 3-3482,0 4 90,-1 3-180,1 1 90,-2 1-90,0 0-180,-2 0-90,1-2-90,-2 0 91,0-4-451,-1-2-179,0-2-1350,-2-4 2339,1 1 0,-1-11 0,-1 1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38.3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123 59 7263,'6'-19'5127,"0"2"-2519,-1 0-2068,-6 12 0,-2 4-180,-7 15-91,0 6 1,-2 3-180,1 3 90,1 2-90,2 0-90,2 1 180,5 24-180,4-19 0,4 17 0,3-25 0,2-2 0,2-1-90,1 0 90,16 21 90,-11-16-90,10 15 0,-16-20 180,-2-1 0,-3 0 0,-2-1 90,-5 10-181,-4-9-268,-4 8-181,-4-9-180,-4-2-449,-3 0-451,-4-1-358,-2-1-1261,-4 0-1078,-2 0 4137,-4-1 0,-2-1 0,-2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48.42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59 154 12120,'-16'6'4228,"0"2"-3419,7 0-179,0 2-450,3 1-180,4 2 0,4-3 90,6 0-90,5-5 0,0-1 0,4-2 0,-3-3 90,1-2-90,3-2 0,0-2 0,1-2 90,1-2-90,1-2 0,-1-1 0,1-2 0,-1 0 0,-1 0 0,0-2 0,0 1 0,-1 0 0,-1 0 90,-3 2-90,-1 2 89,-3 2 91,0-1 2069,-2 3-2159,-3 13 0,-4 4-90,-5 17 0,-1 1 90,0 5 0,0 3-90,0 4 0,1 2 0,0 1 0,0 1 0,3-1 0,0 1 0,1-3 0,2-1 0,0-2 0,0-4 0,1-2 0,0-4 0,0-2-90,0-3 0,-1-2-360,-1-2-449,0 2-450,-1-1-1170,-2 2-449,-1-3-1,-4-1 2969,1-4 0,1-4 0,2-5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48.59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6 9152,'17'-4'6476,"0"2"-6026,-4 4-630,1 5-360,-5 0-179,2 2-361,-2-1-539,0 0-989,1 1-810,-1-1 3418,-1 0 0,-3-4 0,-2-1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50.63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0 803 9062,'6'12'1619,"2"0"-1439,9-6-90,-1-2 0,4-4 0,-4-2 0,2-2-90,2-2 90,0-3-1,2-3-89,0-1 0,0-1 90,0-2-90,-1 0 0,-2-3 90,0-1 0,-3 1 90,-1-1 90,-3 1 0,-2 0 0,-3 1 90,0 0-1,-3 2 451,0 1-91,-4-5 1,-3 3-90,-4-1-181,-7 7-269,-4 10-3482,0 6 3482,-7 17-90,9-1 0,-5 16 0,7-4 0,0 5-90,2 4 0,4 1 0,1 1 0,3 0 0,3-1 0,3-2 0,3-3-90,2-2 90,2-2 0,2-4-2268,14 14 2178,-8-19 2268,10 7-2178,-12-22-90,1-3 90,1-4-90,3-3 90,0-5-180,2-2 3303,-1-5-3483,0-4 0,2-4 90,0-4-270,0-4 91,1-1-1,0-2-180,0-1 1,1-2-1,0 0-90,-1 0-449,11-13 539,-9 11-144,7-9 414,-11 15 1,-2 3 89,-1 2 90,-2 2 90,-1 1 90,-3 4 180,-3 1 539,-3 3 271,-2-2 89,-3 2 91,-5 0-36,-6 6-775,-4 11-3391,0 5 3302,-1 8-2269,3 4 2269,-1 5 0,-1 4-90,1 4 0,0 3 0,0 3-90,2 0-1517,1 0 1517,2 0 1290,2 12-1380,2-14 2066,1 8-2246,1-19 0,2-2-90,0-5 3224,2-2-3404,0-3 598,3-2-328,3-7 90,0-4 180,3-10-180,-3-7 180,1-5-180,-1-6 0,0-5 0,-1-6 90,0-4-266,-2-6 176,-2-6 90,0-4-3244,-2-5 3334,0-1 0,-1-4-1403,-1 1 1493,-1 1-268,-1 3 357,1 5 91,0 4-90,0 6 180,0 5 0,0 8 213,0 5-303,-1 7 2793,2 4-2703,0 0 1899,1 3-2170,4 17 546,0 7-635,3 24-90,-2 3 0,1 6 90,0 8 0,-1 5 0,2 34-1987,-4-18 1986,2 23-89,-4-28-72,0-1 72,0-3 0,1-4 0,1-1 0,0-4-270,3 15-180,-1-20-89,1 7-91,-1-25-629,4 4 539,0-12-809,3 1 450,3-16 2038,-1-7-2309,4-8-337,-2-6-831,0-5 2518,1-5 0,0-4 0,0-2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51.04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164 57 8252,'-3'-15'5397,"-1"-2"-3778,-2 5-989,-5 2-90,1 8-91,-2 7 1,2 7-180,-2 6 0,-1 6 0,0 6-90,-1 4-1,1 5-3391,-2 22 3212,5-13 0,0 15-198,5-21 108,3-2-113,2-3 23,2-3-90,1-3-359,4 5 3551,-1-11-3282,3 3-269,-2-13 474,2-3-25,5-9 0,-2-4 0,3-10 126,-5-5-35,0-6-1,0-4 0,-1-5 90,0-2 0,0-3-90,-2 0 180,0-2-90,-2 1 180,1 2-91,0 2 181,-2 5 0,-1 4 270,1 5 359,-1 0-629,4 16 0,-2 8-90,4 17 0,-2 9 0,2 5 0,8 23 0,-2-13-180,6 15 89,-5-20-89,2-3 90,1-1 0,1-4 0,1-2 0,0-5-90,1-5 0,1-5-90,1-5-3392,0-5 3302,1-8-89,1-5-91,0-8-630,15-19 181,-10 3-454,10-15 94,-14 8-564,0-2-1145,-2-1-990,-2 1 4612,-5 1 1,-1 2-1,-4 2 1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55.63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 1 5735,'-4'11'0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55.91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42 0 5737,'-21'18'0,"0"0"0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57.13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79 133 6363,'-17'15'540,"2"-2"-360,6-4 180,0 0 809,1-1 1889,0 1-2788,1-9-180,3-7 90,3-12-90,4-2 0,4-2-90,0 5 90,2 0 180,1 1-90,7-6-180,-2 6 180,5-1-180,-4 10 0,2 3 0,-1 3 0,2 6 89,0 4 271,17 29-360,-13-8-3392,12 25 3392,-17-14 0,-3 4-80,-1 3 80,-3 3-2272,0 26 2362,-8-19-1,0 19-425,-7-28 605,0 0 1,-2-5 0,-3-2 2061,-1-3-1972,-2-4 91,-1-5 325,0-4-325,0-5 89,2-3 1,0-3 3333,2-3-3333,-1 0-268,3-3-811,8-2 269,7-5-90,8-3 0,2-2-449,10-2 269,-6 0 0,10-3-179,-8 0-1,1 0-269,1-3-91,0-1-89,0 0-810,1-2-629,0 0 2608,0 1 0,1 1 0,1 3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57.29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35 12570,'16'-14'-922,"-1"0"0,-10 11 0,-1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59.53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210 239 7713,'12'-12'3238,"-2"-3"-2519,-6-3-89,0-4-360,-1-3 180,-2 3-91,-1-4 1,-2 6 0,0-4-90,-4 3-90,-2 4 90,-7 5-1,-3 8-179,1 3-3212,-2 7 3122,5 3 90,-1 5-90,1 4 90,-1 7 0,1 5 0,0 6 90,1 5 0,1 5 0,0 4-90,3 5 2482,-1 29-2482,4-17-90,0 22 90,4-27-802,1 0 802,2-1-354,2-2 264,0 0-462,1-2 552,-1 0-90,1-4 0,1-2-90,1-3 679,0-3-769,0-4-90,1-3-89,0-5-91,-2-4 798,1-4-977,-1-4-606,0-5-5961,-1 0 7336,-5-20 1,3 9-1,-5-16 1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4:59.72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0 254 8882,'16'-14'1259,"1"2"-989,-4 5 0,4-1-90,2-2 0,4-1-90,1-2 90,5-1-180,1-2-90,5 0-180,0-1-180,2-1-270,-2 1-179,-1 0-450,-1 2-270,-3 0 1619,-2 3 0,-4 1 0,0 1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00.08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0 289 7083,'5'17'1799,"0"-1"-1259,5-6-271,4-3-179,7-2-90,-2-8 0,2-4-90,-4-5 1,0-1-91,1-4 0,0-2 0,0-1 90,2-3 0,-2 0 90,0 0-3482,-2 0 3482,-1-1 0,-1 1 90,-2 1 180,-3 3 0,-2 2 629,-2 3 270,-2-3 451,-5 4 2221,-7 3-3391,0 8-90,-4 9-90,4 6-90,-1 6-1,0 4 1,1 4 0,1 4-90,2 1 0,1 2-90,2-1 90,3 0-90,1-1-90,5 9 0,1-11-90,3 6 0,0-15 0,0-2 91,2-2-181,0-2 0,1-3-90,-1-4-180,2-3 360,-1-4-269,2-3 179,1-3-540,0-4 271,0-4-271,0-4-89,0-4-1,-1-2-359,1-4-90,0-2 1349,-1-3 0,1 0 0,-1-2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00.57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75 268 7892,'-3'-16'4768,"-3"9"-4318,0 8-91,-3 11-89,2 4 0,-1 5 0,0 2-90,1 2-90,0 2 0,3 2 0,0 0 0,1 2-90,1-3-90,2 0 0,0-2-90,1-1 0,0-4-90,2-2 0,0-3-270,1-2-89,4 1 269,2-7 360,4-7-360,-1-8 360,-1-8-270,-4-2 1,1-3 89,-1-2 90,-2 0 90,1-2 0,-4 2 90,3-1 90,-2 4 449,-1 1 181,0-1 269,-1 5-989,5 11 0,-3 8 0,5 14 0,-3 3-90,3 1 0,1 1-3392,-3 0 3392,4 0-90,9 14 0,-5-14 90,10 9-90,-12-19-90,0-3-270,-1-3 450,4-4 3033,-3-6-3393,2-5 180,-4-7-180,0-4-90,-1-5 181,1-4-181,0-4 90,2-4-180,-1-5-1552,0-4 1642,-2-3 180,1-4-343,-2 0 523,0 1 180,-3 3-180,0 3 360,-1 5-181,-1 6 361,-3 5-180,1 6 630,-1 4 359,1 2 768,1 17-1937,-1 4 499,1 16-229,0 4-270,1 2 0,0 2 359,1 4-449,0 0 360,1 3-270,2 17-90,-3-13 0,3 11 90,-5-17-90,0 1 0,1 8-360,-2-12 0,1 5-1259,-2-16-1529,-1 2 3148,0-5 0,-1-4 0,0-7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00.74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14 8972,'6'-10'3328,"4"6"-3148,4 6-90,5 5-90,-3 0-180,2 1 0,2-1-90,1 1 90,1 0-269,1-1-721,11 2 271,-9-4-540,7 0-450,-11-6 1889,-1-1 0,-9 0 0,-3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01.53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15 34 7533,'-7'17'2968,"2"2"-2428,3 3 89,1 2-359,2 1 180,2 3-270,2 0 90,1 2-270,1-1 90,1 1-360,1-1 0,0-2-90,0-2 180,0-3-359,1-4 179,-1-2-630,1-3 541,3-4 269,-2-7-90,10-8 90,-9-4-180,10-19 270,-9 7 90,2-12 0,-5 8 360,-1 0-180,-1 0 180,1 1-90,-3 2-1,0 2 361,-4 4 180,1-1-91,-1 3-719,2 12 90,-1 8-90,1 14 0,0 3 0,0 4 0,0 0 0,0 2 0,2 0 0,-1-1 0,1-2 0,0-1-90,1-4 0,-1 0-180,-1-5-269,1 2 449,1-12 90,-1-5-90,0-13 90,-3-6 0,2-4 0,-1-2-90,0-3 180,1-12 0,0 11 0,0-7 0,-2 15 0,1 3-90,0 2 89,1 0 1,1 6-90,3 5 90,-2 6-90,1 11 90,-3 1-90,1 14 90,-1-4-90,-1 9 0,-1-8 0,-2-2 0,-1 2 0,-1-5 90,0 0 0,-2 2-90,0-4-90,-4-12 90,4-13 0,-2-9 0,5-5 0,1 5 90,2 0-90,-1 1 0,3-5 0,-1 6 0,2-3-90,4 6 90,0 4 0,6 5 0,-4 4 0,4 12 90,-6-1-180,3 5 90,-4-2 0,1 0 0,0 1 0,1-1 0,0-2 0,6 1 0,1-5 0,5-3 90,-5-10-90,-1-7 0,-5-6 0,8-17 90,-5 4-1267,5-14 1177,-6 10 0,-3 1 360,1 1-270,-4 2 180,-2 2 359,-1-2 181,-4 7-181,-4-1-449,-5 15 1177,-2 8-1177,-5 13 630,-13 39-540,11-13-416,-11 28 416,15-25-90,4 1 0,2 0-90,3-1 180,4 12-180,2-15 0,4 7-90,1-19 90,3-4-90,1-4-90,2-4 90,2-4 235,2-4-415,0-5 0,1-4-180,2-6-89,0-4-91,1-5-180,0-5 181,2-4-451,0-5 1,2-1-630,1-4-883,-1 1-466,-1-1 2968,0 0 0,-4 1 0,-1 1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02.11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181 52 7443,'-6'-17'3058,"0"2"-1349,-1 4-360,-4 3-719,-2 9-270,-1 3 89,-1 11-179,5 1 90,0 3-180,1 3-90,2 2 0,2 1-90,3 0 0,2 1 90,3 1-90,4-1 0,3 0 0,2 0 0,4-1-90,2 1 0,0-1 90,2 0-3572,0 1 3482,0 0 0,-1-1 0,-1 2 0,-3-1 90,-2 1 0,-3-3 0,-4 1 0,-2 0 0,-5-1 90,-2 1 3392,-4-1-3392,-3 0 0,-3-2-90,-2-2 90,-2-1-90,0-3 0,-2-2-90,0-4-180,-2-1-90,1-4-89,-1-3 89,1-4-270,1-6 91,1-5-271,5-6-3302,1-6 3123,4-5-90,-1-6-541,2-2-358,3-1 1978,2-1 0,4 4 0,0 1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02.45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1 397 6543,'18'9'1619,"0"-1"-1169,0-1-90,-1-1 0,-1-3-90,5-3-1,-5-1 91,5-4-90,-3-2-90,0-4-3392,0-3 3392,1-3 0,0-2 179,-1-2-269,0-2-90,-1-3 90,-1 1 0,-2-1 90,-2 1 0,-2 0 90,-2 3 0,-3 1 90,-1 1 3481,-2 4-2941,-3-1-91,-3 1-89,-2 3-270,-6 6-360,2 8-90,-2 10 90,2 7-90,-1 8 0,0 6 89,1 5-89,2 4 0,1 4 0,4 24-89,2-16-1798,3 16 1797,3-25 0,0-2-85,4-3 85,1-3 0,2-2-90,1-4-90,0-3 0,0-5 90,0-5 0,0-2-179,1-6 1866,1-3-1777,1-5 195,-1-6-375,2-5 1,-1-6-91,1-7 0,1-5 90,-1-7-269,0-5-1652,0-5 1651,-2-6 90,-1-4-2845,-1-6 3026,-2-3-451,-1-4-601,-3-1 1501,-1-1 0,-1 2 0,0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02.59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15 141 8072,'-6'-67'4678,"2"13"-3779,1 35-449,2 20-180,1 3 90,0 22 359,1 4-449,2 22 90,0-7-270,3 16 0,-2-11 180,3 27-91,-1-15-1009,-1 22 920,-2-25-90,-2-2-180,0-2-180,-1-3 0,2-1-669,-2-4 129,2-2-359,-2-4-270,1-4-900,0-6-809,0-5 3238,1-6 0,-2-10 0,2-3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02.95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1 245 11400,'13'6'2159,"1"1"-1799,-2 0-270,14 1-90,-10-6-180,10 0-90,-10-6 270,1-3-360,0-4 360,2-3-359,0-2-1,2-3 0,-2-3 0,0-1 180,-3 0 0,-1 0 91,-4 1 178,-1 2 271,-5 2 360,-4-3 89,-6 5-449,-6 3 180,-1 8-270,-6 12 179,4 4-179,-3 6-3212,-2 16 3212,5-4 0,-3 15-164,8-10 164,2 2-90,2 1 0,3-1-90,3-1-2064,5 11 2063,1-13 1,6 7 0,-1-17 0,4-3 2154,2-3-2334,3-5-16,-1-4-524,13-9 3573,-7-3-3483,7-9 90,-8-4-449,-1-6-91,0-3 1,0-4-630,-1-3-3328,7-19 4947,-9 11 0,4-14 0,-10 16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03.65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203 158 7263,'4'-14'5577,"-1"-1"-4948,-6 5 1,-2 4-180,-7 7-1,-2 9-89,-1 5-90,-2 5 0,-1 5 0,-1 4 0,0 4-1,0 3-89,1 1-90,3 0 90,2 1-90,3-3 0,3 1-90,3-4 0,3 0 0,3-5 0,5-1-90,4-3-180,4-4 90,3-3-179,2-6-91,6-4 0,2-6 0,5-7 91,3-5-451,2-6 90,2-4-89,0-5-11,1-3 10,-3-2 361,-2-1-271,-3-1 360,-3 1-269,-5 0 449,-4 0-180,-4 0 90,-4 1 90,-4 1 90,-3-1 90,-3 2 90,-3-1 90,-2 3-3119,-1 2 3389,-1 3 277,-2 3-188,1 2 181,0 4 539,0 3 1170,0-1-2069,4 17-270,1 2 3391,6 18-3391,-1 0 0,2 4-90,0 4 90,0 2-90,1 4 90,2 20-566,-3-13 476,1 14 0,-3-19-90,-2-1 0,0-2-90,-1-2-227,0-1 317,-1-3-180,0 0-270,1-3-269,-1-3-1260,-1-5 2069,0-1 0,0-10 0,-1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03.84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17 48 7892,'-7'-12'4588,"1"0"-2969,3 0-1349,9 5 0,1 3-90,11 6-91,-3 2 91,4 0-180,0 0-90,2 0-89,-1 0-181,0-1-90,1 0-90,-1-1-89,0-1-181,-1 1 1,-1-2 89,-1 0-359,-2-3-451,-2-1-448,0 0 1978,-1-1 0,-5 2 0,-2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04.00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 7353,'2'18'2788,"0"2"-1978,2 2-181,-1 4 91,2 1-180,-1 1-1,0 2-89,2 1-90,0 1 0,0 0-90,-1-1-1,1 0-89,0-1 90,0 0-90,1 8-360,-1-10-90,1 2-449,-3-12-990,0-2-5217,0-2 6926,-1-17 0,0 5 0,-2-13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04.14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16 7713,'5'-12'90,"3"8"-990,2 9-89,0 6 989,-3 5 0,-5-9 0,0-1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04.44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83 8612,'8'-20'1979,"0"2"-7370,2 5 5931,0 2 959,2 1-1139,0 3 589,1 4-589,1 3-270,1 4 180,-1 7 3122,0 5-3392,-1 6 0,-1 5 0,-3 3 0,-2 4 0,-3 1 90,-3 1 180,-3 0-270,-2 0-3123,-3-2 3123,-2 0-151,-2-3 241,0-3 90,0-4-90,0-4 89,0-2 1,0-6 3363,1 0-3543,-5-10 451,4-3-451,-3-7 90,5-6-90,2-5 0,1-4 0,2-5 0,3-2-90,1-3 0,2 0-90,3-1-90,1 1 180,3 1-360,1 3 91,2 3-361,1 0 90,0 5-449,1 1-990,1 1-539,1 3 2608,0 2 0,-6 7 0,-3 2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04.76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 10501,'9'17'3598,"-3"3"-3328,-7-1 0,0 1-90,1-5-91,0 1-89,0-1 0,1 1-359,1-2-1,1 4-360,3-1 1,2-3 449,4-8 0,-1-8 0,0-8 90,-1-2 0,0-2 90,0-2 90,1 0 0,0-1 90,-3 0 270,2 1-270,-3 1 270,0 0-90,1 4 719,-1-1-809,1 10 90,-1 4-90,0 13 0,-3 4 90,1 16-91,1-7 1,-2 9-90,-1-11 0,-1-1 0,0-3 0,-1-1-270,2-2-1079,-1-1 360,4-14-181,-1-6-1528,2-14-900,-1-3 3508,0-3 0,0-2 0,-1-1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06.34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91 266 7083,'-18'-5'2878,"2"0"-1708,2 0-361,0 0-359,3-4-450,0-4 0,6-7-90,4 2 0,4-3-90,3 3 0,1-1 0,3 1 0,2-2 1,3 2-1,1 1 0,3 1 90,-3 4-90,3-1 90,-2 6-90,18 0 180,-13 8 0,9 4 0,-17 6 0,-2 4 90,-3 3 90,-2 3 270,-4 13-181,-3-9 1,-3 11 270,-3-12-270,-3 1-90,0-2 90,-3-1-90,-1-3 89,-1-2 1,-1-2-90,1-3 0,-2-2 0,1-2 0,0-3 0,0-2-180,-4-3-90,5-4-90,-2-3-90,7-4-90,1-4 90,2-4-359,3-2-1,2-2-449,2-1-271,3 0-269,3 0-539,1 3 2158,2 4 0,-4 7 0,-1 5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06.51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11 5914,'18'-6'0,"-3"1"0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07.52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364 452 7982,'-17'-17'2069,"0"2"-1439,4 9-90,0 1-91,-2 2 1,0 3-180,-3 3 0,0 4 0,-1 2-90,0 4-91,0 3 1,-1 4 90,1 4-180,0 3 90,-1 3 180,3 2-270,0 1 0,1 1 0,2-2 0,3 0-90,2-2 270,2-1-270,0-2-180,5-3 90,0-2-89,6-3 89,1-2-90,2-3 90,1-4 0,2-2 0,1-4 0,3-4 0,2-6-90,1-5 360,2-6-359,2-4 89,0-5 0,0-5-124,0-4 214,0-3 0,-3-5 180,0-2-462,-3-5 462,0-1 180,-3-2-90,-2 0 90,-3-1-441,-3 2 531,-2 0 0,-4 3 89,-1 5-89,-4 4 90,0 5 104,0 6-104,-1 4 809,-2-1-539,3 11-271,-3-4-359,4 17 472,0 15-202,3 8-450,2 14 90,3 1 0,1 4 0,2 4-99,1 3 9,1 1 0,6 23 0,-4-17 90,3 15 0,0-4-90,-2-18-90,1 10-89,-3-22-181,-1-3 90,0-3 90,1-3-269,-2-3-181,2-3 0,-3-3-179,2-4-990,-1-2 999,5-3-640,-1-6-538,4-4 2068,-1-7 0,0-4 0,2-1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08.04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133 213 7443,'-4'-14'3868,"-3"-1"-2429,-3 5-900,-6 8-89,2 6-90,-2 10-90,6 3 0,-2 3-90,3 4-1,0 1-89,0 2-90,2 1 0,2 1-90,2 0 0,2-1-89,1-2-1,2-2-90,2-3 270,1-2-360,0-2 360,1-2-360,1-3-89,0-2-91,3-2 360,2-8 0,0-3 90,0-7 0,-5-3 0,0-2 0,0-4 90,-3-2 90,0-3 0,-2 1 90,0-1 0,-1 3 360,-1 2 179,0-2 1,-1 5-720,3 11 0,-1 11 0,4 16-90,-1 5 90,1 2 0,2 2 0,1 0-90,1 0 90,2-2-90,1-1 90,1-3-180,0-2 90,0-2 270,-1-4-360,1-3 270,-2-3-270,0-4 0,4-5 90,-3-5-90,3-5-89,-4-6-1,1-4 90,-1-5 0,0-2 0,-2-4 90,0-4 0,0-1 0,-2-4 0,0-1 90,-3-3-379,-1-2 469,-1-1 180,-2-20 180,-3 2-180,2 3-90,-1 16 0,2 21 89,1 5 181,0 1-270,3 14 0,2 4 0,4 16-90,0 7 289,1 6-289,1 6 0,2 6-90,-1 2-3303,0 3 3303,0 1-89,3 22-457,-3-19 276,1 16 181,-5-25-451,-2-2-90,0-2-179,-2-4 89,1-3-408,-3-4-41,-1-4-2249,0-3 3418,-2-2 0,0-8 0,-1-2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08.19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27 192 6993,'-10'-22'1979,"2"1"-1349,3 2 359,2 3-629,3-4 0,3 6-91,4-4 1,2 8-90,2 0-90,5 1-90,1 2-90,4 0-90,1 1-180,1 1-89,1 2-271,2 0-89,-1 2-91,0 0-359,0 1-180,-1 1 1439,-2 1 0,-10 0 0,-2-1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08.52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106 0 6993,'-13'4'2609,"0"2"-1890,3 6 1,1 5-181,-1 4 1,-1 4 0,1 5-270,1 2-1,1 2-89,2 0-90,1 1 0,3-3-90,4 0-90,0-2 90,4-3-359,-1-1-1,1-4-90,2-3 0,0-3 180,1-3-1349,16-11 1260,-10-6 179,11-10-90,-15-5 90,-1-3 180,0-4 0,-3-1 180,-2-2 180,-2 0-1,-1 0 271,-2 2 0,0 4 899,-2 4 630,2-1-1710,-2 18-269,4 16-90,-1 9 90,12 37-180,-4-29-90,9 16-180,1-18 90,-4-10-90,6 2 1,-5-13-181,0-4 0,2-5 0,0-6-449,1-5 89,0-6-449,0-3-630,-1-4-629,-1-1 1670,0-2 0,-3 1 0,1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09.14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277 84 7353,'-11'-15'3058,"2"1"-2069,0 2-89,1 2-180,0 2 89,-1 0-89,0 2 539,0 1-629,-7 0-181,4 4 1,-6 2-90,4 3-90,-1 4 0,-1 3-1,-1 4-89,0 3 90,0 4-180,2 3 90,0 2-90,3 1 0,2 2-90,4 1 90,2 3-90,4 0 0,2-1-90,4 1-90,2-3-90,4-1 0,3-2-89,3-3-1,3-3-90,2-2-90,3-5 1,2-2-91,2-8 180,2-2-359,0-9-91,0-3-89,-1-7-181,0-3-89,-1-6-540,-3-4-719,-1-3 2518,-5-3 0,-2-2 0,-2-1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09.33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32 74 7173,'-8'-23'2878,"2"3"-1349,0 4 1,1 2-1081,1 20 1,2 3-180,1 23 0,3 1 0,1 7-394,2 8 304,0 3 0,1 4-90,1 3 0,1 1 0,0 2 0,1-3-672,0 0 582,-1-3-3278,1-3 3008,-1-5-1093,-1-3 1094,1-5-290,-1-5-341,-1-3 91,-1-5-25,-1-4-2134,-1-5 3680,1-2 0,-2-7 0,1-3 1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10.49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0 281 9152,'13'21'1349,"-2"-4"-1169,-2-6-90,0-4 0,1 0-90,1-3 0,1 0-3572,1-3 3212,1-2 90,2-4-90,0-1 91,2-4-1,0-1 0,0-3 90,1-2-90,0-3 0,-1 0 0,-1-3 1,-2-1 179,-1-1 3392,-1 2-3302,-3-2 90,-2 2 90,-2 0 269,-2 3-179,-2 1 360,-2 3 89,-2 1 361,-4 0-720,-4 7-91,-2 2 271,-3 7-270,3 8-90,-2 5 90,0 6-90,-2 3-90,1 5 89,0 3-89,1 4 90,-1 20-90,4-9-446,0 12 446,6-17-90,4-5 0,0-1 270,3-4-360,1-2 0,2-4 0,2-1 0,1-4-90,3-3 267,1-4-267,2-3 0,2-5-90,2-3-90,1-4 0,2-5-179,1-4-1,-1-5 0,2-4 90,-1-3 1,0-4-91,-1-3 180,-1-2 0,-1-3-269,5-19 539,-8 14-1097,2-12 1367,-9 21-435,-2 3 615,-3 5 359,-2 3 91,-1-2 1438,-2 5-1798,-7 16 859,3 5-1129,-3 20 493,5-3-583,0 4 0,2 3 0,0 0 0,2 4-1,1-1-89,0 0 0,2-1 90,0-2-90,1-1 0,0-3-90,1-3 90,0-2-179,0-3-91,-1-2 0,1 0 0,0-4 270,0-7-90,-3-13 90,0-7 0,-2-8 0,1 1-90,1-2 90,-1-5 0,2-2 0,-1-4 0,2-16 90,-1 15 0,2-8 90,-2 15 270,1 6-270,4 11-90,-2 12-1,2 16 1,-4 6 0,0 5-90,-1 4 90,1 1 0,4 17-90,-4-12 180,5 10-180,-6-18 180,2-1-360,-1-5 270,-1-2-360,1-4-90,-1-1 271,1-3 89,0-12 0,-1-5-90,1-13 90,-1-1 0,1-3 0,0-3 0,0-2 0,0-1 0,0-1 0,0 0 0,0 0 0,1 2 90,0 3-180,0 4 90,2 3 0,-1 4 90,1 3 179,4 3-359,-3 6 180,4 5 0,-4 7 0,0 3 0,1 5-90,-1 3 270,1 2-270,-2 1 270,1 2-360,-2-2 270,0 1-180,-7-4 180,5-1-360,-4-3 90,4-3 180,1 0 90,-1-4-90,-2-10 0,-2-11-90,-1-9 0,-1-4 0,1 3 0,2-2 90,0-2-90,1 0 0,1 2-90,0 1 90,1 3-90,1 1 90,0 1 90,4 3 90,3 5-270,-1 7 269,1 6-268,-2 2 178,1 3-178,0 2 268,1 1-358,1 2 358,-1-1-358,-1 0 358,0-2-179,-2-1-179,1 0 628,-2-1-359,-2-11-90,-2-7 90,-4-14-90,-1 3 0,2-2 0,-1 6-90,2 1 90,0 0-90,3-1 180,-1 4-90,10 5 180,-1 13-90,3 5 0,-1 7 0,-3-3 0,0 2-90,2 0 90,-1 0-90,1 1 0,0-3 0,0-1-180,-1-2-90,0-1-270,-1-2-1259,2-2-269,-2-7 808,-1-9-449,-5-5-539,-7-6 2248,-3 2 0,1 8 0,0 1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10.61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23 113 7443,'-7'-18'3508,"1"2"-2609,1 0-269,1 2-540,4 1-180,4 3 0,5 1-450,1 3-179,2 1-2250,0 1 721,6 3 2248,-6 2 0,-1 0 0,-7 1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11.45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109 94 8522,'-14'10'3058,"0"1"-2248,0 0-180,0 2-91,2 1-179,0 0-90,2 0-90,1 1-180,3 0-90,3-1-270,3 5-629,6 0 449,2-2 0,6-5-89,-2-8-541,11-5 631,-5-4-451,20-18 900,-21 8 90,8-10 180,-15 10 0,-3 0 90,-1-1 90,-3 0-1,-1 1 721,-1 0-541,-3-4 541,-2 5-91,-1-5 450,-4 6-1259,0 9-90,3 5 0,1 12-90,4 4 90,0 5-90,2 1 0,0 3 0,2 0 0,3 1-90,1-1 0,2 0 0,0-2 0,0-1-89,0-3-1,5 5 0,-5-9 90,4 4 180,-7-8-90,-3-12 0,-3-3 0,-4-12 0,0-2 0,0-1 0,0-4 0,0-29 0,2 17-90,1-22 90,5 27 0,1 0 0,3 3-90,2 1 90,2 4-90,0 2 90,1 3-90,1 3 90,-1 4 0,1 2 180,-1 4-180,0 4 180,0 5-270,0 3 270,-1 7-180,-1 4 90,-1 4-180,-3 5 0,1 2 0,-4 3 270,1 1-270,-2 0 90,0 11 90,1-13-270,1 7 270,-1-17-270,0-3 180,1-4 270,3-1-270,3-10 0,-2-6 0,1-11 90,-3-6 90,0-5-91,0-3 1,0-4 360,3-13-270,-2 8 0,2-8 90,-4 15-90,1 2-90,-1 2 90,1 3-90,0 3-1,0 3 1,0 2 0,3 1 0,4 7 0,0 2 0,2 8 90,1 14-90,-3 2 0,4 14 0,-7-2 90,0 7 90,-1 3-523,0 4 433,-2 1-90,1 3 0,-2 1 180,-1 1-91,-3-1-89,-2 1 90,-4-2-484,-2-1 574,-4-3 90,-3-2-38,-2-5 127,-3-4 1,1-5 234,-1-6-234,0-4-90,0-6-90,1-3 0,0-5-90,1-4 0,-2-5 672,0-4-852,0-5 497,2-5-677,1-4 90,2-5-179,2-2 358,2-2-358,2-1 89,4 0-360,2 2-90,3-1-89,4 3-1,2 1 1,4 0-181,1 2-179,5 2-1,2 2-359,2 2 90,1 4-270,1 2-1170,0 3-988,-2 3 3777,-1 1 0,-10 3 0,-4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14.89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30 195 7263,'-16'-1'3238,"8"-5"-3148,3-2 0,10-7 0,3 1 0,2-3 0,4-1-90,2-1 0,1 0 0,3-1 0,0 3 0,0 2-90,-3 5 90,2 1 0,-5 5 0,1 1 90,-2 5 90,-3 5 0,-3 5 89,-2 6 1,-3 4 0,-3 4 90,-3 3 90,-2 2-91,-3 1 91,-2-1 360,-8 11-451,5-12 1,-5 6-90,5-16 270,2 2-720,0-6 0,5 3 0,7-8-180,14-1 180,2-4-179,18 2 179,-9-2 0,9 4 0,-7 0 0,-1 1 90,2 3 0,-2 4 270,-2 0-270,-2 4 270,-4 1-90,0 1 0,-7 2 90,-3 1 90,-6 2 89,-4 0 1,-4 2 180,-3-2 0,-5 1-1,-2-3 1,-3 0 0,-1-3-1,-2-2-89,-1-3-180,0-3 90,-1-2-180,1-3 0,1-2-270,0-3 0,2-2-270,0-3-180,2-3-1169,-6-7 630,8-2-270,-3-8-91,10 0-359,2-5-629,3-1-810,3-2 3238,3 2 0,0 10 0,0 5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15.05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0 8522,'17'1'1349,"1"-1"-5306,-5 2 3957,0 1 0,-8-1 0,-1 1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16.65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16 25 8612,'5'-22'4138,"0"19"-3958,-2 12 89,-1 19-179,0 2-90,-1 6-3392,0 4 3392,0 2 0,0 3-590,0 42 500,-1-32 270,0 31-360,-1-44 90,0-2 0,-1-3 0,0-3 0,0-4 0,-1-4-180,0 2 0,1-6 3413,-3-9-3233,1-11 90,-1-13 180,3-8-270,-1-3 750,2-7-750,0-2 270,3-3-270,1-2 0,2-1 90,1 1-90,1 0 90,3 3 0,0 3-90,9-6 90,-3 12 0,5-3-90,-7 15 90,1 4 0,1 5 0,0 6 0,-1 5 0,1 6-90,-3 5 270,1 3-270,-3 4 180,1 2-180,-2 4 180,-2 0-270,0 1 90,-3-3 0,-1-1 1,-2-3 178,-1-4 1,-1-2 270,-1-2-90,-2-3-270,-1-9 0,-2-8 0,0-12 0,1-2 0,1-5 180,0-4-180,1-3 180,1-4-270,2-1 0,2-1 0,3-1-90,1 2 0,4 1 90,0 2-180,2 3 91,3 4-1,0 4-90,2 5 90,0 5 0,1 3-90,-1 6 180,1 5-270,-2 4 91,0 6-1,-2 3 90,4 16 180,-6-5-180,1 8 270,-7-11-270,-2-2 90,-1-1 180,-1-5 270,-2 2 90,-1-5-450,-2-11 269,0-6-269,0-16 180,3-27-180,2 12 0,3-23-90,1 21 90,3-1 0,1 0 0,2 1-3392,10-9 3302,-5 13 90,8-5-184,-7 18 184,1 3 0,1 6 0,0 4 90,2 6 0,-1 6-90,-1 5 0,0 6 3391,-4 4-3391,1 6 0,-3 2 545,1 3-545,-2 0 180,-2 0-180,-3 1 0,-2-3 0,-1 0 90,-4-2 90,-1-3 0,-2-3 90,-2-2-91,-1-3 91,-1-3 0,-1-3 0,-2-2 90,-1-3-90,-4-3-90,0-4-91,-2-4 1,3-5 0,1-4 0,1-4 0,0-3-90,1-5 180,2-4-450,2-3 0,3-2-89,1-1-181,4 0-180,1 2-89,4 2-181,2 3-629,2 2-629,3 4 2248,-1 3 0,-4 9 0,-3 4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17.11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386 592 7533,'-8'-15'3418,"-2"-1"-2339,-1 1-89,-3 2-91,-3 0-89,-2 3-91,-2 1-89,-2 3-1,-1 3-179,0 2 0,-1 4-180,1 3 0,-1 5-90,2 5-91,0 5 91,1 7-180,3 5-3302,2 4 3302,2 4-1025,5 1 1025,2 1-180,5 0 0,2 1-134,5-1 44,3-2-179,3-2 89,4-3-90,2-3-90,3-5 1,2-2 269,2-6-270,0-3 2413,12-3-2323,-9-6-90,9-6 1,-13-7 89,-1-6 90,-1-3 1702,-2-5-1342,-3-4-180,-2-3 270,-2-5-12,-3-4-78,-2-5 0,-3-5 90,-2-6-702,-2-5 792,-2-6 0,-2-5 90,-1-4 0,-2-3 0,-1-1 134,0 23 1,1 0 135,-2-24 0,-4-15 89,9 41 1,0 9 89,2 8-179,0 7 90,1 6-1,1 1-449,6 20 0,1 5-90,5 25 0,1 7 0,1 8 0,2 6 0,8 36-108,-5-18-162,-3-7 0,0 1-270,2 12-1010,3 21 741,-9-32-91,0-3-89,-2-4-181,-2-4-89,-1-4-270,-2-5-4318,-2 8 5757,-1-19 0,-1-3 0,0-22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17.62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0 601 7083,'3'-14'4228,"3"2"-3689,4 10-89,0 4-180,3 10 0,-1 2 0,2 3-91,1 1-89,2 0 0,-1-1-90,2-1 0,0-1 180,0-3-360,0-2 180,-1-3-270,-1-3 360,-1-3-359,-1-2 89,-2-4 0,-1-3 90,-1-5 0,-2-3 90,-2-3 0,-1-1 360,-4-3-270,-1 0 90,-3-1 179,-1 1 1,-3 2 90,0 2 0,-2 3 89,-1 4 361,1 2-540,-6 7-91,3 5 1,-4 11-180,5 8 90,1 8-90,1 6 0,3 4-90,2 4 0,3 1 90,2 1-90,5-1-90,2-3 90,3-4-90,3-3 0,1-4-90,10 4 90,-6-12 0,7 2 90,-7-14-90,1-4 0,-1-5-89,3-6-1,-2-7-90,1-4 0,0-6 0,-1-5-90,0-4 270,0-4-449,-2-4 89,0-3 90,-2-4-503,-1-4 503,0-2 270,-3-4-270,0-3-640,-3-3 731,-1-1 269,-2-1-90,-2 1 90,-1 4 180,-3 6 179,-1 6 181,-1 8 90,0 8-1,-1 6 541,1 5-361,-2 5-539,-1 18 466,-1 6-556,0 20 90,2 5-91,2 7 769,1 7-723,5 4 0,1 3-135,2 18-654,-1-14 1,1-1 563,2 8 89,0-2-763,0-1 674,-1-3-270,4 21-179,-3-22-271,1 12-359,-3-28-289,-2-6 108,-1-4-449,1-5-719,-3-2-901,0-4 3329,-2-4 0,0-8 0,-1-4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18.20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227 12 7533,'9'-12'7375,"-20"27"-6925,5-2-180,-16 25-90,10-9 0,1 3-90,1 2 0,2 1 0,2 1 0,1 1-90,3-1 90,1 0-90,3-1 0,3-2 0,0-2 0,3-1 0,1-2 0,0-1 0,2-3 0,0 0-90,0-3 90,0-1 90,-1-1-90,-1-2 0,-1-2 90,-3 0 0,-1-1-3393,-3 0 3393,-2-1 0,-2 2 0,-3-1 90,-3 0-90,-3-1 0,-2 0 90,-2-1-180,-1-1-90,-1-3-90,-1-1 3302,-1-2-3571,-1-3-91,3-2-180,0-3 271,3-4-1171,-5-13 451,7 0-90,-1-12-810,9 3-719,4-2 2788,2-1 0,4 1 0,2 2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18.55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0 371 0,'25'0'330,"0"0"2741,0 0-2621,-1-1 0,-1-1 1499,-2-2-1320,-1 1-269,-2-2 0,-1-1-1409,-1-1 1319,-1-2 2358,4-10-2448,-5 4-90,3-10-1,-8 6 1,0-3 0,-1-1 0,-2-1-90,-1 0 0,-1 1 90,1-1 3392,-7 1-3392,4 2 0,-7 2 360,4 3-180,-4-1 0,0 5-270,-5 4 89,2 10-89,-3 10 0,2 8 90,1 5-90,-1 6-90,3 3 90,0 3 0,3 2 0,2 2-89,1-1-3303,3-1 3392,3 1 89,3 0-336,8 14 247,-3-14 0,4 6 0,-4-19-90,0-5 1,0-2 89,0-5 3179,0-4-3359,1-4-90,1-4 370,1-5-100,0-5-360,2-4-89,0-6-91,2-5-90,0-4-89,0-5 179,-1-3-360,-1-4 189,-3-4-98,-2-2 89,-3-2-179,-2-4-91,-2-1 864,-4-3 1,-1-1 0,-2-2-1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18.74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3 109 2773,'-1'-31'1979,"0"4"963,1 6-1053,0 0-648,8 13-792,-3 7 337,8 17-427,-4 11-89,1 6 270,1 7-180,0 5 1072,-2 6-982,1 5 90,-4 4-2444,0 5 2354,-2 3-1,-1 3-818,-3-1 639,-1-1-1,-2-3-89,-1-2-90,1-3-497,1-5 138,-1-7-1,2-7-450,-1-5 697,2-6-606,1-4 2054,3-6-2324,1-3-133,1-5-138,7-8 670,-2-8-1659,4-9-719,-2-5 2878,1-5 0,-2-5 0,1-1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19.42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23 169 9781,'-12'18'3958,"2"-1"-3598,10-7-90,3 0-180,9-4 0,1-3-90,4-3 0,-1-3-90,3-5 0,1-3 0,2-4-90,0 1 0,-1-3 0,0 1 90,-3-2 0,-1 1 0,-3 0 0,-3 0 360,-1-4 180,-6 2 90,-5-1-271,-10 7 1,-1 6 270,-13 12-270,8 4 0,-7 9 179,-1 17-269,7-4 0,-5 13 0,11-8 0,1 19-90,5-11-90,4 13 0,5-18 0,4-2 0,4-2-180,2-2 0,3-2-90,2-3-89,3-4-181,3-4 0,3-5 270,1-5-449,4-5 179,1-6-359,2-6 179,1-4-269,1-7 179,0-4-550,0-5-169,-2-3-450,0-3 1979,-3-3 0,-2-1 0,-2-2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19.64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144 39 6723,'-7'-13'3688,"0"1"-1889,-4 2-1169,-4 6 89,1 5-269,-1 6-90,4 6 179,0 4-359,0 4 0,-1 4 0,2 3 0,3 2-90,0 3 0,3 0-90,2 2 90,2 0-90,3-2 0,1 0 0,4-1 0,0 1-90,2-2-3482,0-1 3392,1-3-907,0-4 728,0-3 179,1-5-360,1-2 450,2-3-450,0-3 2988,3-2-3527,9-9 359,-6-3 1,8-8-1,-8-2 270,2-3 1132,-1-4-1132,1-2-89,-2-4-1,-1-2-90,-1-2-218,-3 1 0,-1 0 0,-2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19.81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1 119 7173,'3'-25'2159,"-1"1"-1440,-2 4 900,-1 4 900,-1-2-990,2 3-1169,2 15-90,-1 4-90,4 19-1,-2 1 1,1 3-90,1 5 0,0 2 0,1 3 0,0 2 0,-1 1-90,1 1 90,-1-1-90,-1 1 0,-1-2 0,1 0-180,-2 0-90,2-2-719,-4 8-2159,4 0-900,-1-6 1170,6-16 2878,-3-21 0,-1-5 0,-3-3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20.02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21 6 12930,'-12'-4'2698,"4"2"-2608,9 17 90,1-2-90,3 1 0,-1 1-180,3 0-180,1 1-90,0-1 0,1 0 181,1-3-451,1-1 180,0-1-1169,-1-3-630,3 0-1708,0-4 3109,2-3 0,-7 0 0,-3-4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20.22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 13559,'15'2'1619,"1"2"-1349,-3 3 0,0 1-270,-1 1-720,0-3-809,1 0-989,-1-1-2519,-2-8 5037,-3-4 0,-3 0 0,-3-1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20.52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22 160 6903,'-14'-6'7826,"6"-3"-13127,15 1 5661,6-1 1408,10 2-1498,-1 2 770,5 0-860,2 1 0,3 0-91,1 1 1,3-1 0,1 1-180,1-1-89,-2 0-181,0 0-90,-2 0-90,-2-1 1,-3-1-1,-1 1-360,-4-1 1,-2 0-1,-3 0 3663,-1 1-3753,-3-1 181,-2 0-2339,-2 0 3148,0-4 0,-6 6 0,-1-2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20.71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0 8162,'3'20'2609,"-2"1"-1890,0-2 1,-2 5-90,2 5-1,0 3-179,0 3 90,-1 4-180,1 2-1,-2 1 1,2 1-90,-2 0 90,1-1 0,-2 16-270,1-17-1,0 11 1,0-19-90,0-4-539,0-3-1170,1-5-4138,1 0 3059,7-19 2788,-3-3 0,6-20 0,-5-1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20.86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3 13199,'10'-1'-4677,"-1"0"2069,-1 14 2608,-2-3 0,-2-4 0,-2-1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21.12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87 7892,'8'-16'2519,"-1"0"-1889,3 2-181,0 0 1,1 3-180,1 3 90,0 2-180,1 4 90,0 5-91,1 5-89,-1 5 0,-1 6 90,0 5-180,-3 4 90,-1 3 0,-3 4 0,-2 0 0,0 1 0,-3-1 90,-2 0 0,-3-3 0,-1-4 0,0-3-90,1-5 89,1-3 1,-1-4-360,-1 0-89,-3-9 179,1-3-450,0-10-90,3-7-899,1-16 270,4 0-810,0-9-629,5 8 2698,0 1 0,2 3 0,1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21.42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 7263,'19'11'1619,"-1"0"-1259,-8-2-90,2-1 89,-2 0 91,1-1-90,2 3-90,-2 0-180,1 0 90,0-1-180,-1-5 0,4-4-90,-2-2 0,3-5 180,-2 0-270,2-1 270,3 0-180,1 1 90,4 1 0,2 1 90,3 1-90,4 3 90,2 2-551,1 4 730,0 3 91,0 3 0,-1 3 180,-2 2 89,-1 3 1,-3 2 180,-3 3-1,-4 0 181,-2 0-1,-4 1-179,-3-3 269,-1-1-449,-2-3-181,-2-3 1,-2-3 360,0-1-1800,0-2 1001,4-8-820,-3-3-181,3-9-269,-4-3-270,1-4-180,-1-1-90,1 0-899,-2 0-900,0 0 3598,-3 1 0,-1 7 0,-1 4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22.80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30 32 9422,'-8'24'1619,"1"2"-1260,4-1-89,0 4-90,0 4 0,1 2 0,0 2-90,1 1 0,1 0 0,1-1-90,0-1 0,1-2 0,1-3-180,0-4 90,1-3-90,1-3 0,1-4-180,0-4 181,2 0 179,2-11-90,-1-2 90,-1-12 0,-5-3 0,1-5 90,-3-4-1,1-3 1,-1-2 0,-1-1 90,5-28-90,-1 22-90,4-19 90,-2 30-90,1 4 0,1 3 0,0 4 0,0 4 0,4 4 90,-1 7-90,2 6 0,-2 6 180,-1 5-180,0 3 0,0 4 0,0 1 90,-2 1-90,0 1-90,-1-2 90,-1-1 0,0-2-90,-1-3-90,-1-3-180,2 1 360,1-15 0,-1-5 0,2-16 0,-2-8-90,0-4 180,2-4-180,0-1 90,1-1 0,1 1-90,2 2 90,-1 3-89,2 3 89,4-2 0,-4 10 0,3 1 89,-1 14-89,-3 6 90,3 10-90,-5 5 180,-1 6-270,-1 3 180,1 16 0,-4-9-180,1 10 180,-3-15-90,0-2 90,-2-4-90,0-3-180,0 0 90,-1-18 180,2-6-180,0-16 90,0-4 0,2-2 0,1-3-90,2-2 90,0 0-90,3 1 90,6-13-89,-2 12 89,7-7 0,-5 15-90,2 4 90,1 4-90,0 3 90,0 4 0,1 3 0,0 5-90,0 5 180,-1 5 0,1 6 0,0 4-90,-1 4 89,-1 3 1,-2 1 0,-1 2-90,-3 1 90,0-2 0,-3-1 0,-2-2 90,-4-1 0,-2-2 0,-1-1 90,-2-3 0,-2-3-90,-1-2 269,-1-2-179,-4-1-90,-4-5-180,0-5 90,0-3-180,3-7 0,2-1-360,-3-15 91,4 1-181,0-10-90,5 4-269,3-2-91,1-2-809,3-1-539,2 1 2338,1 2 0,3 3 0,2 3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23.22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257 525 10501,'-5'-13'5667,"-3"3"-10608,-8 7 5481,1 3 1408,-2 2-1588,4 3 769,-2 3-859,-1 4-90,-1 4 0,0 4 3302,0 4-3392,-1 3 0,1 2-90,2 1 90,0 0-90,3 1 0,2-1 0,3 0-180,2-1-3662,3 7 3572,3-9-89,4 5-1,1-13-90,4-1 90,0-4 180,3-2-359,1-3-811,16-5 991,-9-5-1,11-7 90,-15-4 0,-2-2 0,0-3 3572,-2-3-3572,3-17 181,-6 5 89,1-15-90,-7 8-172,-2-4 442,-2-4-180,-2-5 0,-3-4 0,-7-34-1058,2 18 1238,-6-22 450,0 11-270,4 25-1,-2-8 772,2 15-681,5 21-360,0 6 0,7 29 0,11 68-180,-2-19-272,8 43 272,-6-34-87,2 2-273,0 4-89,2 0-1566,-5-20 1,0 1 1025,6 24-180,4 20-3016,-8-33 1545,0-5 2730,-2-4 0,0-7 0,-2-3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23.75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10 843 7533,'-4'-16'4497,"0"-2"-3777,2 3-360,5 1-181,9 5-89,3 4 0,5 3 0,-2 1-180,1 0 0,2-1-90,-1-2 1,2 1-1,-2-2 90,1 0 0,0-2 0,-1-2 0,0-1 180,-1-4-180,0-1 180,-1-3-180,0-2 270,-3-2-270,-2-1 270,-1-2-180,-4 1 180,-2 1 89,-3 1 91,-3 3 0,-2 3 90,-2 1 629,-3 4-539,-6 3-90,0 6-1,-4 5-89,3 9 0,1 7 0,0 7-90,3 7-91,0 3 1,4 5 0,1 1-90,4 1-90,3 2 90,3-1-3482,1-1 3302,5-2 0,0-3-106,2-4-73,2-3-1,0-5-90,2-5 90,0-4 0,0-6 3384,1-5-3293,-1-7 23,1-7-24,0-6 0,0-8 0,2-6 90,-1-5 0,-1-5 0,0-4 0,0-5 0,-1-3-678,-1-6 678,-1-4-836,-2-5 926,-2-5-90,-3-4 90,-1 0 90,-3 0 90,-1 7 180,-2 7 270,-1 11 23,-2 8 156,-1 9-89,0 7 809,0 6-1259,-5 16 613,4 13-703,-4 17 90,4 11-180,3 5 410,2 7-411,4 4 1,2 2 0,4 4-90,1 0 90,2 2-90,1-1-180,0-1 1,0-3-181,-1-3 0,1-4-90,-1-2-179,-1-6-91,0-2-331,-2-7-298,-2-5-180,-1-7-1349,-2-3 2878,-2-1 0,-2-9 0,-1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24.49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58 8342,'1'-21'4228,"-1"3"-2339,1 0-1529,6 17-181,-1 7 1,6 20 0,-2 9 0,1 5-90,1 7-649,1 4 649,-1 3-180,-1 4 0,-2 1 0,-3 2-2070,0-1 1980,-4-1 90,0-2-2521,-4-4 2521,-1-3 0,-2-4 90,-2-5 0,0-6 0,-2-5 257,2-6-257,-1-4 1502,2-6-1592,-4-4 3482,3-9-3392,-3-6-90,4-9 90,0-6 0,4-6-90,1-6-3302,2-4 3392,5-23 0,2 12-272,5-15 182,1 20 90,3 2-56,3 4 236,-2 4-180,4 6 90,-1 6 89,4 6-89,4 5 0,0 8 3230,2 6-3230,-1 6 493,-2 8-313,0 5-90,-3 7-90,-2 3 90,-4 4-90,-3 0 89,-4 3-1120,-5 0 1211,-4 1 90,-4-1-90,-4-2 180,-9 13-270,0-15-90,-6 8-1,4-21-89,-2-3-89,1-5-181,-2-3-180,0-3-180,1-6-179,0-5 89,0-6 1029,1-6-1389,1-6-269,1-4 180,2-5-990,3-2-629,1-2 2788,3-1 0,2 0 0,2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25.12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61 7623,'12'10'2878,"-2"3"-2068,-1 3-1,-3 3-179,0 3-91,-4 2 1,-1 2-180,0 1-90,-2-1 0,0 1-91,0-3 1,0-1-90,0-3-270,1-2-179,1 1-181,2-3 360,7-9 270,-1-8-360,6-14 90,-5-4-90,2-6 91,1-2 89,0-3 0,-1-1 0,0-1 0,-1 2 90,-1 0 90,-1 3 90,-2 2-1,-1 5 271,-1 3 540,-1 0-900,2 15 89,-2 3-89,1 16 0,-3 4 0,2 4-90,1 0 0,1 1-3302,0-1 3302,1-1 0,1-2 0,0-2 0,1-2-90,1-3 90,-1-3-90,1-2 0,-1-3 90,4-4 3392,-4-5-3392,3-5 0,-4-6 0,-1-2 0,0-5 0,-1-2 0,-2-3 0,6-15 0,-5 9 0,6-8 0,-6 14 0,1 4-90,0-3 180,-1 5 0,7 6 0,-4 9 0,5 11 0,-4 7 0,2 5-3392,4 17 3302,-2-6 90,3 12-90,-4-12 0,-1-1 0,0-1 0,-1-3 0,-1-1 0,-1-3 3392,-1-4-3482,-1-2 0,0 0-90,-1-4 90,-3-14 90,0-3-90,-2-17 90,1 3 0,2-4-90,0-1 90,1-1 0,1-1 0,0 3-90,0 2 180,0 2 90,0 4 90,-1 0 360,2 5-270,1 5 89,1 6-179,0 11 90,0 3-180,0 5 90,1 4-90,0 3-90,1 1 0,0 2-1,0 0 1,0 0-180,-1 0-269,1-2-1,-2-3-270,0-3-179,-2-3-1080,0-3 1889,3 0 0,-5-8 0,2 1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25.26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17 72 8252,'-5'-16'2879,"1"2"-2250,-1-2-6475,3 3 5846,5 7 0,-3 0 0,6 8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26.07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40 7 7803,'-7'-7'4677,"2"10"-4137,-5 17-1,5 11 91,-1 6-270,3 8 89,0 7-1008,2 5 919,2 4-90,0 4-1,2 3 1,2 1 0,-1 0 0,3 1-90,-1-2 90,2-2 0,-1-2-91,0-2 1,-1-4 0,-1-3-90,0-2 0,-1-5 0,-2-4 21,0-3-381,-1-5-180,0-3-179,-1-5-91,0-5-989,1-4-180,1 0-1,3-7 1,6-9-539,0-10 2428,5-11 0,-2-2 0,2-2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26.81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181 556 7892,'-8'-11'3688,"1"6"-2968,-6 10-90,2 7-91,-1 6 1,-3 7-90,0 2-90,-1 4-91,1 2 1,0 0-90,2 2 0,1-1-90,2 0 0,2-1-90,2-2-90,2-3-90,4-1-90,2-4 90,2-3-90,3-2-89,2-4 269,1-3-270,4-5 270,1-5-540,11-11 271,-7-4-1,11-9 90,-11-2 0,2-4 90,-3-5 0,-1-4 90,-2-5 0,-2-4-1783,-4-5 1963,-2-5 0,-4-3 275,-2-5 85,-6-29-90,-1 22-346,-5-18 436,1 34 89,0 6 1,1 6 90,0 8-1,0 7-89,2 5-180,1 6 1866,1 3-1866,1 1-171,3 21-189,2 4 90,4 24 0,1 4 338,1 7-428,7 33-1337,-4-13 1337,5 25-90,-5-23-892,0 2 892,0 0-180,-1-1 90,2-2-3074,2 23 2895,-3-25-91,3 13-25,-4-32-155,-2-7 735,2-5-914,-2-7 755,-2-4-1385,5-8 4070,2-7-2991,3-10-359,2-8 359,-4-9 217,0-6-397,0-6 90,0-6 91,1-5 269,1-4-1961,-2-4 2231,0-2 90,-1-1 180,-2 1-1,-2 3 91,-1 4 90,-1 6 179,-2 5 1,0 7-1,-1 6 540,0 5-359,-1 2 1420,4 15-1870,1 19-360,2 9 0,0 16 0,-1-8-90,1 2 0,0 1-234,0 1 234,1-1-90,1-2 90,-2-3-90,1-2 0,-2-3 0,0-3 0,-2-5 0,0-3-360,-1-4-809,1 0 629,6-18 144,-4-2-234,6-20-89,-6 1 89,2-6-89,0-1 179,-1-5 90,1-1-3392,0-3 3573,1 0 89,0-2-21,0 3 111,0 2 0,-1 5 270,-2 5 90,-2 5 719,0 5 1620,-1 1-1710,1 16-539,-2 7 90,-1 11 3291,-1 4-3381,-1-7-149,0 1 59,0-2-90,1 0-630,0 1-3418,0-1 630,1-10 630,-2-11 2608,0-8 0,-1 1 0,-1 7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26.98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18 7803,'5'-12'5666,"5"6"-5666,0 9 0,2 6-539,-2 7-271,-2-1-1259,3 15 270,-4-4-539,1 11 2338,-3-8 0,0 2 0,0 1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27.57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1 314 8432,'2'-22'1979,"0"3"-1619,2 0-90,1 5-90,1-2-1,1 1-89,2 2 0,0 0 0,1 2 0,1 1-90,1 2 0,0 1 0,0 2 0,6 2 0,-4 3 0,3 2-90,-1 3 90,-4-1 540,3 1-90,-5-6 269,-7-4 181,-5-6 539,-7 1-989,-1 1-360,4 14 0,3 3-90,5 13 90,1-1-180,1 3 0,1 0-90,0 2 0,3 0-90,-2-1 0,3-1 0,0-2 90,0-1 1,1-1-1,-1-3 90,2-1-180,-2-4-270,1-1 360,3-4 0,-3-5 1,9-11 89,-6-3 0,3-10 90,-4 2 0,-1-3 0,-2-2 90,1-1-3033,-3-2 3033,0 0 90,0 0 0,-1 0 0,0 1-90,0 1 0,1 3 0,0 0 0,2 5-90,2 2 90,0 4 3392,1 2-3392,2 4 0,1 2 89,-1 5 1,5 4-90,-1 6 90,4 4 0,0 7 0,0 6 90,0 6-90,-3 6-320,0 5 320,-4 7-1,-4 3-89,-3 5-718,-5 3 718,-4 2 0,-5 3-850,-6 1 850,-4 1 90,-5 0 179,-3-1 1,-3-2 180,-3-4 0,-1-5-1,-2-6-429,1-7 70,0-6 269,1-8-89,2-7 134,2-6-315,2-7 546,2-7-635,0-8-90,2-8 894,1-7-984,4-6 437,1-5-707,2-4-179,4-4-173,3-4-98,4 0-89,3-3-181,4 0-179,3-1-90,4-1 89,1 2-628,4 0-631,-2 3-809,1 1 3328,0 4 0,-1 1 0,0 3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29.28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0 111 14279,'1'27'629,"0"2"-449,0 2-90,0 5 0,-1 1 0,1 2-90,-1 1 0,1-2 0,0 0 0,1-5-90,0-2 0,2-4-90,0-4-359,3 3 89,-1-7 270,4-3 90,-1-18 90,-1-8-90,-1-13 90,-2-3 0,0-5 0,1-4-90,-1-2 90,0-1 0,0 0 0,1 1 0,-1 3 0,-1 4 0,1 4 90,0 4-90,-1 5 0,0 3 180,1 1-90,4 9-90,0 5 0,3 12 90,-2 4-90,1 4 90,0 3-90,0 2 0,-1 1 0,-2 1-180,1-1-3302,-1 10 3392,-2-11 0,1 6-90,-3-15-449,0-1 629,0-18-90,-1-2 90,0-19 3392,-1-2-3392,0-4-90,0-3 90,2-1 0,0 0 0,0-1-90,1 3 180,1 2-180,1 4 90,1 3-90,-1 4 180,2 3-180,0 4 0,2 4 90,5 8-180,-2 3 90,3 10-90,-5 4 0,0 5-90,-1 3 180,-1 3 1,-1 2-1,-1 0 0,0 0 90,-2-2-90,-1-3 90,-2-3 90,0-4 0,-1 1 0,1-5-90,-3-15 179,1-5-179,-2-18 90,0 0 0,0-3 0,2-3 0,0-2 0,1-1-90,1 0 90,2 0-90,1 2 90,1 1-90,1 2-90,2 1 90,1 2 0,3 3 0,0 3-90,1 4 90,1 3 0,1 4 0,-1 5 180,2 4 0,-1 5-90,1 6 0,0 4 270,6 18-180,-7-5-90,3 11-1,-11-10 1,-2-1 0,-4 0 90,-2-1 0,-3-2 90,-2-3 0,1-3 180,-4-2-181,2-4 361,-4-1-270,-2-2-270,-3-8 0,1-2-90,-2-10 90,7-4 0,0-5-90,2-3-90,1-3-90,2-2 90,1-2-360,3-2 0,1 1-179,3 0-5372,13-18 4832,-5 17 0,10-13 127,-7 26-218,3 3-179,3 3 1439,3 4 0,2 2 0,0 1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29.72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253 640 7353,'-14'-11'3958,"0"1"-3612,1 4 824,-2 3 24,-1 1-384,-2 2 150,1 3-420,-2 4-91,1 3 1,1 4 287,-1 3-467,3 3-91,-1 3-89,3 2 0,1 1 0,3 1-180,3 0-90,4 0 1,2-1-181,4-2 0,1-1-90,4-2 1,2-3 89,2 1-90,2-6 0,1-1 180,1-5 1,0-2-1,1-1 90,-1-3-90,1-1 90,-2-2 0,-1-2 0,6-5 180,-7-1 0,4-5 90,-9 0-90,0-4 0,-1-2 90,-2-5 0,-1-4 0,-1-4 0,-1-4 0,0-4 0,-3-4 270,-3-30-360,-1 12-605,0-23 694,-5 22-690,2-1 1050,-5 3-89,1 5 360,1 7-271,0 8 91,1 7-114,1 7 114,1 7 450,2 4-271,1 1 10,2 20-549,1 7 730,2 23-820,3 8-90,1 5-320,2 5 320,2 3 90,1 4-896,0 2 626,2 1-90,-1 1-90,2-1-1640,0-1 1281,-1-3-91,-1-2-179,-1-4 89,0-4-1348,3 12 1078,-4-20-89,1 8 180,-4-23-720,-1-4 1799,-1-5 0,-2-7 0,0-3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30.05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0 171 7263,'2'-17'5127,"2"1"-4587,2 12-360,5 6-1,-1 5-179,3 2-90,-2-3 1,1 0-91,1-2 0,1-1-90,0-3 90,1-1 0,0-3 0,-1-1 90,0-3 0,-2-1 0,-2-2 180,-1-1 0,-1-1 90,-2-1 0,1 0 360,-3-1 359,-1-3 181,-3 1 269,-5 0-720,-6 7-89,-1 7 0,-4 10 0,2 8-91,0 6 91,-1 8-90,3 5-90,-2 5-91,5 3-89,1 2-252,5 1 162,2-1 0,4-1-90,2-2-180,3-3 0,2-3 0,3-2-90,1-5 1,2-3-1,1-4-90,2-4-90,1-5 0,0-6-89,-1-6 71,0-6-251,0-7-91,-1-6-89,-1-7-1,-1-3-179,-3-4-91,-1-3-89,-4-3-630,0 0 1889,-2-25 0,-2 14 0,0-19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30.70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 31 6903,'-2'-14'5487,"-2"-2"-4048,5 15-719,4 26-271,2 13-179,4 25-354,-3-5 264,2 6-875,0 5 875,1 4 0,0 3-1149,-1 3 1149,-1 2-180,-1 0 90,-1-2 0,-1-2-90,-2-5 0,1-4-90,-1-5-136,1-6-224,0-7-180,2-6-89,0-6-271,1-7-58,0-5-481,0-6-2551,1-7 4080,6-10 0,-8-1 0,3-5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31.49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64 92 3271,'-5'-25'3418,"-1"1"-669,2 6-1130,-1 4-11,-1 3-1248,-1 19 288,0 5-469,0 20 1,3 3-90,0 8 854,1 4-854,0 2 0,1 2-3345,2 1 3165,0 2 360,1 1-1665,0-1 1575,0-2-502,2-2 142,-1-4-90,-1-3 188,1-3-367,0-5 2691,1-3-2871,0-5 1843,0-4-2113,-1-3-1260,0-4 2271,1 0 0,-2-9 1,0 0-1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31.65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40 8972,'0'-23'2788,"8"9"-2518,4 12-90,8 6-90,2 2 0,4 0-90,4 0-180,2-2-90,3 1-180,1-2-89,1-2-181,-1 0 1,-1-2 89,-1-1-90,-1-2-359,-3-1-90,-2-2 1169,-3-1 0,-11 3 0,-4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31.98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44 39 7263,'-9'-19'5397,"0"5"-4858,-2 9-359,4 8 0,1 9 0,5 4-90,1 4 0,1 2-90,4 2-90,0 2 0,3 0-90,1 0-90,1-1 91,2-1-91,1-2 90,0-2-180,1-3 180,-3-1-90,3-4 0,-2-3 1,2-3 89,0-4 0,-1-3 90,-1-5 0,0-4 0,-1-5 90,0-4-90,-1-3 90,-2-3 90,0-1 90,-2-3 90,-1 1-1,-1-1 91,-2 3 90,-1 2 90,0 4 719,-2 4 1350,1-3-2430,3 23 1,-2 1-90,5 23 0,-3 1-90,3 2 90,0 1-180,3 1 90,-1-1 270,3-1-450,-1-2 270,2-1-270,0-3 180,0-4-450,-1-2 361,0-4-451,-1-3-360,1-3 451,2-5-91,-2-5-90,2-5-269,-3-6-3483,-1-5 3123,0-3-630,0-3-719,0-3 2608,-1-2 0,1 0 0,0-1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32.55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24 8 12120,'6'16'1889,"-1"1"-1439,-8 1-1,0 2-179,0 2 0,-1 0 0,0 4-90,0-1 0,-1 11-270,2-9-90,-1 6-899,2-7 269,2-4-269,2 1 809,6-16 90,-3-7 0,6-13 0,-6-4 90,3-3 0,-1-2 0,1-2 0,-2-3 90,1 0 90,-1-1-90,0 0 90,0 0 0,-1 3 0,0 1 0,1 5 90,-1 2 180,2 1 90,0 6-271,3 7 1,-1 9 0,5 15-90,-3-1 0,3 6 0,-3-4 90,1 2-90,0 1 90,1-1-180,-2 0 270,0-3-360,1-2 0,-1-3-90,-1-2-90,0-2-270,-2-3 91,3 0-1,3-11 180,-3-2-90,3-8 90,-8-2 90,2-2 1,-3-5-1,1 0 90,0-2 0,0 2 90,0-1 0,2 3 0,-1 0 90,1 2-90,0 1 90,-1 3-90,1 1 269,-1 3 91,4 0 180,2 6-360,4 4 90,-3 6 0,-1 6 359,4 11-269,3 6-180,1 3 0,-1 0 0,-6-9-90,1-1 0,-1-2 0,-1-3-1,-1-1-89,-2-3 90,-1-4-180,1 3-539,-2-5-181,2-2 181,-3-12-91,1-4 270,-1-8-359,-1 2-181,3-1-719,0-2-539,2 0 2248,-1-1 0,1-1 0,-1-2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32.69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12 15448,'14'-9'-1035,"-2"6"1,-5 5 0,-3 3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33.48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1 452 11490,'11'23'1709,"-2"-4"-1259,-1-3-450,-5-3 0,4-1 0,-4 0-180,4-2-269,-1 0-91,3 1-180,1-2 540,4-3 180,-3-9-90,0-4 90,-3-8-3392,-2 0 3392,1-4 90,0-3-90,0-2 90,0-2 0,1-2 0,-1 0 0,2 1 0,-1 1 450,8-12-360,-5 15 3572,4-6-3213,-5 17-359,1 7 90,0 2-90,2 8-90,-3 5 90,1 2-90,2 3 0,-2 2 0,2 1-90,-3 1 89,0 0-89,0 0-89,0-3 89,-2-1 0,0-3 89,1 1 181,-2-2-90,-1-10-90,-4-9 0,-3-9 90,-1-5 0,0 2 90,0 0 269,-2-10-269,1 9 270,-1-5-90,2 8 179,0 5-629,3 9 90,0 9-90,5 11 0,0 4-180,0 2 90,1 0-89,1 1 89,3-1-90,0-1-90,1-2 90,1-2-90,0-2-90,0-3-179,-2-3 269,3-1 270,-2-8 90,0-1 270,0-18-91,-5 1-89,0-9 90,-3 2 270,-1-17-270,-1 9 269,-1-27-269,-1 25-90,0-9-90,1 16 0,0 2 0,4-7-90,0 10 0,4-3 0,-1 12-90,3 3 0,1 3 90,2 5-90,3 3 0,9 12 0,-3 3 90,7 11 0,-7 1 0,0 5 90,0 6-3392,1 3 3302,0 4-1487,-3 3 1577,0 3-58,-3 3 58,-3 4-90,-3 1-262,-5 2 262,-4 3-135,-10-2 0,-2 1 45,-6 17 45,0-17 0,-2-2 997,-9-1-862,-4-4-90,-3-6 90,-1-5 90,-3-7 0,-1-6 150,1-5-60,1-6-90,2-4 232,3-6-232,4-6 2979,2-6-3159,4-8 784,1-6-784,4-7 11,3-6-281,4-4-179,4-6-181,4-3-340,4-3 340,4 0-359,3-2-90,2 1-3310,3 0 3220,1 3-90,1 2-314,0 5-496,0 4-629,-1 3 2698,-1 4 0,-2 3 0,0 1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34.60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254 2 8612,'-28'-1'3418,"5"2"-2878,4 8 89,3 3-179,1 4-180,-2 4 90,-3 3-90,3 0 89,-2 3 91,5 0-180,0-1 180,1 0-360,2-2 180,1-2-270,3-2 180,1-2-270,3-1 269,2-1-268,1-2 268,3 0-358,2 0 268,2-3-268,1-1 179,3-1-180,2-3 180,2 0-180,2-1 270,3-1-270,3-1 270,1-1-270,3 0 180,0 0-270,2 1 90,1 0-90,0 1 90,0 0 0,0 2-89,-1-1 89,-2 2 0,-2-1 0,-3 0 0,-3-1 180,1 0 90,-6-1 0,1-3-90,-10-6 0,-1-5 0,-7-6 0,0-1 0,-1-3 0,0-4 0,1-2 0,-1-2 0,1-1 0,1-1 90,0 1-90,1 3 360,0 2-360,1 5 180,0 0 629,1 4-539,4 13 180,-1 9-270,4 18 89,-3 6-89,0 7 90,0 5-275,0 4 275,-1 1-90,0 2 90,-1 0 0,-1 18-180,0-17 89,-1 12-179,0-24-89,0-4-271,0-4-2249,1 13-629,0-19 3238,2 12 0,-3-28 0,2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34.75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22 11041,'19'-8'4677,"-3"1"-6026,-4 2-1530,0 4-2697,-2 4 5576,2 6 0,-7-2 0,-1-1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35.45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101 29 6723,'-13'-9'2968,"-3"-1"-1978,4 4-271,-4 3-179,3 2-270,0 8-90,3 4-90,4 6 0,5 3-90,2-4 90,5-1 0,-1-4 0,3-1 90,1 2-90,0-1 89,3 1-3391,2 0 3482,9 7-180,-5-3 90,7 6-90,-7-5 90,1 2-90,0 2 0,0 1 90,-1 2 3392,-2 0-3393,0 3 1,-3 0 0,-2 1 180,-2 0-90,-3-1 0,-1 0 539,-8 26-629,-1-19 0,-8 18-180,1-26-90,-3-2-90,0-1-180,-1-4-179,-1-2-91,2-4-179,-1-3-181,1-4-179,-1-5-180,0-5-990,1-7-719,1-7 3058,0-7 0,3-7 0,0-4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35.64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0 338 10681,'3'-14'2878,"3"-5"-2608,4 3-90,4-6 0,2-2-469,2-3 199,2-2-270,3-1-89,1 1-110,0 2-250,2 2-91,-1 2-359,-1 4-360,0 3-540,-2 6 2159,0 5 0,-11 2 0,-2 4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5:35.82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17 0 10141,'-6'17'9175,"0"0"-8815,2-4-2609,3 1-3598,5-3 5847,5-5 0,-3-3 0,-1-2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03.28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353 579 10321,'-7'-17'6836,"-3"4"-6206,-3 11-360,-2 6-90,0 5 89,1 3 1,1 2 0,-3 4-3392,0 4 3392,-3 5 44,0 3-44,-2 5-2254,0 4 2164,-1 1 90,0 6-182,2-1 91,-1 3 1,4 0 1833,1 0-1833,3 1-90,2 1 0,4-1 0,3-2-90,4-3 0,5-3 90,6-2-90,5-2 0,4-2 89,6-1-89,2-3 0,4-3 0,4-3 0,2-3-18,3-2 18,2-3 2690,2-4-2780,0-2-270,2-5-2901,-2-2 2721,0-4-89,-3-2 188,-2-2-279,-3-2-89,-3-3-28,-2-3 27,-3-3 178,-4-3-87,-4-3-181,-3-4 91,-4-3 89,-3-4 0,-5-1 181,-2-2-1,-2-2 90,-3 0 91,-2-2-1,-2 2 180,-4-2 0,0 3 180,-6-13 180,3 14-270,-3-8 90,5 16 3482,1 1-3482,1 2 180,-1 1-90,3 1 90,0 1 0,1 2-1,0 0 1,1 2 90,1 0 360,0 2 179,1-1 1530,1 1-1889,-3-1-180,7 16 269,0 15-269,6 10 0,3 13 0,-3-4 0,3 2-90,-1 3 89,3 1-179,-1 0 90,1-1-180,2 0 180,-1-2-180,1-3 0,0-3 0,1-4-90,-1-3 0,1-3-90,-1-3 0,0-3-179,-2-4 359,5-5-90,-5-6 0,3-6 90,-6-7 0,-1-6-90,-2-6 90,3-22 0,-4 6-368,0-18 368,-6 13 0,-2-3 0,-2 0 0,0-2 0,-3 3 90,0 3 0,0 5 180,-2-5-90,3 16-1,-1-1-179,4 14 0,9 15 90,-1 4-90,10 16 0,0 6 0,3 3 90,2 3-90,2 2-90,12 17 90,-7-12 68,8 11-68,-12-17 0,1-1 0,-3-3-90,0-3 90,-3-2 0,-3-4 0,-2-4 0,-3-3 570,-1 1-480,-7-19-90,-2 1 0,-7-18 0,-2 1 0,0-3 0,-2-3 0,0-3 0,0-1 0,-1-2 0,1 1 0,0 1 0,2 1 0,1 2 0,3 2-90,1 0 90,2 3 0,3 1-90,2 1 0,3 1 90,2 2-359,11-3 179,-3 8 90,9-1-90,-4 11 90,1 4 0,2 3 0,0 6 0,0 2 90,-1 4-90,7 10 90,-9-5 0,4 7 0,-13-11 90,-2 0 0,-2-3 360,-2-1 1978,0-2-2158,-4-17-90,-2-2-180,0-20-90,-4-1-90,4-6-90,-1-4-507,2-6 237,1-3-90,1-3-89,1-1 179,3-1-270,0 2 1,3 3-1,0 4 91,1 6-181,0 4-989,5-6 1080,-3 13-630,3-5-270,-4 15 1709,0 1 0,-5 9 0,-2 1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03.59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40 68 6453,'4'-16'3149,"0"2"-1351,-2-5 2610,0 5-4048,-7 10-90,1 9 89,-7 18 1,4 5 0,0 5-90,0 3 90,2 2-91,1 2-89,2 1 0,4 0 0,1 0-90,3-2 0,4-1-90,0-1 90,4-2 0,-1-1-90,4-1 0,-1-2 90,3-2-90,1 0 0,0-2 0,0-2 0,-1-1 0,1-3 90,-3-2-90,-1-1 180,-3-3-90,-1-1 180,-3-2 269,-2-1-89,-1 4-270,-7 3-90,-4 0 90,-5 2-90,-3-6-90,-1 1-3482,-1-3 3302,-2 0-289,0-2-70,-1-2-181,2-2-90,-2-1 1,2-3-180,1-1-181,1-3 91,1-3 3292,2-3-3292,1-3 27,2-4-27,3-2-810,1-3 1889,3-11 0,0 17 0,2-6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03.97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1 867 6993,'9'-16'1889,"0"2"-630,-1 7-629,5 0-90,-2 2 179,6 1-269,-3 2-90,2-1-1,3 1-89,0 0 0,2-2 0,0 0-90,2-2-90,1-3 90,0-1 0,2-4-90,2-2 0,0-5-90,1-3 89,1-5-244,-2-3 155,0-2 90,-4-3-1,-2-1 1,-3-1-90,-2-2 0,-5-1-2950,-3-4 2950,-4 1 449,-3 2-347,-3 2 438,-3 4-180,-1 5-1,-3 4 1,-1 6-90,-2 4 162,0 7-342,-2 5 90,-1 10 3262,-3 8-3262,0 11-90,0 9 0,-1 10-316,3 7 226,2 5 90,4 5 0,5 1-697,3 2 607,5 0 90,4-1-3017,3-4 2927,4-3 180,2-5 0,4-4 0,3-4 0,1-6-569,3-4 569,0-8-90,1-4 2,0-7-2,-1-5 2871,0-7-2961,-1-7 90,-1-8-90,-1-9 0,1-7-180,-1-7-295,-1-5 116,0-5 354,-2-2-625,-2-4-90,-2-1-2535,-3-4 2625,0-1-539,-3-3-299,0-2-61,-1 0-1440,-2 0-1507,-1 4 4476,-1 2 0,1 5 0,0 2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04.72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222 436 7533,'-23'10'2698,"0"0"-1798,2-4-181,2-3-4341,1-2 4612,-7-9 229,7 1-949,-4-8-90,8 1 0,2-4-90,2-3 0,2-3 0,2-5 0,4 1-90,2-2 3392,4 1-3123,3 0-269,4 0 180,2 3-270,3 2 180,2 4-180,0 2 180,2 6-270,-1 5 270,2 5-180,1 6-90,0 6 91,-1 4 89,-2 5-90,-1 3 90,-4 1 0,-2 0 90,-3 2 89,-3-2 1,-4 0 0,-2-1 180,-2-2 0,-3-3 0,-2-1-1,-1-2 1,-2-3-90,0-1-90,-3-5 180,1 0-360,-6-6-180,4-2-90,-2-5-90,5-2-269,1-4-91,2-4-90,2-4 1,2-3-181,1-3-89,5-2-90,1-1-91,5-1-2517,9-16 3777,-1 12 0,9-10 0,-4 16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05.07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278 819 6183,'26'-58'2069,"-2"-1"-1349,-4 1-1258,-3-1 1168,-4 2 89,-4-2-1733,-2 1 1554,-5 1-1,-4 2 532,-2 3-621,-4 4-1,-2 5-2755,-3 4 2666,-3 6-1,-1 5 366,-3 7-366,-2 4-89,-2 7 1101,-1 3-922,-14 14-2537,9 4 2268,-11 14 1168,14 3-1168,2 8-331,3 7 241,2 6 0,5 7 0,5 6 90,5 4 45,6-13 0,3 2-135,4 32-460,1-28 1,1 1 459,9 29 90,6 2 0,2 5-90,-13-48 0,1 1 270,0-1 0,1 3-180,6 20 0,1 1-135,-5-17 0,-1 0-363,6 17 0,0-1 408,-9-21 0,-1-2-45,1 1 0,0-1 135,8 48-90,0-2 90,-4-4-870,-1-3 1140,-4-5-270,-2-7 1435,-1-5-1615,-3-5 209,-2-7-119,0-6-90,-2-6 0,1-8 1163,-1-7-1163,-1-6-540,0-5 1029,0-1-1568,1-23 937,0-7-1657,2-24 0,-1-10-3025,-1-7 506,-2-8 4318,-2-7 0,-4-6 0,-1-1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05.25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60 579 8702,'-19'-6'4318,"3"-1"-2519,0 1-450,7-1-720,9-1-89,7-1-90,14 0-90,3-3-1,6-2-179,5-5 0,5-4-747,4-3 387,3-4-360,2-2-89,2-3 179,0-1-539,2-3-1081,1 1 721,-1-1-450,-1 2-630,-1 4-809,-1 0 3238,-2 4 0,-1 2 0,1 3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06.29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263 933 6273,'-2'-30'1889,"1"1"-1259,0 0 0,-1 0-1,0 3 1,-1 1 0,0 2-1,-2 3-89,0 3 90,-1 3-91,0 1 451,0 4-631,-6 1-89,1 6 0,-4 4 0,2 7-90,-2 7 0,0 8-90,0 6 90,-1 8-90,2 6 0,0 5-1,4 4 1,1 2-90,3 2-520,3 1 520,3 0 90,4-1-90,1-1 0,5-4-90,2-2-90,3-5-90,3-3 0,1-6-121,2-4 32,1-6 269,2-4-270,1-7 0,0-6 90,-1-6 0,-1-7 90,0-7-89,-3-7 359,0-7 338,-2-7-338,-3-5-269,-3-5 89,-4-4 0,-3-5 90,-6-4-772,-3-7 862,-6-4 0,-3-7-965,-6-5 965,-3-5 0,-4-4 0,-3-3 0,-2-2 90,-1-1 90,1 2-1053,-1 5 1232,2 9 1,2 10 90,3 10-91,2 11 1,5 8 0,2 8-90,5 6-90,2 4 894,2 4-1074,4 17 0,9 28-90,4 9 354,10 24-264,0-6 0,4 6-90,3 7 90,4 4-46,-7-17 1,2 2-45,13 30-107,-12-29 0,0-1 107,10 21 0,0-3-952,-1-2 952,2-5 0,-4-2 0,1-3 0,-5-5 0,-1-3-90,0-5-270,-3-3-89,-1-5-181,-5-6 90,0-4-89,-5-8 198,5 3-199,-8-13 2043,4-2-1863,-10-16-180,0-27 451,-5-3-271,-2-18 0,-3-6 270,-1-16-63,-1 12 1,1-2 152,-5-21 0,-2-4 180,0-3 90,0 2 314,3 22 1,0 1-135,-1-11-180,3 22 0,0 6 179,3 16-179,2 6 360,1 7 180,10 9-451,0 14 1,10 14-90,0 14 0,2 6 1118,3 6-1208,3 4 0,1 3 0,3 1 0,-1 0-686,1-1 776,0-1 0,0-2-90,-1-3 90,-2-1-180,-1-6 90,-2-2-180,-2-6-90,-3-2-180,-2-4-90,-3-5-89,-3-2-163,-2-5-108,1-3 535,-3-8-714,0-4-361,-3-11-988,-3-6-900,-1-6 3238,-2-8 0,-4-4 0,-1-4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06.42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38 77 9152,'-11'-15'3688,"0"2"-2789,3-1-179,1 4-810,7-2-270,11 5-3572,4 3 2763,6 3-1619,-4 2-810,1 1 3598,-3 2 0,-4-2 0,-5 1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07.00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1 356 8432,'13'26'2879,"-1"1"-2160,-1 2-179,-1 3 0,2 2-181,1 2 1,-1 3-90,1 1-354,-1 1 264,2 3 0,-1-3-90,0 3 0,-1-5-90,0-2-90,-1-3 180,-1-3-180,-2-6 90,0-4-180,-3-5-180,0-3 270,-1-12 1,-1-8 352,-2-14-263,-3-8-90,0-7 360,-2-7-2326,0-7 1966,-1-5 90,0-4 0,1-3 90,0 1 0,2 2-389,2 6 299,1 5 90,3 6 0,0 8 90,3 5-2702,2 8 2702,2 2 1252,3 10-1342,3 5 412,3 12-412,2 8 90,1 8-90,0 6-90,1 6 90,0 5 0,-2 3 2964,0 2-3054,-1 0 0,-1 0 90,-1-2-90,0-3-117,-2-4 117,-2-5 0,-1-3 0,-3-6-90,-1-4 90,-3-5 0,1-2 512,-2-13-512,0-19 0,-3-8 0,0-16 0,-2 3-1459,0-3 1639,-2-4-180,-1-4-175,-1-3 175,0-2-90,0-1-2750,1 3 2750,0 5-507,1 7 507,2 7 939,-1 9-759,3 6 60,4 6-60,1 12 0,6 8 0,1 13-90,2 6 90,2 7-90,2 3 0,0 2 90,11 18-90,-7-13 0,8 11 0,-9-20 0,-2-4 0,-1-3 3039,0-5-2949,-3-3-90,-1-4 90,-2-4 0,5-6-1,-5-7 887,3-9-1065,-5-8-91,0-6-180,-1-7-90,0-3-180,-1-5-3571,0-4 3122,-2-4-181,-1-1-519,-2-2-110,-2 1-720,-2 3 2609,-1 5 0,0 5 0,-1 4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07.70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1 860 14459,'21'-12'1439,"-2"0"-1259,-3-5 0,0-1-90,1-6-180,2-4 0,1-4-270,0-3 90,-1-3-367,-1-2 368,-2-2-1,0 0 90,-3-2 0,-2 0 0,-5 1 90,-2 2 90,-4 5 0,-5 3 90,0 7 0,-5 2 0,1 8 0,-3 5 0,-1 7 0,-1 7 277,-1 9-187,0 8-91,-2 8 1,3 6 90,-4 28-90,6-11-1995,-1 21 1995,8-19-90,3 0-1378,3 0 1378,2-2-243,2 0 333,3-4-90,1-4-2164,3-4 2164,0-5 0,2-4 967,0-5-1057,0-5 0,0-4 1176,0-5-1176,1-4 245,-1-7-245,1-4 3392,-2-8-3391,0-6-91,1-6 90,1-7-90,0-5-225,0-7 405,0-5-180,-2-6 0,0-6 0,-2-5-832,-2-4 832,-3-3 90,-2-1 90,-1 2 0,-1 4 90,-2 7 90,2 7-347,-2 10 347,1 7-91,-1 8 181,1 5 98,2 6-188,1 12 834,4 7-924,1 15-1,3 7-89,2 10 90,1 5 293,1 6-383,1 4-513,-1 3 513,2 3 0,0 2 90,-2-1-90,0-2 0,-2-2 0,-1-4 0,-1-4 0,0-5 90,-3-6-90,0-5 90,-2-5 90,-1-5 90,-1-1-270,0-12 90,-2-8 603,1-14-693,-2-9 0,0-6 0,0-6-90,1-5 0,-1-5 90,4-5-90,-2-3-608,2-3 608,-1 0 90,1 4-90,2 2-265,2 8 355,0 6 0,0 7 180,0 8 0,2 5 360,8 8-180,-2 9 0,8 8 501,-6 12-501,2 6 461,-1 6-282,1 5-89,1 3-387,0 1 206,0 0 1,-1-1-90,0-2 0,-2-1-90,-1-3-630,10 13 1,-14-18-1170,7 7-8122,-14-20 9342,-3-16 1,0 7 0,-3-13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08.32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177 13 7713,'-7'-13'3777,"-6"13"-3237,0 7-90,-4 16 0,2 6-1,-2 7-89,0 4 0,0 3-319,1 2 229,2-1 0,2 0-91,3-2 1,2-3 0,4-2-90,3-3 0,4-2-90,3-1 90,5-4-90,3-2 0,5-4 0,3-3 0,3-2 0,2-3 0,3-1 229,2-3-229,0 0 0,1-1 0,-1 0 0,-2 1 0,-3 0 180,-4 1 0,-3 2 180,-4 3-91,-4 2 91,-3 4 0,-5 4 0,-3 3-90,-3 2 0,-4 2-91,-3 1 1,-4 0-90,-1-1 0,-2-1-270,-1-3-179,-1-1-91,1-3-270,0-3-179,2-3-91,1-4-1348,2-3 988,-2-6-89,5-8-360,-1-9-629,6-9 2428,3-7 0,1-6 0,2-2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08.51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40 7353,'6'-21'3508,"2"5"-2699,9 14-89,-1 9-180,7 15-1,-4 9-428,2 10 338,1 7-179,1 5 90,1 3-180,0 3-718,0 1 628,0 0 90,-1 0 0,-1-2-90,-1-3 0,-2-3-180,-1-3-180,4 11-89,-6-19 89,2 6-360,-10-23-1259,0-5-4455,-4 1 6344,-8-18 0,5 6 0,-8-14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08.67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6 9961,'15'-5'1170,"1"4"-1530,-6 8-270,2 1-179,-2-1-720,1-2-360,-1 2 1889,1-2 0,-6-2 0,0-1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08.96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1 133 7173,'11'-10'2429,"1"1"-1800,-1 0 1,3 0-91,0 1-89,3 0 0,1 2-90,1 2-90,3 4-1,0 4 1,2 5-90,-1 8 270,0 3-360,-2 7 0,-2 5 0,1 5 0,-9 3-356,2 3 356,-9 0-90,0 1 90,-3-1-3394,-4 0 3394,-3-4 0,-3-1-182,-2-4 362,-2-3 89,0-5 1,0-4 0,-1-4 0,2-5-2096,-2-4 2006,1-5 2086,-1-5-2176,0-6 279,-1-6-369,-4-18-90,4 1-90,-2-15 0,7 5-270,2-4-213,1-6 33,3-2 2679,1-2-2859,4 0-180,0 2-179,4 5 0,1 3-181,3 6-898,0 5 2158,6-3 0,-7 19 0,3-1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10.01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1409 8252,'15'0'3778,"-2"2"-3058,0 9-91,-3 4-89,1 4-90,0 5-90,1 2-91,0 4-89,-1 0 0,0 3 0,0-1-90,-2 1-90,0-1-90,-2-1-90,0-3 0,0-4 180,-1-3-359,-1-5-361,-1 0 540,-1-19 90,-1-4 0,-1-20 0,-1-4-90,-1-26 90,1 7-377,-1-17 377,3 16 270,0 1-270,2 4 270,0 5-270,0 6 270,6-3-180,0 16 90,4-1 0,0 18 0,3 6 90,13 16 467,-5 1-557,10 13-90,-9-4 90,0 3-90,0 1 0,-1-2 90,-1 1-90,2-3 0,-5-1-90,2-5 180,-7-1-270,-1-5-180,-3-3 180,3-4-90,-4-7 90,1-6 90,-4-9-179,-1-6 179,4-21-180,-4 6 270,1-16-180,-3 12 0,-4-3 0,0-4-398,-6-2 488,0-3-3260,-4-28 3350,0 18 180,-3-16 1,3 30 179,1 6 0,3 9-90,-1 6 359,3 6-276,-4 13-263,3 12 3256,-2 17-3256,4 13-90,-1 8-201,1 6 201,1 4 0,2 3 90,0 4-713,1 0 623,1-1 0,1-3 90,2-4-90,-1-4-90,2-4 270,0-4-360,0-7 0,1-4-89,-2-6-1,0-4 491,0-5-311,1-15 830,1-33-740,-3 2 0,-2-24 0,-4 17-249,-2-3 249,0-3 270,-4-6-360,-5-29 90,2 14-790,-4-21 1150,6 26-360,0 6 4,2 8-4,2 9 179,1 8-89,2 6 311,4 10-311,3 12 965,6 11-965,1 15 0,4 10-90,0 8 389,1 6-299,14 30-90,-7-17-611,8 21 611,-8-27 0,-1-2 90,0-4-90,0-4-90,0-5 0,-2-6 0,0-6 0,-3-5-90,-2-6 180,-1-9-90,-3-6 0,0-11 90,-1-6-90,2-29 90,-4 4 242,2-22-242,-9 12 0,-2-6 180,-4-3-2570,-4-6 2570,-2-4-270,0 14 0,-2-3 0,-6-33-213,5 29 1,-1-1 212,-6-31-529,8 45 1,1 0 618,-1-1 0,1 0 90,-12-46 11,2 6 348,8 39 1,0 1-270,-4-16 180,-2-4-360,10 39 450,2 9 1347,5 19-1707,6 32 0,3 9-1171,6 25 1171,0-5-90,3 8 90,1 6 190,3 8-190,-1 5-1003,-5-21 1,0 2 912,-3-16 0,-1 0-45,3 13 0,1 1-402,1-6 0,0-3 447,9 25 222,-8-30 1,0-3-313,8 10-360,9 10 90,-8-21-89,5 5 89,-12-26 0,-1-7 714,-3-6-624,-1-7 2385,-2-8-2295,0-7 1,-2-9 89,-3-7 2070,-1-6-2070,-3-7 0,-2-7 616,-1-6-616,-3-6 90,-2-5 90,-1-5-702,-2-2 882,1 0 0,0 5 90,2 6 0,1 8-68,1 10 68,1 7 719,2 2-629,6 14 481,2 7-571,8 19 832,3 13-922,1 9-90,5 10 0,0 6 0,2 6-754,0 3 574,0 3 90,-1 0-90,0 0 90,-1-1-90,-3-3 90,0-2-273,-2-3 3,-3-5-180,-1-4-89,-3-6-91,-2-5-180,-1-5 1,-2-5-2699,-2-5 2068,3-16 91,-6-6-75,2-17-1365,-5-2 2699,-3-7 0,-2-3 0,-1-3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10.17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30 151 8432,'-9'-32'3508,"1"2"-2698,2 7 269,2 4-179,1 0-451,4 4-1348,8 5-1,5 7-269,2 9-450,-2 5-360,-4 1-719,-3 3 2698,0 0 0,-3-8 0,-2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10.37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 9871,'10'7'2879,"0"4"-2070,-2 9-179,1 5-90,1 8-1,3 5-89,0 5-90,3 5-90,0 2-2636,2 2 2546,0 2-90,2 2 20,1 1-380,0 2-90,-1-2-90,0-1 0,0-1-89,0-5-271,0-2-89,-1-4-271,1-3-269,-3-4-450,0-5-719,-4-6 2608,-1-5 0,-6-10 0,-1-4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10.90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73 787 7353,'-19'-28'3508,"3"1"-2519,2 5-179,4 5 449,2 3-270,2 1-809,8 4 0,3 4-90,10 6-180,3 5-90,3 1 180,3 2-449,2 0-1,1-1 0,2-1 0,-1-1 1,0-3 89,-1-1 0,-2-3 0,0-2 90,-3-3 1,-3-3 269,-2-3-270,-3-2 360,-3-3-180,-2-2 270,-2 1-90,-3-2 359,-3 0-179,-2 0 90,-3 2 0,-1 1 90,-1 3-1,-1 1 361,0 3-360,-2 2-271,0 8 1,2 5 0,1 13-90,4 20 0,2-4 0,3 15 0,10 6 0,-1-13-180,7 11 0,5-3 0,-4-16-90,6 5 0,-8-17 90,1-6 0,0-3-89,0-3 179,0-7-90,0-7 90,-1-5 0,0-8-90,0-4 180,0-8-90,-3-3 0,-1-4 90,-4-2-1,1-5-3211,-7-28 3212,-1 12 0,-5-22-427,-4 19 517,0-3-1,-1 0-369,-1 1 550,1 6 629,-1-9-539,3 24-90,-1-4 179,4 25-89,2 4 2817,5 18-2907,9 26-181,3 14 154,5 23-154,-1-2-413,2 9 504,1 10-2760,3 10 2670,-14-41 0,2 0 45,-1 4 0,1 0-752,1 1 1,0 1 661,0 1 0,1 1-266,-1 0 1,1 0 400,-1 1 0,1 0-225,0 0 0,-1-1-162,0 1 1,0-1 160,0-1 1,-1 0 0,0-2 0,0-1 0,-1 0 0,0-1 135,0-3 0,-1 0-360,12 42 180,-3-6 683,-1-9-1672,-3-9 898,-2-9-1348,-3-11 627,-1-8-897,-3-10-1799,-1-9 2076,3-17-2525,-3-11 4243,2-17 0,-6-7 0,0-5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39.27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0 24575,'0'0'0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42.752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1 711 11760,'19'-6'810,"1"-1"-630,-1 1 90,4-3 89,37-14-179,-18 6-952,28-10 952,-27 10-180,3 1 277,1-1-187,2 0 0,-1 1 0,0 0 90,19-5-653,-15 6 473,15-4 90,-22 8-1,-2 0 1,0 2-90,-1 3 90,-2 0-90,1 2 90,-1-2-90,0 2 90,0 0-90,-1 1 90,0 0-90,-1 2 90,1-2 455,-2 1-455,0-1-90,-2 0 0,-1-2 0,-2 1 0,-1-2 0,-3 1 0,-2-1 0,-3 0 90,-3 0 603,-2 0-603,-2 1 0,-3 0 90,0-1 630,-2 1-720,-5-5-90,-8 1 0,-4-1 0,-18-3-90,9 7 90,-12-4-90,8 6 90,0 1 0,-4-1 0,1 2-90,-3-1 90,1 1 0,-2 1 0,-1-1 0,-1 2 0,-1-2 0,1 2 0,1-2 0,0 1 0,0 0 90,1-1-90,2-1 0,3-1 0,1 0 0,4-1 0,0 1 0,3-1 0,-1-4-90,3-2 90,3-5 0,7 1 0,5-2-90,4 1 90,18-17 0,-5 11 0,18-11 0,-11 20 0,6 2 0,0 4 0,4 4 180,40 18-180,-26 1-547,30 14 547,-40-1 90,-1 2-90,-2 5 90,-3 3 0,-4 2 0,-3 2 0,-5 1 90,-3-1 359,-1 21-269,-10-17 0,-1 17 0,-12-22-56,-4-2-34,-3-1 89,-4-4 1,-3-3-90,-1-3 0,-2-2-90,0-5 90,-1-3-3372,0-3 3102,0-4 183,0-3-543,-1-3-230,1-4-219,0-1-180,2-3-451,1-1 3573,1-2-5281,2-2-1259,2-1 4497,2 0 0,6 3 0,1 2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44.481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92 40 9332,'-14'9'1169,"3"4"-899,7 5-90,1 5 90,1 6-180,1 5-1,1 4 1,1 4 90,2 4-180,0 1 90,2 2-519,0 2 519,1-1-90,0 0 90,2-1-180,-1-3 180,1-2-90,-1-4 90,0-4-180,0-3 180,0-4-180,-2-4 180,1-3 0,-2-3 540,0-1-630,-5-13 0,0-6 429,-6-17-339,0-6-90,0-6 0,-1-6 0,-1-6-354,0-4 354,-1-4 0,-1-2-90,0-2 90,1-1 90,0 0 0,0 1-922,1 1 1012,1 3 0,1 3 0,1 4 0,1 3 321,1 5-321,2 5 90,0 6-181,1-1 956,0 5-955,5 3 0,5 13-90,4 7 90,5 12-1,-1 2-89,3 4 360,2 3-360,2 3 0,1 1 0,1 2 0,0-1-3302,0 2 3302,0 0 0,0 1-46,-1 3 136,-1 0 0,0 2-90,-3 0 90,-2 0-90,4 13 360,-7-11-450,3 10 359,-7-16-448,-2-3 269,-2 0-360,-1-3 0,-2-2-360,1 4 180,-3-8 2606,0 4-2966,-5-5 24,-1-6-383,-2 3-3328,0-8 4497,-7-1 0,6-3 0,-2-3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44.663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1 212 11400,'7'-12'1260,"1"1"-1080,14 2 90,11-6-181,-5 4-89,11-8-89,-10 6-91,1-1-270,1 0-90,-1 1-1079,12-5 630,-12 4-540,8-3-360,-16 6 1889,-1 1 0,-10 4 0,-3 2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44.939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1 145 8972,'7'1'1889,"-4"0"-1709,18 17-90,-8-4 0,1 1 0,-1 2-1,1 1 1,-1 1 0,-1 1 0,3 9 0,-4-7-90,2 5 90,-6-10 0,-2-3 1259,0 1-1259,-8-15 90,1-2-90,-7-15-90,2-2 90,1-4-90,0-2 180,2-3-3842,3-13 3302,1 8-89,3-9-91,1 14 0,2 2-179,1 2-1,2 3-449,8-3 629,-3 9 0,6-1 3303,-3 10-3483,0 5-89,0 3 809,0 4 0,-1 4 0,1 2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45.245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0 246 6273,'12'18'4498,"-2"-3"-4138,0-12-180,-3-8-1,0-7-89,-2-3 0,-1 0-90,0 0 90,0-2 0,0-1-90,-1-2 0,0 1 180,-1-1-180,-1-1 90,-2 2-90,0 1 180,-3 2-90,1 2 180,-1 2 269,-1 1-89,-3 1-360,-1 6-90,2 5 90,-1 8 0,6 7 0,0 4 0,2 4-90,2 3 360,1 4-360,1 0 0,4 2 0,2 0 0,0 0 0,4-2 0,-1-1 0,2-3 90,1-1-90,1-3 0,0-3 0,2-3 0,1-4 90,0-3-90,1-4 180,0-4-360,4-7 270,-1-3-450,1-8-90,-1-4-90,1-5-179,-2-4-181,0-2-269,-1-2-810,-3 1-719,-1-1 2698,-4 1 0,0 1 0,-2 1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45.677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3 102 9422,'-2'-18'7645,"9"34"-7645,-2-7-90,10 29 0,-4-18-179,2 0 89,1-2-90,1-2 90,1-2-90,1-4 180,-1-2-180,4-3 450,-3-5-360,1-3 0,-6-7 90,0-2 90,-2-4 0,0-13 0,-4 6 90,0-11 90,-4 10 0,-1 0 90,-1 2 0,-2 2 359,0 2 361,-1 0-990,7 14 0,1 5 90,8 20-90,9 30 0,-3-6-2373,8 23 2373,-5-14 90,13 31-929,-9-16 839,10 22-2208,-2 2 2298,-9-23-90,7 22-298,-12-32 298,-2-3-90,-1-2-90,-3-4 1193,-1-5-2003,0 9 631,-6-18-451,1 4-158,-7-21-1101,-5-3 4098,-5-15-4727,-8-17 1485,0-11 1213,0-14 0,4 1 0,0-2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45.901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7 415 6543,'-4'-50'1889,"2"2"-7099,2 4 5749,3 3-179,4 3 1409,2 4-1320,3 2-179,3 4 950,3 3-1041,1 3 181,14-1-270,-7 9 0,10 1 90,-9 11-180,-1 4 180,-1 5 3212,0 5-3392,-3 4 90,5 16-90,-10-4 90,3 13-90,-11-10 90,-3 1 0,-3 0-90,-3 2 180,-3-2-90,-2-1 90,-2-2 89,-2-4-89,-1-4 0,1-4 0,-2-3-90,0-4-90,-1-4 180,-4-6-450,3-5-90,-3-7-179,6-4-181,1-4-90,1-2-179,2-4-990,0-1-629,2-2 2608,1-2 0,1 15 0,1 2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46.278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 66 12660,'6'19'809,"2"1"-6289,5 0 5660,2 0-90,4 0 49,2-2-139,1-1 918,2-2-1097,0-3-1,0-3 0,-1-2-90,-1-3 90,-3-3 2837,-1-3-2747,-2-3 1676,-1-3-1586,-2-4-90,-1-2 180,-4-3 90,-1-1 90,-4-2 89,-1-1 1,-5-2 0,0 4 90,-3-3 89,1 5 181,0-1 809,-1 2 810,-2 0-2069,8 24 89,13 28-359,2 4 90,10 17 0,-7-26-90,0-1 0,2-2-90,0-4-89,-2-2-91,2-4-180,-2-2-90,0-4 1,-2-4-271,-1-2 180,-2-5-629,0-3-1709,4-13-3778,1-9 6746,-2-3 0,-2-4 0,-6 8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47.101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285 98 7083,'-11'-23'2878,"-3"2"-1888,0 3-91,-3 3-89,-1 4-91,-1 4-89,-1 5-180,-2 2-1,0 4-89,0 4 90,0 3 90,3 6-360,2 3 269,2 5-449,2 4 90,3 3-90,4 3 0,3 2-3392,5 2 3392,3-1-90,4 0 0,4-2-89,2 0-91,4-1 0,1-4-180,3-2 90,1-4-269,11 5 359,-9-10-180,7 4 0,-7-9 180,-9-6 3752,4 0-3482,-17-15 270,-2 0-270,-10-11 360,-3 1-270,-3-3 270,-1-3-270,-5-5 0,1-2 90,-4-3-1,1-1 91,2 0 360,-6-14-450,10 16 90,-3-9-180,10 19 0,4 0 0,3 3 0,3 2-90,4 2 0,3 1 0,5 4 89,4 3-178,3 5 178,5 7-89,1 5 0,3 7 0,1 7 90,25 44-90,-21-18-668,17 33 758,-31-31 0,-2 2 90,-4 2 0,-5 1-2931,-4 26 3021,-6-21 89,-4 18-301,-5-29 392,-2-4 0,-4-4-1,-1-5 1,-3-5 180,-9 3-360,6-14-1,-8 1-89,9-17-90,-1-5 540,0-8-720,0-4 3229,1-8-3409,-1-6-180,3-7-89,2-5-91,0-6-180,5-3-179,0-4 305,7-2-576,3-2-89,5 2-3151,2-1 3151,5 4 0,0-1-900,2 4-629,3 3 2878,-1 3 0,4 3 0,0 2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47.287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 6 8972,'22'-4'3598,"-5"3"-2789,-4 10 1,-3 4-180,2 5-1,-1 5-4341,4 4 4162,-2 4-1409,2 3 1229,-2 2 0,1 3-90,-1 0-1,-1 0-179,-1-1-89,0-2-91,-1-2-270,-1-3-809,3 7 629,-3-14-449,2 4-7107,-6-15 8753,2-9 0,-4-1 0,0-5 1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47.783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106 393 8162,'-14'-6'2969,"0"-1"-2250,1-3 91,1-3-181,1-4-89,1-3-90,1-3 0,1-3-181,1-1 1,3-1 0,1 1-90,3 1-90,1 0 0,3 1 0,2 2-90,3 1 90,2 4-90,1 3 0,3 2 0,1 3-90,3 3 90,1 3 0,2 5 0,2 4 0,2 5 0,0 5 0,1 5 0,0 5 0,-1 3-3392,-2 4 3392,-3 2 0,-1 2-610,-3 1 610,-2 0 0,-4 0 89,-2-1 1,-4-1 0,-4-1 180,-6 12 0,-2-14 0,-6 9 90,-1-18-1,0-3-89,-2-3 90,-1-4 3000,0-3-3180,-1-4 822,-1-4-822,1-4-180,-2-4-90,2-5-270,-8-13-89,8-1-91,-4-11-180,11 2-809,3-22-1979,10-23 1979,2 13-360,9-4-719,1 40 2608,2 4 0,2 4 0,1 2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47.997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 1 13379,'18'5'2969,"-2"2"-2340,-10 10-179,0 2 0,1 3-90,2 2-91,1 2-89,1 1 0,2-1 0,0 2-90,0-1-90,1 0-90,1-2-180,-2-1-90,0-3-89,-2-2-271,0-2-89,-1-3-1,-1-2-5486,-2-3 2878,0-8 3418,-5-5 0,1-2 0,-5-1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48.128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 18 10231,'2'-10'1529,"0"3"-2158,13 12-451,-3 2-719,2 2-539,0 1 2338,0 1 0,-6-4 0,-1-2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48.868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0 382 8162,'2'19'3238,"0"-1"-2338,1 0-1,1-1-179,-2 0-90,2-1-181,-2 0 1,1-1-180,1 0 90,-1-2-540,2 3-720,-1-3 900,2-6-359,-1-8-1,-1-13 0,0-6 90,-1-3 0,1-3 1,1-1 89,-1-1 90,1 0 0,0 1 0,1 1-90,2 3 90,2 3 0,0 4 90,2 2-90,0 4 90,2 5-90,1 3 90,1 5 0,1 5 0,0 4-3392,2 5 3392,0 3 90,-1 4 0,1 1 0,0 2 0,0 1 0,-2-1 0,0-1 270,2 7 3211,-6-10-3211,0 3 360,-7-12 539,-1-2-719,-9-4-360,-3-7 90,-7-5-91,-1-6-89,4-2 0,0-1 0,1-1 0,0-2-90,3 0 0,1 0 0,3-1-90,0 2 0,4 1-90,2 0 1,4 3-1,2 2 0,10-2-180,-2 6 90,9 0 90,-5 6 0,2 1 0,1 3 90,2-1 1,0 0-91,25 1 180,-20-3-90,17 0 270,-29-3 179,1-1 1,-7-5-180,-3-6 0,-8-3 0,-7-6-90,-1 2 90,-3-2-90,-2-2 0,0-1 269,-15-30-179,9 20-90,-10-21 180,14 29-90,3 3 0,1 3-180,2 4 0,1-1 90,6 6-180,7 2 90,4 8 0,5 9-90,1 5 0,2 6 0,1 7 90,1 4 0,1 6 0,1 4-90,-1 5-393,0 4 573,-2 3 90,0 1-90,0 3 0,-1-1 0,0 2-90,-2-2 90,-2 1 0,-2 1 0,-3 0 0,-3 0 0,-5-2-2873,-9 20 3233,-2-20 90,-7 14-421,-1-30 420,-1-4 1,-3-7-90,0-5 0,-1-4 449,-12-2-327,9-9-302,-7-2 3083,11-9-3263,2-3 660,2-5-660,1-1-180,-1-12 0,6 3-180,1-8-179,9 5-271,4-1-179,3-1-181,4-1-269,3 1-5191,15-11 4471,-5 11-1259,11-8-1524,-7 15 4852,3 2 0,4 1 0,3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49.417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0 10951,'16'4'1889,"-3"6"-1440,-8 10-89,-1 7-90,1 6 0,1 4-90,1 5-295,2 3 295,0 2 0,3 0-90,0-1 0,2-1 0,1-1 0,1-2 0,0-3 0,0-3 4,-1-3-94,-1-4 0,-1-4-179,-3-2 179,0-4-450,-2-3-989,-2-4-2859,1 1 1330,-10-6 2968,0-2 0,-4-4 0,2-3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49.581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25 301 9062,'-15'-17'3418,"5"-3"-3148,10 3 269,7-4-449,3 5 90,5-3-90,3 1-90,5-3 0,3 1-90,3-2-270,2 2-89,1-1-181,1 3-90,0 3-89,-2 1 89,0 5 1,-2 2-1,-1 2-449,-2 4-180,-3 3 1349,-3 4 0,-9-2 0,-3 1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49.837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24 227 6723,'8'0'3688,"-2"-3"-3418,5-18-90,-3 0 0,3-2 0,2 0-90,2-2 89,2 2-89,2 0 0,0 3 0,2 3-90,0 4 90,1 4 0,-1 4 0,0 4 90,-1 6 0,-1 4 0,-2 6 0,-3 6 0,-1 5 629,-4 37-449,-8-20 0,-1 28-386,-10-31 476,-1-1 629,-16 14-449,5-15-91,-9 9 1,7-21-90,0-3 0,-1-5-181,2-3 91,2-5-270,-1-4-360,-4-4-269,6-4 295,-3-5-386,9-6-629,4-6-270,2-5-270,3-5-1260,2-5-988,2-2 4047,1-1 0,2-2 0,0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0.313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1 106 6993,'17'-27'2698,"-1"3"-1888,-2 3-90,0 6 719,-1 2-630,3 7-179,-3 7 90,3 8 359,6 27-629,-5-1-1,6 22-791,-7-8 612,-1 5-1,1 2-179,-1 1 90,1 1-90,0-2 90,0 0-180,2-3 90,0-1 0,0-3-180,0-4-180,-2-3 0,-1-4-89,-1-4-271,-2-4 90,0-5-539,-2-4 89,-2-4-1168,-2-4-3256,0-2 5414,-6-12 0,1 4 0,-4-10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0.608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1 216 7982,'10'-17'1709,"0"1"-899,-3 7-450,1-1 0,2-1-91,0-3 1,3 0-90,1-2 270,2-1-450,2 0 270,2 0-270,1 1 0,3 2 0,1 3 0,1 1 0,2 5 180,0 4-180,-1 3 180,0 5-270,-2 5 270,-2 5-270,-2 5 0,-3 4 0,-3 5 90,-5 4-90,-3 3 90,-5 1 90,-4 2 0,-3 1 90,-5-2 89,-1-1 1,-3-4 90,-2-3 0,0-3 90,-1-4-1,0-4 1,0-5-3392,1-2 3302,0-5-1,1-3-179,1-3-90,0-4 0,0-3-180,1-4-180,0-1 3303,1-6-3573,1-3 270,1-4-540,1-4-179,3-1-90,2-2-1,5 0-359,2-1-450,5 1-629,1 2 2518,5 3 0,1 2 0,2 3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0.919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238 9 9332,'-21'-5'3418,"0"2"-2519,2 10 1,-2 4-181,-2 5 1,-2 4-1,1 4-179,2 4-90,2 1-90,3 2-90,5 2-1,4 2-89,3 1 0,6 0-90,4 0 0,5-1 0,2 0 0,4-3-90,2-1 0,2-1-90,2-2 180,3-1-180,-1-1 90,1-1 0,0-1 90,-3 0-180,0-3 180,-3 1 0,-3-1 0,-2-1 90,-3 0 90,-3 0-90,-3 1-1,-3 2-89,-4-1 90,-4 1-90,-2-2 0,-3 0-90,-3 0-90,-3-3-180,-1 0-89,-2-2-271,0-4-90,0-1-179,0-2-91,1-4-269,2-3 0,1-4 90,2-5-541,2-5-628,3-4-810,1-4 3148,3-5 0,2-3 0,1-2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1.256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1 350 6633,'18'2'2519,"1"0"-1710,1 0 1,0-1-91,0-1-4161,-2 0 4162,0-2-90,-2 0 1488,5-4-1578,-5-1 0,5-4-180,-8 1-1,-1-4 91,5-11-360,-5 4-90,4-10 0,-8 7 0,0 1 3302,-4-2-3482,-1 2 0,-3-1 1,-2 1-1,-1 1-90,-2 3 90,-3 2 0,-1 3-180,-2 4 270,-6 7 0,3 7 90,-8 8 90,6 7 90,0 8-90,1 3 180,-2 27-90,8-9-90,1 17 539,19 28-1045,0-34 1045,12 31-179,-2-49-295,6-4 204,3-5 1,2-4-90,4-6-90,0-5 0,3-6-90,0-6-90,-1-5 0,-2-6-180,-1-7 0,-1-6-90,-1-4-180,-3-6-179,-2-4-271,-2-2-179,-3-4-270,-2-2-90,-2-2-636,-2-1-713,-2 0-900,-1-2 3756,0 0 1,1-2 0,1-1-1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2.021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21 115 8792,'-11'-17'5847,"2"0"-5578,9 15 181,3 2-180,11 23-90,-2-1 0,7 14-90,-3-4 0,1 3 0,0 2 0,1 2 0,-2-1-90,0-1 90,-2-1-90,-1-2 0,0-3 0,-2-2 90,3 6-1,-4-13 271,0 3 1979,-4-12-2159,-1-14-90,-1-4 90,0-17-90,-2-4-90,1-6-180,1-4 0,0-4-810,1-24 361,0 14-1,-1-15-179,0 22-1,0 2 90,0 5-269,1 4-1080,3-3 1260,0 13-451,2-3-449,1 14-539,0 3 2248,3 3 0,-6 2 0,-2 2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2.565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180 404 8342,'1'-15'5577,"-6"6"-5037,-6 5-91,-3 9-89,-1 4-90,0 8-383,-2 5 383,-1 5 37,-5 20-307,6-7 180,-3 13-459,10-13 369,2-1-180,3 0-90,2-3-90,3-1 370,3-4-729,6 6 592,0-13-323,4 3 292,-2-15-562,7-5 360,-4-7 90,5-5 90,-5-7-89,-3-4 89,1-3 90,-3-2 0,-1-2 179,-1-2-89,-3-1 90,0 1 90,-2 1 0,-1 1 360,-1 2-91,0-1-359,0 5-90,2 16 0,2 8-90,1 20 90,1 2-90,2 4 0,1 3 0,1 1 0,2 0 90,1-2-180,1 0 90,2-4 0,0-2 0,1-3 0,0-4 0,-1-4 0,-1-3 0,-2-4-90,0-3 90,4-8-90,-4-6 90,3-8-90,-5-6 90,1-5-90,-1-6 0,-1-2 0,-2-5-158,1-5 248,-4-2-90,0-6 90,-3 0 0,-3-29 0,-2 16-999,-5-23 999,0 23 0,-2-1 180,1-1 0,-2 3 179,1 4 1,0 9-90,2 8 0,2 9-180,1 7 450,1 6-361,8 17 225,1 10-314,8 20 934,-2 7-934,4 6-473,-1 5 473,1 3-90,2 5-90,0 3 0,0 2-179,7 32-1,-7-20-90,4 21-1144,-9-30 965,1-3 179,-2-4-450,-1-4-179,-2-5-436,-2-4 255,0-7 1,-2-4-1530,0-6 2779,-1-4 1,-2-10-1,-1-3 1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3.603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9 837 7353,'-3'-34'3418,"0"5"-8359,1 7 6290,2 3 1230,2 4-2040,6 12 680,1 6-859,5 16-90,-1 2 0,1 7-90,2 3 180,7 19-270,-4-11 3031,7 12-3121,-9-16-90,1-3 90,-1-2-90,1-3-90,-2-3 0,-1-3-90,0-4 90,-3-5-179,0-3 179,4-6 270,-6-7 90,4-7-269,-5-5-1,0-14 90,-3 3 0,0-11 179,-4 9 1,-1 1 0,0 0 90,-1 2 0,-1 3 360,2 3-271,-2-1-269,2 5 0,4 10 0,0 7-180,10 23 0,-4-4-90,5 10-89,-2-6-1,0-1-3392,1 1 3212,1-2 360,1-1-360,1-3 1,-1-4-91,2-4 90,-2-4-89,1-4-1,0-4 3392,0-6-3391,-3-5 269,1-4-180,-4-5 360,0-3-270,-1-3 270,-2-4-180,-3-2 91,-2-3 89,-3-2 0,-2-2 90,-3-1 359,-1 1-834,-1 1 835,-2 2 90,1 5 180,-2 5-1,1 6-179,-1 4 360,2 5-541,-4 10 1,3 6-90,-3 12 0,4 7 565,1 8-655,1 3 90,2 6-180,2 2 90,2 3-90,3-1-154,0 1 154,3-2 0,3-1-90,-1-3 90,2-3 90,-2-5-270,1-4 180,-1-5-180,1-4 90,-2-4 270,5-4-270,-1-15 0,2-2-90,-2-15 90,-1-11 90,-3 4 0,0-12 244,-3 10-154,-2-1 0,-2 0 0,-1 0 90,-2 4 0,0-1 89,-1 4-89,1 2 90,-1 5 0,0 1-270,3 23 0,1 0 0,2 24 0,1-3 0,2 2-90,1 2 0,1 1 90,3 0-90,9 12 90,-3-11 0,6 7 0,-6-17 0,0-2 0,-1-3 0,-1-4-90,0-2 90,3-6-90,-6-6 90,5-6 0,-7-7-90,2-4 90,0-7-90,-2-2 0,-1-5 1,0-18 89,-5 8-452,0-16 452,-5 14-90,-2-3-90,-3-3 90,-1-3 180,-1-4-180,-2-3 0,0-2-471,0 0 561,-1 1 90,1 3 90,0 6-147,2 6 147,1 8-90,1-1 90,5 15-90,5-1 0,4 18 329,7 6-329,0 9 755,4 7-755,3 6-90,0 8 32,2 6-32,-1 7-3318,0 6 3408,-2 4 0,-1 4-482,-1 3 482,-1 1-2150,-2 3 2150,-3 2 0,-3 0-34,-3-1 34,-3-2-90,-3-3 1906,-2-6-1906,-2-4 449,-10 19-89,4-29-90,-8 13 422,7-37-242,-1-5 2881,-4-9-3241,3-7 0,-3-9 0,6-6-8,2-6 7,2-6-89,3-3 0,3-4-89,4-1 89,3 0 432,3 1-612,2 1 91,3 2-1,2 3-90,3 1 0,1 6 213,2 3-123,2 5-180,9 2 180,-7 9 0,5 3 0,-12 10 0,-1 6 90,-3 4 0,-3 7 0,-4 4 270,-7 40 0,-5-22-399,-7 28 309,-4-32 90,-3-2-90,-2-2 0,0-3-90,-2-3 0,-1-3 0,1-4-90,0-3-180,2-4-90,0-5-899,4-1-502,-3-7 322,5-9-180,4-5-1440,6-10-898,6-1 3867,2-4 0,3-2 0,1-2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3.837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0 9242,'17'3'2608,"-2"4"-1888,-6 8-91,-1 6 91,-1 8-180,-2 6-204,-2 5 204,-1 6 89,0 3-89,-1 2-497,1 1 407,0 1-90,0-1 0,2 0 179,2-2-269,-3 1-90,3-5-90,-2 0 90,4-5-249,1-3-111,1-4-90,1-4-180,0-2 30,-1-5-390,1-3 487,0-4-217,0-4-1635,1-3-433,3-5 359,-3-10-719,-1-2 2968,-6-8 0,-3 8 0,-3 2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4.181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1 282 12570,'18'8'809,"0"2"-539,-4 2-90,2 0 90,0-1-90,1 0-90,0-2 90,1-1-90,0-3 90,0-1-91,1-4 1,-1-2-90,0-4 0,1-4-90,0-4 1,-1-4-1,-1-2 0,-1-4 0,-1-1 90,-1-2-90,-4-2 270,-1 0-180,-4-1-90,0 2 180,-3 1 0,-2 3 89,-4 4-89,-2 3 0,-3 4 0,-4 6 180,0 5-90,-4 8 180,1 8 0,-1 7-1,0 6 901,-12 45-900,13-23-759,-6 33 579,17-34 0,3-1 0,3-1 0,2-4-132,4-4 132,1-3-90,4-5 0,2-4 90,2-5 0,2-5 569,4-5-749,3-8-129,3-5-321,2-7 90,0-6-90,-2-4-89,0-4-91,-3-4-180,-1-2 1,-2-3-181,-1-3 181,-3-1-450,-2-1-91,-2-1-1078,-3-1-810,-2 0 3238,-3 1 0,-3 0 0,-2 1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5.100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13 8972,'3'-13'5847,"2"21"-5578,-1 0-89,2 22-90,-2-5 90,0 3-90,2 0 0,-1 2-3392,0-1 3302,0 0 90,1-3-90,0 1 90,0-4-180,0-1 0,-1-3-180,0-2 3212,-1-1-4111,0-3-1889,2 2 3058,-4-2 0,1-4 0,-3-3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5.267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 34 9332,'5'-15'3598,"1"1"-3958,0 10-180,1 4-269,2 7-91,1 1-989,1 1-629,2 3 2518,0-2 0,-6-3 0,0-2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5.618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0 6993,'4'16'1979,"1"2"-1619,-1 1-1,2 3 1,-1 1-90,1 2-90,0 2 0,-2 3-90,4 0 90,-3 3-90,3-1 0,-4 1-90,1 0 90,-3-1 0,2 22-90,-3-23 89,1 14 1,-2-29 90,-1-1-90,-4-11-90,1-3 0,-4-12 90,4-4-90,0-4 0,2-4 0,1-2 90,2 0-90,1 0 0,2 2 0,1 1 0,2 3 0,1 2-90,2 4 90,1 4 0,1 4 90,2 5-90,1 5 0,0 5 0,2 3 90,0 5-90,-1 3 0,1 2 0,-2 3 0,1-1 0,-2 0 0,-1-1 0,-1-1 0,-1-3-180,-2-2-90,0-3-449,-2-3-181,2-1 361,-1-9-1,1-4 0,0-11 1,-2-6-361,2-7-89,-1-5 989,2-3 0,-1-5 0,1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5.893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29 535 6813,'8'-67'2159,"2"4"-1350,-3 3 1,1 6-619,1 5 619,-6 6-91,2 5-89,-6 5 202,0 3-293,0 5 103,-2 3 438,0 2-271,-2 2-179,-7 7-226,4 9-314,-5 12 0,7 12 0,-2 6-90,2 8 90,1 5-3392,1 5 3391,1 4 1,3 4-423,2 3 513,2 3-90,5 30 0,0-18 0,4 23 89,-4-44 1,0 0-764,4 29 629,-4-27 0,0 0 45,3 21 0,0-3-90,0-2-334,-1-3 334,0-3 90,0-2-180,-1-4-90,3 18-927,-5-20 747,3 10 500,-7-28-589,1-5-721,1 4 181,-3-14-1500,0 5 1590,-7-23 2125,0-5-3475,-5-13-719,0-4 2968,-3-5 0,1-3 0,-3-2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6.071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0 404 6723,'3'-26'3058,"0"6"-2338,4 1 90,1 6-361,2-1-179,3 0 90,3-2-90,3 2-90,3-2-90,3 0 90,2-1-180,2-1-341,1 0 341,1 0-449,-1 0 89,-1 1-450,2 2 181,-4-1-361,1 0-719,-5-1-450,-3 1 2159,-2-1 0,-1 1 0,-2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6.319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47 1 6723,'-10'15'2249,"1"2"-1799,-2 3-1,4 2 181,2 2-360,2 1 270,1 1-451,3 1 91,1 0-90,2 0-90,1 0 90,1-2-90,1 0 0,0-3-90,2-1-90,1-2 1,-2-3-91,2-2 90,-3-2-270,4-4 90,2-2 450,3-9-270,-4-1 270,-2-9-180,-5-1 270,-2-2-90,-1-2 0,-2-2 90,-1-2 360,-3 1-270,-1-2-1,-1 2 91,0 0-90,0 3 90,0 0-90,0 3 89,0 2-718,0-1-2520,0 2-1168,8 5 4047,3 5 0,2 5 0,0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6.641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 38 12570,'14'5'719,"17"20"-719,-8 7-90,8 10 270,-10-3-270,-11-9 0,-1 1 1,-2 2 89,-3-2-90,-2 0 90,-2-1 0,-3-2 179,-3 7 1,0-11 360,-3 2 90,0-10-181,0-6-269,-3-9 0,4-8-90,2-10 0,4-4 0,1-4 0,3-5 0,6-20-270,0 11-229,5-14 50,-1 16 179,1 1-450,2 1-179,1 2-271,0 3-2428,8-4 540,-7 11 2968,5-1 0,-13 16 0,-2 4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7.205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12 27 8882,'-8'7'5397,"4"0"-5217,9 13-90,2-1 0,0 4 0,1 1 0,2 2-180,-3 2 90,2-1-90,-4 1-90,2-2 90,-2-1 0,1-3 180,-1-1-270,-2-4-540,2 0 720,-3-17-180,1-4 1,-2-19 89,-1-1-90,1-3 90,0-4 0,0 0 90,1-2 180,0 0-270,2 2 270,-1 2-270,1 3 270,1 5-360,1 2 360,1 4-90,1 4-180,4 5 0,-1 7 90,4 7-90,-4 6 90,0 4-369,-1 5 190,-1 3 358,0 4-358,-2 0-1,-1 1 0,-1 1 180,0 0-90,0 0 0,0 6 0,-1-12 548,0 2-278,-2-12-180,-3-19 0,0-1 270,-2-19-270,2 1 0,0-3 0,0-2 90,-1-3 90,1 0 0,0-13-1,1 11-89,1-7 0,1 17 0,0 3 0,1 4 90,3-1 0,3 8-90,4 7-90,-1 8 90,2 10-90,-3 3 90,-1 4-90,6 17 90,-8-7-90,7 11 0,-8-14 0,4-1 90,0-3-90,-1-3 0,-1-3 180,-1-5-270,-2-3 0,1-1 90,0-13-270,-1-2-180,1-14-269,3-13 449,-3 3-450,5-11 180,-3 8-449,1-1-90,1-1-450,1-1-360,0 1 1889,1 0 0,0 2 0,0 1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7.827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195 436 12210,'-14'4'2698,"0"2"-1978,0 1 90,-2 2-91,-1 3-89,0 1-90,-1 3-91,1 1-89,0 3-90,2 1 0,2 2-180,3 2 90,3 0-180,2 1 0,4 1-180,3-1 0,3 0-90,3-2-90,2-1 0,3-2 1,2-2-1,2-3 0,2-3 0,1-3-90,0-4 91,1-2-91,-1-4 90,0-3 0,-1-4 180,0-2-89,0-3-1,-1-3 90,-2-3 0,0-4-3392,-3-2 3482,0-3 0,-2-4 0,-3-3 270,-1-3-360,-3-5 235,-2-3-235,-1-4 180,-2-3 0,-2-2-728,1 2 998,-1 3 0,-1 6 2935,0 6-2755,1 6-90,2 7 179,1 5 192,0 1-551,5 18 1167,0 4-1167,8 21-49,-2 4-41,4 5-90,0 4 90,2 2-328,1 1 328,0 1-3403,-1 0 3313,2-1 90,-2 0-237,1-1 237,-1-1-90,-1-1 0,-1-4 156,-2-3-156,0-5 3228,-3-3-3678,-1-5-855,0-1 945,-2-17 91,-2-5-1,-2-15 0,-4-4 270,0-4-360,-1-3-90,-1-5-449,-3-25 539,0 10-591,-3-21 681,3 18 0,-1-3 180,3 0 90,0 2 0,2 6-155,3-7 335,2 21 0,2-4 90,2 23 359,1 3-359,9 9 657,-2 7-207,14 20-450,-9 3 89,6 15 1,-7-3-62,-2 3 62,1 4 0,-3 2 180,0 2-91,-2-1-89,0 1 0,-1-2-90,0-1-90,-2-2 0,0-1-90,-2-3-90,0-3-180,-1-3-180,0-4-270,-2-4-89,0-3-720,-1-6-3688,1 2 3328,-7-15-450,-2-3 2249,-5-14 0,-3-4 0,0-2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8.002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0 135 8972,'7'-22'3958,"-1"6"-3239,9 4-179,-1 5-90,5-1-91,3 3 1,2-1 0,4 2-90,0 0-90,3 0 0,1 2 0,0-1-1,15 0-179,-11 0-269,9-1-91,-15 1-270,-2 0 1,-1-2-271,-3 2-1439,7-3-3327,-9 2 5666,9-1 0,-21 4 0,2-1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8.177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 0 8432,'1'18'2879,"1"0"-1980,1 0 1,1 1-91,1 0-179,1 2-1,0 1-89,1 0-90,3 2 0,0-1-91,4 0-89,-3 0-90,1 0 0,-2-2 0,-1-1-90,1 0-180,-2-2 90,1 0-180,-3-1-809,1-1-1800,-1 1-5126,-2-1 7915,-7-6 0,3-2 0,-6-8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8.337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75 7892,'0'-20'7196,"2"3"-7735,4 5-2699,2 1 3238,2 5 0,-4 1 0,-2 2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8.666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85 7713,'11'-19'3238,"0"2"-3337,-4 7 1718,0 1-612,3-1-378,0 3 15,3-1-194,-1 5-90,2 1-90,3 3-1,0 3 1,2 4 517,0 3-607,0 4 0,0 5 0,0 4-90,-2 4 90,-2 4-90,2 19 0,-7-9 0,0 14-90,-8-15 90,-2 0-1,-3-1-89,-1-2 90,-3-1 180,-8 7-90,1-12 0,-6 3 90,6-17-90,-1-5 90,0-4-90,1-4 269,-13-15-359,10-1-90,-8-12 270,13 1-270,3-2 0,0-3 0,2-1-90,0-1-539,1-10 179,3 10-180,-1-6-269,2 13-181,1 2-269,2 1-270,1 2-2968,-1 0 4587,4-1 0,-4 9 0,2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9.251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34 7443,'8'-12'6386,"0"-2"-4947,2 7-719,1 11-180,-1 8-91,0 15-89,-2 1-90,1 4 0,0 3-90,-1 1-90,1 1 90,-1 0-180,0-1 0,1-1-90,-1-1 90,0-3-90,-1-3 0,0-5 0,-2-5-90,0-2 180,0-2 270,-3-17-360,2-13 90,-4-11-90,3-10 90,-1 8 0,3-2 0,0 0-90,1-2 90,2 1 0,2 2-90,1 3 90,1 3-90,1 4 180,2 3-180,1 4 90,0 3 0,2 5 90,0 3-90,0 6 180,1 3-180,1 5 90,0 3 0,-1 2-90,-1 3 90,-2 2-90,-1 1-90,-2 1-90,-2 1-450,0 10 270,-5-8-179,0 6-361,-4-10 1,-2-4-181,-1-2-1438,-1-2 2518,-4-1 0,4-8 0,-2 1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9.505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0 119 8072,'14'-22'3239,"0"1"-2430,0 2-179,1 3-91,1 2-89,0 4-90,0 2 0,1 3 0,0 2-91,0 2 1,2 4-90,-1 3 90,1 4 180,0 2-3662,-1 3 3392,-1 4-1,-2 3 181,-1 4 0,-2 4 0,-2 2-90,-3 3 179,-3 1 1,-3 1 450,-7 20-541,-2-14-871,-6 12 692,2-21-11,-1-1-79,1-3 3000,0-3-3180,1-3-180,1-2-270,2-2-269,1-2-271,2 0-2322,1-3 1783,2 1 116,3-1-1825,3-2-1439,2 0 4767,3-3 0,-4-5 0,-1-1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6:59.691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6 13 11850,'-6'-6'8905,"15"4"-13042,3-3 4137,9 8 0,-12-2 0,-4 1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7:00.295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39 409 8162,'-15'-18'2879,"4"-1"-2070,3 0-179,4-3-90,5-2-181,4-3 1,6-3-90,5 1 0,6-3-90,4 2-3482,5-1 3482,3 3-180,3 1-96,2 3 96,0 5 90,0 4-90,-2 6 0,-2 4 0,-3 6 0,-3 5 0,-4 6 0,-2 6 0,-6 6 3300,-4 5-3211,-6 3 1,-2 5 0,-6 1 90,-3 2 90,-4 2-678,-5 0 857,-2 0 91,-3-2-318,-2-1 318,0-3-91,-1-2 1,0-4 0,2-4 0,3-3-91,2-4 1,1-5 90,2-2 750,0-1-3538,5-1 612,6 1-2231,8-3-2969,8-2 6926,4-1 0,-8-3 0,-3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7:00.463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 26 21565,'18'-8'-9625,"-1"2"3599,0 2 6026,-4 1 0,-2 0 0,-6 1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7:00.855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1 181 9781,'0'-16'3418,"2"1"-2698,4 2-180,1 0-91,4 0-89,2-2-90,4 0 0,3-1-90,2 2 0,5 0-90,1 2 0,3 2 0,1 2-90,0 4 0,2 2 0,-1 3 0,0 4 0,-1 3 0,-1 2 0,-3 4 0,-3 1 0,-2 3 90,-3 4 89,-3 0-89,-4 6 90,-2 1 0,-4 3 90,-2 2 0,-3-1 90,-3 1-1,-2-1 1,-2-1 90,1-2-90,-3-1 0,1-2-1,-1-2-89,-1-2 0,1-2 0,1-3-180,0-1 180,1-3-360,1 3-450,0 0-719,3 5 359,1 2-179,2-3-270,0 2 359,1-5-179,2 3-90,-1 2-1710,1 1-988,-1 2 3957,0-3 0,-2-9 0,0-4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7:00.996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38 25253,'14'-13'-2458,"-4"0"0,-5 7 1,-4 1-1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2:20.52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0 24575,'0'0'0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3:40.9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2:44.7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0 391 7892,'23'-11'1350,"0"1"-1080,-8 4-91,1 1 1,-4 1 0,1 1 90,1 0-180,1-1 90,1 0-90,3 1 90,0-1-90,1 1 90,-1-2-90,3 1 0,1 0-1,3-1 1,1 0 90,2 0 0,0 0-90,2 0 90,0 1 0,2 0-90,1 0 360,0-1-360,1 1 179,-1 0-269,1 1 270,-1 0-270,1 0 0,-2 0 0,0 0 270,-1 0-90,12 1-270,-10-1 270,7 1-270,-15-2 270,-1 2-270,-1-1 0,0 0 0,-1-1 90,0 0 0,0 1-90,-2-1 90,1-1 0,0 1 0,1-1 0,0 1 0,0 0 0,-2-1 0,0 1 0,-1-2 0,0 3 0,-1 0 0,0 0 90,1 2-90,-3-2 0,2 1 0,-4 0 0,2 0 0,-1 1 0,-2 0 0,8-1 0,-6 0 90,5-1 90,-6 0-180,-1 1-90,7-2 90,-5 1 0,4-1 0,-6 1 90,1-1-90,-1 1 270,1-1-360,0 2 270,7-3-180,-4 2 0,5-1 180,-5 2-270,0-1 360,1 1-360,0 0 269,2-1-179,0 1 180,2-1-180,0 1 0,1 0 0,1-1 180,0 0-270,0 0 90,1 0 0,-2 1 180,-2-1-180,2 2-90,-4-1 90,4 2 180,-6-1-270,2 2 360,-5-2-540,1 2 180,3-1 0,-3 1 90,4-1 0,-3 0 90,-1-1-90,0 0 0,0 0 90,2-1-180,-3-1 0,1-1 0,-3 0-269,3 0-181,1-2-180,2-1-269,1 1-180,1-1-1170,-1 0-719,1 2 3058,-1 0 0,-9 4 0,-3-1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2:45.7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 32 6813,'-6'-23'2968,"7"15"-2518,1 9-270,8 22 90,-2-4 0,3 11-90,-1-5 0,0 5 89,0 2 1,1 3-90,-1 4 0,0 4-275,1 4 185,-2 2 90,0 3-3271,-1 3 3271,-1 1-90,0 2 90,1-1 0,-1-1-376,1-1 466,0 0 179,4 22 1,0 4-270,0 0 90,-1-7 180,-5-23-270,1-1 269,-1 0-359,1-1 270,7 48-270,-6-35-379,6 36 379,-7-46 0,1 1-90,0 1 3032,-1 0-2852,0-1 0,1 0-90,1 15-434,-2-14 0,1-3 793,-1 3-269,0-1 83,0-1-173,-2 0 90,1-3 0,-1 1-90,-1-2 90,-1 0-1,1 0 1,-1-1 0,0 0-90,0-1 564,-1-1-564,1 1 90,0 0-90,0 0 89,0 1-89,-1 0 0,1 0 90,-1 0-90,1 2 0,0-1-2839,1 1 2929,-1-2-90,0 0 432,1 0-432,0-2 0,1-1-1,0-1 1,1-1 0,0-1 0,1 0 0,0-1-90,1-1 90,0 0 270,1 0-270,1-1 180,0 1-18,1 1-252,-1 1 0,7 20 0,-5-12-135,6 14 135,-7-18 0,1 0 0,0 1-90,0-1 2858,0-1-2858,-1 0-90,-1-1-90,0-1-90,-1-1-180,0-2-179,1-1-1,-2-2 11,-1 0-370,-1-4-104,-1-3-346,0-4 180,-2-2-540,0-3-3759,-2-2 5648,-2 0 0,0-9 0,0-1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2:47.7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86 19 8612,'-12'-18'4318,"2"18"-4138,4 9-1,5 20 1,0 8-90,5 6 0,-4 8-627,5 3 627,-5 4-90,6 2 90,-4 0-90,5-1 0,-1-2 0,1-1 90,-2-2-90,0-3 270,1-3-498,-2-3 408,1-3-270,-1-4 90,0-4-90,-1-6 90,-1-5 0,0-4 450,0-1 162,-6-17-612,-1-3 243,-4-23-243,1-4 0,-1-10 0,-1-7-595,0-7 595,0-6 0,-1-2 0,1-3 0,1 1 0,1 1 0,0 2 0,2 3 0,0 4 180,2 4-452,0 5 542,2 6-360,1 5 180,1 5-180,0 6-180,1 3 180,4 0 583,0 7-493,11 5 194,-2 9-194,8 10-90,-4 4 180,3 5-90,0 4 0,1 4 0,1 1 0,-1 2 0,1 1 90,0 0-90,-2-1-90,1-1-180,-1-1 0,-1-2-270,-1-2-89,-1-2-91,-2-2-269,0-1-271,-2-2-449,-1-2-539,-3-1 2248,-2-2 0,-4-6 0,-2-3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2:47.9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1 246 10861,'24'-11'809,"-3"1"-719,-2 1-180,-1 0 0,3-2-359,1-2-1,2-1-809,11-10 629,-8 5-90,8-8-269,-12 7-180,0 0 1169,-2 1 0,-1-1 0,-1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2:48.2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88 107 6273,'-7'-13'1979,"0"0"-629,-2 3-361,-2 1-539,-2 5-180,2 5-1,0 7-89,5 7 0,1 4-90,1 5 0,1 3 0,3 2 0,1 0 0,2 0-180,7 10-90,0-12 0,5 6-360,4-8 181,-3-9 89,6 0 0,-7-10 0,1-5 0,0-5 0,-1-4 91,-1-6-1,-2-4 0,2-16 90,-6 5 180,-1-12 0,-6 12 90,-3-2 89,-3 0 1,-1 2 630,-7-9-450,2 13-1,-3-4 1,5 14 360,0 3 179,0-1-989,3 12 90,-2 4-90,7 12 0,1 6-180,6 4 0,1 3-90,2 2-89,0 0-181,2 0-90,1 0-989,6 10 810,-3-10 89,5 7 90,-6-14-449,0-3-90,0-4 1169,-1-4 0,-6-7 0,-1-2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2:48.5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 55 6183,'-6'-18'3329,"3"1"-1980,2 2-720,6 10-179,1 5 0,5 8-90,-4 3 0,1 1-91,-2 2 1,-1 2-3148,0-2 809,-10-9 360,-1 1 1709,-6-5 0,4 1 0,3 1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2:48.9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172 60 7892,'-11'-19'2879,"2"2"-1080,4 6-90,1 0-1529,6 10-90,1 7 0,6 9 0,3 17 0,-3-7-90,6 12 0,-3-7 89,0 4-89,3 1 90,7 20-90,-3-13-490,5 14 490,-7-18 90,0 0-90,0 1 179,-1-4-179,0 2 180,5 10 0,-6-11-130,4 9 40,-9-16 0,-3-3-90,-1 0 90,-4-2 0,-1 1 90,-6 8-180,-2-8 90,-5 5-1,0-11 1,-2-1 579,-3-3-579,-2-1 0,-1-4 132,-13-1-222,7-5 0,-8-5-90,9-4 90,0-5-90,-1-1 90,1-4 0,1-1-90,1-2 90,2 0-90,2-1 90,2-1 0,2 0-89,2-1-1,2 0-90,2-1-90,4 0-90,1-2 0,4 1-179,3-3-1,3-1-180,2-1-89,3-2-181,2 0-89,3-3-1530,9-15 451,-4 10 2100,6-10 1,-8 16 0,0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2:49.36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0 168 8972,'15'15'1079,"-2"-3"-809,-1-5-180,0-3 90,1-2-90,2 0 0,1-2-90,1-1 90,7-5-90,-8-1-90,4-3 0,-5-2 90,-4-1 0,2-2-90,-5 0 90,1-3 0,-4 1 90,0-1 180,-6 2-90,-2-2 89,-2 5 1,-1-2 450,-2 7-360,-5 2-180,1 5 89,-4 5 1,4 6-90,-1 8 0,1 7 0,1 7 90,2 9-90,2 5 90,5 6-623,3 1 443,4 3 270,3-2-271,5-2 1,5-4 0,3-3-90,5-5 90,14 5 0,-7-15-180,10-1 90,-11-19 0,-2-7-90,-1-8-90,-1-8 91,-2-8-3221,8-25 2951,-11 4-271,5-18-145,-13 14-35,-3-3-179,-2 1-354,-2 0-546,-2-1-630,0 2 2519,-1 1 0,0 2 0,-2 1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2:49.9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155 209 6004,'0'-39'1349,"-2"4"-720,1 4 1,-3 6-90,1 3-1,-1 5 91,-1 2 449,-2 4-359,-3 1-180,-1 6-360,-2 8 0,4 5 179,2 5-269,5 0-90,-1 2 90,4 0 270,-1 3-360,3 0 270,3 2-270,2 0 180,3 2-180,2 0 0,3 1-3392,1 0 3302,2 1-707,2 1 797,0-1 0,0 1 0,0 0 90,-1 0-90,-2-1 0,-1 1 3178,-1 0-2998,-3-1 449,2 11 922,-8-9-1281,-1 10 90,-8-12-1,-4 0-89,-3 0 90,-4 0-90,-1-1 0,-4-2-180,-1-2 90,-2-1-270,-2-2 0,-2-3-180,-1 0 0,-2-4-180,2-2-179,0-3-181,2-3-89,3-3-181,2-4 1,3-4-180,3-5-990,5-6-809,3-6 3058,4-2 0,4-4 0,2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2:50.5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43 321 9242,'-6'25'2158,"0"0"-1618,1-1 0,0 4-180,-2 1-1,3 1-89,-1 0-90,3 1 0,-1-2-90,4-1 0,1-1-180,3-3-90,2-2 0,2-3-180,1-2 91,2-4-1,0-3-90,1-3-90,1-4 90,1-4 1,1-5-1,-1-5 0,0-3 90,-2-5 90,-1-3-90,-2-2 181,-1-1 89,-2-2 0,-2 1 89,-2 0 181,-1 1 0,-2 4 180,0 2 449,-1 4 541,-1-1-1350,2 19 89,-1 2-3481,4 21 3302,1 0 90,0 1-90,2 3 90,1 0-90,0 1 0,2-2 0,0-1 0,1-2 0,0-3 0,0-3 0,-1-3 0,0-3 3302,-1-3-3212,2-2-90,0-9 0,0-4 0,-2-9-90,-4-5 90,1-5-180,-1-3 1,0-4-91,-1-2 90,-1-3-90,-3-2-90,1-2 90,-3-3-247,-1 0 247,-1-3 90,-1 0 0,-1-2 0,-2-18 180,2 16-90,-2-11 180,4 24-90,1 5 180,1 5-90,0 5 180,2 4 539,0 2-539,5 14 0,0 3 248,5 17-338,1 6-1,0 8 91,2 4-90,1 5 0,0 2 0,1 2-1095,0 3 1095,1 1 270,-1 0-758,2-1 308,-1 0 90,0-3-90,-1 0-270,5 14 1,-6-16-91,4 10-180,-7-21-90,-1-4 1,-1-3-181,0-4-269,-2-3-1530,1-3 2609,-1-4 0,-3-6 0,0-2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2:51.41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8 171 9062,'0'9'3688,"0"0"-3328,-2 28-91,0-7 1,0 5 0,0 2-90,3 3-90,0 0 270,2-1-270,1 0 179,1-3-358,2-2-1,0-2-90,2-3 0,-1-4 0,2-4 0,-1-3-90,1-4-90,-1-4 270,4-4-89,-2-7 89,3-7-90,-3-6 180,-2-5-90,1-5 0,-1-3 90,0-2-90,-2 1 360,1-3-270,-2 2 359,-1 1-359,0 2 270,-1 3-90,1 4-180,0-1-90,1 8 360,3 8-270,-1 8 180,1 11-270,-2 3 0,1 3 0,0 2 0,0 1 0,-1-1-270,5 15 271,-6-15 178,5 11 181,-7-20-180,-3-13-90,-1-4 90,-4-14-90,1-2 90,0-2-90,1-3 0,-2-2 90,3-12 180,-3 9-270,6-8 180,-1 15-270,1 3-90,1 3 90,2 0 0,4 8 360,0 3-360,3 11 270,-2 6-180,1 5 90,1 3-180,0 4 0,2-1 0,-1 0 90,0 1-90,1-2 90,-1 0 0,-1-4-90,-1-3 90,-2-2 360,0 0-270,0-13-90,-4-3 90,0-13 0,-4-4 0,0-3-90,0-2 90,-2-2 0,0-2 0,0 1-1,1 0 91,0 2-90,-1 4 90,2 2-180,0 1 0,2 5 0,4 8 0,1 9 0,3 10-90,-2 4 0,1 3-90,1 2 90,-1 2 180,6 12-269,-4-9-1,5 7 90,-6-13-90,0-5 0,0-2-180,-1-5 180,2 1 90,-2-8 90,-1-4 0,-2-9 180,-3-6-180,0-5 270,0-3-270,0-2 0,-2-4 0,-1-2 90,0-1 0,-2-3 90,-2-17-90,1 11 90,0-10-90,1 19 0,0 4-90,0 5 0,2 5 179,1 1 1,7 15-90,-1 4 0,7 19 0,-5 5 0,1 7 0,0 5 0,-1 5 0,-1 3 0,-1 3-1598,-1 2 1688,-2 3 449,-1 1-616,-2 1 617,-1-1-90,-1-1-1,-2-2-89,-1-1 90,-3-2-180,0-3 89,-2-3 1,-2-5-90,2-6 0,-2-4-1,1-4 1,-1-5 1596,0-3-1776,0-4 439,-1-2-709,-5-6 0,3-3-180,-3-7-90,5-3-180,1-6-179,2-3-181,2-5 1,1-4-540,3-2-270,1-3-180,1-1-1619,1 0-1529,0 0 5037,1 2 0,1 1 0,1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2:53.6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45 121 7713,'-16'0'5127,"1"-1"-4408,5-6-629,6-3 270,5-2-360,7-3 0,1 4 0,4-2 0,1 1 0,3 0 0,2 2 0,-1 1-90,1 3 90,-1 4 0,-1 3 0,-1 4 0,-2 5 0,-2 5 0,-2 5 90,-1 5 90,-4 5 0,-2 3 90,-2 4-1,-4 1 91,-1 1 90,-3-1-90,-1-2 90,1-3-1,-2-2-89,2-5-90,1-4 180,1-2-270,0-1-90,2-4-90,4 0 0,6-7 0,9-6 0,1-4-90,5-4-90,-4-2-90,2-1 0,1-1-90,-1-1-90,-1-1-89,0 0-1,-1 0 0,-1 1 1,-2 2-91,-2 0 0,0 2-719,-3 1-810,1-1 2159,0 2 0,-7 2 0,2 1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2:53.9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 23 6903,'4'-18'6746,"-1"14"-6476,-5 16 0,1 9 90,-2 10-180,0-5 89,1 1-89,-1-1-90,1-1 90,1 0-90,1-2 90,2-1-90,1-1 0,1-1-90,1-3 90,1 1-90,0-3 0,1-1 0,1-1 90,0-1-3482,2-1 3392,0-1 0,6 2 90,-3-4-90,4 2 0,-6-4 0,1 0 90,-1 0 3572,-1 0-3213,3 2 91,-4 1-180,1 3-180,-5 5-180,-4 4-180,-4-1-90,-3 0-270,-1-4-89,0-2-181,-3 0-89,1-1-1,-3-1-89,1-2-91,-1-1-899,1-3 360,-5-3-629,4-5 2248,-3-4 0,4-7 0,1-2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2:54.1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15 400 6363,'-5'-29'1889,"0"3"-1349,2 1 0,1 3-91,3 2 91,2 1-90,2 1-90,2 0-1,3 1 1,2-1-90,3 0-90,2 1 0,1 1-90,3-1 90,1 2-180,1 0 0,2 1-180,1 1-360,2 1-269,0 0-451,1 2-449,-1 1-629,0 1 2338,-1 2 0,-12 3 0,-4 1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2:55.5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69 14 7982,'-16'-9'3329,"2"5"-2700,1 9 91,3 4-360,0 1-181,6 3 1,2-1-180,7 4 90,0-4 0,3 1 90,3 2-180,0-2 90,2 4 0,-1-5-90,-1 1 90,0-1-90,1 0-3032,5 6 3032,-4-4 0,5 3 270,-1 0-270,-4-6 0,4 3 0,-6-5 180,4 4 89,-4-4 181,3 5 360,-5-4 3931,1 2-14572,-3 1 9343,-11-9 0,4 2 0,-7-8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2:56.6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16 316 6633,'-4'-17'2159,"1"-1"-1529,0-2 89,1-3-89,0 0 89,0-1-89,3 0 90,-2 1 539,2 3-90,-1 1-989,3 15-180,-1 8 90,1 9 0,-2 6-3482,0-1 3482,0 1-1235,0 2 1235,1 0-90,-1-1 0,2 0 89,0-1-89,1 7 2915,1-8-2915,-1 8 1713,-1-10-1713,4 1 0,0-3 0,4-4 0,3-5 0,5-3 90,-1-5-90,1-2 0,-4 0 0,10-2 0,-6 0 0,6-1 0,-6 2 0,7-1 90,-7 3-180,6-2 180,-9 4-90,0 0 0,-1 2 0,4-1 0,-1 1 90,1-1-900,-3 2 450,-11-7 180,-7 0-89,-5-6 89,-3 0 90,2 1-90,-1-3 90,-2-2 90,2 0-90,-2-3 90,1 2 0,0-1 0,1 2 90,0 0 90,2 3 180,0 1 89,1 0-89,1 1-180,4 11 0,3 4-90,3 13 90,2 2-90,0 5 0,0 3 90,1 3-90,0 1 0,0 1-1,-1 1 1,0 0 0,1-2 0,-1-1-90,0-2 0,-2-2 90,0-2-90,1 3-270,-2-8-629,1 5-810,-2-10 1079,1-16 1,-2-3-1,2-20 0,-2 2 1,2-4-1,-1-3 90,1-3 91,0-3-987,-1-3 1166,1 0 90,0-2 90,1 2 0,-1 0 180,1 3 90,-1 2 0,-1 3 90,1 2 0,0 5 809,-2 4 90,1-2 1890,-1 6-1714,1 14-1255,-2 5 90,1 17 180,1 8-270,0-6 180,3 9-180,-1-9 90,1 0 0,2 0 0,0 0-1,2 1 1,0-3-90,1 0 90,2-1-90,0 0 90,2-2 0,-1 1-90,1-1 90,0 0 269,6 9-179,-5-7 0,5 8 0,-8-9 0,-1 3-90,-1-1 90,-2 1-90,-1 1 269,-1 10-359,-2-8 0,-2 7-180,-3-11-90,-2-1-179,-2-1-91,-1-2-180,-2-1-179,0-2-990,-1-3-360,-2-2 1169,-2-8-269,0-4 360,0-8-361,2-5-449,0-3-539,1-4 2248,-2-4 0,1-3 0,-2-2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2:56.7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16 309 7173,'-4'-29'2159,"0"2"-810,-1-7-809,4 12-1,0-5-179,5 11 0,1 1-90,2 1-90,2 0 269,2 0-359,2 1 180,10-6-270,-3 6-90,8-3-180,-5 6-179,2 2-91,1 1-180,1 2-89,0 1-1,0 2 1,0 3-1,0 1-359,-2 2-180,-1 1 1349,-2 0 0,-10-1 0,-3-2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2:57.0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98 25 7982,'-19'4'5307,"0"0"-4137,2 1-721,2 3-89,4 1-90,3 3-90,4 1 0,2 3 0,0 2-90,2 3 0,1 2 0,2-2-90,2 2 0,1-1-180,2 1 90,1-2-90,2-2 0,0-1 0,2-3-3482,1-1 3752,-1-3-360,1-2 90,-1-3-179,6-3 89,-2-5 270,5-11 90,-10 0 0,-3-8 3482,-8 6-3392,-1-2 89,-2-2-89,1 1 90,-3-3 180,-5-9-270,1 7 90,-5-7-90,3 11-1,0 0 1,0 3-90,1 0-2338,0 2 539,-7-13-540,14 16 90,2-7-629,12 19 2788,4 1 0,-10 1 0,-1-2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2:57.4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105 118 6453,'-5'-17'3059,"-1"1"-721,-1 8-449,-4-2-450,-2 3-899,-3 3-90,4 5-90,1 8-91,5 6-89,0 6 0,0 4-90,3 6-90,0 1-180,3 2 0,2 1 0,4-1-539,2 12 359,2-13 270,2 7-360,-3-18 1,2-3-1,0-3 0,1-3 90,-1-4 1,1-4-1,0-3 0,1-5 90,0-6 90,-1-3 0,1-6 0,0-2 90,-1-6 1,0-2 89,-1-5 0,0-1 0,-2-1 179,0 0 91,-2 0 90,0 1 0,-2 2 90,-1 4 89,-2 2 1080,-1-4-359,-4 6-181,-3 0-809,-4 14 90,0 8-180,-3 12-1,4 5-89,-2 5 0,2 2 0,0 3 0,2 0-180,1-1 0,2 1-719,1 6 89,1-7-89,2 3-1620,2-12-5486,1 2 7915,5-10 0,-4 2 0,2-9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2:57.7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73 38 10591,'-13'-20'7915,"0"4"-7555,2 15-90,3 5-90,0 12 0,4 3 0,0 5-90,1 3-90,1 2-90,7 15-90,-1-10-90,6 9 90,-1-14-90,2-4 0,1-1-89,0-4-361,11 6 270,-8-12 360,13 0 0,-16-15 0,3-6 90,-5-4 90,-1-5 0,-1-2 90,0-4-90,-1-2 180,-1-2-90,-3 0 0,-1 0 90,-2 0-180,-2 0 90,-1 1-91,-2 2 1,-2 1 0,-1 4-90,0 1-90,-1 4-269,0 1-91,-1 2-1259,-1 3 719,-6 3-2338,3 8 900,-13 14-900,9 0 3328,-7 10 0,4-8 0,-1 1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2:58.9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85 196 7353,'-18'6'3238,"1"-1"-1529,-1-1-810,2-2-719,5-9-90,7-1-90,8-10 90,6 3-90,2-3 0,4-3 0,2 0-90,1-1-90,3 2 90,-1 1-89,0 4 89,-2 3-90,-1 3 0,-2 3 90,3 4 90,-6 4-90,1 6 90,-7 3 90,-3 4 0,-1 3 0,-3 2 90,-2 3 0,-2-1-90,-1 1 89,-1-1 1,-1-1 0,0-3-90,0-2 90,0-2-360,1-1 90,5 0 0,7-7 0,4-3-90,6-7 1,0-1-1,1-1 90,3 0-90,0-1 0,1 1 90,1 2 0,-2 1 0,-1 3 90,-2 1 90,-3 3 90,-2 2 450,-1 2-271,-5 12 91,-2-3 0,-5 8 539,-7 3-269,-1-5-270,-5 6 269,1-8-449,-1-1-90,0-1 0,-3-2 0,2-1-90,-1-1-90,2-2 0,-1-2-270,2-1-90,1-1-629,0-3-2160,-1-1 631,1-5-2429,3-8 4947,5-8 0,3 5 0,3-1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2:59.36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76 6363,'8'-15'1440,"2"0"-1081,-1 3 91,3 0-360,1 4 270,0 1-90,0 2-180,7 4-90,-5 3 0,3 5 90,-5 3-90,-2 3 0,0 1 0,-3 4 90,0-1-90,-3 2 0,0-2 89,-2 2 1,0-2 90,-2 5-180,0-6-90,0 3-90,5-13 91,2-7-91,3-9 0,2-2 0,0 2 0,1 2 0,1 0 90,0 3-90,1 2 180,-1 3-90,0 4 90,0 4 90,-2 3 0,-1 4 90,-2 4 90,-3 3 90,-1 1 89,-3 2 91,-2 1 0,-3 2-1,-1 1 1,-2 0 0,0-2 0,-3-2-1,0-2-89,-1-2 0,0-2-90,0-2-91,0-3 1,2-2 90,-1-1-360,-3 1-540,-1-2-359,-3 0-630,-2-2-720,0-1-2338,-2-2 4587,-2 0 0,9-3 0,2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00.1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14 199 7982,'-10'-1'4048,"6"-1"-3778,9-11 0,6 0-90,4-4-90,4-1 0,2-2 0,5-1 0,1 1-90,3 1 89,0 2-89,1 3 0,0 2 0,0 4 90,0 4 0,0 7 0,-2 4 270,-2 5-270,-1 5 90,-3 4 0,-2 6 0,-3 3 0,-3 5-217,-2 1 307,-3 1 90,-2 0-90,-2 0-1,-3-1 1,1-1-90,-3-2 90,0-1-180,0-2 90,0-2-90,0-3 0,0-2 0,1 4 0,0-7-450,1 6-180,0-10-2482,2-1-1475,1-4 4497,-4-12 0,2 2 0,-5-7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00.3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1 217 11131,'3'-15'1349,"1"3"-1259,10 0 90,0 2-270,2-3 0,4 0-3482,1-2 3032,0 0-398,1 0 39,0 0-180,1 0-451,-2-1-358,1 3 1888,-3-2 0,0 4 0,-1-1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00.7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44 144 7533,'-14'2'5307,"1"0"-4228,0-3-719,9-5-360,4-1 360,11-7-360,1 1-90,3-2 90,3 0 0,2-1 0,1 2 0,1 1 180,11-2-180,-8 6-90,7 1 90,-11 7-90,9 6 360,-8 3-270,7 7 0,-10 3 0,-1 4 89,-1 4 91,4 17-90,-7-8 0,3 12 0,-9-13 90,0-2-90,-2 2 90,-2-1-90,0-1 0,-3-1-90,1-1 180,-1 8-180,-1-9 0,-1 4-90,1-13-360,0-3-180,0 2-2788,-1-3 3418,0 3 0,1-11 0,-1-1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00.9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1 245 9871,'12'-15'2429,"-1"3"-2249,5 0 0,-2 3 0,2 0-90,14-6-360,-5 2-90,10-5-360,-9 4-179,1-2-270,-1 0-361,1-1 1530,11-10 0,-8 5 0,9-7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01.2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141 0 7892,'-19'24'2879,"1"3"-1530,-4 18-989,6-7-568,-5 15 568,8-14-90,0 1 0,4-3-90,3-3 95,2-1-185,5-5-90,1 1 94,3-5-184,3-3 0,3-3 0,1-5 288,2-4-378,1-4 0,1-5 270,2-5-270,0-5 1,1-5-1,0-3 0,-1-4 90,-1-4 0,-1-2 90,-2-2 90,-3 0 90,-1-1 0,-2 0 179,-3 2 1,-1 2 90,-3 2-90,-2 2 179,-3 3-89,0 2 90,-3 2 0,0 3-1,0 1-89,-2 3 180,-1 2-271,-4 1-449,0 3-629,-3 4-450,3 6-990,5 5-630,4 3-2967,6 3 5756,4-5 0,-2-3 0,2-6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01.7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70 158 7803,'-15'-9'4677,"2"5"-4137,2 7-1,2 8-179,3 5 0,0 5-90,2 5-90,0 5-1,3 1 1,1 4-180,2 0 0,0 2-3482,3-1 3303,0 1-1,3-2-90,0-3 180,3-3-270,0-5-90,0-3 1,2-2-91,-1-4 90,0-3 180,0-3 2943,0-3-3213,3-4 180,-1-6 0,0-4 91,-3-6 89,-4-3-90,-1-3 180,0-2-90,0-3 90,-1-1 90,1-3 0,-2 0 90,0-1 540,0-22-271,-2 18 91,0-14 90,-4 27 0,0 2 539,-2 3-629,-2-1 989,1 2-630,-2 0-809,10 13 90,-1 3-90,9 14 90,-3-2-90,1 3 0,-1 0 0,1 1 0,4 8-90,-3-7 0,3 6 0,-5-10 270,0-2-360,0-1 270,0-2-270,2-2-89,4-3-181,2-6 270,-1-5 90,0-9-90,-6-1 90,1-4 90,-1-3-90,-1-3 90,0-2-90,-1-1 90,-1-2 0,-1 0 0,-1 1 180,-1 1-270,-2 1 180,0 3-360,-3 1 1,0 3-91,-2 2-720,-1 3 541,-2-1-1440,-2 6-1259,-5-1 3238,-2 11 0,4 0 0,2 4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02.1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71 34 7713,'-13'-11'4227,"1"2"-1888,-1 1-1260,1 3-719,2 9-180,3 4 0,4 12 0,2 3-90,1 5 0,1 3-90,0 4 0,1 2 0,0 0 0,2 0-180,-1-1 0,2-1-90,1-3 0,-1-4-90,1-2-179,0-4 179,0-3-540,0-4-1438,0-2 2338,0-3 0,-3-4 0,-1-2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02.2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61 1 9152,'-13'10'4227,"2"-1"-2967,-1 0-811,2-1-3057,0 1-990,6 1 3598,4-2 0,2-1 0,0-3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02.4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 1 7623,'-9'28'3148,"1"-1"-2249,2-3-179,1-3 0,2 0-181,1-3-89,0 0-180,0-1-450,1 0-360,2 4-359,0-5-451,3 4-4136,-1 0 5486,0-3 0,-1-2 0,-1-8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02.5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 1 9422,'-5'16'4767,"1"1"-4677,1-3-2159,2 4-4227,3-5 6296,4 1 0,-3-7 0,2-3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02.6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73 0 8792,'-10'26'3778,"2"-4"-5201,0-3 2682,1-5-370,1 3-3408,-1-5-3579,-1 1 6098,-1-10 0,4 0 0,0-6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02.8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111 61 8162,'-14'-10'180,"1"0"-6200,-1 1 5480,2 1 420,-7-3 120,3 5 0,1 0 0,7 5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03.05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130 0 8072,'-22'47'2519,"2"-1"-2159,2-1-840,3-3 300,2-3-269,2-2-326,2-2-754,1-2-540,3-2 2096,0-2 0,3-13 1,1-4-1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03.2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 1 8072,'-2'30'2789,"1"1"-2160,2-2-89,2-1-90,0-3-180,2-3 0,1-1-180,1-2-1,1 1-178,0-2-91,2-1-90,0 0 0,2 2-90,-1-4-180,2 4-89,-2-2-361,0-1-719,-1 2-539,0-1 2248,-4 2 0,-1-8 0,-3-3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06.2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85 245 9332,'-9'-20'7465,"1"16"-7285,5 9 0,-1 19 0,1 3-90,1 6 90,-4 24-90,1-10-629,-2 18 539,2-16 90,0 0-90,1 0 0,0-1 0,0-1 0,1-2 154,-1-3-154,1-3 0,2-4 0,-1-2-90,1-7 90,0-2-180,1-6 385,0 2-205,0-4 0,1-11 0,0-20 0,1-12 0,2-16 0,-1 3 0,2-6-45,-2-5 0,1-1-851,1-16 896,-1 14 0,-1 1 0,-1 1 0,0 2-219,-2 6 219,1 3 0,-2 6 0,1 3 90,0 5-90,-1 4 0,0 4-90,1-1-179,1 6 966,7 4-697,-1 9 147,7 9-147,6 16-3392,-4-1 3392,8 11-95,-6-4 95,0 1-179,0 1 179,1 2-180,-2-2 90,0 0-180,-1-2 90,1-3-90,-2-2 90,0-4-90,-1-2 90,0-4 91,-3-3 3208,1-1-3209,2-5 98,-1-7-8,3-6-90,-5-9 360,-1-4-270,0-5-90,1-6 90,-1-2 0,1-5-1327,-1-3 1417,0-1 0,0-2-130,-1 0 130,0 0 0,0 0 90,0 1-90,0 3 90,0 5 90,-2 6-90,0 5-1,-2 4 1,-1 5 0,1 1-90,1 11 1308,0 4-1398,2 12 239,-3 7-150,1 7-89,0 5 0,0 4 90,0 6-381,-2 3 381,0 1-90,-1 2 90,0 0-90,0-1 0,1-1 0,-1-1 90,0-2-90,0-3 0,0-2 0,-2-3 0,2-4 0,-2-4 0,1-3-90,0-3-270,0-4-719,-1 1-2429,-1-4 179,0-11 541,-2-12 2013,1-10 0,0 4 0,1 6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06.7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1 219 6813,'7'-19'4767,"-1"-1"-4407,2 16 0,-4 3 0,4 11 90,-3 8-271,-1 5 1,0 7-90,-3 3 0,1 5 0,-3 3-276,0 3 276,-2 2-90,0 2 90,-1 0-90,-1 0 90,0-1 0,1 1 180,-1-3-270,1-2-3031,1-7 2941,0-4-125,1-4 125,1-5 90,1-3 90,1-1 178,1-3-358,0-11 3283,1-6-3283,-1-14 90,2-6-90,0-6 90,3-5 331,-2-4-421,1-3 90,-3-3 0,-1-1 0,-2-3-3302,0 2 3392,-1 2 0,0 4-433,-1 4 523,0 5-90,0 4 90,1 5-270,0-1 0,2 6 3223,6 9-2953,5 16 511,3 10-511,2 8-180,-4-3-90,1 2 0,2 1 90,-1-1 0,0 1-90,6 7 0,-8-10 90,7 5 0,-9-14 0,1-3 0,0-3 180,-2-2 90,3-5-90,-4-5 90,3-6 0,-2-7 0,-1-6-90,2-5 89,-1-5-89,0-3 0,-2-4 0,0-4-90,-1-2-340,0-3 160,-1-2 90,-1-1-90,-1 2-90,-1 2 180,-1 4-449,-1 5-181,0 5-90,-1 5-1258,1 3-631,-1 1 2609,2 7 0,-2 3 0,2 8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07.3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 76 9602,'-3'-13'5037,"6"5"-4947,13 4 0,3 4-90,1-2 0,0 1-90,3-1-90,0-1 0,1-1 0,0 0 90,-1 1-899,7-2-91,-10 1 361,9 0-2250,-15 1 1890,-7-1 539,-10 2 450,-13 0 450,-3 1 450,-2 0-1,1 0 360,1-1 1440,2 0-1979,1 4-271,10 7-89,1 4 90,9 9 0,-2 2-90,-1 4 89,-1 6-89,0 4 450,-5 27-540,1-13-707,-3 19 617,1-20 90,0 0-3368,0 0 3278,1-3-90,-1-2-871,1-2 871,1-4-94,0-3 4,0-5 266,1-2-446,1-6 2301,-1-2-3290,2-1-865,0-4 235,-4-9-620,2-9 2509,-5-10 0,5 4 0,0 1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07.50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16 128 8072,'-11'6'5217,"6"4"-4587,7 3-180,7 2-4612,4-4 4252,0-4 950,10-5-1310,-7-4-180,7-5-90,-4-3-269,1-3-1080,12-11 809,-7 4-539,8-8-539,-10 6 2158,0 1 0,-1-1 0,0-1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07.80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302 70 6813,'3'-18'4857,"-1"-3"-3328,-3 5-539,-6 2-630,-5 13-1,-2 6-89,-3 8 90,5 4-180,-1 1 0,1 4 0,3-1-90,1 3 0,2 0 0,3 2 0,2 1 0,4 1 0,1 0-90,4 1 89,1 1-89,3 1-3302,-1-1 3662,3 2-270,-1-1 90,0 1 360,0 0-270,-2 0 179,0 1 1,-2 0 90,-3 0-90,-1-1 3391,-3-1-3391,-2-1-90,-4-1 0,-3 0-91,-4 0-89,-2-2 90,-3-1-180,-13 7-270,6-10-270,-9 5-1079,-2-8 450,7-6-180,-6 0-1,11-8-629,2-2-89,3-3-991,2-3-1078,2-6 4047,2-3 0,6 4 0,1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08.2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95 10321,'15'-18'2519,"-3"1"-2070,9 8-89,-2 1 0,7 1-90,0-1-90,9 1 0,-2 0 0,6 2-91,0 0 271,1 3-270,1 1-90,-1 1 0,-2 1 180,-1 1-450,-4 1 0,-4 0-179,-2 0-91,-5 0-90,-3-1-1169,-3 1 1799,0 0 0,-8-1 0,0-1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08.5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182 0 10591,'-9'22'2608,"2"2"-1798,3-1-180,2 8-1,-3 5 1,1 7-628,-1 5 538,0 5-1,-1 6 1,0 2-709,-1 5 619,0 0-90,-1 3 89,0-2-89,-2-1 0,0-3 0,0-3-90,0-4-171,-1-4 80,2-4 181,1-6-270,1-5 90,2-7-180,0-4-180,2-6-1298,-1-1-860,0-6 1668,2-12-860,2-8 58,2-15-1586,3-3-1169,1-4 4227,0-2 0,-1-2 0,0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09.3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176 72 7263,'1'-15'6026,"0"1"-3687,1 1-1439,-1 15-631,-2 19 1,-1 10 0,-3 15-90,2-5-441,-1 4 351,-1 4 0,1 3 269,-1 2-359,1 0-437,-1 0 347,1-1 0,1-2 0,0-3-90,-1-3-89,1-3-3102,-1-4 3011,1-5 0,0-4-629,-1 1-1,1-9 841,-8-5-121,2-13 287,-5-11-197,5-8 3392,-1-5-3391,1-7 89,0-6 0,-1-6-403,3-7 493,-1-5-578,2-4 668,2-2 0,2-1 0,2 2 269,3 1-359,2 4 0,4 3 0,2 5 0,23-24 0,-9 29 0,17-15-68,-16 35 68,4 5 0,1 4 0,3 5 270,0 4-360,3 4 90,-1 5-90,4 5 360,-1 4-360,-2 4 90,-2 4 90,-3 4-90,-4 2 180,-3 3 0,-4 2 0,-6 2 0,-4 1 89,-5 2-114,-4 0 115,-5 0 90,-5 0 0,-4-2-1,-5 0 1,-4-1-90,-3-1 311,-4-2-311,-3-3-91,-1 0 91,-3-4-90,-2 0 90,-16 5-180,11-13-180,-11 4 0,17-13-540,-12 0 1,14-6-91,-9-2-2562,7-12 2022,16 0-179,-3-8-540,21 2 65,4-2 1914,5 0 0,4 0 0,3 1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09.9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194 171 7982,'1'-17'6117,"-6"3"-5487,-7 5-181,-3 8-89,-5 10 90,3 6-180,-1 6-90,-1 5 0,-1 4-91,2 3-3391,1 2 3212,4 1 1,2 1-181,6-2 0,1-1 0,4-4-180,2-1 360,3-3-1169,11 8 899,-2-16 3392,10 3-3391,-6-21 89,1-6 0,3-5 0,2-6-90,10-18 270,-8 5 90,4-13 0,-10 10 90,-3-1 180,0 0 0,-3 2 90,-1 3 629,0-2-179,-5 11-181,2-3-539,-8 23 90,1 5-180,-7 17 90,1 7 0,-3 5-90,1 3 0,0 2 90,3 1-180,1-2 90,2-1-180,1-3 0,1-2 0,1-4 1,2-3 179,0-4-180,1-4-180,1-4 180,5-4-90,5-13 90,0-5 90,3-12-90,-4-2 90,1-5 0,-1-4 90,2-3-89,-3-3-301,1-3 390,-1-3-90,-1-2 90,0-2 0,-2-1 0,0 2 270,-2 2-180,0 4-90,0 5 90,-2 7 0,-1 5 0,-2 6 270,1 1 179,1 12-269,-1 11 90,1 26-180,-4 4 0,-2 13 0,-4-8-93,-1 3 3,-1 4 180,0 1-180,-2 1 0,-1 0 0,1-2 0,-1-3-180,1-3-180,1-4 0,0-4-180,1-4 181,1-5-1261,0-3-3956,1 0 3327,-1-22 2159,2-1 0,-1-10 0,2 2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10.1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17 106 7443,'-6'-25'2968,"0"3"-1529,3 4-539,1 1-271,4 4-539,9 5 0,2 5 90,8 7-180,-5 1 180,3 1-360,0 0-180,2 2 1,2-1-91,0 1-90,3 2 0,-1 1 1,0 0 89,1 1 0,-1-1-89,0 0-1,0 0 0,0-2 0,0-1-1438,6 2 1978,-8-4 0,-3 0 0,-12-4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10.6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252 232 8162,'-23'-2'3238,"4"3"-2518,-2 4-270,4 3 0,-3 3-91,0 5 1,-1 3-90,1 2 0,1 2-90,1 1-90,3 1 90,2 0-180,4 1 90,2-2-90,3-1-90,0-1 180,3-3-270,2-1 180,1-3-270,3-2-270,2-2 360,7-5-90,-1-4 90,5-7 1,-2-5 89,1-5 0,-1-4-3392,1-3 3482,-1-2 0,5-15 180,-6 10-90,1-10 89,-6 15 91,-4 2-90,-1 3 450,-2 2 3841,-1 1-4381,-3 14 0,-1 4-90,-4 17 90,2 4-90,-1 3 0,4 2 0,0 0-90,1-1 0,1-1 180,2-2-360,1-3 90,1-2-179,5 3 179,-1-8-180,3 1 270,5-14-90,-2-5 90,7-8 0,-4-4 0,11-16 90,-5 5 0,7-12 0,-8 6-1490,1-1 1490,1-5-90,-2-1 90,-2-1-417,5-15 507,-10 16 11,3-8 79,-11 20 90,-1 4 0,-2 3 539,-2 5 1190,1-1-1729,-1 5 607,0 13-787,-1 4 99,-1 17-99,-1 8 0,0-5-90,0 13 90,0-10 180,1 4 270,1 1-270,0 3-90,0 1 89,0 2-89,-1-1 90,-1 1 90,-2-1 0,-1-1-90,-2-2-1,-3-1 1,-1-1-90,-3-3 0,-3-2 0,-2-2-90,-1-3 90,-3-4-90,-1-3-180,0-3 0,-1-3-90,0-4-630,-7-4 271,7-4-271,-4-6 1,9-2 179,4-5-449,3-4-91,4-5 91,4-5-270,2-2-1,4-5-1078,4-3-720,5-4 3081,4 0 1,3 0-1,1 1 1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11.0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0 332 6363,'16'7'1799,"0"2"-1259,0 1-90,1 3 89,-3-1 1,2 2-90,-1-3 0,-1 2-91,1-3 1,0 0 360,0-3-360,5 1 179,-1-5-269,2 0-90,-4-5 90,-1-1-90,-1-5 0,-1 0-90,1-5 90,-2-1-91,0-2 1,-1-1-90,-2-2 90,-1 1 0,-3-1-90,-1 2 90,-2 1 0,-4-3 0,-4 3-180,-4 3 90,-5 13 0,0 9 0,-2 11 0,1 5 90,1 4-90,-1 4 0,3 2 90,1 4-90,3 0 90,3 0 0,3-1 90,1-2-90,3-1 90,1-3 90,2-2-1,5-3 1,2-2-90,3-5-90,3-2 0,2-5-90,1-4 0,1-5-90,2-4 90,2-6-180,1-4 0,0-5-89,1-4-91,0-4 360,0-4-450,-1-3-331,0-3 151,-1-3-89,-1-4-1,-3-4-1169,8-26 900,-9 13-1016,4-21 566,-9 19 1439,3-31 0,-5 21 0,3-23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11.2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6993,'17'0'2878,"-3"3"-2068,1 10-91,-5 3 811,3 19-721,-4-2-89,1 14-91,-5-5-362,-2 2 453,-2 4-91,-2 3 1350,-3 34-1169,1-18-2713,-3 25 2443,3-27-180,-1-1-584,0 0 494,1-3-90,1-3-2660,-1 18 1940,1-23-269,-1 13-142,4-29 142,-1-4-541,3-5 1503,2-6-1592,2-4-810,10-6 990,1-8-449,11-7-1170,-3-9 2878,4-5 0,2-6 0,0-2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11.4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53 7892,'21'-2'3239,"1"0"-2430,2 1-89,4 0-181,1 0-89,6 0-90,0-1-90,7 0-180,1 0 90,2 0-1258,3 0 449,0 0-541,0-1-1618,0-1-975,-3-1 3763,-3-2 0,-4 0 0,-1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19.6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875 314 7083,'11'5'3418,"-5"-3"-3418,21 1 90,-11-3 0,0-1 0,2-1-90,1 2 90,-1-2-90,-2 1 90,-2-1-90,0 1 90,1 0-90,0 1 90,1-1-90,0 0 90,0 0-90,1 0 90,0 0-90,0 0 89,2 0-89,-2 1 90,2-1-90,0 0 0,0 0 90,1 0-90,-1-1 0,3 1 90,-2-1-3482,2 0 3392,0 0 0,0-1 90,1 0-90,0-1 0,0 1 0,0 0 0,-1 0 3482,1 0-3482,9-2 0,-8 2 0,7-1 0,-11 2 0,-1 0 0,1 1 0,-1 0 0,0-1 0,-1 1 90,0 0-90,0 0 0,-1 2 0,0-1 0,1 0 0,-1 0 0,2 0 0,-1-1 90,1 0-90,-2 0 0,2-1 0,0 1 0,0-1-90,1 0 90,1 0 90,-2 0-90,2 0 0,-1 0 0,-1 1 0,0-1 0,0 1 0,-1-1 0,0 1 0,0-1 0,-1 1 0,9-1 0,-7 0 0,7-1 0,-9 1 0,0 0 0,1 0 0,-2 1 0,1 0 0,6-1 0,-4 1 0,5-1 0,-8 1 0,1-1 0,-1 1 0,1 1 0,-1-1 90,1 0-90,-2-1 0,1 1 0,0 0 90,0-1-90,6 1 0,-5-1 0,4 1 0,-6 0 0,0 0 0,4 0 0,1 2 0,5 0 0,-1 3 0,0-1 0,-5 0 90,0 0-90,-7-1 0,6 0 0,-4 0 0,5 1 0,-6 0 0,1-2 0,0 2 0,0-2 0,7 2 0,-4-1 0,5-1 90,-5 0-90,-1 0 0,1-1 0,0 1 0,1-1 90,-1 0-90,2 0 90,-1 0-90,1 0 0,0 0 0,1 0 0,-1 0 0,0-1 0,1 0 0,-2 0 90,2 1-90,-1-1 0,18-1 0,-14 1 0,13-1 270,-17 2-360,-1-1 270,0 1-180,0-1 0,9 0 0,-6 0-90,6 0 0,-7 0 90,0 1 0,0-1-90,1 1 90,-1-1 0,1 1 0,1 0 0,-1 0 0,2-1 0,-1 1 0,0 0 0,1 1 0,0 0 0,0 0-3392,11-1 3392,-8 2 0,8-1 0,-10-1 0,0 1 0,0 0 0,-1-1 0,1 1 0,20-2 0,-15 2 0,16-2 0,-22 1 0,1-1 270,-2 0-270,2 1 179,-2-1-268,0 1 3660,0-1-3661,1 1 270,-2 0-270,2-1 270,0 1-270,1-1 270,-1 1-180,11-2-90,-8 1 270,8-2-270,-11 2 180,1-2-180,0 1 0,0-1 90,10-1-90,-8 1 0,8-1 0,-12 1 90,-1 1-89,0-1 89,-1 2 0,0-1 0,-1 0 0,0 2-90,0-1 90,-1 0 0,9 1 269,-8-1-359,7 0 360,-8 1-360,-1 0 270,1-1-270,0 0 180,0 0-180,0 0 270,0 0-360,-1 0 360,1 0-270,-2-1 180,2 2-180,-1-1 0,0 0 0,0 0 0,0 0 90,0-1-90,0 1 90,1-1 180,-1 1-270,2-1 270,-1 1-270,2-1 270,0 0-270,-1-1 270,1 0-270,1 1 180,-1-1-180,1 1 180,-1-1-180,0 1 90,10-1 180,-7 1-360,8-1 360,-10 0-360,0 1 360,1 0-3752,-1 0 3752,1 0-360,1 1 360,0-1-360,1 0 360,0 0-360,1-1 360,0 0-360,1 0 180,11-1-90,-8 0 0,11-1 0,-13 1 3482,2 0-3482,-2 0 90,-1 0 0,1 0-89,11-3 89,-8 2 0,9-2 0,-13 4 0,1-1 0,-1 0 179,0 1-179,-1 1 90,11-2 90,-9 2-270,8-1 180,-11 1-180,0 1 270,-1 0-270,-1 0 180,0 0-180,-1 1 270,-1-1-270,0 1 180,-2-1-180,0 1 270,-1 0-270,-1-1 0,-2 2 90,4-2 0,-1 2 90,3-1 2519,-4 1-2609,-4 2 90,-6 4-180,-1 3 180,-7 5-90,3 0 0,-2 2 90,2 1-90,-2 2 90,0 3-1,-1 0-89,1-3 90,0-1 0,0-5 0,0 0 0,0 1-90,-1 1 90,1-1-90,-1 1 90,0-1-90,1 1 0,0-1 90,0 0-90,-1 0 90,1 0-90,0 0 0,0 1 90,0-1-90,0 0 90,0 0-90,0 1 90,1 0-90,-1 0 0,1-1 90,-1 0-90,1 0 0,-1 0 0,1 1 90,0-1-90,-1 1 90,0 7-90,0-7 0,0 7 0,0-7 90,-1 0-90,0-1 90,1 1-90,-1-1 0,1 0 90,-1 0-90,0-1 90,0 1-90,0 0 0,1 1 0,-1-2 89,1 2-89,0-1 0,0 0 90,0 1-90,-1-1 0,1 1 90,-1 1-90,1 0 0,-1 1 0,0 0 90,0 0 0,-1 10-90,1-7 0,-1 8 0,1-9 0,0 0 0,-1 0 0,0 0 0,1 1 0,-1 0 0,0 0 0,1 0 0,0 1 0,0-1 0,0 1 0,0-1 0,-1 1 0,2-1 0,-2 10 0,1-8 0,-1 7 0,1-10 0,1 1 0,0-1 0,-2 0 0,3-1 0,-3 9 0,2-7 0,0 7 0,-1-9 0,1 1 90,-1-1-90,0 1 0,0 9 0,0-6 0,-1 9 0,1-10 0,0 1 0,0 0 0,0 0 0,0 0 0,-3 22 0,2-15 0,-2 14 0,2-18 0,0-2 0,1 1 0,-1-1 0,2 0 0,-1-2 0,0 3 0,1-2 0,-1 1-90,1 0 90,0 0 0,0 0 0,0 0 0,1 9 0,0-7 0,1 8 0,-1-12 0,1 1 0,0 1 0,0-1 0,0 1 0,0 10 0,1-9 0,-1 9 0,0-12 0,-1 2 0,1-1 0,-1 1 0,1 1 0,-1 0 0,1 0 0,-1 1 0,0 0 0,-1 0 0,1 1 0,0-1 0,0 1 0,0-1 0,0 1 0,0 1 0,0 0 0,0 1 0,0 0 0,-1-2 0,2 1 0,-2-1 0,1 1 0,0 0 0,0-1 0,0 13 0,0-11-90,-1 11 90,1-13 0,0 0 0,1 12 0,-1-9 0,1 8 0,-1-12 0,0 1 0,1-1 0,0 0 0,-1 1 0,1-1 0,-1 1 90,1-1-90,0 0 0,0 0 0,-1 1 0,1-1 0,0 1 0,0-1 0,0 13 0,-2-10 0,2 9 0,-2-12 0,0-1-90,1 0 90,-1 1 0,0 20 0,2-17 0,-3 16 0,2-23 0,-2-1-90,1-1 90,0 0 0,1-1 0,0 0 0,-1-1 0,1 0 0,0-2 0,-1 0 0,1 4 0,0 1 0,0 3 0,1-2 0,-2-4 0,2-3 0,0-1 0,1 0 900,0-1-810,-6-7 0,-3-1-90,-7-7-90,-2-1 0,-2 1 0,1-1 0,0 0-180,-6 0 180,5 1 0,-9-1 0,6 2 0,-2 0 90,-1 0 0,-1 1-90,-14 0 90,7 0 0,-10 1 0,10 1 0,0 1-90,-3-1 90,0 1 0,-1 2 0,-20 1 0,13-1-345,-16 3 345,17-4 0,-3 2 0,1-2 0,-1 0 90,0 0-90,-1 0-90,0 0 90,0 0 0,0-1 0,-1 1 0,1-1 0,-1 0 0,1-1 0,0 1 0,-20-1 0,16 1 0,-16-1 0,21 0 0,0 0-3277,0-1 3277,0-1 0,0 1-714,0-2 714,1 1-220,0 0 220,2 0 0,-2-1 198,1 1-198,0-1-90,0 0 90,0 0 2118,0 0-2208,1 0 90,-1 0 775,1 1-775,0-1 0,1 0 0,-1 0 0,1 1 0,-1-1 0,1 0 0,0 0 0,-1 0 0,1 0 0,-1 0-90,1 0 90,1 1 0,0-2 0,0 1 0,1 1 0,3-1-90,-2 0 90,2 1 0,-1-1-90,-1 0 90,1 1 0,-1-1 0,-16-1 0,12 1 0,-12-1 0,17 1 0,1 0 0,0-1 0,-1 0 0,1 0-90,-18-2 90,13 1 0,-10 0 0,16 0 90,2 1-180,-1-1 90,0 0 339,0 1-339,-12-3 0,10 3 0,-9-3 90,14 3-90,1-1-90,0 1 90,0 0 90,1 0-180,0 0 90,2-1 0,-2 2 906,2-2-906,-1 1 311,2 0-401,-1 0 180,0-1-180,1 1 180,-1 0-180,1 0 180,-1 0-180,0 1 90,-1-1 90,-1 2-180,1-1 90,0 1 0,-15 0 0,10 1 0,-11 0 0,14 0 0,-1 1 0,1 0 0,1 0 0,-1-1 0,0 0 0,-13 1 0,11-2 0,-11 2 0,14-2 0,0 1 0,-1 0 0,0 0 0,-1 1 0,1-1 0,-2 1 0,0-1 0,0 1 0,-1 0 0,1 0 0,-1 0 0,1 0 0,0 0 0,0-1 0,1 0 0,0 0 0,0 1 0,1-1 0,0 1 0,1-1 0,0 1 0,-11 1 0,9-1 0,-8 2 0,10-2 0,2 0 0,-1 0 0,2 0 0,-11 1 0,8-1 90,-8 2-90,13-2 0,0 0 0,2 0 90,1 0-90,-1 0 90,-4 1-90,6-1 90,-3 1-1,4-2 1,3 1-359,-2-1 359,4-2-90,6-5 0,2-4 0,3-7 0,2-2 0,-2 1 0,0-5 0,1 6 0,-2-4 0,2 3 0,0-1 0,0-1 0,0-1 0,0-1 0,-1-2 0,2-1 0,-1-2 0,-2-14 0,2 8 0,-1-12 0,0 13 0,1 0 89,-1-2-178,0 0 178,-1-1-3570,1-1 3570,-1 0-178,0 0 56,0 0 33,0 0 0,0 0 0,1-1 0,-2 1 0,-1-32 0,1 24-211,-1-24 211,2 32 0,1-1 0,-1 0 0,0 0-2098,0 0 2098,1 0 0,-1-1 2188,0 1-2188,-1-1 0,0 1 0,1-1 0,0 0 0,0-1 0,-1 1 0,1-1 0,-1 1 0,1 0 0,-1 1 0,1-1 0,-2 1 0,1 0-2166,0 0 2166,0 1 0,0 0 128,1 0-128,0-1 0,0 1 0,0 0 0,-1 1 0,2-1 90,-2-18-180,1 13 2442,0-12-2352,-1 0 0,2 13-141,-1-12 141,0 16 0,-1-16 0,1 13 0,-3-12 0,2 18 0,1 0 3312,-2 0-3312,-2-12 0,-1-4 0,0 2 0,1 5 0,2 13 28,0 1-28,0-2 0,1 2 0,1-1-3412,0 1 3412,0 1 142,0-1-142,1 1 90,-1-1-90,2 1 0,-1 1 0,0 0 0,-3-23 0,2 17 0,-3-16 0,3 23 0,0 0 3392,0 1-3392,-1-1 0,-1-8 0,2 7 0,-1-7 0,2 11 0,-1 1 0,1 0 0,0 0 0,0 1-90,0 1 90,1 0 90,0 0-180,1 1 90,0 0 0,0 0 0,1 1 0,0 0-89,0-1 89,0 2 0,1-1 0,1 2 0,-1-1 0,1 1 0,0-1 0,0 2 0,0 0 0,1 0 0,0 1 0,-1 0 0,2-3 0,0-1 0,2-3-90,-1 1 90,1 3 0,-1 0 0,1 4 0,-1 0-90,2 1 90,-1 1 0,2 1 0,-1-2 0,0 1-90,1-1 0,0 0 0,1 1 0,-1 2-90,1 0 90,2 1-90,1 0 90,0 3 0,2 0 0,0 2 0,1 1 180,0 1-180,2-1 90,-2 0 0,1 0 0,0 0 0,-2-1 0,4 1 0,-2 0 0,1 0-90,3 0 90,0-2 0,-2 0 0,1 0 0,-4 0 0,0-1 0,1 0 0,0 1 0,0-2 0,0 1 0,0 0 0,0 0 0,0 1 0,-1-1 0,-1 2 0,-1-2 0,4 1-269,0-1-91,2 0-450,-3 1-179,0-1-271,-4 0-89,1-1-630,-2-2-1978,1 1 3957,2 0 0,-6 3 0,-2 1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21.4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79 0 8882,'15'7'1169,"-5"3"-989,-4 5 90,-6 3-90,1-1 360,-3 5-450,1 3 179,0-5-179,0 0 180,0-6-270,0 0 90,-1 1-90,1 4 0,-2 1 90,0 0-90,1 3 0,-1-9 90,1 3-90,0-3 0,0 0 0,0 0 90,0 2-90,-1-1 90,1 2-90,-1 0 90,1 1 0,-1 0-90,1 0 90,0 0 270,-1 9-360,0-5 269,1 6-359,1-8 360,-2 0-360,2 1 270,-2 10-90,0 1 90,0 1-270,1-4 270,1-10-270,0 1 270,0-3-270,0 3 270,0-3-180,0 10-90,0-6 0,0 6 90,1-9-90,-1 0 90,-2 1 0,2 0-90,-1 1 90,2-1 0,-1 1 0,1-1 0,-1 1 90,0-1-180,-1 1 90,1-1 0,0 0 0,-1 0 0,1 0 0,0-1 0,-1 1 0,1-1 0,-1 0 0,1 0 0,0 0 0,2 1 0,-3-1 0,3 0 0,-3 0 0,2 0 0,-1 0 0,1 0 0,-1-1 0,1 1 0,0 0 0,-1 1 0,1-1 0,0 0 0,0 0 0,0-1 0,1 1 270,0 0-270,-1 1 180,2 0-270,-1-1 270,-1 0-270,2 3 270,-2-3-360,2 4 90,0-3 0,0 1 90,1-1-90,-1 1 0,2 9 90,0-8 0,0 8 0,0-10 0,-1 1 0,1-1 0,0 1 0,0-1-90,0 1 180,0 0-180,-1 0 90,0 0 0,0 0 90,-1-1-90,1 1-90,1-3 90,0 2 0,0-3 0,0 4 0,1-1 0,-1 1 0,-1 0 90,1-1-90,0 1 0,1-1 0,-1 0 0,0 1 0,0 1 0,0 1 0,0 0 0,0 0 0,1 2 0,-1-1 270,2 1-360,1 0 360,-2 1-360,2 0 270,-3 1-270,1 1 270,-1-1-270,1 0 270,-1 0-270,1 0 0,-1 0 0,1-1 90,-1-1-90,0 0 90,0 0 0,0 0 0,0 0 0,1 0 0,-1-1 0,0 1 0,2-3 0,-3 0 0,1 0 0,-1 0 0,3 0 0,-5 2 0,4-1 0,-3 2 90,4 7-90,-1-6 0,1 7 0,-3-11 0,1 2 0,-1-1 0,0-1 0,1 1 270,-1-1-270,0 2 180,0-1-270,-1 0 270,1 0-270,0 0 269,0-1-268,1-1-1,-1 2 0,0-2 90,0 2-90,1-1 90,-2 0 0,2 0 0,-2 0 0,0 0 180,0 1-180,0-2 179,0 1-268,-1-1 268,1 0-269,0-1 1,-1 0-1,1-1 90,-1 1-90,1-2 90,-1 2 0,1-2-90,-1 2 90,1-2 0,0 2 90,-4-3-90,4 2 0,-3-2 0,4 2 0,3 16 0,-3-12 0,3 12 90,-3-16-90,0 0 90,0 1-90,0 0 0,2 14 0,-1-12 89,1 10 91,-1-15-180,0-2 180,-1 2-270,1-3 90,-1 2-539,2 1-361,-1-2-4677,2 1 3329,3-13 2248,-4-6 0,1-3 0,-4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23.2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 1 10321,'-8'24'630,"2"2"-540,6-6 90,-1 1-1,2 4 181,0-5-270,1 7 180,-1-7-180,1 0-90,-1 0 90,0 0 90,0 10-90,0-7 0,1 8 90,-2-7-90,0 1 90,-1-1-91,0 1 1,0 0 90,-1 13-90,1-8 0,0 10 0,0-11 0,0 0 0,0 1-90,-1 0 90,0 13 0,0-10-90,-1 10 90,1-15 0,0 0-90,1 0 0,-1-1 90,1 0-90,1-2 0,-1 0 90,1-1-90,0 0 0,0-1-263,1 0 263,-1-2 0,1 1 0,-1-1 0,2 1 0,-2 1 0,1-1 0,0-1 0,0 0 90,-1-3-90,1 2 0,-1 0 263,1 1-263,-1 10 0,1-6 0,-2 8 0,2-10 0,-1 0 90,0 0-90,1 1 0,-1 22 90,2-16-90,-1 16 0,1-21 0,-1-1 0,1 0 0,-1 1 0,2-1 90,-2 1-90,2-1-90,-1 2 90,0-1 0,0 0 90,1 0-180,0 1 180,0 0-90,0 1-90,0 0 90,0-1 0,0 2 0,0-1 0,0 0 90,0 0-90,0 0 0,0 2 0,0-1 0,0 2 0,0-1 0,0-1 0,-1 0 0,1 1 0,0-1 0,0 2 0,0 0 0,0 0 0,0 0 0,0 0 0,1 0 89,-3-2-178,3 4 178,-3-3-178,3 3 89,0-2 0,-1 1 0,0 0 0,1-1 0,-1 0 0,1-1 0,-1 1 0,0-1 0,1 1 0,-1-2 0,0 0 0,-1 0 0,1-1 0,-1 1 0,1-1 0,0 0 0,-1 1 0,1-2 0,-3 1 0,2-2 0,0 0 0,0 0 0,-1-2 0,1 0 0,0 1 0,-1-1 0,1 0 0,0 0 0,0 0 0,0-1 0,0 1 0,0 0 0,0 1 0,1-1 0,-1 1 0,0-2 0,0 1 0,0-1 0,1-1 0,0 1 0,1-1 0,-1 0 0,0-1 0,-1-2 0,0 1 0,1-2 0,-1 0 0,1 0 0,0 0 0,-1-2 0,-2 0-90,-1-1 90,2-1 0,1 5 0,2-4 0,1 8 0,-2-4 0,0 5 0,0 0 0,-2-4 0,0 5 0,0-2 0,-1 0 0,-1-2 0,1 0 0,1-4-90,0 3-540,0-5 630,-1 0 0,0-6 0,0-1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24.2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11311,'6'26'719,"0"0"-539,-4-10 0,1 5-4072,-1 1 3982,0 3 860,0 1-860,0 2-90,0 1 90,0 1-1,2 1 1,-2 15-90,1-10 90,0 12 0,-1-13 90,1 1-90,-2 2 0,2 1 90,0 3 90,-1 22-180,-1-13 90,0 17-90,0-20-251,-1-1 251,0 2 90,1 0-90,0 1 0,0-1-90,1 2 90,0-1-90,0 0 90,1 1-90,-1 1 90,-1 0-90,4 0 0,-1 26 0,2-18 2529,-1 19-2529,-1-23-1052,1 0 1052,-1 0 0,1 0 90,0-1-90,-1-2-204,2 1 204,-1-2 270,0 0-360,2-1 90,-2 1 0,1 0 0,0 0-90,-1 1-2116,1 0 2206,0 0 0,-1 1 670,1 0-670,-4 0 0,1 1-335,-1-1 245,1 0 180,-1-1-90,0 0 0,-1 0 0,1-2 180,-2 0-180,2-1-90,-2 0 90,1 0 0,-1-1-90,0 0 90,0 1 0,0 0 0,-1 1 0,1 0-90,-1-1 90,1 1 0,-1 0 0,2 0-1802,-1-1 1802,1 1 0,0-2 1806,2 0-1806,-1-1 0,1-3 90,1 0-90,-2-2-90,5-1 90,-3-2-90,3-2-90,-1-2-13,0-2-77,3-3 90,-1-3-15,2-2-525,-3-4 3182,-1-3-3181,1-3-1976,0-3 2695,3-6 0,0-12 0,2-5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25.0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1 6273,'-6'28'2069,"1"0"-1709,0 3 270,0-1-360,0 4 179,1 1-269,-1 1 0,1 1 90,0 1-90,0 1-90,2-2 90,0 0-90,1-1 0,1 0 89,1-1 181,1 0-270,1 1 270,1 0-270,0 2 180,1 1-180,-2 0 270,1 2-271,-1 0 1,1 2-4251,1 1 4251,0 0 0,0 1 683,0 1-773,-1-1 90,-1 1 0,2 0 0,-2 0-90,2 1 90,-2 0 0,0 0-90,1 1 90,-2-1 0,1 1-90,-1 1 90,-2 0-90,2 1 90,-2 0-90,2 1 90,0-1-90,0 1 90,0 0-90,-1 0 0,1-1 90,-2 0-90,1-2-2210,-2 1 2300,2 1 89,-2 0-351,1-2 172,-1 1 0,0-3 0,1 4 0,-2 0 0,3 0 0,-4 2 0,2 0 0,-3 1 0,0 1 0,1 1 0,-1 0 0,0 0 0,0 1 90,0-1-90,0-1 180,0-1-180,0-1 0,1-2 0,0 1 2125,1-2-2125,-1-1 0,1-1 169,1-1-169,-1-2 0,2-1 3057,0 0-3057,0-2-90,1-1 90,1 0 0,0-2 0,-1-2 0,1 1 0,0-3-90,0 1 297,0-3-297,0 0-90,-1-3 0,1 0-180,0-3 360,0-1-449,0-3 269,-1-2-360,1-3-237,1 0-392,-2 3-3688,2-2 4857,-4-1 0,1-7 0,-2-6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26.0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6543,'2'15'1529,"-1"2"-1259,0 0 270,-1 3-270,1 0 180,-2 2-271,2 0 91,-2 2 270,1 1-450,0 1 360,-1-1-270,1 1-91,0 0 91,0 1-90,1 0 90,-1 1-90,2-1 0,0 1 90,0 1-90,1 0 90,0 2 0,1 0 0,0 1-90,-1 2 90,0 0 89,0 0-179,0 1 90,0 0 0,0 0 0,0 1-90,0 0 0,0 1 0,0 0 0,0 0 0,-1 1 0,1 0 0,-1 1-90,1 2 90,-1-1-90,1-1 90,0 0-90,-1 0 89,4-1-89,-6 2 90,5 0-90,-6 0 90,4-1 0,-1 2-90,0 0 90,0 3 0,-1 0-90,0 0-237,0 2 237,0 0 90,-1 3-90,0-1-3283,1 3 3373,-1-1-2286,0 2 2196,-1-1-112,1 1 112,0 0 269,-1 1-269,1 0 90,-3-1-286,0 2 196,-1 0 0,1 0 90,-1 0-90,1 0 1686,0 0-1596,0 0-90,-1 0 0,2-1 90,-2 21-90,2-18 0,-1 16 0,1-24 0,1-1 270,1-2-360,-1-1 90,2 0 2815,-1 0-2815,-1-1-90,1 1 287,0-1-197,1-1 0,-1 1 0,2 0 0,-2 0 0,2-2 0,-1 1 0,2-2 0,-1-1 0,2-1 638,-2-1-548,2-3-180,-1-1 90,1-3-2969,0-1 2880,0-4 13,0 0-104,0-3 71,-1-1-161,0-2-359,0-3 89,0 2 3302,0 0-3301,-3 1-1,-2-1 180,-3-2 0,-3 0 180,0-3-179,-1 0-271,0-2-90,1 0-539,0-1-1349,0 1 2608,0-3 0,4-2 0,0-4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29.4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301 0 6543,'-13'4'3148,"1"0"-2428,0-1-180,4 4-180,1 3 89,3 3 91,1 3-90,0-1-90,1 2-271,0 2 91,0 1-90,0 3 0,-1-4-90,2 5 90,-1-8 0,2 6 0,-1-7 0,1 3 0,0 7 0,0-4-90,-1 6 90,1-8-90,-1 0 180,-1 8-90,2-7-90,-1 7 90,2-10-90,0 2 90,0-2-90,1 2 90,-2-1 179,-1 11-179,-1-5 0,0 7 90,-2-7-90,1-2 0,-1 1 0,1 0-90,-1 1 90,0 2 0,0 0-90,0 2 90,-1 0 0,0 1-90,-1 1 0,1-1 90,0 3-90,0-1 90,-1 14-90,2-10 90,-2 10-90,2-13 0,1-1 0,-1 0 0,2 0 270,-2 12-270,1-9 179,-1 10-268,2-14 89,0 2 0,0-1-90,0 1 90,0-1 0,0 2 0,0 0 0,0 1 0,0 1 0,0 0-90,1 1 90,-2-1 0,1 2 0,-1 0 0,1 0 0,-1 1 0,1 0 0,-3 0 0,3 0 0,-2 0 0,2 1 0,-1-1 0,-1 0 180,-2 16-1,2-14-558,-2 11 559,2-16-270,1-1 0,0-1 0,0 0 90,0 0-90,0 12 90,2-10-3296,-1 11 3206,2-15 90,-1 0 0,1-1 0,0 1 0,0-1 0,0 14 0,1-11 0,-1 10 0,0-15 194,-1 1-194,1-1 0,-1 1 0,0-1 0,0 12-90,1-10 360,-1 8-360,0-12 3661,0 0-3571,0-1 90,-1 0-180,1-1-3122,0 0 3122,1 0 90,-1 10-90,1-7 1,0 7 89,1-11-90,-1 1 90,1-1-90,0 1 90,-1 1 0,0-1 0,1 3 0,-2-1 3392,3 1-3482,-1 1 90,-1 0 0,0 2 0,0 1 0,-1 1 0,0 1 0,0 0 0,0 0 0,0 0 0,-1 0 0,1 1 0,-1-1 0,1 0 90,0-1-90,0 1 269,0-2-358,0 0 89,0-1 0,1-1 0,0 10 0,0-9 0,1 6-90,-1-12 0,1-2 0,0-1-90,0-1-90,0-1 0,1-3-90,0-1-269,-1 0-91,2 3-359,-2 1-181,1 4 901,-1 0-451,-1-4 1,-1 0-1,-1-3-539,0 0-180,-1 1 1529,0-2 0,1-6 0,0-3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31.0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412 1 14099,'8'20'540,"-4"-2"-450,-4 5 0,0-2 89,0 3-89,0 4 0,0 1 0,-1 3-90,0 2 360,0 1-360,0 0 270,-3 19-270,5-13 0,-3 14 90,3-18-90,-1 0 0,-1 1 0,0-1 90,1 0-90,-2 0 90,3 0-90,-2 0 90,3 1 0,-1 2 90,-1 2-90,-3 1-3303,0 0 3393,-1 1-232,-3 14 142,2-14-1,-2 13-89,2-19 270,0 0-270,0 0 90,-1-2-90,0 1-2071,1-2 2071,-1 0-190,0-1 190,0 0 2022,1-1-1932,0 1-90,-1-1 90,1 1-90,-1 0-1821,1-1 1821,-1-1 2052,1 0-2052,0 0 519,-1 0-519,1 0 0,-1-1 0,0-2 0,1 0 0,-1-1 0,0 1 3306,0-2-3306,0 1 258,2-1-258,-1-2 0,0 1 0,-1-1 0,3-1 0,-4 1 269,4-1-359,-3 0 270,2 0-180,0 1 180,1 2-270,-1-1 0,1 0 0,0 0 90,0 0-90,1 1 90,-1 0 0,1 0-90,-1 0 90,1 1 0,-1 0 0,1 1-3392,0-1 3392,-1 0 0,1 1 0,0 0-89,1 0 89,0-1 0,0 0 0,-1 0 0,0 0 0,0 0 3392,1 0-3392,-1-1 0,1 0 0,-1 1 0,1-1 0,-1 0 269,0-1-359,0 1 180,-1 11 90,1-10-270,-1 9 270,1-13-270,1 0 270,0 0-360,-1-1 90,0 1 0,-1 9 0,0-8 90,0 8 0,0-11-90,1 1 90,0-2 0,0 1 0,0-1 0,0 2-89,0-1 89,-1 2 0,2-1 0,-1 2 0,0-1 0,1 1 0,-1 0 0,1 0 0,-1 1 0,1-2 0,0 1 0,0-1 0,-1-1 0,1 0 0,0-1 0,0-1 0,-1-1 0,1-2 0,0 0 0,0-1 0,-1-1 0,1 1 0,-1 0 0,0 0 0,0 3 179,0 1 1,-2 10-270,1-9 270,-2 8-270,3-11 0,-1-1 90,1-1-90,1 0 90,-2-1-90,2 0 1,-3-2-181,2 2-630,0-1-2698,0 3-1079,3-3 4677,-7-3 0,5-4 0,-5-6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33.3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1 255 9332,'20'5'629,"1"0"-539,0-3 0,-3-2 0,1 2 0,-5-3 0,0 1 0,1-1-3392,0 2 3302,1-1 90,1 0 0,-2 1-90,2-1 90,-2 0-90,1-1 90,0 1 3302,0 0-3302,8-1 0,-6-1-90,6 0 0,-8 1 0,0 0 0,-1 0 90,1 0-90,-1 1 0,0 0 90,0 1-90,4 0 89,2 0 1,-1 1 0,-2 0 0,2 0 0,-4 1-90,6-1 270,-6-1-270,1-1 0,0 0 0,1 0 90,0 0-90,1 0 0,1-1 90,-1 1-90,1-1 0,0 0 0,1 0 90,-1-1-90,2 1 0,-2 0 0,1 0 0,-1 1 0,0 0 0,0 0 0,0 0 0,0 1 0,0-1 90,1 2-90,-1-2 0,10 0 0,-7 0 0,7-1 0,-9 0 0,0 1 0,0 0 0,-1 0 0,1 1 90,0-1 0,1 0 90,0 1-90,2-1 180,1 0-270,2 0 269,1-1-269,0 0 180,2 1-180,1-1 180,1 0-270,3-1 180,0 1-180,1-2 0,1 1 0,0-2 90,1 1-90,1 0 90,17-1 0,-12 1-90,30-3-363,-32 2 453,14-1 270,-18 2-360,-1 1 180,16-1 90,-13 1-270,11 0-1015,-17 1 1015,-1 1 90,0-1-90,-1 1 766,0 1-765,0-1 268,1 0-269,-1 1 1332,0-1-1332,-2 0 180,2 0-180,0-1 180,3 1-180,-2-1 270,1 0-360,-1 0 360,1 0-270,0 0 180,-1 0-180,0 1 180,0 0-180,-1-1 90,13 1 90,-11 0-180,11 0-90,-14 0 90,0-1 90,-1 0-90,0 0 90,0 0-90,1-1 90,1 0 0,0 0 180,2-1-180,-1 1 180,0-2-270,2 1 270,0-1-270,1 0 180,1-1-180,0 0 270,1 0-360,-1 0 360,1 0-270,-1 1 180,1-1-180,-1 1 180,0 0-180,-1 1-90,0-1 180,1 1-90,-1 0 0,0 0 0,-2 0 90,2 0 0,-3 1 0,4-1 0,-3 0 0,1 0-90,1 0 90,-1 0 270,2-1-360,-1 1 270,18-1 0,-13-1-270,14 0 270,-18 2-360,2 0 270,-2 1-180,1-1 0,-1 0-3392,-1 0 3482,1 1-1139,0-1 1139,-1 0-18,1 0 18,-1 0 0,1 1 0,-2-1 0,1 0 0,0 1 90,0-1-90,15 0 0,4-1 0,-1 0 0,-3 1 0,-16 1 0,-1 1 0,1-1 0,-1 0 0,0 1 1025,0-1-1025,0 1 0,-1 0 22,-1 0-22,0 1 0,0-1 0,-2 1 0,14 1 0,-12-1 0,9 2 0,-15-1 0,-1 0 0,1 1 3382,-1-2-3382,0 2 0,-3-2 0,1 2 30,-1 0-30,0-1 90,0 0-90,0 0 0,0 0 0,0-1 0,-1 1 0,1-2 0,-1 1 0,1-1 0,-1 1 0,1-1 0,-1 0 90,-1 0-90,0 1 0,0-1 0,-1 1 0,-2 0 0,0 0 0,-1-1 0,-2 0 0,5 2 0,-1-1 0,2 2 90,-1-1-90,-4 0 0,0 1 0,-1-1-2518,-2 2-2879,-9-8 5397,-5 2 0,-4-3 0,-1 2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35.2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38 171 5914,'-13'6'1349,"0"0"-90,2-2-809,12 0 0,3-1-91,13-2 271,-1 0-270,0-1 90,-1 0-91,1-2 91,0 1-270,5 0 0,-3 0 0,2-1-90,-3 1 90,1 0-90,3-1 0,0 0 0,3 0 269,1-1-359,2 0 270,2-1-270,0 1 0,2-2-90,0 2 360,1-1-360,0 1 360,1 0-360,-2 1 270,1 0-270,0 1 360,0 0-360,2 1 270,-2 0-270,3-1-3122,-2 1 3122,3-1 258,-1 0-348,2 1 360,-1-1-270,0 1 270,1-2-360,0 1 360,-1-1-360,0 0 90,0 0 90,-2-1-90,1-1 90,-1 1-90,-1-1 90,0 2-90,0-1 3476,0 0-3386,0 0 90,1 0 0,0 0 0,3 0-72,0 1 72,2-2-90,0 1 90,2-4-90,2 2 0,1-2 0,1 2-223,0-2 223,1 1 0,-1-1 0,1 1 0,0 0 0,-1-1 0,0 3-3288,0-1 3288,-2 1 0,1 0-146,-1 1 146,1 1 0,-1 0 0,0 1 0,0 1 0,2 1 0,-5 0 0,4 0 90,-4 0-180,5 0 180,-1 0-90,0-1 0,0 1 0,-2-1 0,0 0 0,2 2 0,-3-1 0,3 1 0,-4 0-90,0 0 90,-2 1 0,1 1 0,-1 0 0,0 1 0,-1 1 0,0 0 0,0 1 0,-1 0 0,0 0 0,0 1 0,0 0 0,0 0 0,-1 0 0,0 0 90,1 0-180,-1 0 180,0 1-90,0-2 0,0 0 0,-1-1 0,0-2 0,0 1-90,0-1 90,-1-1 204,1-1-204,-1 0 0,1-1 3318,-1 0-3318,2 0 225,0-1-225,-1 1 90,1-1-90,-1 2 0,1-2 0,-1 0 0,0 1 0,0-1 0,1 3 0,-1-1 0,-1 0 0,0 1 0,0 0 0,-1-1 0,0 1 0,1-1 0,-2 2 0,1-2 0,13 3 0,-10-2 0,11 0-90,-15-1 90,1 1 90,-1-1-180,1 0 90,-1 0 0,1 0 0,-2 1 0,0-1 0,0 1 0,0-1 0,0 1 0,0-1 90,2 1-90,-5-1 0,5 1 0,-4-2 0,2 0 0,1 0 0,0 0 0,0-1 0,0 0 0,0-1 0,0-1 0,-1-1 0,1-1 0,-1 0 0,1 0 0,-2 0 0,-1 0 0,-1-1 0,0 2-90,-3-2 90,-3 0 0,1 2 0,-4-1 0,2 2 0,0-1 0,-3 0 0,-1 0 0,-1 1 0,0-1 90,-1 2-90,0-2 0,5 0-90,-5 0 90,3-1 90,-6 1-180,5-1 90,-1 0 0,2 0 0,1-1 90,-2 0-180,0 1 90,1-1 0,-2 3 0,1 0-360,0 1-2968,-2 0 1349,-1-4-1169,-5-3 3148,-2-6 0,-4 6 0,0 1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38.1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31 13289,'17'3'270,"0"0"-180,-4 1 450,2-3-270,0 1-360,2-2 270,-1 1-270,1-1 0,-2 3 90,1 0 90,-2 1-90,0 1 0,-2-2 0,1 0 0,0 0 0,1 1 0,2-1-90,1 0 90,2 0 0,3-2 0,2 0 0,3 1 0,-1-2 0,-2 0 0,-5 0 90,-2 0-3482,1-1 3482,3 0-90,2-1 0,1-1 90,2 0-90,0 0 0,2 0 0,0-1 0,30-1 0,-21 1 0,23-2 0,-28 3 0,1-1 0,0 2 0,1-1 0,15 2 0,-11 0 0,12-2 0,-16 2 0,1 0 3392,-1 0-3392,1 1 0,0-1 0,1 1 0,-1 0 0,1-1 90,0 1-180,1 0 180,0 0-180,1 0 180,2 0-90,-2-1 0,2 0 0,-1 0 0,4 0 0,-4 1 0,4-1 0,-4 1 0,2 0 0,0-1 0,0 2 0,0-1 0,-1 1 0,0-1 0,0 1 0,-1-2 0,-1 2 0,1-2 0,-2 2 0,2 0 0,-1 0 0,1 0 0,0-1 0,1 1 0,0-3 0,1 5 0,-1-5 0,1 3 0,0-4 0,19 3 0,-14-1 0,13 2 0,-18 0 0,-1-1 0,0 1 0,1 0 0,-2 0-90,2 0 180,-1-1-90,0 0 0,1 0 0,1-1 0,0 0 0,1-1 0,0 1-235,0 0 235,3-1 0,-2 0 0,2 1 0,-1-2 0,0 1 0,0 0 0,-1 0 0,0 1 0,-1 0 0,-2 0 0,3 1 0,-2-1 0,2 1 0,-2-2 0,0 2 0,0-1 0,0-2 0,0 4 0,1-3 0,-1 4 0,-1-2 0,1 1 0,0-1 0,0 0 0,17 0 0,-14 1 0,14 0 0,-20 0 0,0 0 0,-2 0 0,1 2 0,-1-2 0,0 1 0,-2-2 0,18 0 0,-15 0 0,13 0 0,-18 0 90,1 0-180,-1 1 180,0-1-180,-1 1 90,13 0 90,-10 0-180,8 0 90,-14 1 235,-1 0-235,0 0 0,-1-1 0,0 2-3392,0-2 3392,-1 2 0,0-1-360,-1-1 360,0 0 0,-1 1 0,0-2 0,0 2 0,1-2 3214,-2 2-3214,0-2 538,-1 2-538,-1-1 0,-1 0 0,0 1 0,0-1 0,-1 1 0,0 0 0,0 0 0,-1-1 0,0 1 0,0-1 0,-2 1-90,1-1 180,-2-1-90,0 1 0,0 0 0,1 0 0,-2 0 0,0 0 0,0 0 0,0 0 0,5 1 0,-2 0 0,5 0 0,-2 0 0,-1 1 0,-1-2 0,-1 0 0,-1-1 0,2 0 0,-3 0 0,5 0 0,-5 1 0,2 0-450,-1 0-899,1 0-360,0-3-90,-4-4-1709,0-1 3508,-5-2 0,-3 4 0,-1 2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51.76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1390 8972,'-1'-18'2069,"2"0"-1710,5 8-89,-1-3-360,0 2 0,-1-2 90,1 1 0,1 0 0,0 0 0,1-2 0,1 2 90,-1-2-90,1 2 90,-1 0-90,1 0 90,-1 1-90,1-1 90,-1 0-90,0 0 90,0 0 0,1-1 0,0-2-90,0 0 90,0-1 0,1-1 0,0 1-90,0-1 90,-1 0-90,1 1 0,-1 0 0,0 0 90,0 0-180,0 0 180,0 2 0,-1-1-90,0 2 90,1-3 0,1 1-90,-2 1 90,1 2-90,0 0 90,1-1-90,2-4 90,0 0-90,0 0 0,1 1 0,-3 0 0,2 1 0,-1 1 179,2 1 1,1 0 0,0 0-270,-3 2 270,-1 1-270,-1 2 270,-1 0-270,1 1 270,0-2-270,1 2 180,-1-1-180,2 1 0,-2 0 90,2-1 0,-1 0-90,1 0 90,0 0 0,0-1 0,1 0 0,-1-1 0,0 1 0,1 0 0,-1 0 90,5-4-90,-4 3 90,4-3-90,-5 4 90,-1 1-90,1 0 90,0 0 0,9-8-90,-6 7 0,7-6 90,-9 7-90,0 0 90,0 0-90,1 1 0,3-4 0,-3 3 90,3-2-90,-3 2 0,0 1 0,-1-1 0,1 0 90,-1 1-90,1 0 0,0-1 90,-1 1-90,1-1 90,1 2-180,-1-3 180,0 3-90,0-2 90,0 2-90,-1-1 90,-1-1-90,0 2 0,1-1 89,-1 1 1,1 0-90,-1 0 90,1 0-90,-1 0 90,4-2-90,-3 1 0,3-1 90,-4 3 0,3-2-90,-3 1 90,15-3 0,-13 3-90,14-3 180,-14 3-180,6-1 90,-5 1 0,6-1 0,-6 2 0,5-1 0,-6 2-90,1-1 90,0 1-90,0 0 90,6-1-90,-5 1 0,4-1 90,-6 2-90,1 1 0,-1-1 90,0 0 89,16-1-89,-6 1 0,14 0-90,-12 2 90,2 2-90,-2 0 90,-3 1-90,-3 0 90,-5 1-90,0 0 0,0 0 90,7 2-90,-5-2 90,5 2-90,-8-1 0,2 0 0,-1 0 0,1 0 90,-2 0-90,8 2 0,-6-1 0,4 2 0,-5-3 90,-2 2-90,1-2 0,-2 2 0,2-1 90,3 2-90,-3-1 90,3 2 0,-5-2-90,2 2 90,-1-2 0,4 4 0,-5-3 0,5 4-90,-3-2 90,0-1 0,2 3-90,-1-2 0,2 1 89,2 0 1,-2 1 0,3 3-90,-5-3 0,1 1 90,-5-4-90,-2-1 0,2 1 90,-1 0-90,4 0 90,-1 4-90,2-2 90,-3 3-90,-1-4 0,-1 0 0,1 1 90,0-1-90,0 2 0,0-1 0,-1 1 0,0-1 0,1 1 90,0 0-90,-1 0 0,1 0 90,0 1 0,-1 0 0,0 0-90,1 1 90,-1 0 0,0 0 0,1 1-90,0-1 90,-2 0 0,0 1-3392,0-2 3302,-2 2 90,3-1-90,-1 1 90,1 0-90,-1 0 89,-1 1-89,1 0 3392,0 1-3302,-1 0-90,0 0 90,-1 1-90,0 1 0,1-1 0,0 1 90,0 0-90,-1 1 0,0-2 0,0 1 0,0-1 0,0 0 0,0 0 0,1 0 0,-1 0 0,0 0 90,0 0-90,1 1 0,0-1 0,0 2 0,1-1 0,-1 0 0,0 1 0,0 1 0,1-1 0,-1 1 0,0 0 0,2 8 0,-2-7 0,2 7 0,-3-9 90,0 1-180,0-1 180,0 1-90,-1-1 0,1 10 90,0-7-90,-1 7 90,0-8-90,-2-1 90,1 1-90,0-1 90,0-1-90,0 0 0,-1 1 90,1 1 0,-1-2-90,0 3 0,0-3 90,0 2-180,0 0 90,0 1 90,0 9 0,0-5 0,0 6-90,-1-7 90,0-1-90,0 1 90,-1-1-90,1 1 90,-1-2-90,0 0 90,0-1 179,0-1-269,0 0 360,-1-1-450,1 1 270,-1-2-270,1 0 270,-1-2-360,1 1 360,-1-1-270,0 0 180,-1-1 0,0 8-270,1-6 360,-2 7-270,2-8 180,-1 0-180,-1 1 270,1 0-360,0 0 360,-1 0-360,0 0 90,1 1-90,-3 8 180,1-7-90,-1 5 90,1-7 0,1-1 0,-1 2 0,1-1 0,-1 0 0,0 0-90,0-1 180,0 1-90,0 0 0,0 0 0,-1 0 0,0 1 0,0 0 0,0 0 0,-1 1 0,0 0 0,0 0 0,-2 0 0,2 1 0,-1-1 0,-1 0 0,1 0 0,0-2 0,0 0 90,0 0-90,1-1 0,-1 0 0,0-2 0,1 0 0,0 0 0,0-1 0,-1 0 0,0 1 270,-1-1-360,1 0 360,-1 0-360,0 0 270,0-2-270,0 1 270,1-1-270,-1 1 270,0-2-360,0 1 360,1 0-270,-1 0 270,-1 1-360,0-1 90,0 1 270,0-1-360,1-1 360,-2 1-270,1-1 0,-1 0 0,-1 0 0,0 1 0,1-1 90,-1 1 0,-1-1-3482,-4 6 3482,4-5 0,-5 4 0,7-6 0,-1 0 0,1-1 0,0 0-90,1-1 3392,1 0-3392,-1-1 90,-3 2-90,0-1 90,-5 2 0,4-3 0,-6 1-90,7-4 90,-4 2 0,4-2 90,-1 0-90,1 0 0,-1 0 0,-1 0 0,-1-1 0,1 0 0,-2 0 0,1 1 90,0-1-180,0-1 90,1 1 0,-5-1 0,0-1 0,-5 0 0,0-3 0,6 0 0,1-2-90,0-1 90,3 0 0,-4-1 0,5 0 0,0 1 0,-2-1 0,1 0-90,-1 0 90,-6-3 0,4 2 0,-5-2 0,6 3 0,1 0 0,0 0 0,0 0 0,0 0 0,0-1 0,0 1 0,1 0 0,-1 0 0,1 0 0,0 0 90,1-1-180,0 1 0,1 0 90,-4-2 0,3 1 0,-1-2 0,3 1 270,2 1-270,0-2 180,-1 1-270,2-2 0,-1 0 0,0 0 270,-1-2-270,0 0 270,-1-2-360,0 0 90,-1-1 0,0 0 0,-1-1 90,0-1-89,-1 0 89,-1-1 0,0 0 0,-1 0-90,-1 0 90,-6-9 0,5 7 0,-5-6 0,7 8 0,1-1 0,1 2 0,0-2 0,1 3 0,0-2 0,-4-6 0,4 6 0,-3-3 0,6 6 0,1 2 0,-1-1 0,1 0 0,0 0 90,0 0-90,1 1 0,-1 0 0,0 0 0,1 0 0,-3-1 0,2 1-90,-2-1 90,1 0 0,-1 0 0,1 0 0,-2-1 0,1 0 0,-1 1 0,1-1 0,-1 1 0,1-1 0,-1 1-90,2 1 90,0-1 0,0 1 0,1-1 0,0 0 0,1 1 0,0-1-90,1 0 90,0 1 0,1-3-90,-1-8 90,2 4 0,-1-7 0,2 7 90,0-2-90,0 1 0,0-1 0,0 1 0,-1 0 0,-1 1 0,1-2 0,-2 0 0,0-2 0,0 0 90,-2 1-90,1-1 0,-1 1 0,1 0 0,-1-1 0,0 2-90,0 1 90,1 1 0,0 4 0,2 0 0,0 2 0,1 0 0,1 0-180,0 0 180,0-1 0,1 0 90,0-1-180,0-1 180,1 1-90,0-2 0,0-1 0,-1-1 0,1-2 0,-2-2 0,1-1 0,0 0 0,0-1 0,0 2 0,0 0 180,0 1-180,-1 0 180,1 0-270,0 1 269,0-2-268,0 0-1,-1 0 90,1 0-90,0 0 0,0 2 90,0 1 0,1 1-90,0 1 90,-1 0 0,2 0 0,0-1 0,0 0 0,1-2 0,0 0 0,1-2 0,1-1 0,0-2 0,0-2 0,2-1-90,-1 0 90,2 0 0,0 1 0,1 0 0,1 1 0,-1 1 0,2 0 0,-2 0 0,1 1 0,0 0 0,-2 1 0,1 0 0,0-7 0,-2 7 0,1-6 0,-3 11 0,1-1 270,-2 1-360,1-1 0,-1 2 0,1 0 0,0 1-90,0 2-90,-1-1 0,2 1-90,-1-3-89,1 0-181,-1 0 0,0-2-89,0-2-181,1-1-269,0-1-360,0 0-360,0 1-899,-1-1-810,-1 5 3598,-2 1 0,1 9 0,-1 4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4:24.71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445 930 7083,'-3'-16'1889,"2"-3"-1619,3 1 0,1-1 89,-1 3-89,1-2 90,0-2-90,0 0 0,1-2 0,-1-1-1,0 1 181,-1-2-270,0 0-90,-2-2 270,1 1-270,-2 0 270,0 1-271,-1 3 1,1 4 180,-1 0-180,0 3-90,-1 11 270,0 9-270,-3 17 180,1 8-180,-2 7-469,-2 9 469,0 5-90,-1 3 90,1 3-739,-3 1 739,3 0 0,-2-1 0,3 0 0,1-2-90,0-3 90,0-3-3051,2-3 3051,0-4-90,0-4 0,2-6 270,-1-4-123,1-6-327,1-3 451,-1-2-361,1-20 3482,0-4-3302,1-22-90,1-4 0,1-6 90,0-5 0,-1-5-126,1-4 36,-2-31-1486,0 16 1576,-2-21 360,1 26-270,-2 3 0,1-18-514,1 23 604,-1-8 0,1 30 8,0 7 82,1 6 1401,-1 1-1581,1 21-90,1 4 0,1 23 0,0 6 90,1 6 122,-1 7-212,0 4 0,-1 3 0,3 1-555,-2 2 555,2 0-3131,0 1 3041,0 0 90,-1 0-1478,0 0 1388,-1-1-266,0 22 356,-2-19 194,0 12-194,-1-28-89,0-5 89,-1-5 2273,-1-6-2363,-1 0 2186,1-10-2276,-4-9 1697,2-14-1697,-1-17 393,1-6-483,-3-31 180,2 6-839,-1-26 929,3 13 0,1-5-796,0-5 706,2-5 360,0-2-360,2-2 90,1-1 0,3 2 90,1 3-90,2 6 90,2 6 0,1 6-447,1 9 447,-1 7-90,0 8 0,0 9 90,-2 6 720,0 7-720,3 11 1018,-1 10-1018,3 13 344,-4 10-344,-1 10-90,-2 7-568,-1 7 478,-2 6 90,-1 3-884,-3 4 794,-1 0 0,-1 2 0,-2 0 0,-2 1 0,-1-1 0,-2 0 90,0-2-90,-4-1 90,1-2 0,-2-4 0,0-2-192,0-5 192,-9 13 90,6-21-90,-5 7 0,8-25 0,1-6 0,2-6 425,-3-7-515,5-9 921,-3-10-921,7-10 90,1-8 0,1-7 0,0-8-381,4-5 291,-1-5 90,5-4 0,1-3 0,2-2 0,1-2-1917,2 0 1917,0-1 0,1 1 270,0 2-270,-1 5 180,0 6-91,1-5-178,-3 21 268,0-1 43,-3 20-222,2 19 2105,-3 9-2105,3 21 0,-4 9 0,0 7-533,-1 8 443,-2 5 90,0 6-2378,-1 5 2378,-2 3-90,0 3-1201,-1 2 1291,-1-1-727,-2 0 727,-2-2 0,0-1-1477,-3-4 1477,1-4 0,-6-3-367,3-6 367,-3-4 585,3-6-495,0-6-90,0-7 548,2-7-548,0-6-90,2-6 2190,-3-11-2100,4-9 0,-1-12 3184,3-9-3184,2-11 0,2-6-248,0-10 248,2-6 0,1-7-90,4-6 90,-1-3-1316,4-3 1406,-1 1-90,4 2 0,1 4 90,2 5-90,0 7 0,2 7-212,0 7 212,0 9 0,0 7 0,-2 7 598,-2 7-598,4 13 1363,-4 7-1273,5 29-90,-10-2 90,2 19-194,-7-9 104,-2 5 0,-2 3 0,0 3 90,-2 1-90,-4 25 0,3-19-756,-5 16 756,5-27 0,-4-3-207,2-4 207,-3-4 0,1-4 90,0-4-90,0-5 332,1-3-332,0-6-179,1 0 179,-3-14 585,2-4-675,-1-15 90,3-7-90,2-8 90,1-6 0,0-8-241,1-6 241,2-6-753,1-3 753,1-4 0,1 1 0,2 0 0,0 5-90,3 3 90,-1 8-90,1 8 90,0 8-90,-1 7 180,-2 6 0,5 9-90,-3 12 529,4 11-529,-2 11 0,-1 9 90,1 7 163,1 7-253,0 6-3245,0 5 3245,-2 3-90,1 2-523,-2 2 433,-1 0 90,0-1 1,-2-2-1,2-3 269,-1 18-268,-2-22 264,-1 13-265,-3-28 270,0-5-180,-1-5 2984,-1-6-2894,0-5 690,0-5-780,-4-9 0,2-10 0,-4-12 0,4-8 450,1-8-450,0-5-3392,1-6 3392,2-5 0,2-4-398,0-4 398,3-2 0,1-1 0,3 0 0,1 1 0,1 4 0,6-12 0,-5 22 0,5-5 0,-7 27 0,0 7 90,3 14-90,-5 10 0,4 16 90,-4 10-90,0 8 3195,-1 7-3195,-3 5-2318,0 2 2318,-2 4 90,0 0-246,-2 1 156,0 1 180,-2-2-635,0-2 634,0-2-268,-1-4 268,0-3-269,-1-5 270,0-4-270,2-7 180,1-6-270,0-5 2761,1-6-2402,-2-17-154,2-9-115,1-19 0,2-8 0,1-9 181,1-6-91,1-6-879,0-5 879,0-5 0,1-5-90,2-4 90,0-1 90,2 1-988,1 1 898,1 6 0,2 4-439,-1 9 439,0 7 324,-3 11-324,1 7 700,-2 8-521,1 8 874,4 16-1053,-3 9 90,2 17-90,-4 6 90,0 9 219,-2 4-309,-1 6-439,-1 2 439,-2 2 0,-2-1 0,1 1-90,-2-2 90,1-3 0,-1-1-3147,-2 12 3147,-1-17 0,0 7 0,-1-23 0,1-7 156,0-4-246,0-3 428,-1-14-428,0-4 3482,1-18-3482,0-6 90,3-8 0,-2-7 0,2-6 0,1-8 0,0-6-1040,0-7 1040,2-4 0,1-7 0,1-1 0,4-1 90,0 2-90,3 3 0,2 3 0,2 6 0,1 5 90,2 7-180,-1 9 90,0 9 0,-1 8 0,-2 8 90,0 8-90,-2 9 0,3 24 90,-5 6-90,1 46 0,-8-17-735,-2 26 645,-4-19 90,-3 4-2164,-2-1 2164,-1-1 0,-3-1-548,0-3 548,-2-3 0,-1-4 0,0-3 90,-1-6-90,1-4 90,0-7 0,1-6 500,1-5-590,3-6 3187,-3-9-3277,3-10 180,-1-10-180,4-12-2322,2-9 2412,0-9 0,1-9-603,1-8 693,1-7-90,1-5 0,1-5 0,1-4-615,1-4 615,1 21 0,0-3-503,0 17 1,1-1 502,1-18 0,1 1 0,5-25 1292,3 2-1292,1 5-90,2 9 90,0 9 0,-1 13-90,-1 9 90,-2 10 486,-2 8-396,-1 9 607,3 14-607,-3 12 1444,1 15-1445,-5 10-89,-1 10 1064,0 8-1064,-2 5 0,-2 4 90,-2 2-843,0 1 843,0-2-90,-6-1 0,4-2 0,-5-3-297,2-5 297,-1-5 0,0-5 0,1-6 0,1-6 0,0-6 318,0-2-408,1-16 762,1-5-672,1-17 0,2-8 0,1-6 0,0-28 0,-1 10-324,0-22 324,-1 19 0,0-2 0,-2-1 0,1 0 0,-2 2 0,-1-17 0,1 21 0,-1-10 0,2 29 90,-1 7-90,2 5 90,1 1-90,-2 21 0,3 4 0,-2 23 657,2 4-657,1 5 0,-1 2 0,1 2 0,-1 0 0,-1-1 0,2-2 0,-1-2 0,1-3 0,0-3 0,-1-5-90,0-4-180,1 0 270,-2-25-90,1-2 90,-1-25 90,0-2-90,1-3-90,-1-4 90,-2-3 0,1-1 0,-2-3 0,0 1-265,-2 1 265,1 2 89,-1 3-89,0 5 90,-3 3 0,3 6 0,-1 4 90,4 6-90,-2 0-90,0 12 356,0 6-356,-2 14 0,1 9 0,-2 7 0,-1 6 0,-1 3-314,-2 3 314,1 1 90,-8 21-90,5-18 0,-7 14 0,7-24 0,0-4 0,1-3 0,0-5 90,-1 1-90,4-10-90,-2 0 0,4-19 90,0-6-90,2-14-2988,2-20 2988,2 6 90,0-17 0,2 11 0,2-2-194,-1-1 194,1-2 0,-1 0 0,1-16-90,-2 18 90,0-8 0,1 26 0,-2 4 0,2 2 3295,0 27-3205,0 2-90,1 27 0,-1 3 0,-2 4-21,1 5 21,-2 1-3289,0 23 3289,-1-18 90,-1 15-292,-2-26 202,-1-4 0,1-5 0,1-5 202,0-5-202,1-3 0,0-3 3288,0-14-3288,1-5 313,-3-18-313,6-20 0,-2 5 90,3-14-90,-1 10-224,-1-4 224,0 0 0,-1-2 0,-1-20 180,1 17-270,-1-12 90,1 25 0,3 6 0,-1 4-90,1 6 360,0 1-270,2 13 180,2 7-180,3 15 0,0 8 0,2 5 0,0 3 0,7 20 0,-6-11 223,4 15-223,-7-17 0,0-1 0,-1-2 0,-2-3-3392,0-2 3392,-1-5 0,-1-4-180,0-5 0,-1 0 180,-1-21-89,0-2 89,-1-20 3392,-1-1-3392,0-5 0,2-3 0,-3-1 0,2-4 0,-3 0 0,0-3-216,0-2 216,0 1 0,0-1 0,1 3-90,1 2 90,1 4 0,1 4-90,1 6 0,-1 5 0,1 0 90,5 15 0,-3 2 216,4 15-216,-3 4 0,0 3 0,-1 2 0,1 2 0,-2-1 90,1 3-90,0-2 0,0 1-90,-1-3 90,3 8 0,-2-10-90,2 4 90,2-10-90,0 0 90,7-11-90,-4-5 90,3-12 0,-4-2-90,1-5 90,0-1 0,1-3 0,0 0-90,1-1 90,-1-1 0,0 3 0,0 0 0,0 3-90,2 2 90,-5 3 0,4 4-90,-6 2 90,6 4 0,0 7 0,1 2 0,-2 7 0,-1 7 0,-4-1 0,3 6 0,-4-6 0,0 0 0,-1-2 0,1 0 0,-1-1-90,1 2 90,0-2 0,2 1 90,-5-15-90,-1-8 0,-4-7 0,-1-3 90,1 4-90,-1 0 0,1-1 0,-1 1 0,3-2 0,-3 2 0,4 1 0,-2 0 0,4 1 0,1 1 0,0 2-90,1-1 90,2 1 990,0 0-901,-9 9 1,-2 1 90,-11 10-90,0 0 90,-3 0 0,-2 1 0,-1 0 0,-3-2 0,1 1 0,-1-1-90,1-1 0,0 0 89,0-1-89,2-2-90,0 1 90,3-3 0,1 1-539,-1-2-541,2 1 810,8-6-90,4 1 90,17-7-89,0 5 179,8-3 0,-5 4-90,8-2 180,-9 3-90,5-1 90,-3 3 630,0-1-451,-12 2-89,-8 2 90,-12 0-90,-4 1 90,4-2 0,-8 1-90,4 0 0,-4-1 0,5-1 0,-3-2-90,1 0-270,0-2-360,5-2 450,11-8 1,5 4-1,7-5 0,2 7 90,2-1-90,1 2 0,1 0 90,0 1 90,0 1 0,4 2 630,-3 2-450,-8 2 89,-5 2 1,-15 3 90,-1 1-90,-4 0 90,-2 1 0,-2 0-91,0 0-89,-2-1 180,-10 2-180,8-2-90,-5 1-90,14-4-540,1-1-3687,1 2 539,10 3 3688,3 1 0,7 0 0,0-4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4:20.67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211 619 7173,'-19'1'4407,"0"-1"-2698,2-1-809,3-1-720,15-1-270,3 0 270,15 1 0,12 0-270,-4 1 180,13 1-360,-9 1 90,1 2-90,0 1-90,0 1 90,-1 2 1,-2 2-1,-1 0 0,-2 0 0,-3 2 0,-2-1 90,-3 0 90,-4 0-90,-2-1 180,-3 0 0,-5 6 90,-3-4 90,-6 5 0,-4-5 90,-4-2 0,-2 0 0,-3-2 0,-1 0 179,-2-3-269,-2 1 0,-2-2 0,1-1 0,-3-1 0,1-1 0,0-1 0,1 0-90,1-1 89,2 0-89,3-1 0,3 1-270,-1-1 180,4 0-179,11 1 268,6 0-358,13 2 89,1 0 0,3 2 0,3 1 90,3 1-90,1 0 90,1 1 0,1 2-90,-1 1 90,0 1 0,0 0 0,-1 0 1,-1 1-1,-1-1 180,-3 0-360,5 4 180,-9-5 180,3 2 989,-11-4-899,-18-3-90,4-2 0,-18-5 0,6-1 0,-1-1-90,-1 0 180,-1-1-180,-1-1 90,-1 0 0,1 1-1,-2 0-89,2 1 90,-1 0 0,1 2 0,2 0 0,2 1-270,-2 0 90,4 3 90,6 5-90,7 1 1,7 5-181,22 7 180,-9-7 0,19 7 0,-14-10 0,1 0 0,2-1 0,-1 0 90,1-1-90,-1-1 0,1 0 90,-1-2 0,-1 1-90,0-2 90,0 0 0,-2 0 0,0-1 0,-4 1 0,-2 0 1169,-1-1-1079,-19 1 90,1-1-90,-20 0 90,2 0 0,-1 1-90,-3-1 90,1 1 90,-13 1 0,10-1-90,-9 1-91,11-2 91,3 0-90,2 0-539,-1 0 179,4 1 180,10 2-90,6-1 90,13 2-540,21 0 540,-11-1-90,18 2 90,-16-3-89,-1 0 89,2 1 90,-2-1-90,1 0 0,2-1 90,-1 0 0,1-2-90,1 0 90,-1-1 0,-1-2 0,-1 0 0,-2-1 0,-1 0-90,-2-1 90,-3 1 90,-4-1 0,1-1 90,-6-5 0,-3-2-1,-11-3-89,-3 3 90,-6 3 0,2 4-90,-2 1 90,-2-1 0,0 1 0,-2 2-90,2 1 0,-2 1 0,2 0 0,0 1-360,0 1-270,1 0 180,9 3 180,11 2 0,8 0 91,8-3-181,19-4 0,-12 0 90,16-2 0,-19 1 0,0-1 0,-1-1 90,0 1-3482,7-3 3572,-8 3-253,5-4 253,-11 5-90,-2-2 540,1 2 179,0-2-449,-12 1 3491,-4 0-3491,-19 3 244,2 0-334,-4 3 0,2-1 90,-2 1-90,-1 0 0,-1 1-90,-1 0 90,-1 0 0,-1-1-90,0 0 90,0 0-90,1-1 0,1 0 90,2-1-180,4-1-810,-5 0 721,17-4 268,1 1-358,18-3 269,2 2-360,4-2 90,0 0-270,12-3 360,-8 4 1,6-3-1,-11 3 90,-1 1 0,-2 0 360,1 0 89,-5-2 91,-5-1-180,-14-1 0,-4 2 0,-9 0 359,-11 4-359,4 1 90,-11 1-90,8 1 90,-3 2-181,-1 0 91,-2 2-180,-2 1 180,-18 3-90,13-1-351,-13 2 171,20-2 90,2-2 0,3 1-90,2-1 0,5-1 0,4 0-90,3-2-540,4 1-719,1-1 719,10 3 361,9-1 440,13 0-441,3-4 0,3-3 0,-4-2 90,2-2 0,0-3 0,2 0 0,1-3 91,0-1-1,0-2 0,2-1 0,0-2 0,0 0 90,0-1 0,-2 0-90,-2 2-3302,-2 2 3392,-3 3 539,-4 2 181,-2 1-540,-15 6 0,-2 3 0,-17 8 0,-1 4 0,-3 4-91,-4 3 91,-2 2 0,-3 1 0,-2 1 0,-1 0 0,0 0 3004,-1 0-3094,0-1 0,0 0 0,-15 7 0,15-8-90,-21 8 0,31-16-180,-4 1-809,17-7 899,16-11-90,21-10 90,8-7-90,15-6-159,-5 2 69,4-1 270,2-2-180,2-1 1,22-12-1,-17 9-318,17-8 408,-25 14 0,-2 0-220,-2 4 220,-3 1 90,-5 2-8,-4 4 278,-6 2 0,-5 4 449,-5 0-139,-9 0-310,-7 5 616,-10 0-437,-17 12-179,5-1-90,-15 5 338,8-1-428,-2 1 90,-2 1-90,1 0 89,-3 2-89,0 0-90,1 0 90,-1 1-90,0 0 0,1 1 90,1 1-90,1-2 0,3 0-81,4-1-99,2-2-90,6-3-179,3-1-541,4-3 720,13 1 360,5-9-359,13 0 358,6-10-268,5-2 179,4-6-180,6-5 0,23-17 270,-12 7-225,5-5 0,1-1-1119,2-4 1209,-12 11 0,-1 0-135,0-2 180,-2 4-89,-4 1 89,-4 4 269,3-3 1,-13 13 540,-1-3-540,-20 9 89,-8 5 1,-10 3 180,-19 14-180,3 1-90,-14 8 1163,8-2-1253,-2 3 0,-2 1-369,-2 1 369,-1 1 0,-17 12-180,14-9 90,-11 8-90,22-14 0,4-2-180,4-3-180,5-3-629,5-3 269,5 1 819,13-4-369,5-2 90,12-5-90,5-5 0,5-6 1,7-3-3483,2-4 3482,4-3 270,2-2-270,1 0 270,0-1-270,-1 1 132,-2 0-42,-1 1 90,9-7 0,-15 9 270,4-3 0,-20 11 270,-4 2 3368,-6-1-3188,-16-4-180,-2 7-180,-15-1 89,4 9-89,-3 1 341,-3 2-341,0 1-90,-3 1 90,-12 6-180,8-1 0,-9 5-90,15-4 90,1 2-180,1-2 0,3 1 0,1-1 0,3 0-270,3-2-539,4-2-271,1 1 721,11-1 89,16-8 180,5-2 90,12-11-90,-9 1 90,4-4-90,0-1 90,3 0 0,-1-1 90,0 0-90,-1 0 90,-1 0 0,-4 0 0,-1 1 0,-4 2 90,-2 1 90,-5 2 90,-2 0 360,-3 1-360,-6-4-1,-5 6 1,-5-3 0,-4 7 0,-4 2 0,-3 3 0,-5 3 0,-3 3-91,-3 3 1,-2 2-90,-1 3 0,-2 2 0,0 1 0,-1 2 0,0 1-90,1 0-3392,0 0 3392,2 0-90,1-1-502,3-1 412,3-1 0,3-4-270,6-1-449,4-3 179,3-1 3549,13-5-3009,5-2-90,11-8 0,6-4 886,3-3-976,7-4 91,2-3-1,3-1 90,1-3 270,1 1-720,-1-2 540,0 1-90,-3-1 270,9-8 630,-8 3-361,-2 1 541,-16 9-450,-15 4-1,-6 6 1,-6-1 360,-6 9-180,-16 4-361,4 3 1,-13 4-90,7 2 0,-1 2 0,-2 2-90,1 2 0,-1 0 0,2 1-90,0 2 0,1-1 0,2 1-90,1-2-90,2 0-90,3-1-90,1 0 0,2-1 1,2 0-91,2-2-360,3-1-539,1 1 809,7 0 91,6-4 449,15-2-270,2-8 270,5-4-180,-5-2 270,2-1-270,-1-2 270,0 0-270,-2-1 360,-1 0-180,-2 0 360,-2 1-270,-2 0 270,-3 0 179,-4-5-269,-6 0 0,-3 0 90,-7 3-90,-1 5 89,-3 2-89,-4 2 0,-2 2 90,-3 4 90,-17 5-271,10 1 91,-13 5-180,13 0 0,0 3 0,1 0 0,2 1-90,3 1 0,3-2 0,3 0-90,4-1 0,4 0-90,4-1-90,3 1 1,4-1-91,3-1 0,4 0 0,3-2 90,4-3 1,2 0-1,4-3 270,2-3-360,2-3 360,3-2-360,-2-1 360,2-3-270,-2-2 270,0-2-270,-2-1 91,-2 0 89,-3-2 0,-3 0 90,-4 0 90,-5-1 89,-5 0 1,-3-1 90,-5 1 0,-2 0 0,-4 0 90,-2 2-1,-3 0-89,-2 2 90,-2 2 90,-1 2-180,-1 2 0,-1 3-1,1 2-89,-1 2 0,3 2-90,1 2 0,2 2-90,3 1 90,-5 20-90,10-7 0,-1 14-90,12-11-90,2 0-90,2 2 1,3-1-1,1-1 0,4-2-90,0-1 90,1-3-90,1-1 360,1-3-269,-1-3 179,0-2-450,0-2 360,2-2 270,0-6 0,-4-8-180,-3-4 0,-9-6 0,-3-7 180,-1 5-90,-4-9 90,2 8 0,-3 0 90,0 0 0,-1 1 0,0 1 89,0 3-89,-1 2 90,2 2 180,0 3-180,-2 2-180,1 9-90,1 3 90,2 12-90,4 7 0,0 5 90,1 5-90,0 3 0,2 2 0,1 0 0,3 0-3482,5 13 3482,1-13-90,6 7 0,-2-17-90,2-4 90,2-3 0,1-2 0,2-5 0,1-3 0,1-2 90,2-6 3302,3-3-3302,1-7-90,0-3 0,2-4 0,0-3 0,1-3 0,-1-3 0,-3 0 1,0-2-1,-3 1 90,0-1 0,-3 3-90,-2 0 90,-4 3 0,-2 2 90,-3 1 269,-2 2 361,0 1-360,-1 2-360,-2 15 90,-1 1-90,-3 15 0,-1-2 0,2 1-90,0 0 90,2 0-180,6 5 90,0-7 90,4 3-90,0-11 90,1-3-90,3-3 90,2-4 0,2-3 0,2-2-951,1-3 951,1-2 0,0-2 0,1 0-90,-1 1 90,-1 1 0,-1 2 90,15 8-90,-14 3 1041,12 7-951,-19 3-90,-2 6 90,-1 1 0,-1 3-90,-1 0 90,-3 1-180,0-1-90,-1 0-180,1-3-180,-1-1-179,-1-2-91,0-4-179,0-2-91,2-4-359,2-4-270,1-4-629,2-7 2338,3-3 0,3-6 0,1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4:17.21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291 506 6453,'-5'17'2699,"-1"5"-1260,0-10-540,-2 3-629,1-17-180,1-8-90,2-8 90,2-5-90,3 3 90,1-3-90,0-1 0,2-1 0,0-1 0,1 0 0,3 0 0,0 3 0,2 0-90,0 2 90,3 2 0,2 2 0,0 1 0,0 4 0,2 2-90,-1 3 90,1 3-3392,-1 4 3392,-1 3 0,0 5 0,-1 5 0,-2 5 0,-1 4-90,-4 5 90,-1 3 90,-3 3-90,-2 3 0,-3 0 0,-3 1 90,-2 1 0,-3-2 0,-2-1 0,-2-4 3392,-3-1-3122,-1-4-270,-2-2 180,-1-3-180,0-4 179,-2-3-269,1-4 0,-10-4 180,8-5-180,-7-5 90,3-12 0,8 1-180,-4-10 270,9 3-270,3-3 180,1-2-270,3-3 360,2-1-360,0-2 360,4-1-360,2 0 270,3 0-180,4 2 180,2 1-270,2 4 270,4 1-180,1 3 0,12-1 180,-6 9-270,9 1 90,-8 11 0,-1 6 1,1 4 89,-2 6-90,-1 3 90,6 18-90,-9-5 90,2 12 0,-10-9 0,-4 0 0,-3 0 0,-2-2 90,-11 18 0,2-19-90,-8 10 0,5-24 0,-2-4 0,-1-4 0,-2-4 89,-15-13-89,11-1 0,-12-12 0,16 3 0,0-3-89,2-1 89,-1-2 269,2-1-359,-1-2 360,4-1-360,0-1 180,3 1-180,1 0 270,2 1-360,2 2 270,2 5-270,2 1 180,2 7-90,2 1-179,15 11 179,-5 6 0,13 11 0,-10 6 0,11 23 0,-8-5 90,7 17-90,-11-11 90,-2 0-1627,-2 1 1537,-3-1 360,-1 0-1147,-2 16 877,-4-16-86,-2 8 86,-3-22 0,-2-5 0,0-4 1569,-1-3-1569,-3-3 820,-2-8-820,-1-6 381,-1-10-471,3-6 270,-2-6-180,1-3-3572,-5-21 3572,3 7 0,-3-16-332,5 11 332,1-1 0,0 0 0,2-1 180,1 2-259,2 2-11,2 3 360,2 4-360,2 2 0,3 5 0,1 4 3233,2 5-3143,2 4 358,7 10-358,-3 8 122,6 11-122,-5 9 0,-1 7 0,0 6-437,-1 6 437,-2 4 0,-1 3 179,-3 3-269,-1-1 1,-2 1 89,-2-2 179,-1-1-269,-2-2 270,-2-2-270,0-4 270,-3-3-270,2-6 0,-7 5 0,3-13 90,-5 2 180,5-16 0,-6-6-360,3-7 90,-3-7 438,3-9-348,0-5-90,0-5 270,1-6-270,-1-4 0,1-6 90,-1-4-90,0-3-3302,-1-3 3392,1-2 0,-1-1-2170,1 1 2440,1 1-444,1 4 444,2 5-1762,1 6 1402,3 6 1492,1 7-1222,0 6 2089,4 4-2359,4 17 344,1 6-254,4 21 0,-1 7 0,-1 7 270,0 7 2164,-1 6-2523,0 3-1,-2 2 90,0 2-90,-3 0 270,0 0-270,-2-1 90,-3 21 0,-1-21-90,-4 14-376,1-30 466,-1-5 0,-1-6 360,1-6-360,1-5 270,0-6-360,-4-11 1189,4-11-1189,-3-12 414,3-9-414,2-6 0,-1-6 90,2-6-90,-1-4-404,3-4 494,-1-3 180,2-2-270,1 1 360,0-1-360,2 2 270,1 0-270,2 2 360,2 3-450,1 4 226,3 5-136,0 6 180,1 7-180,0 7-90,1 6 180,5 11 0,-4 9 0,4 11 668,-5 8-668,0 7 0,-3 6-90,0 5 230,-4 4-230,-1 51 0,-4-34-2403,-4 35 2672,-2-48-2744,-3-2 2744,-1-4-269,-1-4 147,-10 18-146,6-26-1,-7 10-90,9-30 1689,-6-9-1599,5-6 0,-12-22 0,11 0 90,-6-15 0,7 5 0,-1-4-90,0-5 1628,1-3-1538,0-1 0,1-2 35,-2-23-125,4 19 360,0-15-360,5 26 270,3 3-360,2 7 360,1 5-270,4 0 180,4 15-180,0 5 1935,3 19-1935,-2 8 975,1 9-975,-1 5-90,3 26 90,-5-11-485,1 17 575,-6-19 0,-1-1-90,-1-2 90,-2-1 0,-1-3-90,-4 12 90,0-15 0,0 5 90,1-19-90,0-5 0,1-3 0,-2-17 395,2-5-395,-2-18 0,3-3 0,-1-6-90,2-6 90,-1-4 180,0-5 0,0-30-360,-1 16 94,-1-22-4,2 27-389,-1 1 389,2 4 0,0 5 0,-1 7-138,3-3 317,-2 16 271,2-5-450,3 34 450,7 39-450,-2 2 38,4 31-128,-6-26 90,2 1 90,-1 0-90,2-1 307,-1-3-217,1-1 0,0-3-90,0-3 230,-1-4-230,0-4 90,0-3-90,0-5 504,0-3-504,0-4 345,3-4-255,-3-8-90,4-6 90,-4-10 270,-1-7-360,-1-7 90,1-6-90,-2-6-215,-1-3 215,-2-5 90,-2-3 0,-1-4 0,-2-1-544,-1-1 544,-2 1 0,1 3 90,-3-15 0,4 24-90,0-8 90,1 28 0,1 0 0,7 26 180,-1 4-270,7 27 270,-4 3-360,1 8 202,0 3-202,1 4 180,-1 2-869,2 3 599,-1-2 0,1 0-958,-1-4 1048,0-1-221,0-4 311,-1-4-180,0-3 366,-1-5-366,0-5 0,-1-3 0,-1-5 1152,1-3-1151,1-2 1591,2-18-1502,-2-2 305,1-19-215,-5-2-90,0-6 90,-1-4 0,0-4 0,-1-4-90,-1-3 90,0-1 0,-1 0 0,0 0 90,1 3-90,1 3 90,0 4-90,1 4 0,0 6 450,0-1-360,2 14 269,1 8-359,1 18 0,-1 12 0,2 27 90,-2-6 90,1 19-180,-2-15-572,-2 1 482,0 3 90,-2-2 0,0 0 0,-1-3 0,0-4-3292,-2 10 3292,0-16-90,0 4-90,0-21-90,1-1 653,0-16-203,3-17-270,-1-12 90,2-14 3302,0 5-3302,-1-4-90,1-3 90,-1-23 0,1 16-1862,0-16 1862,-1 25 0,1 4 0,0 5-90,1 6 0,-1 4 180,1 5 0,2 15 0,-1 6-90,1 18 90,-1 6-90,-1 7 0,0 4 180,-1 47-180,0-29 1134,-1 31-1134,-2-43 0,0-2 0,-1-3 0,1-4 0,-2 5 0,2-14 0,-2 2 0,2-13 0,-2-33 0,1 4 0,1-32 270,1 9-360,0-4 90,0-3-372,-1-4 642,0-3-3508,-1-26 3238,-1 16 180,0-17 140,1 26-140,0 4-180,0 2-90,1 8 90,0 4 180,2 1-270,0 10 445,4 8-355,0 14 3392,4 15-3122,-2 8-270,6 24-90,-4-5-338,3 18 428,-3-14-1054,-1 3 964,0 0 0,-1 0 90,-1 0-90,0-3 90,-2-3 0,-1-3-90,0-3 90,-2-4 0,1-5 0,-3-5-180,0-1 566,-4-15-476,0-5 1096,-4-18-826,2-8-180,-1-6 180,-1-5-360,-5-26 90,2 10-127,-4-19 217,3 15 269,-6-25-722,5 18 543,-5-16-1959,9 30 1959,1 4-90,1 6 0,1 6 0,2 7 90,1 5 78,6 16-168,2 10 462,5 17-282,0 10-180,-1 6 0,1 5 1540,0 4-1630,0 1-90,3 25 90,-4-18 0,3 15 0,-4-23 0,-1-5 90,-2-2-90,0-5 0,-1-5-270,1 1 181,-2-8 89,0-13 359,-2-13 12,-1-21-371,0-5 90,-2-5 0,0-5-90,0-4-259,-1-4 349,0-4 90,-1-2-647,0-1 917,0 0-360,0 2 90,0 3 0,1 6-130,0 6 130,0 7 90,0 6-90,1 5 414,0 3-414,1 15 478,-1 8-568,2 16 233,-1 3-233,0 5 0,0 1 0,-2 1 0,2 2 0,-2 0 0,1-2 90,-2-1-90,0-3 0,0-3 0,-2-2 90,1-5 180,-3 3-180,1-6-90,-4-8 90,2-9-90,-1-12-90,3-5 90,1-6 0,-2-5 90,2-6-90,-2-1 0,1-4 0,-2-3 0,1-2 0,-1-1-364,1-1 364,-1 1-89,1 2 89,0 4 89,0 3-89,0 6 90,2 4 0,0 5 90,2 5-180,-1 0 0,-3 14 0,3 4 90,-3 14-90,2 16 0,0-5 0,-1 10 0,3-11 363,-1 0-363,1-2 0,-3 0 0,1-3 0,-2 4-90,2-4-269,0 0 269,-1-14 90,3-11 0,-1-12 0,1-2 0,1 0-90,-1 3 180,0 1-90,-2-1 0,-1 1 0,-1-1 0,-1 0 0,-2 0 0,-1 0 0,-8-7 90,3 4 90,-4-5-91,3 8 91,3 2-90,-1 1 90,2 2 90,3 2 0,-3 0-270,1 4 0,1 5 0,5 12 0,2 3 0,4 6-180,-1 6 90,2-8-90,0 7 0,1-9 0,-1-2-269,1-2 89,2 3 180,3-3 90,3 1-90,4-9 270,3-7-270,-1-4 180,-1-6-90,-3-1-90,0-1 90,0-1-90,-1-1 180,-2-1-89,2-4 178,-5 4 1,-1-6 180,-8 7 90,-5-1-180,-8 6 90,1 4-180,-2 6 90,4 2-90,-1 5 0,0 3-1,1 3-89,-1 3 0,3 2 90,-2 2-90,2 2 0,1 3 0,0 1 0,1 1 0,2 1 0,-1-1-90,2 0-89,0 6-1,3-11 90,0 4-90,6-8 0,2-1-360,16-4 360,-7-10 90,10-8 0,-11-6 1,0-5 89,1-3 179,-1-4-89,3-15-180,-4 8 0,6-21 180,-10 24 0,1-6 90,-4 15 90,-1 1-180,5 13 0,-2 5 0,3 17-90,-2 7 90,2 7 0,4 24-90,-3-11-308,5 17 308,-5-19 0,6 16 0,-4-16 0,5 10-90,-4-23 0,-1-3 0,0-5 0,1-2 270,-1-6-90,0-4-180,5-8 668,6-26-758,-5 1 360,0-21-360,-11 10 360,-2 0-270,-2-3 90,-1 2 0,-3 0 90,2 2-90,-4 2 90,2 3-90,-1 2 90,0 4-180,1 4 0,2-1 90,3 4-270,5 1-809,3 6 359,9 3-629,-6 3-810,7 1-719,-6 1 2878,0 0 0,-7 0 0,-2 1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4:31.22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1620 1147 5914,'15'-5'2248,"0"1"-1888,-1 3-270,2 2-90,-2 2 90,1 4-180,-1 0 180,-2 0-180,1 1 0,-3-2 0,1 1 90,1 0 0,-1 0 0,1 1 0,0 0 90,0 0 0,1 0-90,-1 1 90,1-1 0,-2 0 0,0-1 90,0 1 0,1 0 449,0 0 631,-1 2-721,-8-2-269,-9 1 0,-5-3 90,-6 0-90,1-3 89,-3 0-89,-3 0 90,-3-2 0,-2 0-90,-4-3 0,-2 1 89,-3-1-89,-2 0 0,-1 0-90,-3 0 90,-2-1-180,-1 0-527,-1 0 617,0 0 90,1 1-90,2 2 0,4 0 0,3 1-1,7 0-179,3 0 90,7 0-629,0 1 1155,15 4-796,3-2 0,16 4-89,4-3 89,5-2-90,3 0 270,3-2-270,1-1 180,3-1-180,1-1 270,0-2-360,2-2 181,-2-2 179,1 0-270,-3-1 270,-1-1-270,-1-2 270,-3 0-270,-2 1 270,-2 0-180,-4 1 90,-4 2 270,0-1 0,-12-1 0,-9 4-90,-9 0 180,-9 6 179,-16 5-179,6 1 90,-17 4 0,9 0 0,-3 2-425,-4 1 425,-2 0 44,0 0 1,-2 1-135,-12 2-180,13-2 0,1-2 0,-2 0 90,5-1-90,1-1 0,8-2 0,-7 2-360,17-5-900,-2 2 991,33-5-271,18-3 90,12-2 90,11-1 180,-7 0 8,5-1-8,3 0-270,2 0 90,1 0-360,24 0 360,-19 2-428,16-1 428,-24 3 0,-4 1 90,-4 0 0,-4 1 270,2 2 180,-12-1 90,0 3-180,-20 4 317,-5 1-227,-12 3 528,-4-2-438,-5 1 0,-5 0 90,-4-1-90,-4 2-1,-3-3 1,-3-1-360,-2-2 270,-1-2 180,-20-1-360,16-3 0,-13-1 0,21-2 0,4-1 0,3-1-90,4 0-90,5 1-630,5 0-179,2-1 629,13-2 0,4 1 270,17-2-270,5 3 270,6 1-450,5-1 180,5 1-89,2-1-1800,3 1 1889,2-1 0,0 0 1,0 0-91,-1 0 90,-2 0-90,-4 1 90,-3 0 180,-5 0 90,-6 2 990,-5 1-720,-15 6 1888,-7-3-1798,-15 4 90,-5-4-91,-4-3 1,-4 0 450,-22-4-540,11 0-446,-15-5 446,15 1-91,0-4-89,0-1 0,-1-3 0,1-2 0,1-1-90,0-2 90,2 1-90,2 0 0,0 1 34,5 1-34,0 3 0,4 1 0,2 1 0,2 2 0,3 0 0,2 3-90,4 1 174,2 2-714,0 0-751,2 0 1111,10-1 91,8 1 89,9 1-90,4 1 90,-2 1 0,3 0-90,-1 0 90,3 0-90,-2 0 90,1 1-90,-2 2 90,-3 0 360,2 2-90,-8 2-90,-4 2 180,-10 1-90,-7 2 90,-6-2 89,-4 2 1,-3 1 90,-3-2-90,-4 1 0,-1-2-91,-2-1 1,-2-1 0,1-1 0,-1-1-180,2-3 90,0 0-90,2-1 0,4-1-90,2-2 0,4 1-450,3-1-180,1-1 270,7-3 91,4-2-1,9-3 0,9-1 90,4-1-90,6-2 90,4 0 0,6-1 90,4 0-89,4 0 89,3 1 0,2 1 0,2 0 0,3 1-1693,0 0 1693,2 1 180,0-1-359,-1 2 269,-2 1-869,12-1 599,-17 5 180,5 0 90,-23 4 360,-7 1-270,-9 6 180,-21 4-90,-6 4 89,-17 3 1,2-1 180,-6 0-1654,-4 0 1653,-4 1-89,-3-1-748,-25 4 658,16-6-379,-18 2 289,24-8 0,3 0 0,2-2 0,4-1-91,6-2-313,-4 0-315,16-1 2717,-2-2-2268,25-4 1707,6-1-1797,15-4 0,6 0-90,8-1 483,5-2-392,6-2-91,5-2 90,3 0 0,3-1 0,2 1-352,1-3 442,1-1-771,2-2 951,0-2-180,1 0 180,-1-1-270,-1-2 0,-1 0 0,-2 0-269,14-11 179,-20 11 180,7-6-99,-27 16 189,-7 3 275,-6 2-6,-11-1 229,-9 5-408,-10 0 903,-10 7-723,-6 3 90,-8 3-90,-5 2-224,-5 1 404,-5 1-90,-3 2 0,-2-1-1,-2 1-89,-2 0-667,1 0 667,1 0 0,3-1-90,3 0-245,7-1 245,4-1-180,9-1-270,5 0-449,6-2 539,20-1 388,8-3-388,21-2-180,6-4 91,8-3-91,7-4 167,7-4 13,5-5-89,6-3-822,4-3 911,3-3 45,-19 7 0,2 0-45,27-14 90,-28 14 0,-2 0-2432,17-9 2432,-5 4-90,-4 0 90,-6 4 0,-8 3-989,-6 4 1169,-10 3 328,-6 5 212,-7 2 392,-15 5-752,-7 4 270,-28 10-270,4 1 89,-16 3 1,7-1-465,-4 0 375,-3 1 0,-2-2 1108,-4 1-1198,1-1 0,-1-1-271,2 0 181,2 0 0,0-2-1,4 0-89,1-2 90,4 1-90,4-2-90,-3 0-449,13-4 2717,-5 2-2448,30-8 90,2 0 90,20-6-89,2 0 404,5-3-405,2 0 90,5-4 0,1 0-90,23-11 0,-15 5-371,16-7 461,-21 8 90,0-1-180,-2 3 90,-3 1-90,-4 3 180,2-2 180,-11 6 0,-2-1 0,-21 8 0,-7 3 0,-13 2 539,-20 8-269,4 0-90,-18 5 250,9-2-250,-3 1 0,-2 0 89,-1 0-179,0 0 0,-23 7-897,18-6 717,-16 5 0,25-7-289,3-1 289,3 0-90,2-1 0,6-1-360,-4-1-89,12-2-370,-1 0-800,12-2 1079,21-5 360,-2 0 821,21-5-821,-8-4 0,3 2 316,2-5-316,0 3 90,1-1 90,0 0-90,0 2 0,-3-1 90,-3 2 180,-3 2 449,-1-1-539,-10-2 0,-5 4 90,-12-2 0,-4 7 90,-6 0-90,-3 1 90,-4 2 0,-3 0-1,-2 2 91,-1 0-90,0 1-90,-1 0 0,0 1 0,3 0 0,1 1-90,2-1-1,-4 3-538,12-3-1,-6 1-629,15-2 629,9 3 90,5-3 90,11 1 0,2-4 1,3-2-1,4-1 90,2-2 0,3-2 0,1-1-90,1-1 90,-1-1 0,-1 0 0,-2 1 91,-2 0 358,-4 1 181,-2 1 0,-19 1-180,-1 2 449,-31 3-269,5 2 0,-10 1 0,6 0-1,-3-1 361,-18-1-540,12-1-1,-12 0 1,20-1-90,4 0 0,2-1-90,6 1-180,3 0-989,0-1-1,4 2 451,9 1 269,7 4 0,10 1 90,2 0 0,0-3 1,-1 2 89,0-1-180,0 0 90,3 2 90,-1 0 360,0 1 0,-8 2 0,-7-3 0,-13-1-90,0-3 0,-4-3 90,3-3-91,-1-2 181,-1-2-180,-9-9 90,6 2 0,-5-5 0,10 6 0,2 0 0,1 3 180,2 1-181,-1-1-89,2 4-90,2 13 0,4 6 0,5 18 0,3 22 0,-1-8 0,1 19-554,-3-14 554,1 1 90,-2 1-90,1 2 0,-1-3 0,-1-2 0,1-3-90,-2-3 90,1-4-90,0-4 0,0-5 0,-1-5-269,1-4 89,0-1-270,-1-5 450,-1-9 0,0-9 554,0-13-464,-1-6-3482,2-2 3392,-1-4 90,1-1 0,0-1-89,1-1 89,3 1 0,-1 3 0,1 3-90,-1 5 3482,0 0-3302,1 16-90,-1 8 89,2 21-89,-1 9 0,1 7 90,-1 4-481,1 2 391,-2 3 90,0 0 0,-1 1-90,1 0 90,-1-1-90,-1-2 90,0-3-90,-1-3 50,0-4-50,0-5 0,0-6 0,1-6-90,0-4 0,0-2 0,-1-14 90,1-6-90,0-19 480,0-7-390,2-9 0,-2-30 0,0 10-991,0-23 991,-1 18 0,1-1 0,-1 2 0,2 1 0,1 4-90,2 6 90,0 6-90,1 9 90,2 8 90,0 7 0,5 13 0,0 11-90,4 16 90,-2 13-90,0 10 429,0 9-339,1 6-794,-1 3 704,-2 3 0,0 3 90,-3 1-3078,2 32 3077,-3-24-178,0 21-271,-5-34 360,0-4 0,-2-7 0,1-6 0,-2-7 0,1-8-180,1-6 295,-1-1-205,0-21 548,1-6-458,0-23 0,-1-8 0,1-7 2650,0-7-2650,-1-4 0,1-4-38,-1-4 38,0-4 0,0-3 0,2 0-90,3-28 90,0 27 0,5-14 0,-1 37-90,3 8 90,-4 9 0,3 7 90,-3 8 0,7 14-90,-2 10 487,3 16-487,-5 7 0,-1 7 0,-1 7 893,-3 2-893,-1 28-787,-4-17 787,-2 18 90,-3-25 0,-2-1 0,-1-4 90,-1-2-90,-1-4 0,1-4 0,-1-7 0,1-4-90,1-6 0,1-4-180,1-2 1057,1-14-967,1-5 0,2-16 0,1-6 0,2-8 0,0-5 0,3-5 90,1-4-2064,3-2 1974,1-3-473,2 5 0,3-1 563,4-13-140,-3 14 0,2 3 140,5 4-90,1 4 90,3 8 0,0 5 0,16 5 0,-10 12 0,10 7 0,-12 11 0,-1 7 0,0 4 0,-2 5-90,0 2-1117,9 16 1117,-11-9 90,7 9 745,-13-15-745,-4-2 91,-4-3-91,1-2-90,-5-2 90,5 3 3482,-3-4-3572,-4-19 90,-5-6 0,-4-21 0,-1 3 0,2-3-90,0-3 90,4-4 0,1 1 180,8-17-270,-2 16 270,8-11-270,-2 17 270,5 3-270,1 5 180,4 4-270,15 7 90,-7 9 0,11 6 90,-10 9 180,-2 6-360,-1 4 360,-2 4-270,-4 3-3392,-2 3 3392,-4 1 90,-5 1-90,-4 0 90,-3 0 90,-5-1-90,-3 0 90,-2-3 0,-2-3 90,-2-3-90,-2-4 90,0-3 3301,-1-5-3391,0-3-90,-1-3 0,-3-7-90,-6-21 90,6-2 0,-3-17-89,13 7 89,1-3 0,4-3-90,3-1 90,3-2-90,3 1 359,3 0-448,1 3 358,3 4-268,1 3 178,1 5-178,2 5 178,0 6-268,4 6 358,-3 7-358,3 8 89,-4 7 0,0 7 0,-1 6 0,0 5 90,-3 3-301,-1 3 301,-1 0 0,-3 1 0,-1 0 0,-2-1 0,-1-3 0,-3-2-90,0-4 180,-2-3-90,-1-3 0,-2-5 0,2 0-90,-3-4 90,1-13-90,-2-5 90,0-17 0,2 1 121,1-4-121,2-3-90,1 0 90,1-2 0,1 1 0,1 0-90,1 0 90,1 2 0,1 3 0,0 3-90,0 4 90,1 4 0,0 3 0,5 5 0,-3 5 0,4 7 0,-5 4-90,0 4 90,0 3 0,-2 2-90,0 3 90,-2 0 270,-2 2-360,-2 0 270,0-1-180,-2-1 180,0-2-270,-1-2 180,0-2 0,-2 1 180,1-3-360,0 1 0,0-18-90,4-6 90,0-10-90,2-1 270,-1 6-270,1 1 270,1 1-90,0 1-90,3 0-90,3 4 90,-1 3 0,1 6 0,-3 3 0,2 5 90,1 5 0,1 5 0,1 4 0,-1 3 0,0 3 0,-2 1 0,0 0 0,-3 2 0,-1-1 90,-2-2 0,-3-1 0,-1-2 90,-2-3-90,-2-3 270,0-4 90,-1 0-270,-2-4-270,-2-8 90,0-7-90,0-11 0,1-5 90,0-6 0,0-6-90,1-6 90,0-5 0,0-3-389,1-6 389,-1-1-90,2-3 90,-1 0 0,2 0-90,0 2 90,-1 3 0,3 6-90,0 6 90,3 7 0,-2 5 270,1 3-180,-1 27 0,-1 1 299,-1 30-209,-3-1-1,-2 5 1,-2 3 0,-2 3 0,-3 1 0,-2 1-237,-1-1 327,-12 20-180,5-19 0,-9 15-459,7-26 459,-1-3-125,0-4 125,-14 5-1,10-13-89,-11 1-89,12-16 89,-1-5 0,0-5 133,-1-6-133,0-5-90,-1-5 90,1-5 0,-2-4 0,2-4-90,-1-4 90,-1-3-95,1-4 95,-1-2-89,2-1 89,2-1 0,1 3-112,4 6 112,3 4 0,4 8 0,2 5-90,5 4 0,-2 2 90,6 14 0,0 5 376,3 16-376,1 6 0,0 5 158,-1 2-158,-1 4-90,-4 18-257,0-13 347,-3 11 0,2-20 0,-1-2 0,0-3 0,0-5 90,0-5-90,1-4 90,1-4-180,0-2 90,-4-4 0,3-6 347,-3-7-347,3-7-90,-1-6 90,0-7 0,-1-3 0,0-7-90,1-3 90,-1-5-451,1-4 361,-1-3 0,1-3 0,-6-23 90,6 18 0,-4-14 0,7 29 0,0 5 0,2 6 90,0 7 180,2 6-90,-1 1-180,-1 18 89,0 6-89,-1 20 0,2 7 90,-7 42 0,3-25-251,-5 30 161,5-37 90,-1-2-90,0-1 90,0-3 89,-5 7-89,4-13 530,-2 1-530,6-16-180,-2 0-90,-4-23 90,3 1 90,-4-22-90,6 0 354,1-2-354,-1-4 90,0-3 0,0-1-90,-1-2 90,0 0 0,0 2 0,-1 1 0,0 4 0,1 4 90,0 6-90,1 4 180,1 5-180,-1-1 0,-2 13 0,2 5 0,-3 14 0,4 9 0,-1 4 0,-1 4 0,-1 2 89,0 1-89,0 0 0,-1-1 0,1-1 0,0-4 90,0-1-90,1-5 90,0-4 90,1-3-180,-1 0 0,-1-11 0,2-5-90,-4-23 90,6-2-90,-3-12 90,3 5 0,1-3 0,-1-1-90,2-3 90,-1 2-90,-1-19 90,3 16-968,0-11 968,3 19-90,0 4-90,2 3-90,0 5-89,0 0 359,4 17-90,-2 4 968,1 18-878,-4 5 0,-2 4 90,0 4-90,-3 2 0,-1 2 90,-1 0-90,-1-1 90,-2-1-90,0-2 90,-1-2-90,0-3 90,1-3 0,-1-5 90,2-3-90,0-4-90,1-1 0,-2-12-90,2-5 180,0-13-180,3-4 90,0-4 0,0-4-90,0-4-3392,2-2 3482,0-3-2359,1-1 2359,0-3-82,1-1-8,2-1 90,0 0 0,2 5 0,0 2-90,2 7 0,0 4-90,2-1 90,-2 10 2318,4 6-2228,-5 15 3331,2 11-3331,-2 8 90,-1 6-90,0 6 0,-2 3 0,-1 4 90,-1 2-179,0 2 179,-3 1 0,0-2-90,-4-1 90,1-4 90,-5 13-90,2-16 0,-2 6 90,5-21 0,-1-4-180,0-1 90,-3-13-180,2-5 90,-2-14 272,4-7-272,0-4 0,-1-5-89,2-5 89,0-3 0,1-4-406,-1-2 406,1-3-90,1-2 90,1-2 0,3-1 0,0-2-90,2 1 90,8-23 0,-1 21-635,7-16 635,-2 28-180,0 4 91,1 7-91,0 4 0,-1 8 0,5 3 180,-6 12 298,4 9-388,-8 14 652,0 9-562,-1 9 0,-2 7 0,-3 6 0,-4 29 0,-3-17-2316,-4 20 2316,-1-25 0,-2-2-2535,-1-3 2625,-1-3-90,0-4 90,0-6 0,0-4 0,0-6 0,2-5 0,0-3 1369,2-6-1459,-5-9 0,2-20-90,-1-8 90,2-16 0,6 3 3392,-1-6-3482,1-6 90,2-4 0,0-6-90,0-33-1326,2 18 1416,1-23-90,2 30 90,3 4-90,2 4 90,2 6-90,2 6 0,8-5 90,-4 20 0,4-2 0,-6 23 0,-1 8 0,1 8 90,-1 10-180,-1 11 180,4 28-90,-6-5 687,0 22-687,-6-14 0,-4 3 0,-1 3 0,-4 0 0,-3 0 0,-7 27 0,0-24-798,-5 17 888,3-31 0,-1-5 0,1-6 0,0-6 90,1-6-90,-2-1-90,2-13-90,-3-14 676,6-13-586,2-18 761,5-3-761,0-5 0,1-6-546,1-5 546,0-6-3331,2-4 3331,-1-4 0,1 2-486,1-1 396,3 3-1916,1 1 1916,2 6 90,1 4 34,3 7-34,0 7 1977,2 7-1977,-1 7 501,2 8-501,-1 9 0,2 11 90,0 11 3250,0 11-3340,-1 8 0,-1 9-364,-2 5 364,-1 5 90,-3 2-3309,-2 2 3219,-3 0 0,-1-3-500,-6 19 589,-1-23 1,-2 11-70,0-29 159,3-6-89,0-6 0,0-4 318,0-4-408,-2-17 3094,2-7-3094,-2-17 779,3-5-779,-1-7-166,1-6 166,-2-6-546,0-4 636,0-6-795,1-2 615,-1-3 90,0 0 0,0 1 0,-2-17 0,4 25-90,-1-9 80,4 32 10,0 6 71,2 7-71,-1 0 0,4 16 609,0 5-609,5 18 767,0 9-678,1 8-89,-1 6-1114,1 6 1114,-1 1 0,0 3-339,-1 1 249,-1-2 180,-2 0-90,0-4 0,-2-3-42,-2-6 42,0-4 0,-1-6 0,1-5 90,-1-5 978,1-1-1068,-4-17 480,3-4-480,-4-21 49,3-5-49,-2-8 0,0-4 0,1-5 0,-1-4-499,-1-4 499,0 0 0,0-3 0,-4-20 0,2 20 0,-4-10 0,6 31 0,0 7 0,3 8 0,0 3 0,2 18 0,2 11 0,3 19 0,0 9 0,2 7 0,0 4 0,1 3 0,5 24 0,-4-20-596,4 18 686,-4-31-90,-1 1 468,-1-8-468,2 6 0,-1-10-90,0 0 180,-1-13-180,-2-18-93,2-14-536,-1-9-271,3-9-269,-1 4-360,2-1-450,2-1-719,1 0 2788,1 3 0,1 2 0,1 2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4:41.77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22 7892,'5'-12'450,"1"4"-270,7 11-180,-1 3 90,0 1 0,0 0 0,-1 0 0,4-1 90,-1-1-90,4 0 90,3-2-90,0-1 0,2-1 0,1-3-1,-5 2-89,0-3 90,-5 0 0,7 2-90,-5-3 90,5 3-90,-6-1 90,0 0-90,1 1 90,-1-2-90,1 2 0,0-3 0,0 2-3392,-1 1 3392,1-1 0,0 0 0,-2 4 90,2-5-90,-2 5 0,12-5 90,-7 2-90,6 0 0,-9 1 0,1-1 3482,0 1-3572,0 0 180,1 1-90,6-1 0,-5 0 90,5 1-90,-8-1 0,0 0 0,1 0 90,0 0-90,0 0 0,-1 1 0,1-1 90,-1 0-90,0 0 90,0 1-90,0-1 0,-1 0 0,0 1 90,-1-1-90,0 1 90,0 1-90,-1-1 0,0 1 0,5 0 90,0-1-90,6 2 0,-2-2 0,0 1 0,0-2 0,-2 0 0,0-1 0,0 0 0,1 0 0,0-1 90,-1-1-90,0 2-90,-1-1 90,-1 0-90,2 1 90,-2 1 0,2 0 90,0 0-90,0 1 0,2-1 90,0 2 0,-4-4 0,4 4-90,-4-1 89,0 1 1,6 0-90,-5 0 90,6 1-90,-5-2 0,-3 3 0,-3-2 90,-2 0-180,3-2 180,-2 2-90,1-2-90,-1 2 180,7 0-180,-5-2 180,5 2-90,-1-1 0,-4-1 0,8 2 0,-3-1 0,3 1 0,-4 0 90,3 1-90,-4 2 90,4-2-180,-4 2 180,-1-2-90,-5 1-90,4 1 180,-2-1-90,2-2 0,2 1 0,-3-1-90,8 0 90,-3 1 0,6-2 0,0 0 90,-4-1-90,2 0 0,-3 0 0,-1 0 0,-1 0 0,1 0 0,-4 1 0,4-1 0,-1 1 0,-4 0 0,4-1 0,-5 1 0,0 0 0,6 0 0,1 1 0,1-1 0,-2 0 0,-6-1 0,0 1 0,1 1 0,0 0 0,7-1 0,-5-1 0,5 0 0,-6 0 0,1-1 90,-1 1-90,0-1 0,1 1 0,-1 0 0,1 0 0,-1 0 0,1-1 0,0 2 0,-1-1 0,1 0-90,0 0 180,0-1-90,6 1 0,-4-1 0,5 0 0,-7 0 0,1 0 0,-1-1 0,2 1 0,-2 0 0,18-2 0,-13 1 0,13-1 0,-16 1 0,0 0 0,1 0 0,-1-1 0,10 2 0,-8-2 0,8 1 0,-9 0 0,0 1 0,1-1 0,-1 1 0,1-1 0,0 1 0,0-2 0,0 0 0,0 1 0,0 0 0,0 0 0,0 1 0,0-1 0,19 0 0,-15 1 0,13-1 0,-17 2 0,-2-1 0,1 2 0,0-1 0,0 0 0,-1 0 0,0 0 0,-1 0 0,1 1 0,-1-1 0,1 0 0,-1 0 0,0-1 0,8 1 0,-5-1 0,4 0 0,-7 0 0,-1 0 0,1 0 0,-2 0 0,8 0 0,0 0 0,0 1 0,-2 0 0,-6 0 0,-1-1 0,0 1 0,-1 1 0,6 1 0,-4 1 0,5-1 0,-7 0 0,0 0 0,0 0 0,0-1 0,1 0 0,-1 0 0,0 1 0,0 0 0,0-1 0,0 1 0,0-2 0,1 2 0,0-2 0,0 1 0,0 0 0,-1 0 0,1-1 0,0 1 0,-1-1 0,2 1 0,-1 0 0,0-1 0,1 1 0,-1-1 0,1 0 0,0 0 0,0 0 0,0 0 0,1-1 90,-1 0-90,0 1 0,0-1 0,0 1 0,-1-1 0,2 0 0,-2 1 0,2-1 0,-1 1 0,0-1 0,7-1 0,-5 1 0,6-1 0,-7 0 0,-1 0 0,1 1 0,-1-1 0,1 1 0,-1-2 0,8 0 0,-5 1 0,5-1 0,-6 1 0,-1 0 0,-1 1 0,0-1 0,0 0 0,5 0 0,-4 0 0,5 0 0,-7 1 0,0 0 0,-1 0 0,1 1 0,-1 0 0,0-1 0,1 0 0,-1 1 0,0 0 0,0 1 0,0-2 0,1 0 0,0 0 0,0-1 0,0 1 0,0-1 0,0 1 0,1 0 0,-1 0 0,1 0 0,0 0 0,0 0 0,-1 0 0,1 1 0,0-1 0,0 1 0,0-1 0,0 0 0,-1 1-3392,1-1 3392,0 1 0,-1-1 0,2 2 0,-1-1 0,0 0 0,0 1 0,0 1 3392,0-2-3392,0 1 0,0 0 0,1 1-3392,-1-1 3392,1 0 0,-1 1 90,2-1-90,-1 1 0,1-2 0,1 0 0,0 0 0,1 1 0,0-1 0,-1 1 3392,2-2-3392,-2 2 0,3-3 0,-2 2 0,2 0 0,0-1 0,0 1 0,0-1 0,1 1 0,-1 0 0,1-1 0,-1 0 0,1 0 0,0 1 0,0 0 0,0-1 0,0 1 0,0-1 0,-1 1 0,2 0 0,-3 0 0,13 1 0,-8-1 0,7-1 0,-10 1 0,0 0 0,0-1 0,1 0 0,-1-2 0,1 2 0,0-1 90,-1 1-90,2-1-90,0 1 90,0-1 0,0 0 0,1 1 90,-1 1-90,0-1 0,1 1 0,0-1 0,0 2 0,12-2 0,-9 1 0,8 0 0,-11 0 0,0 1 0,0-1 0,-1 1 0,1 0 0,0 0 0,-1 0 0,0 0 0,-1-1 0,1 1 0,-1 0 0,0 0 0,-1 0 0,1 0 0,0 0 0,-1 1 0,1 0 0,-2 0 0,1-1 0,0 0 0,0 1 90,0-1-90,9 1 0,-6 0 180,7 0-180,-9 0 0,1-1-90,-1 1 90,1-1 0,0 0 0,1 0-90,0-1 90,1 0 0,0 0 0,-1 0 0,2-1 0,-1 0 0,1 1 0,1-1 0,0 0 0,0 0 0,0 0 0,-1 0 90,1-1-180,-1 1 90,1 0 0,-1 0 0,0 0 0,1 0 0,-1 0 0,1 0 0,-2 0 0,1 1 90,0-2-90,0 2 0,0-1 0,13 0 0,-9 0 0,9 0 0,-12-1 0,0 2 0,0-2 0,0 2 0,0-1 0,14 0 0,-10 0 0,10 0 0,0 0 0,-10 0 0,9 1 0,-13 0 0,12 2 0,-9-1 0,8 1 0,-13-1 0,0 1 0,0 1 0,1-1 0,-1 0 0,12 1 0,-7-1 0,8 0 0,-12-1 0,-1 1 0,0-2 0,2 2 0,-1-2-3392,1 0 3392,0 1 0,1-1 0,-1 0 0,1 0 0,0 1 0,0-1 0,0 1 0,15 0 0,-11-1 0,11 1 0,-14 0 0,1-1 90,-1 0-90,0 1 3392,0-3-3482,13 3 90,-10-2 0,9 1 0,-15 1 90,2 0-90,-2-1 0,1 0 0,-2 0-3212,1 0 3212,-1 1-90,1-1 90,0 1 0,0 0-90,-1 0 90,2 1 0,-1-1 0,0 0 0,1 0 0,0 0 3392,-1 0-3392,1 0 0,-1 0 0,1-1 0,1 0 0,0 0 0,12-1 0,-9 1 0,8 0 0,-13 0 0,0 0 0,0-1 0,0 1 0,0-1-3392,0 2 3392,1-1 0,-2 1 0,1-1 0,0 1 0,0 0 270,0-1-360,1 1 90,0-2 180,0 0-270,1 1 0,0-1 3482,1 2-3392,0-1-90,0 0 90,0-1 0,1 1 0,0-1 0,1 1 0,0-1-90,0 1 90,-1-1 0,1 0 0,0 1 0,-1-1 0,-1 2 0,0-1 0,-1 1 0,-1 0 0,0 0 0,0 1 0,0 0 0,0 0 0,0 1 0,-1-1 0,0 0 270,0 1-360,0-1 90,2 0-90,0 0 90,-1-1 0,2 2 0,-1-1 0,1 0 0,0 0-90,1 0 90,-1 0 0,1 0 0,0 0 0,0 1 0,0-1 0,0 1 0,0-1 0,0 0 0,0 1 0,-1-1 0,1 0 0,-1 0 0,0-1 0,0 0 0,0 0 0,0 1-3122,0 0 3032,0-1 360,-1 0-360,0 0 270,0 0-270,1 0 180,1 1-180,-1-1 0,0 1 0,13 0 0,-11 0 90,26 2-90,-25-2 90,12 2 0,-15-3 3392,1 1-3392,14-2 0,-10 2 0,9-1 0,-14-1 0,1 1 0,-2-1 0,1 1 0,-1-1 180,0 0-180,0 1 180,-1-3-270,0 3 270,0-2-270,-2 2 270,0 0-270,0 1 180,0-1-180,0 1 180,1 0-180,-1 0 180,0-1-180,1 1 0,-1-1 270,1 1-360,0-1 270,14 1-180,-10-1 0,10 0 0,-12 0 90,0 1-90,0-1 90,0 1 0,0-1-90,1 1-684,-1 0 1044,0 0-645,0 0 555,1 1-270,-2 0 270,1 0-270,-1 0 270,0 1-360,12 2 90,-10-2 90,9 2 0,-12-1 661,1-1-661,-1 0 270,2 1-360,-2-1 270,2 0-180,-1-1 397,0 1-486,1 0 268,0-1-269,0 1 270,0-1-270,1-1 180,-1 1-180,2 1 270,-1-1-270,0 0 180,0 1-180,1-1 180,-1 0-180,2-1 0,-1 0 0,0 0 1,1 0 89,1-1-90,0 0 90,0-1-90,0-1 90,0 2 0,2-2 0,-1 1 0,1-1 0,0 0 269,0 0-358,0 0 268,1 0-269,0 0 270,0 0-270,1-1 270,0 2-270,0-2 180,17 0 0,-14 1-180,13 0 0,-18 1 0,0-1 0,0 1 90,-2 0-89,1 1 89,-2 0 0,0 0 0,-2 0 0,2 1 0,-2-1 0,0 2 0,1-2 0,-1 1 0,1 1 0,0-1 0,1 0 0,-2 1 0,2-1 0,0 1 0,0-1 0,1 1 89,0-2-89,1 1-89,0-1 89,0 1 0,0-1 0,-1 0 89,0 0-89,1 1 0,-1-1 0,0 0 0,0 0 0,14 1 0,-11 0 0,10 1 0,-15-1 0,0-1 0,1 1 0,1 0 0,-1-1 0,1 1 0,-1 0 90,2 0-90,-1 0 0,2 1 0,0-1 0,1-1 90,0 1-90,0-1 0,1 1 0,0-1 90,0 1-90,0-1 0,1 0 0,-1-1 0,-1 2 0,1-2 90,-2 2-90,1-1 0,0 0 0,0 0 0,1 0 0,1 0 0,0-1 0,0 0 0,2 1 0,0-2 0,1 2 0,0-1 0,1 0 0,-1 1-518,1 0 518,-1-1 0,1 1 0,0 0 0,-1 1 0,0 0 0,0 0 0,-1 0-90,0 0 180,-2 1-90,1-2 0,-1 1 0,1 0 0,0-1 0,1 2 0,0-3 0,1 1-3190,0-1 3190,1 0 0,0 0-90,0 0 180,19 0-90,-14-1 190,13 0-190,-19-1 0,0 1 0,-1 1 0,0-2 0,-1 1 0,-1-1 0,0 0 0,-2 1 0,0-1 0,0 0 0,0 0 0,0 0 0,0 0 0,-1 0 0,0-1 0,-1 1 0,0 0 0,0 1 3285,-1-1-3285,-1 2 0,0-2 0,0 2 323,-1-1-323,1 0 0,-1 0 0,-1 0 0,1 1 0,14-1 0,-12 0 0,11-1 0,-14 1 0,-2 0 0,1-1 0,-2 1 0,1 0 0,-1-1 0,0 1 0,0-1 0,-1 1 0,27-1 0,-20 0 90,23-1-90,-28 1 0,3 0 0,-2 1 0,1-2 0,2 1 90,0-1-90,1 1 0,0-1 0,1 1 0,0-1 90,-1 0-180,2 0 180,0-1-90,0 1 0,1 1 0,0-1 0,-1-1 0,1 1 0,0 0 0,3-1 0,-3 2 0,2-1-3392,-2 1 3392,0-1 90,-1 1-90,1 0 0,-1-1 0,0 1 0,0 0 0,-1 0 0,-1 1 0,0-1 0,-2 1 0,0 0 0,-1 0 0,-2 1 0,0-1 3392,-1 1-3392,0-1-90,7 0-180,-7-1 0,4 0-359,-9 0 89,-2-1-629,0 0-990,-2-1-809,-1-2 2120,-2 0 0,-7 2 0,-3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4:45.34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9512,'10'26'449,"-1"0"-359,-6-8 0,1 0 0,-2-5-90,1 2 90,-1-1 0,1 1-3392,-1 0 3302,1 0 90,0 0-90,0-2 0,0 1 90,0 0-90,0-1 0,1 0 90,-1 1 3302,2-1-3392,-1 0 0,0 1 90,0 0-90,0 0 90,1 0 0,0 1 0,0 0 0,0 2 0,-1 0-90,1 0 89,0-1-89,-1 0 90,0 0-90,-1 0 90,1 0-90,0 1 180,0 1-90,1 11 0,-1-8-90,1 9 0,-2-10 0,1-1 0,-1 2 0,1-2 90,-1 2-90,2 6 0,-1-5 0,1 13 0,-2-14 90,2 6-90,-3-8 0,2-1 0,-1-1 90,1 1-90,-1-1 0,0 0 0,0 1 0,1 1 90,0 0-90,0 1 0,0-1 0,-1 1 0,1 0 90,0 0-90,0 1 0,0-1 90,-1 2-90,1-1 90,-1 0-90,1 0 90,-1 0-90,0-1 0,0 1 0,0-1 90,0 1-90,-1 0 0,1-1 0,1 0 90,-2 0-90,1 0 0,-1 0 0,0 0 90,1 1-90,-1 0 0,0 1 0,1 0 0,-1-1 0,-1 1 0,1 1 0,-1 0 0,0 11 0,1-9 0,-1 8 0,1-11 0,0-1-3392,-1-1 3392,1 0 0,-1-1 0,1 0 0,-1 1 0,2-1 90,-2 3-90,0-2 0,0 2 0,1-1 90,0 0 3302,-1-1-3392,1 1 0,0-1 0,-1 2 0,1 0 89,-1 2-89,1 0 90,-2 1-90,1 0 0,-1 1 0,1 2 90,-1 0-90,0 1 0,0 0 0,1 1 90,-1 0-180,1 0 180,-1 0-90,-1 1 0,0 0 0,0-2 0,0 2 0,0 0 0,1-1 0,-2 1 0,2-1 0,-1 1 0,1-1 0,-1 0 0,-2 1 90,2 0-90,-1 1 0,3 0 0,-1 0 0,0 0 0,1-1 90,0 1-90,0-1 0,0 1 90,1-2-90,1 2 0,-1-2 0,2 2 90,-2-1-180,2-1 180,-2 2-90,1-2 0,1 0 0,0 0 90,2 1-180,-2 0 180,2 14-90,-1-10 0,-3 10 0,2-12 0,-4-1 0,5 0 0,0 0 0,0 0 0,0-1 90,0 2-90,-1 0 90,0 0-90,0 1 90,0 0 0,1 17-90,-1-12 0,1 29 90,-2-26-313,0 11 313,-1-15-90,0 1 90,1 1-90,-1-1 90,0 1-3498,0 0 3498,-1 0-90,1 0-77,0 0-13,0-1 90,-1 0 0,1-1 90,-1 0-90,-1 0 90,2 0-90,-2 2 90,2-1-180,-3 0 180,3 0-90,-2 1 90,1 0-180,-1 1 180,1-2-180,-1 2 180,1-2-90,0 0 0,0 1 0,1 0 0,-1-1 0,0 1 0,0-1-90,0 1-2014,1-1 2014,0-1 90,-1 1 70,0-1-70,-1 0 89,0 1-89,0-1 0,1 2 270,2 15-90,-1-12 1780,1 13-1781,-1-18-269,0 2 90,0-1 0,-1 0 90,2 0 0,-1 16-90,-1-13 90,1 14-180,-1-19-90,2 1 180,1 0-49,0-1-41,-1 0 0,0-1 180,-1 1-180,1 0 90,0 0 180,0 0-180,0 1 180,-1-1-180,1 0-90,0 1 90,0 0 0,-1-1 0,1 2 0,0-1 0,0 0 0,-1 0 0,1 0 0,-1 0 0,1 0-90,1 17 90,-1-12 0,1 13 0,1-17 180,-2 0-270,1 0 270,-3 0-270,1 2 270,0-1-270,-1 1 0,1 1 90,-1-1 0,-1 1-90,1 1 90,-1 2 0,0-1 2916,0 1-3006,0 0 90,0 0 0,0 1 0,-1 0 0,1-1 0,0 2 0,-1-3 0,1 1 0,0-2-3197,0 1 3197,0-2 0,0 0-677,1 0 677,-3-1-101,3 1 101,-2-1 0,3 0 0,-2 1 0,2 38 0,-1-29-99,1 29 369,-1-38-450,0 0 3003,0 1-2913,0-1 0,0 0 0,2 19 0,-2-14 0,1 15 90,-2-19 0,0-1 0,1 1 0,-2-2 270,2 19-360,-1-15 360,0 14-360,0-19 360,0 1-450,-1-2 450,2 0-360,-2 1 90,1 18-180,-1-12 180,0 13 180,0-18-270,1-1 0,-1-2-90,0 0 180,-4-1-90,4 0 360,-4 12-360,4-12 360,0 6 752,1-16-842,0-4-360,0-3 307,0-3-1926,2 2 1930,2-7 0,-2-2 0,1-7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4:56.12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100 328 10771,'-17'4'2159,"6"-6"-2159,4-9-180,5-4 0,0-3 90,1 0 0,1-1 90,0-2-90,3-1 90,0 4-3392,1 0 3392,0 5 0,1-1 0,1 0 0,1 1-90,0 1 90,1-1 0,0 1 3392,1-1-3392,0 1 0,0 1 0,0 1-90,0 1 90,3 0 0,-1 2 0,4 0 0,0 6 90,-2 5-90,-1 5 0,-3 5 90,-2 1-90,-2 2 0,-1-3 0,-2 2 0,-1 0 0,-1 1 90,-1-1-180,1 2 90,-2 0 90,-1 1-90,-2-1 0,1 1 270,-3-2-270,1 1 0,-2-1 0,0 0 0,-2-1 90,0-1 0,-1 0 0,-1 0 0,0-1 0,-1-2 89,-1 0 1,1-2 0,0-1 0,1-2 180,-1-1 0,-4-1-180,2-3-90,-3-1-270,4-5-270,3-3-180,3-7-809,2-4-360,6-10-2608,2 7 4407,5-6 0,-4 19 0,1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4:57.06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0 6813,'3'11'5577,"-3"-4"-5397,5 24 180,-4-11-270,1 1 0,-1 2-1,1 0-89,0 1 180,-1 0-90,1-1 0,-1-1-3392,0-1 3392,1-2 0,-1 0 90,0-2-90,-1 0 180,0-1 90,0 3-1,-1-3-9533,0 3 10022,4-6 0,-3-6 0,4-4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4:57.82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45 95 6633,'-17'2'4767,"2"-2"-4587,6-5-90,6-3-90,5-3 90,5 1-90,-1 1 0,1 0 0,1 0 90,0 1-90,3-1 90,0 1 0,3 1 90,0 4 0,-1 5-90,-2 3 0,-1 4 0,-4 1 270,0 3-360,-1 1 269,-1 3-269,0 1-3212,-2 3 3212,0 1-90,-2 2 90,-1 0 0,-2 1 0,0 0-90,-1 0 90,-1-1 0,0-1 90,-1-1-90,0-2 90,0-1 3392,1-3-3302,-2 0 0,2-1 0,3 0 0,7-9 90,17-6-180,-4-4 179,7-4-179,-10 3 270,1 0-90,6 0-180,-5 1 270,8-2-180,-6 2-90,2 0 0,-2 0-3778,-4 4 3688,0 0 0,-8 1 0,0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4:58.90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105 124 6903,'-15'-3'4138,"7"-4"-3958,5-4-1,9-2-89,2-1 0,1 2 0,2 1-90,0 0 90,1 0-90,0 3 0,-1 0 90,1 2-90,-1 1 0,3 2 90,0 4 0,1 5-90,-5 3 90,-2 5-90,-6-1 90,0 4-90,-2 1 90,-1 2-90,-1 0 90,-2 1-90,0 0 270,-1-1-270,-1-1 270,0-2-270,-1-2 269,1-1-179,-2 0 270,2-3-540,6 0 0,4-5 90,10-1 90,2-1 0,1 5-89,-3-1 89,3 7 89,-8-4-89,4 4 0,-5-4 0,0 1 90,0-1 90,-1 6-90,-2-3 0,-3 5 90,-4-4-90,-3 1 90,-4 0-90,-3 1 180,-1 0-90,-4 0 89,-1 1 1,-3-2 0,-1 0-90,-2-3 90,1 0 0,-1-3-90,1-1 0,0-3-1,3-2-179,1 0-269,2-3-991,-2 0-89,6-4 450,4-8-361,8-2-89,9-6-540,3 2 1889,11-5 0,-3 6 0,8-3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4:59.60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33 16 10051,'2'13'1260,"-1"-9"-6831,-5 34 5661,-1-16-90,1 2 1409,-1-1-1319,0-1 769,1-1-859,1-2 0,0-1 0,1-3 0,1 4 3392,2-5-3392,2 1-90,4-6 180,6-6-90,-2-5 0,2-3 0,-3-2 0,2 1 0,0-1 0,1 0 0,1 2 0,-1 0 0,1 0 0,0 2 0,-1 0 90,1 1-90,4 2 0,-2 1 0,3 2 1260,-3 0-991,-8-7-358,-6-7 89,-4-6 0,-3-3 269,2 2-269,1-2 270,-1 0-360,2-2 180,0 1 0,0 1 0,1 1 180,0 2 180,1 1-1,2 1-269,0 10 0,3 7-90,0 15-90,2 4 180,-2 5-90,0 5 0,-1 3-90,0 1 90,-2 1 0,0 0-90,-1-1 0,-1-1 90,0-2-90,-1-3 180,1-2-360,-2-4 180,1-2-900,-1-5-1168,0 2 2068,-1-4 0,1-4 0,0-4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00.27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27 31 8072,'-6'-20'3688,"-3"9"-3508,5 17-90,-2 5 0,4 8-90,2-5 90,1 2-90,3-2 90,0 1-90,7 5 90,-2-5-90,5 4 0,-3-7 0,2 0 0,0 0 90,1-1-90,6 6 0,-6-5 90,4 4 180,-8-7-180,0 2 269,-2-1-179,0 6-90,-4 2 90,-3 0-90,-3 1 90,-3-5-90,-2 2 0,-2-3 0,-1 1 90,-2-2 0,-5 4-90,4-6-360,-6 4-900,5-8-269,-3-4-540,3-6-1978,2-9 3957,5-4 0,3 5 0,3 2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00.45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88 8072,'12'-21'2699,"1"2"-2249,-2 9-91,2 1-89,-2 5 0,2 0 180,2 0-360,1 2 270,2 0-450,0 1 180,1-1-450,2 1-90,-1-1-270,0 1 181,1-1-631,-1 1-539,-1-1-449,-1 2 2158,-2-1 0,-7 2 0,-3-1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01.03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162 25 7173,'1'-16'2698,"-4"9"-2518,-3 6 90,-4 11-90,1 5 0,-3 5 0,0 4-90,0 4 90,0 1-90,1 2 0,1 0-1,1-1-89,4-1 90,2 0 180,2-5-270,2 0 180,2-4-270,3 1 270,0-4-270,4-1 270,0-3-360,1-2 270,1-2-180,1-3 0,-1-2 270,6-4-270,-4-1 90,2-4 270,-4-3 270,-6-4-270,-2-4-1,-7 4 1,-6 1 90,-3 4-90,-1 3-90,-4 0 180,-7 6-181,4 1-179,-7 4 0,9-1-269,2 1-181,2 0-90,2 1-539,3 1-2339,3 2 180,4 4 3238,5-2 0,-1-2 0,2-7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01.56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54 9152,'16'-17'1799,"-2"5"-1529,-1 3 269,-1 3-359,1 1 180,1 2-270,1 1 270,0 3-360,1 2 270,-1 3-270,0 2 269,0 4-359,-2 4 270,-1 3-180,-2 3 180,-1 3-180,-2 2-90,-2 2 90,-3 1 0,-1 1 90,-1-1-90,-1-1 90,-2-1 0,0-2 0,-1-1 0,0-2-90,-2-4 90,2 0-90,0-5 90,1 1-270,-1 2-2698,0-3 2878,-1 2 0,3-8 0,0-3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01.73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1 102 8072,'2'-16'4498,"2"3"-4048,5 4-91,2 3 1,3 1-180,0 3 90,2 0-180,2 0-90,4-1-90,-3 1 90,5-1-540,-4-1-179,3 0-1,1 0-539,-2-1-900,-1 1-719,-5-2 2878,-1 0 0,-7 3 0,-3 1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02.92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103 210 6993,'-12'-5'2069,"-1"1"-1529,2-1-91,1 0 721,1-1-361,-3-4-179,2-2-180,-1-4-181,3-5-359,3 5 90,3-8-90,3 5 90,2-4-89,4 4-1,4 4 90,4 5 0,10 11 269,-6 2-359,4 9 90,-11-1-89,1 3 89,-2 3 269,0 2-359,-2 2 180,2 12-90,-6-7-90,1 9 90,-6-11-90,-1 0 360,-2 0-360,-2-2 360,-1-2-270,-7 7 90,1-8 0,-3 4 90,3-10 0,0-2-90,0-1 0,0-2 90,0-2 179,1-1-89,-3 0-180,1-1-360,0-5 180,11 0 1,4-4-1,10 0 90,-2-1 0,0 1-720,-9-2-4947,-3 2 5667,0-6 0,8 4 0,8-5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03.51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12 141 6813,'3'-11'-180,"3"0"180,9 3 0,-1 0 180,-1-2 180,0 0 90,-1-1 89,-2-1 361,-2 0 269,-2 0 0,-5-2 91,-2 2-721,-8 4-179,-3 7-360,-1 5 270,1 6-270,4 3 180,-1 3-270,0 3 0,1 4 0,-2 13 90,2-6 0,0 9-90,4-13 90,2-1 0,3-1-90,1-2-90,2-3 0,3-1 1,1-4-1,1-1-90,2-3 90,1-4 180,3-2-270,0-5 270,2-1-180,0-4 180,0-4-180,-1-3 0,-1-2 0,0-3 91,-3-1-1,2-11 90,-6 7 90,-1-9-1,-6 9 91,-1 0 90,-3 0 0,-2 3 90,-1 1-90,-1 2 359,-4-4-269,2 8 270,-4-2-91,2 7-269,-1 3-90,-1 6-90,4 11-90,2 4 0,3 8 90,2-1-90,2 2-90,1 1 0,1 3-180,5 11 1,-3-8-1,5 10 0,-5-15 0,3 2 90,-3-1-450,3 0 181,-1-1-3509,4 19 1080,-4-15 2878,2 13 0,-5-31 0,-2-4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04.39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38 67 0,'-13'-13'5637,"2"1"-2835,3 14-2623,3 3 1320,4 13-1409,3 4 860,-1 4-860,2 3 3392,-1 3-3482,1 0 90,0 1-90,-1-2-90,1 1 0,-1-2 0,1-1-180,0-1 0,0-4 0,0-1-180,0-3-359,0-2-720,-1 0 0,1-3 809,-3-12 450,1-10 270,-3-11-180,1-5 270,0 4-270,0-3 360,1-1-270,0-2 360,0-2-270,1-1 270,1 0-180,0 0 270,2-10-90,0 10-270,4-7 90,-2 13-1,3 0 1,1 2 0,1 0 0,2 3 90,10-4-90,-5 6 0,7 0 0,-9 8-90,1 4 90,0 2 0,0 3 0,-1 3 0,4 12 0,-5-2 0,2 9 0,-8-2 0,-2 0 90,-4 2-3483,-2-1 3483,-2 1 450,-5 7-360,0-9-90,-4 4 90,1-11-90,0-3 269,-1-2 3213,-3-2-3572,-1-6-180,-2-9-90,4-4 90,4-8-270,4 2-179,1-4-91,2-1-89,3-1-91,2 0-179,2 1-541,1 2-538,3 1 2068,0 3 0,-4 8 0,-2 2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04.72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 7083,'16'0'2249,"-2"1"-1800,-1 5 1,-4 3-90,1 3-90,0 4 0,1 3 179,0 3-269,-1 3-90,0 2 90,-1 1-180,0 2 90,-1-1 0,0 1 0,-1-1-90,-1 0-90,-1-1 0,-1-2-90,-1-1 90,-1-3-989,0-3-90,0 2 1169,-2-5 0,1-4 0,-1-5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04.91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57 6543,'1'-16'2609,"0"-2"-810,1 5-810,6 3-629,2 14-90,2 5-90,-2 10 0,-2 0 0,1 4-1,0 1-89,0 3 0,-1 0 0,0 0 0,-2 0-90,0-1-90,-1 0-90,0-2-89,-2-2-1,0-2-450,-1-2-1079,1-3 1799,-1 2 0,-1-9 0,0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05.38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6633,'6'6'6477,"-4"-1"-6208,2 22-89,-4-5 0,0 3 0,1 3-90,-1 0 0,0 1 0,0 0 0,-1-1-180,0 0 0,0-2 90,1-2-360,1-1 180,0-3-809,0-1-450,0 2 1439,0-4 0,-1-4 0,1-5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05.68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80 6273,'3'-15'2339,"0"1"-1529,2-2-1,1 3-179,5 0-270,2 7-91,0 4 1,0 4 0,0 5-90,-2 1 0,2 6 0,-1 2-90,0 6 0,-2 3 0,-2 3 0,-1 3-90,-2 1 90,-3 2-90,-1 1 90,-3 0 179,0-3-179,-2 0 0,-1-4 0,0-1 0,-1-3 180,1-3 180,0-2-90,0 0 179,2-3-359,-1 0-180,7-6-90,4 0-450,8-4 451,3-3-631,-1-1 180,2-2-539,-5-1-1,2 1-1258,-2-2-810,2 2 3148,-1 0 0,-6 1 0,-2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06.19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10501,'10'7'1439,"0"4"-1169,-5 4 270,0 5-360,1 0 179,-2 5-269,2-1 0,-2 4-90,-2-2 90,1 1-90,-2-1 0,2 0 0,0-3-180,0-1-89,0-2 179,-1-3-1799,1 4 90,1-4-1619,3-2 3418,-3-15 0,1 0 0,-3-7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06.57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31 7173,'1'-17'3508,"5"7"-3058,2 7-270,6 9-1,-5 5-89,1 2 0,-4 0 0,0 2 0,-1 1 0,-1 1-90,-1 2 90,-1-1-90,-1 0 90,0-1-90,-2 3-360,0-3-179,0 1 359,5-11 90,5-5-90,2-8 0,2 1 90,-2 0-270,2 2 360,6 2-90,-4 1 90,4 4-90,-6 2 180,-1 1-90,0 2 360,-2 3-270,-1 1 360,-2 4-180,-3 1-1,0 2 91,-4 2 0,-1 0 90,-3 1-90,-3-1-1,-2 1 1,-2-1 0,-1-1-90,-1-2 0,-1-1-90,-1-1-1,1-3-89,1-2-449,-3 0-1620,2-4 270,-1-7-3418,12-23 5127,2 6 0,6-9 0,-2 19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06.86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0 9332,'14'2'1619,"-2"5"-1259,-7 9-91,0 5 1,0 5 0,-1 3 90,0 4-270,-2 2 0,-1 4-791,1-2 701,-3 3 0,1-4-180,-1-2 1,1-2 89,0-4-360,2-2-90,0-4-179,0-2 160,1-4 559,1 1 0,-2-9 0,0-1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07.35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9 17 7623,'0'-16'4317,"1"31"-4047,0-4-90,-1 29 0,-1-13-861,-1 3 771,1 1 457,-1 0-547,0 0 179,1-1-179,0-2 180,2-3-270,-2-2 270,2-4-360,0-3 584,1 2-763,4-6 269,6-3-90,-3-7 90,6-7 0,-5-2 90,2-2-90,1-2 0,0-1 90,0 0-90,1 1 90,-1 1 0,1 1-90,-1 0 90,0 3 0,-1-1-90,0 2 90,5 1 0,0 3-90,3 1 180,-3 3 450,-3 1-360,-9-8-270,-5-1 90,-3-7-90,-4-1 90,2 1 0,0-11 270,1 4-270,-1-8 0,2 7 360,-1 0-271,2 2 271,0 2 810,0 0-991,3 18 1,0 4 0,2 21-90,-1 3 0,0 4 0,0 3 0,0 2 0,0 0-90,-2 1-90,2-1 90,-3-1-450,1 0-89,-1-3-1,-2-1-539,0-2-181,-1-1-1258,-1-3-810,0-2 3328,-1-2 0,3-12 0,1-3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07.81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66 0 7713,'-11'22'2518,"1"0"-1708,5-3-181,-1 2-179,0 4 0,0 0-90,0 3-91,2 0 1,0 3-90,1-3-90,1 0 0,1-1-180,0-2-90,1 0-180,1-2-89,1-2-181,0-1-90,0-3-179,2-1-1620,-1-2 2519,1 0 0,-1-7 0,-1-1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08.16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0 8612,'12'9'1799,"-3"0"-1439,-8 12 0,-2-1-91,0 1-89,-2 2 270,1 0-360,-1 2 270,1-2-360,-1 0 270,2-1-360,0-2 360,1-2-360,1 0 270,1-4-270,2-1 0,0-1 180,2-2-270,3 1 90,2-1 90,6 0 0,-1-2 180,2 1 90,-3 1 89,0 1 91,-3 4-90,-2 1 269,-4 1-539,-5 2 270,-1-3-90,-5 4-360,-1-8 180,-3 4-450,0-6-89,-1 0-91,0-2-180,-1-1-1169,0-1 630,-5-3-630,3-3-719,-2-3 2608,5-5 0,5 3 0,1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08.31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0 124 8432,'19'-13'2429,"-2"0"-1710,-3 6-179,0 0-90,1 1-90,1 1-91,0-1 1,1 2-270,9-4-539,-6 3-181,6-5-809,-9 3-540,-1-1-629,0 0 2698,-3 0 0,-6 3 0,-2 2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28.01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60 51 7173,'-14'-11'4048,"-2"-1"-1890,7 5 901,-2-2-1980,2 2-1079,10 3 90,2 5-90,9 3 90,0 5-90,0 1 0,13 8 90,-5-2-90,10 7 0,-5-3 90,0 1-898,4 3 808,0 0-273,1 2 363,2 2-90,1 1 0,1 1 0,0 0 90,2 0-90,-1 2 0,1 0 0,0 1 0,0 0 90,-1 0-90,-1-1 0,-2 0 0,0-2 0,-3-1 0,-2 0 90,-2-3-90,-2 0 0,-3-3 0,-3-2 0,-2-3 0,-3-2 90,-1-3 784,-1 1-155,-1-4 1107,0 1-1646,-7-12-180,-3-3 0,-6-13-90,0 2 0,0-3-90,1 1 90,1-1-90,-1-4 1,1-2-1,-1-3 90,0-2-90,1-3 0,0 0 90,-1-2 0,1-1-90,0-2 180,0-1-3482,0-1 3392,-1-1 0,1 0 90,-1 1 0,1 1-90,1 2 90,1 3 0,-1 4-90,2 4 90,0 4 0,0 3 3302,0 0-3661,1 3 359,11 14 0,-4 2 0,11 16 0,-8-2 0,1 3 90,2 2-90,-1 2 0,1 3 0,5 13 90,-4-8-90,4 12 0,-5-12 0,0 2 0,1 1 89,-2-1-89,1 1 0,5 14 0,-6-12 0,4 11 90,-5-16-90,-1 0 0,-2 0 0,0-1 0,-1-1 0,-1-2 0,-1 1 0,-1-2 0,1-1 0,-3-3 0,1-1 0,-1-2 0,0 3 180,-1-5 450,0 3-360,-8-11-90,-4-4 90,-5-6-91,-2-3 1,1 2 0,-2-3 0,-3 1 90,-3-2 180,-1 0-270,-3-1 269,-2 1 181,-18-5-540,9 4-24,-14-3-66,15 4 450,0 1-450,0-1 360,1 2-360,2-1 449,1 2-449,3-1 360,2 2-450,5 0-90,4 0-90,5 1-1169,0 0-180,4-1-336,10 4 336,15-1-540,9 2-1529,8 0-1888,-3-1 5576,-1 2 0,-1 2 0,-1 2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28.69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18 1 6543,'-9'17'90,"3"-5"0,4-8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33.31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7892,'5'7'5218,"-2"-1"-5129,1 24-89,-3-6 90,1 4-90,-2 0 90,1 0-90,-1 0 0,0-1 0,1-3 0,-1-1-90,1-2 0,0-3-179,0-1-181,0 1-1529,-1-3 90,3 2-809,-1-14 2698,1-9 0,0-2 0,-2-2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33.49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 19 8702,'-3'-15'120,"3"11"0,13 12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34.08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0 6273,'2'19'990,"1"0"-720,0 2 0,-1 0-91,0 0-89,-1 0 90,0 0-90,0-1 0,0 0-90,0-2 90,1-1 0,-1 2-90,1-4 180,0 2-180,1-17 0,1-8 90,-3-10-90,2-2 90,-2 4-90,2 0 0,1-1 0,0 1 90,0 0-90,1 1 0,0 2 0,1 1 0,2-2 0,0 5 0,5 2 90,-2 9 0,-1 10-90,-5 2 0,-1 3 0,-3-2 90,0-1 90,-1 4 629,-1-1-809,-3-12 0,3-11 0,-2-16 0,4-1 0,0 1-3392,1 6 3392,-1 2-90,3-4 270,1 5 0,6 4-180,-1 12 90,2 5 0,-4 7 3392,-1-2-3482,0 2 90,1 0-90,4 5 0,-5-5 90,4 1-90,-4-3-90,1-1-540,1-1-719,0-1 629,4-8 1,0-8 449,-1-3-90,0-7-180,-5 4 91,1 0 449,0-3 0,-4 7 0,0 2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34.86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21 46 6993,'6'-25'3868,"-7"13"-3598,-1 14-180,-7 21 89,6-2-179,-3 8 90,4-8-90,0 0 90,0-1-90,2-1 90,1-3-180,1 0 90,0-3-269,1 0-91,4 1 0,1-4-90,3 0 270,2-8 90,-1-7 0,-3-2 90,-1-6-90,-4 1 90,-1-2 90,-1-1 180,-1-5 270,-1 0 539,-2-1-809,1 3-270,4 17 90,0 1 0,6 12-90,-3 0 0,2 0-90,0 2-1049,2-1 959,-1 1-335,1-2 245,0 0-90,0-1-89,0 0-361,0-3 180,4-1 1112,0-5-752,2-6 363,-4-3-183,-3-5 1,-4 1-91,0-3 90,-2-9 180,0 5-90,-2-7 90,0 8 89,-1 0-89,0 1 180,0 1 90,0-5-180,1 2 180,0-1 629,0 3-629,-2 17 90,1 5-180,-5 17-91,3-5 1,-2 0 0,2-4-90,-1-1 0,1 1 0,-1 0-90,2-1-90,0 1-180,1 2-269,3 1-541,1 0 451,3-4 359,2-10 180,-1-8 0,-1-5 90,-3-11 90,-3-1 0,-2 0 90,0 0 0,-1 6 179,0 1 91,-1-3-90,1 3-270,1-3 0,6 11-90,2 5 0,4 9 0,0 5 0,-3 0 90,0 3-180,1 4 90,-1 1-90,2 18 90,-2-8 0,1 14 0,-4-9 0,-3 2 0,-1 1 0,-3 2 0,-1 0 0,-3 0 90,-2-1 0,-1 1 0,-3-1 90,-1-2-1,-1-1 91,-1-3-90,-1-2 180,-7 7-180,5-12-90,-6 4 0,8-12-90,1-4 0,1-3-90,2-3-270,0-2-449,-6-9 179,7-2 0,-4-10-179,10-3-720,2-5-270,2-6 1799,1-2 0,4-3 0,0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35.25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1 258 9781,'25'-4'270,"-5"-2"-270,-6 1-90,-4-2-90,0-2 90,1-3-89,5-10-1,-4 2 180,6-15-90,-10 14 539,1-19 91,-9 16 0,-4-7 0,-6 16-181,-4 9-269,-1 9 0,2 5 0,2 6 0,5 2-90,0 3 90,1 3-90,2 3 90,1 0-90,3 1 0,0-1-3392,4 0 3392,0-2 0,1-2 0,2-1-2358,4 3 2358,-2-7 0,3 3-90,-4-9 2268,0-1-2358,3-1 0,-1-2 0,2-4 3393,-2-7-3483,-4-3 0,-1-4 0,-2 1-539,0 0-91,0-4-719,1 0 1619,2-1 0,-3 7 0,0 4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35.57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16 2 8702,'-15'-2'5127,"29"4"-5037,-4-2-90,26 2 0,-13 0-180,1-1 90,2 0-180,12 1 90,-9 0-89,8 0 89,-14 0-90,-1-1 90,-3 2-90,-3-1 0,2 1-1259,-4-1 450,-8-1-900,-4-4 1979,-12-5 0,5 3 0,1-1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35.97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0 234 9242,'10'-19'1169,"-1"1"-809,-4 0-270,2 2 0,1-3 0,0 1 0,2-1-90,0 2 0,1 0 90,1 3-90,-1 0-90,6-2 90,-5 4 0,4 0 0,1 8 0,-4 4-90,5 3 90,-6 6 0,0 4 0,1 5-90,-1 4 0,3 18 90,-4-7 0,2 10 0,-4-13 0,-1 0 0,-2-4 0,-3 2 0,-1-2 0,-3-1 180,-2-1 0,-1-3-1,-3-2 91,0-3 90,-3-3-90,0-2 360,-4-4-450,-5-4-1,2-3-89,-4-6 90,7-1-90,-1-4 0,0-1 0,1-3-90,2-2-180,1 0 0,2-2-269,3 0-91,3-2-270,2 3-269,2-1-990,2 3 2069,1 2 0,-1 6 0,-1 3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12.66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44 6543,'7'-19'-135,"0"3"0,-4 11 0,0 2 1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14.01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268 1 14369,'9'8'90,"-3"1"-270,-9 5 360,0-1-270,-1 1 180,2 0-180,-2 0 270,1 1-360,0-2 360,1 1-360,-1 0 90,1 1 0,0 0 0,0 0 90,0 0-90,0 0 90,-1 0 0,1 1-90,-1-2 90,0 6 0,0-6 0,-1 9 0,1-6 0,-2 4 0,1 3 90,2-5-90,-2 4 0,2-3 0,-2 1 0,0 0 90,-1-1-90,1 0 270,0-2-360,1 1 360,1-1-360,0 0 270,0 2-270,0-2 0,0 1 90,1-2-90,-1 2 90,0-1-90,0 1 90,0-1-3392,1 0 3392,-1 1 0,0-1 0,0 2 0,0 0 0,-1 1 0,0 0 0,-1 1 3392,1 1-3392,-1 0 0,0 1 270,0 1-360,0 0 90,1 1-90,0 0 90,0-2 0,0 2 0,1-2 0,-1 0 0,2-2 0,0 1 0,-1-2 0,1 0 0,1 0 0,0-1 0,0 1 0,0-1 0,0 1 0,0-1 0,0 2 0,0-2 180,1 2-180,-2-1 180,2 1-270,-1 0 90,0 10-90,0-7 90,1 9-90,-4-10 90,3 2 0,-4 0 0,3 2 0,0-1 0,0 2 0,-1 0-90,-1 0 90,1 0 0,-1 0 0,1 0 0,-1 1 0,1-1 0,0 0 270,0 0-360,1 0 90,0-1 0,0 0-90,0-1 90,0 1 0,1 1 0,0-2 0,-1 2 0,1-4 180,-1 2-180,1-2-90,0 2 90,0 0-90,-1 1 90,1 0 0,-1 1 0,1 14 0,-1-9-90,0 10 90,0-13 0,0 0 0,2 1 0,-1 0 0,0 1 90,-1-1-180,1 1 90,0-1 0,-1-1 0,0 2 0,-1-1 0,1 1 0,1 0 0,-1-1 0,0 0 0,0 0 0,-1-1 270,1 1-360,-1 0 90,-1 2-90,-1 13 90,2-10-3482,-2 11 3482,1-14 0,0 0-1,0 2 1,0-1 0,0 3 0,0 0 0,0 1 0,1-1 0,-2 18 0,2-12-179,-1 13 179,2-17 0,1-1 0,-2 0-90,1 0 90,0 0 270,2-1-360,0 0 90,-1-1 0,2 2 3213,-2-2-3213,2 1-90,0-1 90,-1 1 0,1 0-3302,2 0 3302,-3 1-239,3 16 239,-5-11 0,4 12 0,0-16 0,-1-2-2014,1 20 1924,0-14 90,2 14-632,-1-18 722,1 0-180,-2-1 90,-1 0 0,2 1 1641,-2-1-1641,2 2 0,-1-1 90,1 1 111,-1 1-201,3 19 90,-3-15 2607,2 16-2607,-2-19-90,1 0 1156,0 1-1156,0-1 0,0 2 0,-1-2 0,1 1 0,0 0 0,0 0-90,0 0 90,0 0 0,1 0-90,-2-1 180,3 2-90,-2-1 0,1 0 0,-1 1 0,1 0-2805,2 22 2805,-1-15 90,0 17-394,-2-22 304,0 1 0,1 0 0,-1 0-90,1 1 90,5 43-90,-4-32-381,4 32 651,-5-43-180,1 1-84,0 0 84,0 0-90,0 1 180,0 0-180,-1 1 73,1 0 17,0 1 0,0 1 0,0 0 0,0 0 0,0-1-90,2 25 90,-1-20 0,2 18 0,-1-2 0,-3-17 0,2 17-90,-3-22 90,1 25 0,0-18 3,1 19-3,-1-23-90,-1 1 90,1-1 90,0 2-90,0-1-1763,4 28 1763,-1-18 0,2 22 1480,-2-27-1210,0 1-360,1-1 360,-1 0-360,0 0 270,1-1-360,0 1 90,0-1-90,0-2-37,1-2-143,-1-3-90,-1-2-179,3-7 147,-3-1-417,2-7-181,-3-4-539,2-5 2292,-1-6-673,-1-4 0,-3-9 0,-3-3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15.11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144 336 7533,'-27'2'3418,"1"-1"-2699,8-4-179,2-1-270,2-4-90,1-2-270,2-5 90,3 0-3482,3-3 3482,2 1-90,1-2 90,2 0-90,1-1 90,1-1-90,2 0 90,1 1 0,2-1-90,6-5 0,-2 7 90,5-3-90,-5 10 3482,1 2-3392,1 2-90,-1 2 90,2 2 0,5 4-90,-1 2 90,3 3 0,-4 2 0,-2 3 0,1 3 0,-1 2 270,1 3-909,-4 2 819,1 2-270,-3 2 90,1 2-90,-5-1 90,-2 2 0,-4 0 180,-2 0 0,-4 9-270,0-10 450,-5 6-360,0-12 819,-2-3-819,0-2 270,-2-3-270,-1-1 269,-1-4-269,-1-2 180,1-3-270,0-2-90,-7-5 180,8-2-449,-7-5 269,11 0-1080,-4-8 451,7 3 179,-3-3-1798,7 6 2428,1-3 0,2 9 0,1-1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16.65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10 0 9961,'8'21'450,"-2"-2"-1160,-3 3 800,-1-4 349,0 5-169,-1-5-48,1 4-132,-2-1 180,0 3 0,-2 23-360,1-15 90,0 17 408,0-21-408,1-1 270,-1 1-360,2 1 360,-2 2-270,1 0 0,-2 3 0,0 0 0,0 0 90,-1-1-90,1-1 90,1 0-90,-1-1 90,1 0-90,-1 0 90,2 0-90,-1 1 90,1 0-90,0 0 90,0 0 0,-1 1 0,1 0-90,-2-2 90,2 1 179,-2-1-269,1 0 0,-1-1 90,1 0-90,1-1 0,-1 0 90,2 0-90,-1 0 0,0 1 90,1-1 90,-1 1-180,2 0 180,0 0-180,1 1-90,0 1 90,0 0-90,0 1 90,0 1 0,-1 1-90,2 19 90,-1-11-305,0 14 305,-1-15 0,0 2 0,1 22 0,-2-14 0,1 15 0,-1-19-90,0-1 360,1 2-321,0 23-39,-1-16-518,1 18 608,-2-22 0,1 1 0,-1 1 0,2 2 0,0-1-3073,-1 2 3073,1 0-1927,-2-1 1837,2 2-767,-2-2 857,3 2 270,-3 1-360,3 1 90,-1 1-164,-1 2 74,1 1 90,-1 1-90,0 2 90,-1 1 1004,1 1-1004,0 2 0,-1 0-45,1-21 0,-1 1 45,2 28 0,-2-27 0,1-2 0,1 22 0,0 0 0,1 1 0,-1 2-90,1 0 90,0 2-387,1 0 387,-1 1 0,1 0 0,0 0 0,1-1 194,0 2-194,0-1 0,1 2 0,1-1 90,-1 2-180,2-1 180,-1 2-180,0-1 180,0 2-180,1-1 90,-1 0 0,1 0 90,-2 1 89,0 0-268,0 0 89,-2 2 0,0 1 0,0 1 1132,1 1-1132,-1 1 0,0 0 180,-1-1-180,1 0 0,-1-1 0,1 0 0,-2-1 0,1 2 0,0-2 0,0 0-90,-1 0 90,0-1 0,0 0 0,0-3 0,0 1 0,0-3 0,1-1 0,0-1-100,1-2 100,-1-1 0,1-1 270,0-1-270,1-1 180,0 0-270,1-2 90,-1-2-90,1 2 0,-1-2 90,1 2 180,1-1-180,-1 1 180,1 0-270,-1 0 0,1 0 90,1 1-90,0 1 90,1-1-90,-1 1 90,1-1 0,-1-1 0,-1 0 0,1-2-90,-2 1 90,0 0-2608,-1-15 2561,-11-19 47,-3-19 0,-1-16 0,2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17.47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8162,'9'18'1619,"-2"0"-1169,-3-1 90,-1 3-180,0 3-4162,1 1 4162,0 4-1409,1 0 1318,0 5-89,1 0 270,1 4-270,0 1-180,2 2 90,-2 1-1517,2 1 1517,-3-1-90,3 0 1333,4 16-1423,-3-15 0,3 9 1897,-5-19-2436,0-3-91,-1-3-269,-1-2 3070,0-3-3700,-2-3 1721,-1-2 1,-1-8 0,-1-2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18.94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16 6273,'17'-9'3778,"0"2"-3058,-6 11-91,-3 3-359,-3 13-90,-2-4 0,0 5 0,-2-3-90,1 1 0,0 3 270,0 1-360,-1 2 0,1 1 0,-1 1 90,-1 0-90,1 3 270,0-1-181,0 4 181,0 0-270,1 2 0,-1 0 90,1 1 0,-1 0-90,0 0 90,0 0 0,0 1 0,0 0-90,0 1 90,1 1-90,-2 0 90,1 0-3212,-2 1 3212,1 0-180,0 1 71,-1-1 19,1 1 0,-1-1 0,1 1 0,0-1 90,-4 4-2232,4-2 2142,-3 3 90,3-2-542,0 2 542,0 0 1756,1-1-1756,1 2-90,0 0 90,0 0 0,1 1-90,1 0 0,-1 0 0,1 0 90,0 0-90,1 1 0,-1-1 0,1 1 0,0-1 0,1 0 0,-1 0 0,1 1 0,-1 1 0,0 2 0,0 0 270,0 2-462,0 0 372,-1 0-180,0 2 180,0 0-270,0 1-90,0 1 180,-1 0-90,-1 2 90,0 0-90,-1 0 0,0 0 90,-2 29 0,1-21 525,-1 23-614,0-26 358,-1 0-656,1-1 567,0 1-360,0 0 90,1 1 0,0 0 0,1 28 0,0-21-182,2 20 272,-1-29-90,2 0 360,-1 0-270,2 0-90,-1 1 90,2 0-90,-1 1 0,3 29 90,-2-20 0,1 22-90,-2-28 90,3 1 270,-3 1-360,2-1 90,-3 1-45,-2-18 0,1 0 45,1 29-45,-2 6 0,0 2-45,0 5 715,-2-19 1,0-3-626,0 6 0,-2 0-97,1 0 187,0-1-180,-1 0 180,1 1-180,-1 0 180,0 1-180,0 1 90,0 1 0,-1 0 0,1 1 0,-1-1 0,0 1 0,0 0 0,0 0 270,-1 2-270,1 0 0,-1 1 0,0-2 0,1-23 0,0 0 0,-1 32-45,2-33 0,-1 0 135,0 22-90,3-1 45,-2-23 0,0 1-45,1 31-237,-1-31 1,-1 0 236,0 23 0,0-1-752,0-22 0,1 0 752,0 30 0,0-30 0,0-1 404,1 21-404,-1 1 0,1-2 12,1 0-12,0-1 270,1-2-270,0 2 180,0-2 209,1 1-389,-1-24 0,0 1 2038,2 26-2308,2 20 360,-3-33-450,7 23 90,-4-21 0,4 13-65,1-48-834,4-11 1413,2-21 0,-5 0 1,-4 0-1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19.89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53 54 6813,'-17'3'4947,"2"0"-3328,0-2-1619,12-4 90,0-2-90,14-4 0,0 2 0,2-1 0,3 0 0,0 1-90,2 1 90,0 2-90,1 0 90,-1 4-90,7 6 90,-6 2 0,4 7 0,-8 3 0,-1 4 0,-2 4 180,-2 5-180,-3 3-3212,-2 4 3122,-3 2 270,-3 1-401,-3 0 221,-2 1-89,-2-2 89,-2-1 89,-1-3-89,0-2 90,0-4-90,1-5 90,1-3 0,-1 0-90,4-5 90,2 2 3327,9-12-3147,10-1-74,2-8-16,5 0 0,7-4-270,-7 3 270,9-2-270,-10 4 270,-1 0-360,0 2 360,0-1-270,-2 2 90,-1 0-270,-2 0-450,-2 1-449,2 0-2789,-4 1 3958,-1 5 0,-6-5 0,-2 2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21.11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25 1 14189,'11'6'270,"-3"10"-270,-5 3 90,-2 7-90,-2-6 90,1 6-90,-2-2 90,1 6-3482,-1-1 3482,0 1-980,0 1 890,0 0 0,1 1 0,0 2 0,1 1 90,0 3-90,0 2-1884,-1 3 1884,0 2 1542,-1 3-1542,-1 0 625,0 2-625,-2 1 0,1 1 180,-2 24-583,3-16 403,-1 18 90,3-24-90,0 1 2290,2 0-2200,-1 2-90,2 1 0,0 2 90,1 1-90,0 1 145,1 1-145,-1 0 90,1 1 0,0 0 0,1 0 0,0-1 0,2 0 0,-1-1 0,1-3 0,0 0 0,0 0-90,0-1 179,0 1-179,0 0 270,0 1-270,0-1 270,0 2-360,-2 0 90,0 2-90,0 0 90,-1 2-90,0 0 90,-2 0 0,1 1 0,-1 0 0,-2 0 0,0 2 0,-2 1 180,0 3-180,-1 0-90,0 0-1471,-1 2 1561,1 1-90,-1-1-84,1 1 84,0-1 90,-1-1 0,1 0 0,1 0 270,-1 1-360,1 2 90,-1 0-90,1 1 90,-1 2 0,0 1-90,0 0 90,0 2 0,0-1 180,2 0-180,-1 1-90,1-1 90,-1 2-90,1 1-1705,0 0 1795,0 1 0,0-1 218,0 2-308,2-1 685,0 3-685,1-1 90,-1 1 0,1 0 0,0 0 0,2 1 0,-1 0 0,0 0 0,2 1 0,-1 0 0,2 1-90,0-2 90,0 0 0,1-1 0,-1-1 0,2 0 270,-2 2-360,2-1 270,-1 3-270,-2-25 0,0 0-60,-1-15 1,-1 0 59,2 16 0,0 0 90,1 25 0,-2 0 0,0 2 0,0 0 0,-2 0 0,0 3-90,-1-1 90,-1 2 0,-1 2 0,-1 0 0,0-50 0,0 1 0,0-1 0,-1 0 0,-3 49 0,-1 1 270,-1-2-360,0-1 270,0-1-360,-2-3 90,1-2-90,-1-4 90,1-2 0,-2-4 90,1 0 0,0-28 1752,-2-16-1752,-1-29 0,5-8 0,0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21.32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68 349 5824,'-12'-59'-1,"0"0"0,1 1 0,0 0 1,0 0-1,1 1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22.08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1 161 8792,'2'-24'1259,"2"4"-1079,6 6 0,0 3 0,3-2-90,1 1 0,5-1 0,1 1 0,2 0-90,0 2 90,0 2-90,-1 2 0,-2 1 0,-1 4 90,-2 2-90,0 3 0,-4 3 0,0 4 90,-3 4 0,-2 5-1,-4 3 1,-3 5 180,-2 1-90,-4 3 180,-2-1-90,-2 0 0,-2-2 89,2-1-179,-3-3 90,2-2-90,-1-4 0,1-3 0,2-4-270,1 0 0,7 0 0,7-5 0,6 0 270,6-8-360,-1 1 270,0 0-270,2 2 360,-1 0-360,0 1 270,-1 2-270,-1 2 90,-1 1 0,-2 2 0,-1 1 90,-2 2 90,-2 1 0,-1 1 90,-3 2 270,-3 8 90,-6 4-271,-3-1 1,-4-1-90,-1-8 90,-1-1-90,-2 0 0,0-2-90,-1-1-3392,1-2 3212,1-2-90,0-1-180,0-2-539,2-2-990,-5 0 809,-1-6-1438,-1 0 2582,2-5-64,4 0 0,7 1 0,1 2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23.14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200 1 8972,'5'19'1889,"1"1"-1529,-5 1 269,1 9-179,-1-8 0,1 19-270,0-15 0,0 11-91,-1-10 181,2 13-180,0-10 0,1 10 0,-2-12-3482,1 1 3482,-1 0 0,0 1-90,-1 2 90,-1 17-90,-1-10-63,-2 14 63,0-14 90,-1 2 0,-1 3 90,-1 5-90,-2 4 269,-8 29-89,3-18 2323,-5 21-2323,6-28-90,1 1-90,1-1 0,1 2 90,2 2-180,0 0-442,2 3 532,0 0-90,1 2 0,2 1 90,0 1-90,1 0 0,2 2 0,1 0 0,2 0 0,1-1 0,2 0 0,0 0 0,1 2 90,1-2-180,0 4 180,1-1-90,-2-18 0,0 1-1135,4 30 1180,-4-28 0,-1-2-45,4 24-90,0 1 90,0 1 0,-1 1 0,1 2 0,-1 1-433,0 3 433,0 2 0,-1 2 0,-1 1 0,-1 0-90,0 0 180,0 0-180,-1 1 180,0 0-984,-1 3 804,-1 0 90,-1 2-90,-1 1 90,-1-50 0,-1 1-45,0-1 0,0 1 45,0-1 0,-1 1 173,0 0 0,0-1-218,0 1 0,-1 0 45,0 1 0,0 0-153,-1 0 1,0 1 152,-1 0 0,0 1-45,0-1 0,-1 1 45,0 0 0,-1 0 0,0 0 0,1 1 0,-2-1 0,1 0-45,-1 1 0,0-1 45,0 0 0,0 1 45,0 0 0,0 0-45,0 0 0,0-1 0,-1 1 0,1 0 0,-1 0 0,1 0 45,-1-1 0,0 0-45,1 0 0,-1 0 45,0-1 0,0 0-90,1-1 0,0 1 90,0-1 0,0-1 90,1 1 0,0 0-135,0 0 0,-1-1 0,1 1 0,0-1 0,1 0 0,-1 0-45,1-1 0,-1-1 45,-3 50 180,0-4-180,3-1-90,-1-2 90,2-1 0,-1 0 0,3-3-90,-2 0 90,3-2 0,0-4 453,1-1-453,1-3 0,0 0 364,0-3-364,1-1-90,1-6 0,0-1 27,0-3-27,1-2 0,0-5 0,2 1 0,-1-5-90,0 2-90,0-2 1133,0-3-1313,-1 0 0,1-3-89,0-4 427,0-2-788,-2-3-89,1-4-91,-2-1-179,-1-4-270,-2-3 473,-1-4 1056,-1-6 0,1-7 0,0-5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24.17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125 23 8162,'-15'-14'3598,"0"5"-3328,4 14 0,1 4-90,2 7 270,1 0-360,-1 5 269,-1 1-3661,0 2 3572,1 0-270,0 0-90,2-1 90,2 0 0,0-1 0,2-2 0,1-1 0,2-2 3302,1-1-3302,1-1 0,1-1 0,1-2 0,1-1-90,3 1 90,0-3 0,2-1 0,6-3 180,-3-2-180,11-2 180,-9-2-270,4-2 270,-7 1-90,7-3-90,-5 2 0,8-3 0,-7 3-180,2 2 90,-1 2 90,-5 5 0,-1 2-180,-3 2 0,0 1-359,-1-1 359,-1-9 0,-3-15 180,0-4 0,-3-10-90,-1-13 180,1 14 0,-1-16 0,1 22 539,-1-1 181,0 1-450,0 2-360,3 21 90,0 6-90,1 24 0,0-1 90,0 4-90,0 3 0,0 1 0,1 0 0,-1 0 0,0-1-90,0-2 180,-1 0-540,0-1-809,1 10 269,-2-12-359,1 7-630,-3-15-719,1-3 2698,-2-3 0,1-9 0,0-2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40.16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152 325 6004,'-7'20'2518,"-1"-3"-1618,-2-2-1,-2-5-89,-1-3-1,-2-4-89,-1-3-181,0-3 91,0-4-360,2-5-270,4 0 180,2-2-180,4-1-90,1-3 90,3-2-90,1-4 90,3 0 0,2-3 0,2 0-90,3 0 90,0 0 180,2 3-180,1 0 180,1 3-360,1 3 360,0 1-360,0 3 270,0 4-180,1 2-90,0 5 180,0 3-180,7 12 180,-6 2 0,4 11-90,-8 2 90,-3 5 270,-1 3-360,-3 4 0,-3 20 90,-3-13-289,-3 12 379,-1-19-90,-4-2 180,-1-3-90,-3-3 180,-1-4 180,-4 4-270,2-11 89,-3 1-89,3-11 0,0-5-180,0-3 0,1-3 199,-1-5-469,2-4 270,0-5-450,1-4-179,2-5-91,1-3-1259,3-17 720,2 10-630,3-10-629,1 16 2518,1 4 0,-1 10 0,1 5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42.08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89 642 6676,'-21'1'3418,"2"-3"-3058,1-6 23,7-3-203,2-3 90,4-1-82,2-3-8,0-4 273,4-4-363,1-3 12,4-3 78,1-3 90,5-1-180,3-2 180,3-1-561,3 0 291,3 0-3296,2 1 3296,2-1 0,1 4-163,0 3 163,0 4-90,-2 5 90,0 5 0,-1 4 0,-2 5 189,-1 5-189,-3 6 3309,-1 4-3309,-3 6 0,1 18 180,-7-2-180,-1 15 180,-7-6 71,-6 3-341,-2 1 90,-5 1 0,-3 0 0,-3-2 90,-2-2 90,-2-2-90,-3-4 540,-10 6-630,5-13 360,-4 3-360,10-15 0,1-4 0,2-3 0,0-4-90,4-2 90,1-4-450,3-4-90,4-4-89,3-4-181,5-5 90,5-3-539,6-2-540,5-2-629,4 0 2428,5 0 0,4 3 0,1 1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43.51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96 229 6813,'-14'12'2609,"-2"0"-1620,4-6 270,-3 0-539,-1-4-540,4-5 0,4-7-180,6-8 90,5 0-90,3-4 270,2 4-360,2-1 269,2-2-268,2 0-1,1 0 0,2 1 0,0 3 0,2 1 0,0 2 0,0 4 90,1 0-90,1 5 0,0 2 90,0 4 0,0 2 180,1 5-270,0 2 270,1 4-270,0 2 90,-1 4-90,-1 2 90,0 2 0,-3 0 0,-1 0 0,-5 0 90,-2 0 90,-3 0 0,-4 1 0,-3 0 89,-4 1 1,-2-1 0,-5 0 90,-2-1-90,-6-1-1907,-3-1 1907,-3-2 0,-1-2 270,-1-3-450,-1-2-1,0-4-89,2-3-89,1-3-631,-5-6 270,9-6-179,-2-7-91,13-8-180,4-4 1817,4-7-2176,4-5-630,4-2 1889,10-20 0,-3 16 0,8-13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44.97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38 6723,'3'-17'7556,"1"0"-7286,1 13 0,-1 6-91,1 14 91,-2 6-4341,-1 6 4251,1 6 89,-1 4 464,0 3-553,-1 3 0,0 1 90,-1 0-180,-1 1 90,0 0 0,-1-1-91,1-1 91,0-1-90,-1-3 0,1-3 90,-1-3-90,1-5 0,0-3 270,1-4 90,-2 1 359,1-6-2426,-1 2-1621,0-20 1358,2-5-1358,0-10 3238,4 0 0,-2 9 0,0 2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46.83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96 15 8432,'-6'-12'4857,"-2"10"-4497,1 5-90,-2 12 0,1 4 0,-1 5 0,0 3-91,0 4 91,1 2-90,1 1-90,1 2 90,2 2-90,1 1 90,1 1-90,1 1 90,2 0-3302,1 16 3302,0-14-91,2 11 91,0-19-90,1-1 0,-1-3 90,1-2-180,-1-2 180,0 6 90,-1-10-90,2 8-90,-4-15-3778,0 2 1079,-4-15 245,2-6 2364,-2-17 0,3 9 0,0-1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48.24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235 296 6273,'-20'-3'2339,"2"-2"-2069,2-2 90,5-2-90,0-5-180,5-3-1,1-2 1,4 0 180,2 2-270,3 0 270,1-1-270,2 0 270,2-1-360,3 1 270,2 0-270,2 1 270,2 0-360,2 3 360,0 2-270,1 3-90,0 3 180,0 3-90,-1 4 0,-3 4 360,2 2-360,-4 6 270,3 2-270,-6 6 0,2 3 0,-6 4-1325,0 1 1415,-7 3 0,0 1 0,-5 0 180,-1 0 90,-4-2 0,-3-1 809,-23 13-719,10-18-90,-17 8 90,15-24 90,-2-1-181,-2-6-89,0-3-1887,-16-8 1797,13-3-90,-10-7 0,17 0 0,4-3-180,3-4 180,5-1-450,7-3-629,11-14 359,5 11-89,13-10 179,4 15-359,6 2-631,6 3 2718,3 3-1098,2 3 0,1 5 0,0 2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56.44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137 303 7533,'-17'-12'1979,"1"1"-1440,5 3 1,0 0 180,0-1-361,1 0 1,-1-2-90,2 2 0,-1-1 0,2 0 89,0 0-179,0-4-180,4-2 90,1-1 180,6 0-360,1 4 90,5-1 0,3 0 0,2 0-90,3 0 90,1 1-90,1 1 0,2 2 90,0 1-90,1 2 0,-1 1 1,1 2-1,-3 2 0,1 3 90,-3 1-3482,-1 2 3482,-1 1-90,-1 3 90,-3 2 0,-2 2 0,-2 3 180,-2 2-180,-4 1 3392,-2 3-3392,-9 13-90,-3-6 180,-7 9-90,0-10 0,-3-1 90,-2 0 0,-2-2 89,1-2 271,-11 6-270,11-9 0,-5 2 0,14-10 0,3-2-90,3 0 0,1-2 0,4 7-90,4 3 0,5 2 0,6 2 0,3-5 0,3 1 269,4-1-359,3-1 1,3-2-91,3-2 90,0-2 0,2-2 0,0-2 0,-1-3 0,-1-1 90,6-4 0,-10 0 180,2-3 0,-12 1 0,-5-2 89,0-2-89,-5-4 180,0-3-90,-3-1 0,-2-2 0,-3-1 0,-2 0-181,-4-2 91,-1 0-90,-2 1 0,-1 0 0,0 2-270,-2 1-90,1 1-179,-1 1-181,1 0 0,0 2-539,1-1-90,0 2-1620,1 0-898,1 1 3777,2 0 0,5 5 0,2 1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56.90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219 0 10591,'-14'12'1079,"0"3"-899,4 6 90,-2 3-90,-2 2-90,-1 2 90,0 1-90,-1 0 0,0 0 0,2-1-90,0 0 90,3-3-90,-1-2-90,2-2-90,2-3-90,1 0-180,3-4-899,-1 0 1349,1 0 0,2-7 0,0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57.13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9 6813,'5'-8'4048,"0"7"-3688,5 6-1,-1 8 91,-1-2-180,2 3 90,1 2-90,1 1-90,2 1-1,1 2-3391,0-1 3392,1 1-90,1 0 0,1 0 0,0 0-90,0-2 90,0 0-90,-1-2 90,1 0-90,-1-2-90,0 1-90,-1-4 3392,-1 1-3572,-1-1-89,-1-2-541,-1-1-449,1 0 1439,-2-2 0,-3-1 0,-4-3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57.76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13 43 6993,'4'-14'3508,"0"-2"-270,0 3-3328,-3 14 360,-1 5-360,-6 24 90,2-9-90,-2 8 90,1-3-90,3-6 90,0 4 0,2-9-90,2-2 90,2-1 0,1 0 0,10 5 0,-4-8 0,10 5 0,-6-10 0,2 0 0,1-1 0,1 0 0,1 0 0,0-1 0,0 1 0,9 2 0,-7-1 0,5 2 0,-9-2 0,-1 0-90,-1 0 90,0 1 0,-1 0 0,-1 2 0,-2-1 0,2 0 540,-3 0-360,3-4-90,-7-6 90,-3-18-180,-7 3 90,1-11 0,-2 11 0,3-3 89,0 0-89,1 1 0,0-1 90,1 2-90,-1 0 90,1 1 0,1 3 90,-1 2 0,1-1-90,4 15-90,-2 4 0,4 17 269,0 24-1803,-2-6 1444,1 18-90,-2-14-788,0 0 967,1 0-242,-2-1 153,-1-3 0,0 13 270,-1-15-270,0 7 360,-2-11-540,0-7 903,0 2-4951,-1-11-1505,-2-14 5733,-2-6 0,2-5 0,0 1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48.89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230 284 6633,'-28'-3'2519,"2"0"-1800,3 0 1,1-1 89,3 0-359,3 0 90,2-1-270,3-1 90,2-4-270,3 0 179,2-3-269,4-2-90,9-12 90,2 5 0,9-10 0,1 10-90,4 0 90,3 3 0,2 0-89,2 4-1,0 3 90,0 4-90,1 3 0,-2 4 90,0 4 180,-4 4-270,-1 3 270,-5 4-270,-3 4 90,-4 4 0,-4 2 90,-5 4-1,-5 2 451,-4 1-360,-5 2 180,-4-1 0,-4-1-91,-4-1 91,-4-1 0,-3-2 0,-2-3-90,-3-2 0,-2-3-3483,-1-3 3483,1-4-180,0-3-2358,-9-4 2088,12-4-270,-6-5-179,16-5 179,4-7-450,4-5-89,3-5 2268,4-6-4877,7-20 630,2 10 3760,6-13 1,1 18 0,1 2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49.47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61 350 6903,'1'-21'2339,"-1"1"-1350,1 2-449,2-1 0,0 0-91,2-1-89,1-1-90,2-2 0,2 1-90,3-2-90,2 2 0,2-1 0,4 2-1,0 1-3481,2 2 3482,1 3-90,1 4 0,0 3 0,-2 4 0,-1 5 0,0 3 0,-3 7 3482,-2 3-3212,-1 19-90,-6-3-3302,-2 14 3392,-7-9 0,-4 4-97,-3 0 97,-3 2 90,-3-1 449,-13 16-449,2-15-193,-8 10 103,6-20 90,-1-4-181,0-3 91,-1-4-180,1-5 2889,-9 0-3249,10-8-220,-6-1-229,11-8-1,3-4-449,2-5 0,2-4-360,3-4-4318,1-17 5847,6 6 0,0 2 0,4 15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59.08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169 111 7173,'-34'6'2159,"2"0"-1620,4-1 91,5 0 269,3-2-89,0 0-810,12-8 90,4 0 0,14-7-90,6 0 0,6-2-180,4-1 90,4-1-90,2 0 0,2 2-90,0 1 91,0 3-1,-2 6 90,-3 1-90,-4 6 180,-2 0-90,-1 8 90,-7 0 0,-1 6 90,-9-1 90,-3 1 0,-4 1-90,-3 1 89,-3 0 181,-7 8-270,1-8 90,-3 5-90,5-10 0,2-2 0,0-2-360,1-1 90,8 0 90,8-5-90,6 1 0,7-6-89,-3-1 89,2 1-90,2-1 90,0 2 0,0 0 0,0 3 90,-2-1 0,-1 3 0,-2 0 90,-2 3 0,-4 1 180,-1 3 0,-3 1 0,-4 3 90,-2 2 0,-4 3 89,-5 0 451,-8 12-540,0-8 0,-6 8 0,4-12-91,-2-1 1,0-1 0,3-1 0,-6-1-90,5-2 90,-10 4-180,11-8 90,-3 2 0,9-7-540,-1 0-3238,2-1 1350,0-8 539,8-5 951,2-5 0,4 4 0,0 4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5:59.53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0 156 7353,'3'-19'1799,"1"4"-1529,4 1-90,1 2-1,3 1 1,1-1 180,2 0-270,2 1 180,1-1-360,1 2 360,1 1-360,0 1 270,0 3-270,-2 1 270,0 3-270,-1 3 270,-2 3-180,0 3 180,-3 3-91,0 4-3481,-2 4 3482,-3 4 0,-1 4 0,-4 3 0,-1 4 270,-2 1-270,-2 2 90,-3 2 270,-1-1-2539,-2 2 2269,-1-4 0,-1 0-90,0-4 90,0-1-90,0-3 2268,1-1-2268,1-5 90,2-1-180,0-5 3572,0-3-3392,-1 1-180,2-3 0,4 1 0,10-7-90,8-3 0,5-4 0,4-2 0,-6 2-180,3 1 90,-2 0 0,-2 2 0,0 0-89,-5 1-1,-1 1 0,1 0 90,-2 2-90,0 0-90,0 3-269,0 0-91,-2 0-89,0 2-541,-2-1-898,5 2 2248,-2 0 0,-2-4 0,-3-2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6:00.25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40 143 8072,'-14'-4'4318,"1"0"-1979,0-1-2339,16 4 0,-1 0 0,29 10 0,-5-3 90,14 5-90,-6-4 0,5 1-238,2 0 238,3 1 0,1 1 0,3 0 0,-1-1-90,2 0 0,-1-2 0,-1 0-3223,0-2 3133,-1 0 0,-2-1 6,-2 0 85,-4-1-1,-3 1-90,-3-2 90,-4 0 90,-5 0-90,-3 0 180,-4 1 696,-1 0-336,-11 6 3169,-5-3-3079,-10 3 38,-7-4-308,1-3 0,-4 0-270,0-4 0,5 0 0,2-4 0,2 1 90,1-2-180,-3 0 269,0-2-268,-2-1 178,1-2-178,-2-2-1,1 0 0,-3-4 0,-1 0 90,-1-2-3392,-1-1 3572,0 0-1,1 1 91,0 1 0,3 1 0,1 4 0,3 1-90,3 3 3212,0 0-3392,4 1-90,10 2 90,4 4 0,13 3 0,2 3 0,3 2 0,4 0-180,20 6-90,8 2 180,2 2-90,-3 0 0,-20-4 0,-2 0 1,9 4-1,-14-5 90,5 3 90,-17-7 180,-3 0 449,-1 1-449,-7 4 90,-3-1 90,-10 5 0,-6-1 89,-3 2 1,-5 2 90,1 3 179,-4 0-359,1 2 180,-4-1-1194,2 1 1104,2-1-360,2 0 270,2-1-450,2-1 90,2 0-540,4-1-269,1 1 743,3 0-1284,2 1-449,2 0-449,3 1-1350,1-1-1619,1-1 5217,1-2 0,-2-9 0,1-2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6:24.527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191 0 14369,'-1'18'180,"-1"-1"-90,-1-2-90,-2-1 90,2 2 0,-1 0-90,1 0 89,1 0-89,-2 1 0,0 0 90,1 0-90,-2 0 0,2 0 90,-1 1-90,1-1 0,-1 0 0,1 0 90,-1-1-90,0 0 0,2 0 0,-1 0 90,1-2-90,0 1 0,-1 5 0,2 1 0,-2 6 90,-1-9-90,2 1 180,-3-2-180,3 3 0,0-1 0,-1-1 0,-1-1 0,0 0 0,-1 5 0,0 0 0,1-2 0,1 0 0,0 1 90,1 1-180,0 2 90,-1-6 90,2 7-90,0-9-3392,-1 4 3392,1-5 0,0-1 0,1 1 0,-1 0 0,-1 1 0,0-1 0,1 1 90,-2 0-180,1 0 180,-1-1-90,1 1 3392,-1-2-3392,0 1 90,0-1-90,0 1 0,-1 1 90,2-2-90,-1 2 90,1-1-90,-1-1 0,1 2 90,0-1-90,1 1 0,-1 0 0,2 0 0,-1 0 90,0 0-90,1-1 0,0 1 0,0-1 0,1 0 0,-1-1 90,1 1-90,0 0 0,0 1-3392,0-1 3482,0 1-90,1-1 0,-1-1 90,1 1-90,-1 0 90,-1-1 0,1 2 3391,1 2-3301,-1 3 0,0 2-180,-1 0 90,-1-1 0,0-2-90,1-2 90,-1-1-90,1 1 90,0 0-90,1 1 0,0 0 180,0 3-90,0 1 0,-1 2 0,0-1-90,0-1 90,0-4-90,0 0 90,1-2-90,-1 0 0,2 1 0,-2 0 90,2 2-90,-1 2 90,1 3-90,-2-1 0,2 14 0,-1-15 0,0 10 0,1-17 0,-1-1 0,1-1 0,-1 1 0,3 13 0,-1-7 90,0 11-90,-2-10 0,0-1 0,-1-1 0,1-2 0,0 13 0,0-12 0,0 10 0,0-13 89,0 1-89,0 2 90,0 3-90,-3 1 0,2 0 0,-1-1 90,2-1-90,0-1 0,0 0 0,0 0 0,0 1 0,2 0 0,-2 0 0,2 3 90,-1 1-90,-1 2 0,1 1 0,-1 0 0,-1-2 0,0-1 0,2 0 0,-1 0 0,2 2 0,0 1 0,1 4 0,-1-1 90,1 1-180,-2-4 180,0-1-180,1-1 180,2 14-90,-1-10 0,2 13 0,-2-15 0,-1 0 0,1-1 0,0 1 90,3 13-90,-1-9 90,0 9-90,-1-12 0,0 0 90,0 0-90,0 1 0,0 0 90,-1-1-90,-1 0 0,1-2 0,0 1 0,-1 1 90,1 0-90,-1 2 0,0 0 90,-1 0 0,0 9-90,-1-10 0,0 7 0,0-12 0,-1 0 90,0 0-90,0 0 0,-2 1 0,1 0 0,0 0 0,0 2 270,0 12-270,-1-9 0,0 9 0,0-13 0,1 0 0,-1-1 0,1 0-90,-1 0 90,1 1-90,-1 0-90,0 0 0,0 0-180,0-1 0,0-2-269,1 0-91,1-2-89,0 1 179,1-1-359,-1 2-91,2 0 91,-2 2-360,3-1-990,-1 0-719,1 0 3058,-1-2 0,0-11 0,-2-3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6:25.957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372 127 6363,'1'-19'1350,"-2"3"-1171,0-3 271,-2 6-360,-1-5 540,1 6 1798,-1-4-269,2 3-1979,-1 12-270,0 9 90,0 10-90,-1 7 90,0-1 0,-1 6 90,1 2-90,-1 2 0,1 2 90,-1 2 0,-1 19 0,0-12 0,0 15 0,2-17 0,0 0-331,0 0 331,0 0 0,0 0 0,1-1-90,-1-1 90,1 0 0,-2 0 0,3-1-90,-1-1 90,3 0-1,-5 0 1,3 0 0,-2-2 0,2 1 0,-1-1 0,1-1 0,-1-2 0,2 0 0,-1-2 0,0-1 0,0-1 0,0 0 151,0-1-241,1 0 90,-1-2-90,0 1 90,1-1 0,-1 1-90,0-2 90,1 1-90,-1 1 90,1-1-90,-1 1 90,1-1-90,-1 1 90,0 0-90,0-1 89,0 13 1,0-11-90,-2 11 90,2-12-90,0 1 90,-3 0-90,2 1 90,-2-1 0,1 9-90,1-10 90,-1 6-90,3-11 0,-2 0 0,2 1 0,-2 1 90,1 1 0,-3 14 0,1-11-90,-2 8 90,3-14-90,1-1 0,1-1 0,-1 2 180,-1 24-180,-1-13 90,-1 20 0,0-22 0,1 0 0,1-1-90,0-1 90,0-1-90,2 0 0,-1 0 90,1 2-90,-1 23 89,1-12 1,-1 17 0,-1-18-90,1-2-3302,0-3 3302,0-1 0,1-1 0,1 1 90,0 2-90,1 2 90,-2 2-90,0 2 90,-1-2-90,1 0 0,-1-2 90,0 1-90,1 2-110,1 2 110,-2 4 0,1 1 0,-1 2 0,-1-1 90,1 1-90,-1 0-90,1 1 90,0 1 0,-1-1 0,0-2 0,-1-1-90,1-3 0,0-2-89,-1-2-74,0-2-17,0-4 1,-1-3-181,1-4-180,-1-4-179,2-5-1332,-1-3-2897,1-3 5515,0-13-477,1-5 0,2-4 0,-1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6:26.921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80 2 10591,'8'-1'2069,"-2"2"-1889,-2 23 90,-2 2-91,1 8 91,-1 8-672,0 8 582,0 4 90,-2 5-711,0 3 891,0 3-271,0 3-1574,0 1 1665,0 1-90,0 1-38,1 0 38,1-1-363,-1 0 363,1-1-90,1-1 0,-1-2 0,0-1 0,0-1 0,1 0-1,0-1-1849,-1 0 1940,1-1 0,-1 1 991,1-1-991,-2 1-508,-1 1 598,-1 1-91,1 0 1,-2 1-1600,0-1 1600,0 2-90,-1 1 1962,0 0-1872,-1 1-606,0-1 606,-1-1-90,1-1-620,0-7 1,0 0 619,0 17-45,1-18 0,0-1 1633,1 0-1588,1-2 0,0-1 0,1-2 0,2 21-90,-2-19 0,2 16 90,-3-23-90,1-1 0,-1 1-100,0-1 100,-1 0 0,-2 22 90,-1-17-90,0 16 0,-2-2-90,2-14 90,-1 13-90,1-22-89,-2 17-1,2-15 0,-1 11 0,3-20-90,-1-3-90,0-3-90,1-3 425,0-2-335,0-3-360,0-1 3034,1-2-2943,0-1 97,0 0-8,1 5 0,0-4 0,0 4-184,1 1 95,0-4-1,0 5-90,0-6-629,1-2 1349,1 2 0,-1-10 0,0 1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6:27.768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200 9 7443,'19'-5'1979,"0"2"-1260,-4 5-449,-1 9 0,-4 2 90,-4 9-1,-2-1 181,-2 7-3662,1 3 3392,-2 4-925,1 3 925,-3 3-98,0 1 188,-1 2-91,0 0 271,-1 2-270,1 0-90,0 1 90,0 1-470,-1 1 470,1 1 0,1 1 2137,-1 1-2228,1 1 91,-1 2-90,0 0 90,0 3 0,0 1 711,0 3-711,0 3 0,-3 2-90,0 1-2596,-2 0 2686,0 1-90,0 1-536,0 4 535,-1 4-394,-2 3 395,0 2-1,0 1-89,0 0 0,0-1 0,1 1 0,1-2 0,-2 0 90,2-1-90,-1-1 0,2-1 0,0-3-17,2-3-73,0-4 90,2-1-90,-1-2 90,1 0-90,0 0 90,-1-1-90,1-3 2018,-1-3-2018,0-2 0,1-2 90,1 0-90,0-1-90,0 2 90,0-1-90,-1-1 90,1-2-90,-1 0 0,2-2-89,0 0-1,1-1 90,-1-1-90,0 0 0,1-1 0,-2 0 0,1-3-90,-1-3 0,-1-3-179,-1-5 1359,2-2-3519,-2 2 1216,2-7-5983,-1-1 7575,-6-18 1,5-3 0,-4-8-1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6:29.484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161 155 6004,'-14'-1'899,"0"-3"-809,-1 0 0,0-1-90,0-1 90,-1 1 90,1-2 180,2-1-1,1 1 361,1 1 539,0 0 1080,2 0-1799,10 3-271,5-2 1,8 3-90,5-2 0,-3 0 0,4-1 0,1-1-90,1 1 90,3-1 0,0 1 0,2-1-91,1 1 91,1 0-90,0 2 90,0 2-90,2-1 0,-1 3 0,1 0 0,0 2 0,-1 2 0,0 0-90,-1 2 90,0 0-90,-1 1 180,0 1-90,-1 0 0,0 1 0,0-1 0,0 0 0,-1 0-1,0-1 1,-1 1 0,0-2 0,-2 1-90,0-1 90,-1-1 0,0-1-3392,-1 0 3302,-1-2 90,0 2-90,-2-2 90,-1 1 0,0-1-90,-2 1 90,0 0 3302,-1 0-3212,5 2-90,-5-1-90,4 3 90,-7-4 0,2 1-90,-1 0 0,1 0 90,0-1-90,2 1 90,-1 0-90,2 1 0,-1-1 0,1 0 90,1-1-90,-1 0 0,1 0 0,0-1 0,1-1 0,-1 1 89,1-2-89,0 3 0,-1 0 0,1-1 0,-1 2 0,1-2 0,0 2 0,2-1 0,0 1 0,2 0 0,1-1 0,2 0 0,1-1 0,2 0 0,0-2 0,2 0 90,17-1-90,-10-1 0,13 0 0,-13 0 0,1-1 0,0 1 90,1-1-90,37-3 0,-26 2 0,27-1 0,-35 1-251,0 0 251,0-1 0,1 1-3309,20-4 3309,-14 1 0,13-2 0,-17 1 0,-2 0 0,2 0-211,-1-1 211,3 1-2034,-1-2 2034,2 1 0,0-1 1910,2 1-1910,0-2 0,1 1 0,-1 0 0,1 1 0,0 0 0,21-3 0,-19 3-1183,17-1 1183,-24 3 0,0 1 52,-2 0-52,-1 1 0,0 0 0,16 1 0,-13-1 2583,13 1-2583,-1-1 0,-14-1 112,13 0-112,-18 2 0,16 0 0,-14 0 0,11 0 0,-17 1 0,-1 0 0,0 0 0,0 0 1722,-2 1-1722,0-1 90,2 2 128,-3-2-218,3 1 180,-3-1-180,0-1 180,0 1-270,2 0 270,0-2-270,0 2 0,1-2 391,0 2-391,1-1 0,0 0 90,1 1 0,0-1-90,1 1 90,0-1 0,-1 2 0,1-1 0,-1 1 0,-1 1 0,2-1 0,-3 1 0,1 0 0,-3 0 0,0 2-90,-2 0 90,-1 0 0,-1 2 0,-1-1 0,0 2 0,-2 0 0,-1 2 0,-1-2 0,-2 1 0,0 0 90,-1 0-90,-1 0 0,-1 0 90,-1-1-90,1 1 0,-2 0 0,1 0 90,-1-1-90,-1 1 0,-1 0 0,0-1-90,-1 1 0,-1-1-269,-1 0-181,4 0-180,2 0 271,4-1-91,-3-4-90,0-2-89,-2-3-1,2-3 0,2-3-989,15-9 630,-6 2 90,10-5-541,-9 4-448,-1 1 1978,0 1 0,-1 2 0,-1 1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6:30.385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34 14 9062,'-1'-14'8185,"4"30"-7915,1-4 0,3 28-90,-4-10 0,0 5-90,-1 1 89,-1 2 1,-1 1 0,-1 1 0,-1 0 0,0-1 0,-2-1-90,1 0 0,-1-1 0,0-2 0,0-2 0,-1-2 0,2-3-90,-2-2 90,2-4-90,-1-2 0,1-4-630,0 1-8185,0-2 4228,1-12 4587,3-8 0,0-5 0,2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6:30.773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69 0 8882,'0'9'3778,"-1"-1"-3508,-7 26-180,0-6 269,1 5-269,-1 1-90,0 3 90,0 2-4071,2 2 3981,0-1 180,2 1 543,2-2-813,0 0 90,2-2-90,1-3 90,1-2-360,5 18 270,-1-20 0,3 13 0,-3-24 0,1-2-90,1-3 90,0-2 0,0-2-89,0-3 3368,6-3-3189,1-5-21,1-5 21,-2-5 0,-4-1 0,-1-3 90,0-1 0,-2-1 90,0-1 90,-2-1 0,-2 1-1,-2 0 91,-1-1 90,-2 1 0,-1 1-1,-2 1 1,0 3 0,-2 1-90,-1 1-1,-1 2-89,0 2-540,-4-1-899,-2 5 450,-3 2-541,3 6-359,2 2-989,5 2-810,0 0 3418,1 0 0,4-3 0,0-2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6:31.303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230 1 12480,'-8'23'1439,"-1"1"-989,-1 1-90,-3 5-4252,-1 2 4162,-1 4 0,1 2 985,0 2-1075,0 1-90,-2 0 0,2-1 0,-1-1 0,2-2-2041,0-4 1951,3-2 90,1-3-641,0-3 281,3-4 1766,0-2-3115,2-4-6519,1 2 8138,4-16 0,-1 6 0,3-13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6:31.510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12 28 8882,'-9'-20'5307,"6"12"-4857,11 25-91,1 2-89,5 14 0,-4-12 90,2 3-180,1 0 0,0 2-90,1 0 0,0-1 269,0 0-359,1-1-90,0-1-89,-1-2-1,0-2-360,0-2-989,6 4 629,-4-7-179,6 2-180,-7-9-3868,7-2 5127,-4-4 0,-2-1 0,-9-1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6:31.962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0 260 6633,'1'-18'2339,"0"0"-1709,2-1-91,1 1 91,3-1-180,2 0-1,0 0-89,3 2 0,1-1-90,4 0 0,-3 2-90,4-1-1,-2 4 1,3 3 0,0 1-90,0 3 90,-1 2-90,-2 3 90,1 2 0,-2 3 270,0 4-181,-2 3 1,-2 6 90,-2 5-90,-4 6 0,-3 5 0,-4 6-1,-4 3-357,-4 4 358,-5 2 90,-2 2-90,-5 2-495,-1 0 495,-1-1-90,-1-1 0,0-1 0,1-4-90,2-2-192,3-3 102,3-3-90,2-3-180,4-3 0,2-3-90,3-2 181,2-4-271,4-1 270,3-3-180,4-2 600,3-1-600,2-2 503,3-3-503,2-2 302,2-3-212,1-2 180,1-2-90,2-1 90,-2-3 0,-1-2 90,-2-1 0,-2-2 90,-3 0 270,-2-2-270,-2-2 180,-2-2 0,-2-3 0,-2-3 90,-3-2-1,-2-2 1,-3-2-90,-2-3 0,-1-1-90,-4-2 0,0-2-1,-3 0-89,0 0 0,-1 0 0,1 1 0,-2 2-3572,2 1 3212,-1 4-359,2 1-681,0 4 411,2 1-631,0 3-268,2 0-1171,1 3-899,0 0 3868,2 2 0,3 5 0,0 3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6:36.338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43 66 6543,'-8'-16'2609,"1"2"-990,0 2 989,-1-2-1438,0 4-990,5 14-3393,1 5 3393,8 20-1701,0 2 1611,3 6-90,0 2 90,0 4-90,1-1 90,1 1-90,-1-1 0,4 16 90,-3-16-90,3 12 0,-6-21 0,0-1 90,-1-3-90,-2-3 0,-1-4 0,-1-1 0,0-1-810,-1-3-58,0 1-212,1-16 2368,-1-3-2817,4-14-183,-1-2 1712,2-2 0,2 0 0,1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6:36.712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25 355 6633,'-10'-17'2339,"2"3"-1979,3-7-180,3 5 89,3-6-89,1 3 90,6-10-180,-1 3 0,6-6 0,-2 8 0,1 3-90,1-1 0,1 3 0,9-5 0,-6 8 0,5 0 0,-7 7 0,-1 4 0,0 3 90,-1 2-90,0 4 90,4 10-90,-5 0 0,2 9 90,-7-2 0,-1 3 0,-3 3 90,-2 1-90,-1 2 269,-4 13-179,-1-11 90,-3 10-90,1-16 90,-2 0 0,0-4 0,0-1-1,-2-3 1,1-4 0,0-2-90,-1-3 450,0-3-540,-5-2 269,4-5-359,-4-3 180,5-4 0,-5-11-270,4 2 0,-3-11 0,6 4 180,2-4-360,1-2 180,2-3-359,3 0-3303,1-1 3122,2 4 1,2 2-91,1 4 180,2 3-359,2 3-91,2 3 181,0 2-630,2 4 1439,-1 2 0,7 5 0,0 3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6:37.162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0 191 6273,'1'-23'1979,"1"2"-7009,-1-1 5569,1 4 1320,0 0-1319,-1 3 949,2 1-1040,0-3-179,3 2-180,3-1 3392,5 7-3392,-2 7 0,2 5 0,-3 7 90,0 5-90,1 4 90,-2 6-90,-1 5 90,-1 5 0,-1 5-1,-2 3-77,-2 3-12,-1 2 360,-2 2-360,-1 0 90,-1 21 180,0-19-360,0 17 180,2-27-180,1-1 180,1-3-270,3-3 270,1-4-450,8 10 90,0-14 0,4 7-270,5-14 270,-6-6 0,7-3 90,-5-9 0,1-4 1,0-3 346,1-4-347,-1-2 0,-2-3 90,1-3 0,-2-3-90,-1 0 180,-1-3-3482,-2-1 3572,-2 0 0,-3-2 90,-2 1 0,-7-1 90,1-1-1,-6 1 91,-1-2 0,-4 1 0,-2-1-91,-3-2 3483,-3 2-3212,-13-11-360,5 12 0,-8-8-91,8 13-89,1 1 0,-1 3 0,1 0-90,1 3-90,0 2-180,3 1-179,0 1-361,3 3-3237,-1-3 4047,2 5 0,6 0 0,5 4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6:39.878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21 15 8702,'-13'-15'6027,"6"17"-5848,6 6-179,6 17 90,1 2 0,1 3-90,0 2 90,1 3-90,1 0 0,-1 1 0,0 1 90,-1-1-90,0 0 0,-1 0 0,0-2 0,-1-1 0,-1-1 90,0-3 0,-1-2 0,-1-2 0,-1-3 0,-1-1 90,-1-4-90,1 2-360,-2-4-2608,-1 2 719,-3-14-2608,1-7 4767,1-15 0,2 9 0,3-3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6:40.211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19 335 6633,'-5'-15'2249,"-1"0"-3912,3 0 2113,0-1 470,2-2-650,1-2 345,3-3-526,3 0 91,1-2-90,3-1 90,2 1-180,1 0 0,2 3 938,0 2-1028,1 3-90,-1 3 0,2 4 0,-2 5 90,1 5 0,-3 4 0,3 6 0,-4 3 90,0 6 0,-5 4 90,-1 5 90,-3 1 0,-1 4 90,-2 0 90,-3 2-90,-3 0 89,-1 0-89,-3-3 180,-1-2-180,-1-2 180,0-1-181,0-3 1,-1-3 270,-3 3-360,2-8 180,-6 2-450,5-11-90,-4-8-180,1-11 90,6-4-629,-2-17 359,7 10-90,1-10-89,5 8-91,1 2-1618,4-8 539,1 10 1889,3-3 0,-5 16 0,0 3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6:40.610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72 350 6633,'-10'-21'2519,"1"1"-1980,1-1 1,1-1-90,4-1-4342,1-2 4162,5-1 0,1-1 769,5 0-1039,1 1 0,3 1 90,2 2-2448,2 3 2268,0 4 2058,10 1-2147,-7 7-1,6 3 0,-9 9 90,-1 4-90,-1 2 3467,-3 7-3287,-2 2 0,-3 5 0,-2 3 180,-4 2-90,-2 1 225,-2 2-135,-3-1 89,-1-1 1,-2 0 90,-1-1-90,-2-2 0,-1-1 90,1-3-181,-2-2 91,1-2-90,-1-4 90,-2-1-90,3-4 0,-1-1 0,3-3-90,-5-2-90,-1-6 0,3-3 0,-3-6 0,9-1-90,-7-13 0,7 3 0,-1-10 0,5 6-90,3 0 0,2-1-90,3 1 0,1 0-539,6-7 359,-2 9-90,5-3 1,-4 13-1,1 3-90,1 3 1,0 2-1,1 5-1978,4 7 2608,-4 3 0,-1-1 0,-8-2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6:40.944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7 326 7083,'-3'-16'2698,"0"-7"-2158,2 4-90,2-5-90,2 4-91,4-1-89,1-1 0,3 0 0,2 0 0,2-1-90,2 2 0,3 0-90,0 1 180,2 4-270,0 1 180,1 4-90,0 2-90,17 9 90,-14 5 0,13 11 90,-21 3 0,-1 4 90,-2 4 0,-3 2 719,0 32-449,-8-22 0,-2 22-1,-8-30 91,-1-3 0,-3-2-1,-2-2 271,-7 3-540,3-9-90,-5 1-90,4-11-180,1-3 0,-1-4-180,-1-5-180,0-4-719,-8-16 359,6 2 1,-5-13-181,13 7-179,0 0-180,4 3-810,3 1-719,0 4 2030,3 2 0,1 9 0,0 2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43.3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1438 740 7443,'17'-7'3598,"-7"11"-2969,-7 11-359,-7 9-90,-2-1 0,-2 5 0,-3 4 0,-3 4-90,-3 4 0,-3 3 0,-3 2-90,-2 4-579,-5 2 579,-2 1 360,-4 2-360,-4 1-783,-4 0 962,-5-1-89,-3-3 0,-1-2 0,-2-5 0,2-3 0,-4-6-90,-1-4 90,0-7-90,0-6-561,1-8 472,-1-7 268,0-7-358,1-9 268,0-8-178,1-7-91,2-8-621,3-6 711,5-7 0,4-7 90,5-5-425,6-7 605,7-7-270,5-6 90,7-6-411,7-3 411,6-2-90,7 0 89,7 3 1,6 3-271,7 7 271,5 4 90,5 6 0,5 5-90,6 3 90,4 6 0,5 6 0,4 6-1,5 5 1,4 7 0,4 6-90,3 6 0,2 6 90,1 7-90,1 5 0,-1 6 90,-1 7-90,-4 5 0,-3 5 90,-6 4-90,-5 3 90,-4 5-90,-7 4 90,-7 4 629,-6 2-630,-7 4-89,-6 1 995,-8 5-905,-6 2 0,-8 4-90,-6 0 90,-6 2 0,-5-2-90,-6 0 0,-5-2 270,-4 0-592,-3-1 52,-4-2 0,-2-2-51,-3-3-39,-2-2-630,0-3 15,-1-3-554,-1-4-540,1-3-702,-2-3 2771,1-4 0,1-3 0,0-1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47.41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137 50 6094,'-16'-3'539,"1"-1"-719,1-1-179,0-3 179,3 0 180,-5-1 0,-6 3 0,-6-1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3:58.58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762 491 10321,'-2'-23'720,"-1"0"-630,1 1 0,0 4 89,0-1 1,0 0-90,-1 0 0,0-4 0,1 2-180,-1 4 0,6 13 180,-2 6-90,6 10-90,-4 1 90,2 16 0,-2-10 0,3 17 0,-5-18-90,1 3 90,-7-19 0,3-9 0,-4-11 0,2-4 0,2 4 0,0-1 0,-1-2 0,-1-2 0,-2-10 90,2 7-90,-2-7 90,3 13 90,-1 3 270,1-1-180,-1 4-270,3 13 0,0 6-90,2 16 90,2 9 0,0-5 0,0 9-90,0-10 90,-1 0 0,0 0 0,1-3 0,-2 7-90,1-5 0,0 4 90,-2-23 0,-1-6 0,0-17-90,-1-2 90,1-4 0,-1-2 0,-1-20 270,0 10-360,-1-13 270,0 1-270,0 13 0,0-8 90,2 21 0,0 4-90,-1-1 360,2 5-360,0 14 270,2 20-270,0 11 0,-1 12 90,-1-8-90,0 1 90,-1 1 0,-1-1-90,0-2 90,-2 13 0,0-14 0,-2 9 0,2-18 0,0-3 90,0-3-90,0-4 90,-1 1 0,-2-6-90,-2-7 0,2-6 0,1-9 0,-1-11 0,3 2 0,-1-9 0,2 7 0,1 0-90,-1-1 90,2 2 0,0 1 0,0 3 0,1 2-90,0-1 0,1 2 90,3 13-90,0 4 180,3 19-180,-3 0 90,1 6 0,-1 1 0,0 3 0,-2-1 0,1 0 0,-2-2 0,1-3 0,-2-2 0,1-4 90,-1 1 0,1-2-90,-1-16 0,0-3 0,-1-18 0,-1-24 0,1 14 0,0-21 0,0 23 0,0-1 0,0 1-3302,-1-7 3572,2 11-180,-2-7 539,1 15-719,0 15 0,1 9 0,-1 18 90,1 3-89,-1 4 89,-1 1 3392,1 2-3392,0 0 0,-1-1 0,1-2-90,1-2 90,-2-2 0,1-4 0,-1-3 90,2-3-180,-1-1 0,0-2 90,1-13 0,1-5-90,1-28 90,-1-6 0,1-3 0,-2-1 0,1 10 0,-1 0 0,0 0 0,-1 3 90,0 0-90,-1 4 269,1 3-89,-1 4 270,1-1-630,-1 17 180,1 4-90,-1 18 0,1 5 90,0 3-90,-1 0 90,0 2 0,0-1 0,0-2-90,0-1 90,0-4 0,1-3 0,0-3-90,0 2-89,0-4 179,3-15-90,-1-5-3302,4-19 3392,0-1-367,3-19 367,-2 9-53,2-13 323,-3 14-360,0 1 270,-1 0-270,-1 3 3454,0 3-3364,1-1 455,0 6-635,3 25 173,-4 3 7,2 26-90,-4-9 90,0 2 0,0-1-90,-2 0 90,2-1 0,-1-2 0,1-1 0,-2 8 90,1-9-180,-1-11 90,3-23 0,-1-12 0,2-8 0,-1 7 270,-1-13-360,1 8 90,-2-8 0,0 6 179,0 13 181,-1-8-270,0 16 0,-2 7-90,0 8 0,-3 13 270,1 2-270,0 5 180,-1 2-270,-1 1 270,0 1-270,1-1 90,-1 1-90,1-3 0,1-1-3392,-6 11 3572,5-14 270,-4 10-360,5-17 90,0-10-180,2-3 180,-1-14-180,3-1 3392,-1-2-3392,0-4 0,0 1 0,-1-14 90,0 8-90,-1-8 90,2 12 0,-1 4 0,1 2-90,0 0 90,1 3-90,0 16 270,1 5-270,0 19 360,1 2-450,-2 20 180,0-8-90,-1 14 90,-1-16 0,2 1-90,-1-2 90,0 0 0,0-2 0,-4 8 0,2-12 270,-1 3-180,2-15-540,-1-1 360,-2-13 90,3-4-90,-2-14 90,3-5 0,0-3-90,0-4 90,-1-1 0,1-2 0,-1-1 0,0-1 270,-1 0-360,1 3 360,0 1-360,1 5 270,-1 3 0,1 4-180,0 0 90,-1 17-180,3 4-90,-2 32 90,2-6 90,-2 14-90,1-12 90,-1 0-90,1-1 360,-1-1-360,0-4 270,-1-2-180,1-3 180,0-4-180,1-3-90,-1 1 0,-1-15 0,1-3 0,0-17 0,2-6 0,1-3 90,1-5 0,0-2 0,0-2 180,-2-2-270,2 0 0,-2-1 90,0 1 0,1 1-90,-1 3 90,1 3-90,0 4 90,0 5 0,1 0 180,1 24-270,-1 2 0,1 41 0,-2-9 90,-2 33 0,-1-26-207,-1 11 117,1-18 90,-1-2 90,-1 8-90,-1-12 0,0 3 270,1-16-270,1 0 0,-3-18 0,3-3-90,-1-19 90,4-2 0,0-4 0,0-1 387,1-4-207,-2-16-270,2 11 0,-3-11 0,2 17 90,-2 0-90,4 4 90,-2 1-90,2 5 0,-3 5 90,3 0 180,0 23-180,1 1 180,0 23-360,0 3 90,-1 3-539,-1 5 539,0 1 0,0 1-58,-2-2 148,1 0-90,-1-4 90,0-2 0,0-4 0,0-4 270,-1-3 0,0-5-1,0-1-89,-2-15 350,3-5-440,-3-17-180,4-3 270,-1-5-22,1-16-248,-1 8 0,-1-12 0,1 16 0,-2 0 0,1 2 90,0 2-90,1 4 0,0 3 90,1-1 180,3 17-270,-1 5 0,2 18-90,-2 20 180,0-7-90,0 13 90,-3-14 0,1 0 0,-2-2-90,0-2 90,0-3 0,1-2 270,-1-4-90,2 1 90,-3-5-180,-1-10-180,0-5 180,-1-14-180,2-2 270,-1-3-270,1-3 180,0-2-180,0-1-90,0-1 180,-1-1-90,0 0 0,0 1 90,0-1-90,1 3 90,0 1-90,2 2 90,2 3-180,0 2 90,4 1 90,3 7 180,3 5-180,3 9 180,0 7-270,1 7 180,10 17-180,-5-3-315,7 14 225,-8-9 90,0 2-90,-1-2 90,-1 1 0,-1-3 0,-2-2 0,-1-3 90,-2-3-90,-1-5 1,-1-3 89,-2-4-90,0-1 90,0-16 135,-3-2-135,0-18 0,-3-2 0,0-5 0,0-2 0,-1-4 0,1-2 0,-1-1 0,0 1 0,2 0 0,0 4 0,1 2 0,2 3 0,-1 4 0,2 5 0,-1 3-90,2 4 90,3 2 0,3 10 0,-1 3 0,1 12 0,-4 3 90,1 6-90,-2 4 0,0 3 0,-1 2 0,-1 1 0,-1 0 0,-1-2 0,-1-1 0,0 5 90,-1-12 90,-1 8-90,-1-14-90,-2-21 0,1-4 0,-2-23 0,3 5 0,0-4 0,0-2 0,2-3 0,0-15 0,1 11 270,1-10-360,0 17 270,1 3-270,1 4 270,1 2-270,1 4 180,4-1-90,3 9-90,5 7 0,-4 8 0,1 11 0,-6 2 0,3 17 90,-5-6-90,2 12 90,-6-12 0,-1 0 0,-2-2 0,-1 0 0,-1-3 90,-2-2 0,0-4 0,-2-3 0,-1-2 269,-2-4 181,-4-1-360,-7-8-90,4-1 0,-4-7 90,10 1-180,-3-3-270,4 1-629,0-5-631,8 2 361,6-2-810,2 4-539,4 2 2518,-3 3 0,-4 2 0,0 1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4:00.81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519 391 6363,'-16'6'2789,"-3"-1"-2339,1-4-1,1-1 91,1-4-180,5 1 269,0-3-449,-1-3 180,3 0-270,-2-7 0,8-2-90,3-1 90,5-2-90,3 4 0,3 0 0,2 1 0,3 0 0,2 3-90,2 1 90,0 3-90,1 2 0,0 5-90,8 6 90,-7 3 0,6 8 0,-11 2 0,-1 5 90,-3 3-90,-1 3 0,-4 2 1,-2 2 89,-2 1 0,-3 0-90,-3-1 90,-2 0 0,-3-3 0,-1-1 0,-3-3 90,-1-3 89,-2-3-89,-1-4 90,-1-4 0,0-2 0,0-5 0,-1-4-180,0-3 90,0-5 0,-1-4-3482,2-3 3482,-1-4-90,1-4 90,2-3-90,2-1 0,2-4 0,3 0 0,2-2 0,4-1 0,2 2 0,4 0 0,3 2 0,2 3 3302,3 2-3302,1 4 0,2 2 0,0 4-90,3 4 0,0 3 0,1 3 0,0 3 0,-1 4 0,0 3 90,-2 4-90,-1 3 90,-2 4-90,1 13 0,-5-3 90,-1 9 0,-8-8 0,-2 0 0,-4-1 90,-1-1 0,-3-1-3392,-2-3 3392,-2-2 90,-1-2 0,-2-4 0,0-3 0,-1-4 0,0-1-90,1-4-1,-1-3 1,1-3 0,0-4 3392,1-2-3392,2-4-90,-2-3 0,3-1 0,0-3 0,2 0 0,3-3 0,2-9-90,4 7 90,3-6 0,3 13 0,3 0 90,11-2 90,-4 6-3752,8 0 3482,-7 9-90,0 4 90,1 4 1,-1 3-1,-1 6 90,-1 4-90,0 5 3392,-4 3-3302,0 4-90,-4 3 90,-3 1 0,-3 1 0,-2 0 0,-3-1 90,-3-2 0,-2-2 179,-9 5-89,4-11 0,-7 2 90,4-12 0,0-4-90,-2-3 0,0-4 0,-1-5 89,-8-11-179,6 0 0,-5-9-90,10 2 0,0-1 90,3-1-90,0-1 0,4 0 0,1 1 0,2 0 0,2 2 0,3 2-90,2 2 90,4 1-90,2 3 0,4 0 1,2 4-1,3 1-90,3 4 270,1 3-360,1 3 90,1 4 0,0 5 0,0 4 0,-1 7 90,-2 5 0,-3 5-90,-1 4 90,-4 4 1,-2 1 89,-4 1-90,-3 0 90,-3-2 0,-3-1 0,-2-4 449,-9 7-359,2-13 90,-9 3-90,6-15 90,-2-4 0,4-4-90,-3-4 180,-7-8-180,3-2-90,-4-8 90,8-1-90,1-4 0,1-3 90,1-2-90,1-2 0,-1-14 0,5 9-90,1-9 90,6 14 0,3 1-90,3 1 90,3 3 0,4 1-90,3 2 0,4 2 0,2 3-90,2 3 270,1 4-450,10 4 180,-6 6 0,7 5 90,-11 7-90,-3 3 90,-1 6 1,-2 2-1,-2 4 0,-4 1 90,-3 2-90,-3 0 90,-4 0 0,-6 11 0,-1-12 0,-7 7 90,2-16 0,-2-4 179,-3-3-179,0-3 0,-2-3 0,0-2 0,-1-4 0,0-3 0,-1-3 0,-1-1 0,0-4 0,0-2-90,0-4 0,2-2 90,0-2-90,3-3 0,1-1 0,2-1 0,1-3 0,4 0 0,1-4 0,3 0 0,2-2-90,6-12 90,2 11-90,6-7 90,2 18-90,3 1 0,3 3 0,3 4 90,2 2 0,14 2-180,-7 6 0,9 4 90,-10 7 0,-2 5 1,-2 5-91,-2 4 180,-2 5-90,-3 3 0,-4 3 90,-2 2 0,-5 1 0,-1-1-90,-5-1 180,-2-1-90,-4-2 90,-2-4 0,-2-2 0,-1-6 89,-2-2 181,-1-4-270,-1-4 180,0-3-180,-2-5 90,0-4-180,-1-3 180,0-6-270,1-4 90,-2-3-90,2-6 90,-1 0 0,1-4-90,1-1 90,2-2 0,1 0 0,3-1 0,2 1 0,3-1 0,2 3 0,4 1 0,3 2-90,4 2 90,4 3 0,4 3 0,3 2 0,2 5-90,4 3 90,-1 6 90,4 4-180,-2 5 180,3 5-3842,9 17 3572,-11-1 0,6 13-955,-16-6 955,-1 3 13,-4 2-13,-4 1 180,-3 1-90,-4-1 0,-2-1 90,-5-2 2836,-2-3-2836,-4-3 90,-2-3 1543,-2-4-1543,-2-4 0,-1-4 495,-1-4-495,-1-5 270,0-4-360,0-4 270,0-6-360,1-4 270,-1-6-270,3-4 270,1-5-180,2-4-90,-2-20 0,6 8 90,1-14-365,8 15 365,3 0 0,4 1-90,2 3 90,5 1 0,15-9-90,-5 13 90,16-4 0,-12 17 0,7 6 0,1 3-90,0 5 90,0 6 0,-3 5-90,0 5 270,-2 6-360,-4 5 90,-2 5 0,-3 4 90,-5 4-90,-3 2 0,-3 20 90,-6-12-282,-2 14 282,-7-20 0,-2-1 0,-2-2 267,-3-4-177,-2-5 0,-1-2 0,-2-5 0,-1-2 270,0-5-360,-2-4 90,0-3 0,-10-8 200,7-3-200,-6-8-90,9-2 0,1-4 0,0-4 0,2-1 0,0-4 90,2 0-90,2-2 0,-3-14 0,6 12 0,0-10 0,6 17-90,5 1 90,2 2 0,4 2 0,1 3-90,3 4 90,10 2 0,-4 5 0,9 5 180,-6 7-270,0 5 180,0 6-180,-1 4-90,0 6 90,-2 4 0,-2 4-90,-2 2 0,1 20 0,-6-13 90,0 14 0,-6-19 90,-2-3 0,-2-3-89,-1-4 89,-1-4 89,-2-4 1,1-3 180,-2-5 0,-4-2 0,-2-10-360,0-3 0,2-11 90,4-4-90,1-6 90,1-4 0,2-5 0,3-2 0,0-3 180,5 0-180,-2 1 180,5 2-270,-1 2 270,3 3-270,1 4 90,9-3 90,-3 11-180,6-1 270,-6 14-360,1 6 360,0 5-270,-1 6 0,0 7 0,-2 5 90,0 5-90,-3 3 90,-2 2 180,0 20-257,-5-12-13,-1 10 0,-4-18 0,-3 4 90,0-12-180,-1 3-1979,0-13 990,-2-14-900,2-3-282,-1-14 2351,3-4 0,1 9 0,0 1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4:02.90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137 438 8252,'-12'11'2969,"-3"-2"-2520,4-8-359,-4-4 90,4-3-90,-1-3 0,3 0 0,0-3-90,1-4 90,-1-1-90,2-3 0,0-3 0,3-2 270,2-1-360,2 0 270,3 1-270,2 1 270,4 1-270,2 3 180,3 3-180,3 1 180,2 3-270,3 3 180,2 2-270,2 3-3302,1 5 3302,1 2 0,1 4 1,-1 3 89,0 3 0,-3 3 0,0 3 0,-5 4 180,-1 1-2358,-4 4 2268,-3 2 2268,-4 0-2178,-2 2-2268,-3 1 2268,-4-1 90,-2 0 269,-9 11-179,0-12 90,-6 7 2268,1-15-2268,-1-4 0,-1-2 0,-2-3 0,0-4 359,-10-5 3033,7-5-3572,-10-4 180,13-6-270,-3-3 270,5-4-270,0-3-90,3-3 180,1-3-180,3 0 90,2-15 0,5 10 0,4-10 0,5 13-90,5 1 90,3 2 0,4 2 0,3 2-90,3 3 90,2 4 0,3 5 0,1 3 180,1 6-180,0 5 90,0 4-180,0 7-90,9 20 90,-11-4-1191,5 16 1281,-14-8-90,-4 2-217,-4 2 307,-3 0 180,-5 1-180,-2-1 180,-3-1-270,-4-3 0,-2-3 90,-3-4 90,-9 5 0,4-12-1,-6 0-89,5-13 1253,1-5-1163,-1-4 156,-1-6-246,-1-4 90,0-7-90,0-4 0,0-6 0,0-3 0,-7-21 0,6 8 0,-4-15 0,10 14 0,2-2-281,3-2 191,2 1 90,2 1 0,5-11-90,4 15 90,6-6 0,2 20-90,4 4 90,3 4 0,5 4 0,1 6 180,17 9-270,-10 7 270,12 10-360,-15 4 0,-1 7 90,-2 5 281,-3 4-461,2 24 270,-9-14-1458,1 14 1458,-11-20 180,-2-3-303,-4-1 392,-1-5-359,-4-3 180,-1-4-90,-3-4 90,0-4 0,-2-5 0,-1-4 0,-1-4-90,0-5 1364,-1-6-1274,0-4 128,-8-18-218,5 2 180,-6-14-270,8 5 270,1-5-270,0 0 0,1-3 90,2 1-90,1-2-222,2 1 312,3 1 0,3 2-90,2 2 90,4 4-90,3 2 90,4 4-90,11-4 90,-3 12-90,10-1 90,-7 16 0,2 5 180,1 6-48,-1 5-42,-1 5-450,8 21 180,-10-4 0,5 15 1,-13-10 89,-1 2-90,-4 0 180,-3-1-90,-2-2 90,-5 10 90,-1-14 0,-4 5 90,-1-18 179,0-4-269,-2-3 0,0-4 0,-2-4 270,-6-7-180,2-4-180,-5-8 180,5-3-270,1-5 270,0-3-270,-1-5 270,1-3-360,0-3 90,2-2 90,1-1-90,1-3 90,2 1-90,2-1 90,3 1-3482,2 3 3482,4 3-90,2 4 0,10-6 90,-1 15 0,7-3-90,-2 17 90,1 5 0,3 8 0,1 5 0,10 22-180,-7-1 3053,5 16-3053,-11-7 0,-3 3 0,-2 3 0,-4 1 1,-2-1 89,-4-2 0,-1-2 90,-4-2 90,-5 9 0,-2-15 359,-4 5-269,0-19 0,-2-4 0,0-4 0,-2-4 90,0-5-180,-2-4 90,-1-5 249,0-5-249,-1-6-90,0-4 0,0-5 179,-10-20-179,8 9-323,-6-15 323,10 13-90,1-2 90,1 1-90,2 0-3195,3 1 3195,3 1-283,3 4 283,3 1 117,5 2-117,2 4 0,5 1-90,1 4 90,4 4-90,2 4 90,2 3 3158,2 6-3248,2 6 436,1 6-435,0 6-3393,0 5 3572,-1 7-270,-2 4 0,5 22 0,-7-9-263,1 15 353,-10-16-90,-4-1 91,-1-1-1,-5-4 90,0-2-90,-5-4 359,-1-3-269,-2-5 3442,-2-2-3442,-2-6 90,-1-1-90,-3-5 483,-1-4-483,-1-7 0,-1-1 90,-1-7-90,0-4 90,2-6 0,-1-4-90,1-5 90,-1-2 0,2-3 0,2-4 0,1 0-307,2-3 217,2 1 0,4-1 0,3 2 0,3 3 0,1 2-90,7 3 90,2 2 0,5 4 0,5 4-90,0 4 0,3 3 307,5 5-307,-2 6 0,3 6 0,-3 7 0,0 8 180,-1 6-270,-2 6-90,-2 6 90,-2 4-312,-3 5 312,-5 2 90,-2 2 0,-3 0-90,-5 17 90,-3-18 180,-4 10-90,-1-24 180,-3-4 180,-1-4-270,-2-5-1,-1-3 91,-1-5-90,-1-2 0,-1-6 313,-2-3-313,0-5 0,-2-4-90,-1-5 90,0-4 0,0-4 0,0-2-90,-2-2 90,1-3-90,0-3 90,1-2-90,1-2 0,0 1 90,2-1-90,1 1 0,2 1 0,3-1-90,3 2 90,3-1 0,4 2-90,3 2 0,4 5 90,4 2-90,3 6 90,3 5-90,4 4 90,2 5-90,3 6 90,1 5-90,2 5-90,-1 6 360,1 6-540,7 18 180,-8-7-174,4 14 174,-14-14-3124,-1-1 3214,-4-1 0,-3-3 90,-2-1 0,-4 7 90,-3-12 0,-3 4 0,-3-14 446,-1-4-446,-2-3 3572,0-4-3662,-2-3 180,-1-3-180,-2-4 180,0-5-270,0-3 0,-2-3 90,1-4-90,-1-3 90,1-3 0,1-2 0,-6-17-90,6 12-955,-4-13 1045,8 17 0,2 0 0,1 4-90,4 1 0,1 5 0,4-1 90,7 6-90,10 5 1135,0 10-1045,5 10 270,-4 7-360,1 4 0,1 6-90,-1 3 90,0 4 0,-1 2-90,-2 2 90,-2 0 0,-2-2 1,-2 0 89,-2-2-90,-2-3 90,-3-2 0,-2-3 0,-3-3 0,-1-3 359,-3-4-359,-1-2 270,-8-1-270,3-6 90,-7-1 0,4-8 0,-1-3 0,-1-4 0,-1-3 0,0-4 90,-9-13-90,6 3 0,-4-10 90,8 6-180,3-2 90,1-1-90,3 0 89,3 0-89,5-2 0,2 3 0,5 0-89,2 4 89,5 1 0,1 3-90,5 4 90,1 5 0,1 5-90,2 5 90,0 5-90,0 6 90,0 6-90,-2 5 360,-2 5-360,-2 4 270,-3 3-270,-2 3 0,-4 1 90,-4 0 0,-3-2-90,-4-2 90,0-2 0,-2-4 0,-1-4 90,0-3-270,-3-3-270,-5-1-180,-1-9-269,-1-2-270,2-10-1170,5-3-719,0-5 3058,2-2 0,3 7 0,3 1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4:05.08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428 609 6903,'-18'16'1349,"2"-2"-899,7-7-90,-1 0 90,-1 0-1,0 0-89,-1-2 540,1 0-1,-6-2-629,1-4 90,-2-1-270,3-5 180,6-1-270,0-4 269,-1-14-89,3 1-270,1-12 0,3 4 0,2-4 90,2-2-90,2-1 90,1-1-89,2 1 89,2 2 0,1 3-90,0 4 90,2 3-90,0 5 90,1 3-90,0 4 90,2 3 0,0 3 0,3 3-90,-1 4 90,2 4 90,0 4-90,1 4 270,0 4-360,-1 5 359,-2 3-359,-1 3 1,-3 3 89,-2 2 0,-2 2-90,-2 2 90,-4 1 0,-2 0 0,-3-1 90,-3-1-90,-2-2 89,-1-2 1,-3-3 360,-2-3-270,-2-3 0,-9-1-90,5-7 90,-6-1-90,6-10 0,0-2 0,1-5 0,-1-4-90,3-6 0,-2-2 90,3-5-90,-2-1 0,3-5 0,1-3 0,3-1 0,2-2 0,2 0 0,4 0 0,4-1 0,2 1-90,4 1 90,3 0 0,2 3 0,3 2 0,3 3-90,1 3 0,2 5 90,1 4-90,-3 4 0,12 8 0,-10 6 0,10 8 90,-11 8 0,-1 5-90,-3 8 90,-3 6 90,-3 6-3572,-4 4 3662,-2 2-360,-4 3-270,-4 1 450,-4 0-90,-4-1 0,-1-3 270,-3-1-180,-2-5-2239,-3-3 2239,0-4 0,-2-6 90,1-4 0,-2-5 0,2-6-90,-2-4 90,3-6 2059,-2-6-2059,3-7 270,-2-6-360,2-8 3392,0-5-3392,1-7 0,2-5-339,1-5 339,2-4 0,2-3 0,0-2 0,6 0 0,-3 1 0,6 2 0,-1 2 0,4 3-90,3 3 70,3 3 20,3 4 0,3 4 0,3 3 0,3 5-89,3 4 89,1 5 0,3 4 0,1 7 0,-1 5 338,3 6-428,-1 6 90,2 5 0,0 6 0,-4 5-90,-1 6-25,-2 4-65,-4 3 270,-2 3-3558,-3 3 3378,-4 1-89,-2-1-114,-4-1 203,-2-1 90,-3-4-90,-3-2 270,-3-5-180,-1-3 180,-4-4 24,-1-5-204,-1-4 3289,-1-4-3199,-1-3 222,-1-6-312,-1-4 0,0-6 90,-1-5-90,2-6 0,-3-6 0,3-5 0,-1-5 0,3-5 0,1-5-186,1-3 276,2-4-976,2 1 976,2-2-1,3 2-215,2 1 126,3 5 0,4-1 0,3 5 0,4 0 0,2 6 249,4 4-249,12 0 0,-3 11 0,8 2 0,-7 13 898,0 6-898,-1 4 142,1 7-142,-2 5-90,-2 6 360,-2 6-450,-3 3-152,-4 6 242,-3 1-90,-4 3 90,-4 0 0,-2 0 270,-3-1-270,-4-4 270,-2-3-270,-3-5 0,0-3 90,-5-5 0,1-2 0,-3-5 90,1-4-90,-1-5 90,-1-4-90,0-5 0,-1-6 0,0-4 0,1-6 0,-1-6 90,1-4-90,1-5 0,1-5 0,0-4 0,3-3 0,0-2 207,3 0-207,2 1 0,5 2 0,-1 5-90,6 1 90,-2 7 0,3 4-90,2 4 90,3 5 0,2 3 0,2 5-90,2 5 90,1 4 0,2 7 215,0 5-215,0 6 180,1 7-270,-2 3 270,-1 4-360,-2 3 360,-1 2-360,-1 0 270,-4 1-90,0 15-180,-4-16 360,-2 9-360,-1-20 90,-3-4 90,-1-4-90,0-4 90,-3-2 0,0-4 90,-3-4-90,0-2 0,-2-5 90,0-3-90,-1-4 0,-1-5 0,-1-4 0,1-5 0,1-5 90,-1-3-180,1-5 90,-2-2 0,-2-4 0,4 1 0,0-3 0,3 2 0,1-1 0,0-14 0,5 15-90,1-7 0,6 20 90,3 4 0,4 5 0,2 4 0,3 5-90,10 10 90,-5 5 0,9 9 0,-7 6 270,0 6-270,-1 5 180,0 5-270,-3 3 180,-2 2-180,-1 3-125,-4 1 36,-1 0 269,-3 0-270,-3-2 90,-3-2-90,-3-2 180,-1-5-90,-3-3 90,-1-5 0,-2-2 0,-3-5 0,0-3 90,-1-4 214,-1-3-214,0-4-90,-2-4 90,-8-11-90,5-3 0,-5-9 0,7-2 0,2-4 0,0-5 0,1-3 0,-4-23 0,6 11-469,-2-16 469,7 19 0,3 0 0,0 3-90,4 3 90,2 3-176,5 4 176,0 3-90,4 5 90,0 3 0,2 5 0,2 5-90,1 4 90,3 7 0,0 6 269,10 19-89,-8 0-270,6 15 0,-11-3 270,-1 2-360,-2 3 79,-2 1-79,-3 1 360,-3-1-270,-1-3-90,-2-1 180,-3-4 357,0-4-357,-3-5 180,1-4-180,-2-5 90,-1-4-90,-5-5 300,2-6-300,-4-5 0,3-8 0,0-4 0,-1-6 0,-1-5 90,1-6-90,-1-4 0,2-3 90,0-4 90,1 1-90,2 1 0,1 5-90,1 3 90,3 7-90,0 5 0,0 1 90,5 14-90,1 3 90,3 17-90,0 4 0,0 6 0,-1 4 0,-2 2 0,1 1-90,-2 0-90,-1 0-90,-2-3 90,0-1-360,-1-3 1,1-3-1170,-1-3 1709,1 0 0,0-10 0,0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4:06.65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315 606 6633,'-7'18'1889,"2"-3"-1529,-1 0 0,1-3 449,-2 1-449,-3 1 629,2-2-89,-4 1-540,2-7-90,-2-7-360,2-5 90,2-9-90,3-3 90,-1-5 0,1-3 0,1-6 0,1-3-90,1-5 360,0 0-360,1-3 270,2 1-270,1 2 0,2 4 0,1 4 270,1 3-270,1 5 180,0 5-180,0 3 90,1 4 90,5 4-180,-3 7 0,4 6 0,-3 6 0,0 6 0,-1 6 90,0 3 0,-1 6-90,-2 3 90,-1 2 0,-3 2-90,-1 0 90,-2 1 0,-1-1 0,-4-2 0,-1-2 90,-3-3 180,-2-2-360,-1-5 360,-3-2-270,0-5 180,-2-3-180,-1-5 0,-1-3 0,0-6 179,1-5-179,-1-6 180,0-6-270,1-7 360,1-7-450,1-7-3032,3-5 3122,1-4 90,4-4-597,2-2 597,3 0-338,3 2 338,3 2-2018,2 3 1928,3 5 90,3 3 1846,3 4-1846,3 5 384,0 4-384,2 5 0,1 5 260,1 6-260,-1 6-90,1 5 90,0 6 270,-2 4-224,0 6 134,-2 5-270,-1 4 0,2 19 0,-7-9 90,2 14-90,-9-15 90,-2-1 0,-3-2 90,-1-1-90,-2-3 0,-2-3 0,-2-3 0,-2-4 3319,-1-3-3049,-8 1 220,4-8-580,-5 0 270,5-10-270,0-4 270,0-4-270,0-6 0,0-4 0,2-5 0,1-6 90,1-3 0,3-5-90,2-2 90,2-3 0,2-1-90,3 1 90,3 1 0,3 2 0,3 3-90,2 4 90,2 4-90,1 4 90,2 4 0,0 5 0,0 5 0,9 5 0,-6 8 0,5 7 0,-10 6 0,-1 7 270,-2 5-360,-1 4 360,-4 5-360,-2 2 0,-3 2 90,-3 2-268,-3 1 178,-2 2 90,-3-3 0,-3 0 270,-1-3-360,-1-2 90,-3-5 0,0-2 90,-1-5 0,-1-3-90,1-4 90,-1-5-1,1-4-89,0-5 0,-1-4 90,-6-11-90,6-3 269,-5-11-269,10-2 0,2-4 0,1-5 0,3-3 0,2-4-90,4-22 90,3 15-373,4-14 283,4 23 90,3 3-67,3 2 67,3 4-90,3 3 90,3 4 0,0 4 0,3 4-90,0 7 461,1 6-371,1 5 0,-2 6 69,0 5-69,-1 6 180,-1 4-180,-3 5 180,-2 3-270,-2 3 180,-5 2-180,-1 1 0,-3 1 0,-5 0 90,-2 0-90,-5-1 270,-3-2-180,-3-2 180,-4-2-270,-2-2 270,-4-2-270,-2-4 0,-2-3 90,-2-3 0,-1-4 90,0-5-90,-2-3 0,3-4 0,-3-5 0,3-5 0,-2-4 90,1-5-90,1-4 0,2-4 0,2-4 90,3-3-90,1-3 0,3-3-90,3 0 90,3-1 0,4 1-3482,8-13 3482,4 14 0,7-9 0,3 18-90,4 3 90,0 4 0,6 4 0,-1 5-90,20 5 90,-11 6 0,11 6 0,-15 7 0,-1 5 180,-3 5-270,-1 4 270,-4 4-180,3 21-90,-10-9-996,1 14 996,-12-15 2241,-3 0-1971,-4-1-295,-3-2 295,-3-2-270,-3-3 270,-3-3-270,-3-3 90,-1-4 1374,-2-4-1374,-1-4 0,-1-3 766,-2-6-766,1-3 0,-1-6 0,2-5-58,0-5 148,1-5-180,0-6 90,2-4 0,0-6 0,2-3 90,1-4-90,3-1 0,2-1-259,4 0 259,2 1 0,5 0 0,1 4 0,4 2-90,4 4 90,4 2 0,4 4 0,1 4 0,3 4-90,0 5 90,2 3 169,-1 6-259,1 4 0,-2 5 90,-1 5-90,0 4 0,-2 3 90,-2 3 180,3 12-270,-7-7 360,0 6-360,-6-12 180,-3-2-90,-1 2 0,-4-3 0,-5-3 90,-6-10-90,0-5 0,-3-5 90,4-2-90,0-1 90,0-1-90,-1 0 0,2 0 0,-1 2-90,3 2-3328,-1-1 1439,3 10-629,2 2 2608,5 10 0,1-5 0,1-2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4:08.29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324 505 6273,'7'18'1080,"-1"2"-810,-1 1 89,0 0-89,-2 2 0,0 0-90,-2 1 0,0 0 90,-1 1-90,-3-1 0,0-1 89,-3 0 1,-1-1 0,-1-2-3392,-1-2 3572,0-1-180,-2-3 179,0-3-269,0-2 270,0-4-180,-6-2-270,3-4 270,-4-3-360,6-5 3482,0-4-3392,1-2 0,1-4 0,1-2-3392,1-3 3392,2-2 0,1-1 0,2-16 0,3 9 0,2-10 0,3 14 0,2 1 0,1 2-90,2 3 3482,3 1-3392,1 3-90,3 4 90,1 2 0,1 6 0,2 5 0,0 3 0,2 8 0,-1 5 0,0 7 0,-1 6 0,-1 5-90,-1 4 90,-2 2 0,-3 2-3482,-1 0 3482,-4-1 0,-2 1-457,-4 12 637,-2-14-180,-13 29 0,2-36 90,-9 10 90,5-25-90,-8-5 3077,4-5-3078,-7-6 863,6-8-682,0-6-270,0-5 180,1-6-270,1-6 270,0-5-270,1-5-106,0-4 107,2-3 268,3-1-3626,2 0 3357,2 3 0,3 2 0,2 3 90,3 5-90,1 3 90,3 3-90,2 5 90,2 3-90,1 6 90,2 3 431,0 5-341,8 5 3302,-4 7-3482,5 6 0,1 16 0,-6 0 90,4 13-90,-8-5 90,-1 3-3482,-1 1 3482,-2 0 0,-2 1-122,-1-1 122,-1-2 0,-3-3 0,1-2 0,-2-5 0,0-3 90,-2-4-180,-1 0 3466,-7-15-3376,2-2-90,-8-31 90,8 1 0,-3-16 0,3 6 0,2-4 180,-4-26-132,2 14-137,-4-42-1,5 40-480,0-16 570,3 29 0,2 5-90,0 6 90,2 6-180,0 6 270,1 1-90,10 14 90,-3 5-90,9 16 270,-4 7 299,0 6-569,1 4 0,1 6 0,-2 3-405,-1 4 405,0 1 0,-2 2 0,-1 0-90,-2-1 180,-1-1-3378,-5-3 3288,2-3 0,-6 9 0,1-15 90,-3 8-90,-1-21 90,-1-3 391,0-6-211,-5-4 3032,-2-9-3302,1-5 0,-4-8-90,6-6 90,-3-5 0,3-6 90,-10-47-90,8 25-849,-6-36 849,11 36-90,1-1 90,1 1 0,2 2-90,2 3 90,3 4 0,3 5-90,1 4 0,9-3 90,-1 14 0,5-1 0,-2 17-90,9 10 180,-5 5-90,6 11 0,-8 5 180,-1 6-270,-1 6 0,-3 3-180,4 46 270,-9-30-90,1 34 90,-9-44 0,-2-1-90,-4-3 90,-1-2 90,-9 7-90,4-13 850,-8 4-760,7-17-1,-1-3-89,-1-4 90,0-5-90,-1-3 360,-7-12-450,4-2 360,-4-11-180,0-16-180,5 4-52,-4-15 52,8 8-89,-5-21 179,6 13-90,-1-14 0,8 22 90,2 3-90,2 3 90,3 3-90,1 5 0,7-3 321,1 10-231,5-2 0,-2 14-89,2 4 89,1 6 0,2 5 179,0 6-269,0 4 1,-1 6-1,-1 5-90,-1 4 90,-3 2 0,-2 3 0,-3 1 0,-2 1 0,-4 0-780,-2-2 870,-3 0-90,-1-4 180,-4-2 0,-2-5 0,-1-3 90,-2-4 180,-1-4-270,-1-4 959,-1-5-1049,0-4 270,-2-4-360,-1-6 90,0-4-90,0-6 90,0-4 0,2-5 0,1-4 180,0-4-180,1-3-90,0-3-1281,1 0 1281,1-1 90,2 0-49,1 3-40,3 2 89,3 4-90,3 2 90,2 2 0,5 3 0,2 2-90,4 3 90,3 2 1363,2 3-1452,2 4 89,3 3 0,2 5 56,1 4-56,2 5 0,0 5 0,0 6 0,-1 4 179,0 5-269,-3 2 1,0 4-1,-3 1 90,-3 1-90,-1 0 90,-4 0 0,-1-1-90,-4-2 180,-3-1-90,-2-4 180,-3-1-180,-2-4 89,-2-2-89,-3-4 90,-1-3-90,-1-3 90,-2-4 180,-1-3-270,-1-4 180,0-3-270,-2-4 360,-1-4-450,1-5 90,-1-4 90,1-3-90,0-3 90,1-1 0,0-3-90,2 0 90,0-1 0,2 2 0,2 0 0,5 1-90,0 2 90,5 2 0,-1 1 0,4 3-90,1 1 90,3 3 0,2 4-90,3 3 90,0 6 0,3 4 0,1 6 0,0 7 0,0 4 0,1 7 0,-2 3 270,-1 5-270,-2 2 270,-2 3-270,-3 0 180,-2-1-180,-4 0 0,-1-1 90,-2-3-90,-2-1 0,-3-3 90,-2-3-90,-2-3 0,0-4-180,-1-4 180,0-4-1439,-7-5 269,5-5-1168,-5-8-810,6-5 3148,1-6 0,0-2 0,-1-2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4:09.93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599 523 6273,'-12'21'1889,"-1"1"-1439,1-1 90,-1 3-180,0-1-1,0 1 1,0-2 0,1-1 180,-6 5-271,5-8 1,-3 2-90,5-10 360,1-2-180,-5-3-360,3-4 90,-8-10-90,7-2 90,-4-9 0,6 0 0,0-3-1,0-3 1,2-4 270,-3-19-360,6 9-256,-2-15 256,7 15 0,3 0 269,3 0-269,4 2 180,2 1-90,14-10-180,-4 14 0,10-8 0,-6 19 1,2 4-1,0 4 269,0 5-268,0 4 89,9 12 89,-9 4-268,4 11 89,-11 4-3136,-3 6 3046,-4 5 180,-4 3-90,-2 4 90,-6 1-90,-4 1-46,-4 1 136,-3-1 90,-4-2 0,-4-2 90,-3-2-1,-3-3 1,-2-5 270,-14 7-270,9-15 0,-12 2-117,13-15 27,-2-6 3266,0-5-3266,1-5 0,0-7 0,-10-18-49,11 1 49,-7-17-90,15 7 90,3-6-90,3-2 0,3-3 0,6 0-3343,6-21 3343,6 18 0,7-14-2202,4 23 2202,5 2-142,3 2 142,5 3-90,2 4 0,18-3 0,-12 14 0,12 0 1,-16 17-1,-2 7 129,-2 6-39,-1 6-90,5 23 0,-9-4 2353,1 17-2352,-13-7 268,-3 3-358,-5 3 89,-3 2 90,-5 0-90,-10 22 0,0-19 2748,-8 13-2658,2-26 0,-2-2 283,-3-6-193,0-3-90,-2-5 90,-12-1-90,9-10 90,-9-2-90,12-12 0,1-5 0,1-7 0,2-5 0,-7-22 90,9 4-219,-3-17 129,10 10 0,3-4 0,3-2 0,4 0 0,3 0 0,5 3 0,3 0-90,6 4 90,3 2 0,5 2-90,3 4 90,3 4-90,2 6 625,1 5-625,0 7 111,11 12-111,-10 8-3005,6 12 3005,-12 6 270,-2 8-369,-3 7 9,-3 6 0,0 31 90,-9-15-413,-1 21 413,-8-25-1299,-4-1 1389,-3-2 0,-3-4 2110,-4-2-1840,-1-3-270,-4-5 270,-1-4-270,-2-4 238,-2-5-148,0-4 381,-2-6-381,1-6-90,-1-4 2178,1-7-2178,-1-6 376,2-7-376,1-5 157,0-5-157,2-7-90,1-4 90,1-8 0,2-4 90,-4-30-1295,7 14 1205,-2-22 0,8 22-595,4-1 595,5 1-90,4 2 90,12-18 0,2 22-90,8-10 90,0 29-29,3 8 29,1 8-90,1 10 90,0 8 1219,0 12-1399,-1 10 0,-1 10 231,-3 8-141,-2 8-752,-4 7 662,-4 4 90,-3 4 180,-5 1-3197,-3 1 3197,-4-1-180,-4-1-391,-4-3 391,-3-3 90,-3-4 90,-2-4 0,-3-4 0,-4-5 90,1-4 0,-2-5 433,0-5-523,-3-5 365,1-6-455,-1-5 3264,3-7-3264,-1-8 657,3-7-657,0-7 0,2-8 0,1-7 0,1-6 0,2-6-551,1-6 551,6-4 0,-1-4 0,7-3-2097,0-3 2097,5 2 0,2 2-2605,4 3 2605,4 4 0,3 5 0,5 5 0,1 8 198,3 7-198,0 9 1753,1 9-1753,0 9 180,1 9 3032,-2 10-3302,1 9 0,-3 10 0,-2 6 0,-2 6-395,-3 4 305,-4 4 90,-2 2-89,-5 0 358,-1 1-358,-5-2 89,-1-2 0,-4-2 90,-1-5 0,-3-4 0,-1-5 0,-3-4 90,0-5 0,-2-6 0,-1-4-90,-1-6 359,0-5-449,-8-11 90,6-5 0,-6-14-90,8-2 90,1-9 0,1-4 0,-4-29 0,3-14-607,1-2 607,6 0 0,7 26-450,4 1 630,3 3-270,3 4 360,4 5-450,2 5 360,3 6-270,2 8 180,2 7-180,0 8 0,3 7 1123,-1 11-1033,1 8 419,-1 11-419,0 6-90,-2 9-1928,-1 4 1928,-3 3 0,-3 3-444,-4 0 714,-3 2-270,-4-2 270,-2 0-270,-5-3 0,-2-3 90,-5-4 90,-1-3 180,-3-5-180,-1-5 0,-2-4 0,-1-4-1,-1-6 1,-3-5 1987,3-7-1987,-2-5 476,3-7-566,1-8 0,1-6 0,0-7 0,2-6 0,1-5 0,2-5-476,4-5 476,1-2 0,4 0 0,3 0 0,3 0-90,5 3 90,2 2 0,4 3 0,3 5-90,4 5 90,1 9 0,1 6 0,0 9 0,0 8 476,-1 8-476,0 8 0,7 24 0,-7-4 0,3 17-312,-10-12 312,-3 3-3289,-3-1 3289,-2 0 0,-4 0-2199,-2-2 2019,-2-1-457,-3-3 97,-1-3-52,-2-5-487,-3-1 1810,-2-5-2710,-4-3 2482,-1-5-503,-3-4 0,10-6 0,1-1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4:11.11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469 537 7533,'-14'4'2338,"0"5"-2068,4 2 0,2 4-90,1-1-90,0 0-4252,-1 0 4342,-1-1 860,-2 5-1040,1-6 90,-2 2 0,4-8 89,-10-5-179,5-3 3392,-5-7-3302,8-5-90,0-5 0,-1-5 0,2-4 90,0-6-90,1-2 0,1-5-212,2-1 212,3-2 0,1 1 0,2 0 0,2 3 270,2 3-360,4 2 270,2 4-270,1 4 270,2 4-180,11 1-90,-5 11 269,8 3-268,-7 12 301,0 7-302,0 7 90,0 6-90,-2 8 90,-2 5 0,-2 4-3392,-2 5 3392,-4 2 0,-4 3 0,-3 1 0,-5 0-293,-2 0 383,-4-3 0,-2-2 360,-3-4-360,-3-3 89,-2-5 1,-2-3-90,-1-4 270,-14 1-180,7-11-90,-8-1 3337,9-14-3338,0-4 1,0-6-90,0-7 90,1-6-2953,0-6 2863,2-5 0,2-3 0,1-4 0,4-3-229,1-2 229,5-3 0,2 2 0,6-1 0,3 4 0,6 0-90,4 3 90,5 2 0,5 3 0,2 6-90,5 1 3369,1 8-3279,18 2-90,-9 12 360,10 6-360,-14 10 270,-1 6-270,-2 5 0,-1 6 0,-4 4 0,2 23 270,-9-11-270,-8 5 0,-4 1 90,-4 3-522,-7 28 522,-6-42 180,-11 10-90,3-15 89,-9 5 1,8-18-90,-2-4 90,0-4-180,-1-5 414,1-5-414,0-6 90,1-5-90,0-6 0,1-6 0,1-8 0,2-5 0,3-7-1508,1-4 1508,3-4 0,4-4 156,3 0-156,4 0-90,5 1 90,4 4 0,5 2-90,2 3 90,5 5 0,3 3 0,2 7-90,4 3 90,0 7-90,2 7 90,0 6-90,0 8 90,0 7-90,-2 7 0,-1 9 270,-3 6 967,-4 7-1057,-4 6-327,-3 3 147,-5 4 0,-4 1 0,-4 1 90,-4-2 0,-4-1-90,-3-4 180,-3-3-90,-3-3 0,-3-4 90,-1-4-90,-2-4 90,-1-6 0,-2-4 0,0-6-90,-1-5 90,-2-6-90,0-4 295,0-8-295,-1-5 0,1-7 0,0-6 0,1-8 90,2-6-143,0-5 53,4-5 0,1-5 0,4-3-731,3-3 731,3-2 0,5 1 0,6 0-90,4 1 90,4 3 0,7 3-90,4 2 90,5 6 0,5 4-256,1 8 166,2 8 90,1 7 0,-2 8 0,2 9 0,-3 9 0,1 9 0,-3 9-90,-3 7 90,-3 8 0,-4 5 180,-5 6-270,-6 3 167,-2 2-167,-7 2 0,-2 1 90,-14 21 0,2-20 90,-10 13 0,3-29 0,-1-6 90,0-4 90,-14 2-180,11-14-90,-12 1 792,12-18-792,1-8 0,-7-24-90,9-3-2835,-5-23 2925,14 2-90,3-10-1523,4-4 1523,4-3 137,5 1-47,5 2-417,4 5 327,5 8 0,1 6 2174,3 9-2084,1 9 2183,3 9-2183,0 10 0,1 9 0,0 11 0,0 11 0,-2 10 0,-1 9 0,-2 7-211,-4 5 211,-2 4 0,-4 3 89,-3 0-89,-4 0 0,-2-3 90,-3-1-90,-2-5 0,-4-3 567,-1-6-567,-2-3 0,-2-6 91,0-5-271,-2-6-270,0-5-90,0-6-89,-2-7 265,0-7-806,-2-7 70,0-7-520,-1-7-448,-1-4 2068,0-3 0,-1-1 0,1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44:13.62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663 482 6004,'-5'20'1349,"-2"1"-810,1 0 1,-2-2 0,0-1 0,0-2-91,-2-1 1,0-2 90,0-2-180,0-2 449,-1-2-179,-4-2-450,4-4 269,-6-3-359,6-5 270,0-2-270,0-5-90,0-4 90,1-4-90,0-5 90,3-3-90,-1-4 0,2-2 0,0-3 0,2-1 90,2-1-90,1 0 0,3 1-3392,1 0 3302,3 2 90,3 3 0,1 3 0,1 4 0,2 4-90,0 4 90,1 4-90,1 3 2980,1 6-2890,-1 2-90,3 7 90,-1 4 0,0 8-90,-1 3 90,0 7-90,-3 4 90,-1 6-90,-3 5 360,-2 4-360,-4 2 270,-3 1-31,-3 0-59,-2-1 90,-9 17-270,1-19 360,-7 9-360,4-22 360,-3-6-270,0-4 0,-3-4 0,0-4 0,-1-4 90,-1-5-90,0-4 353,0-6-353,0-4-3392,1-6 3392,0-4 0,0-4 0,2-3 0,2-4 0,0-3 0,5-2-90,1-2 90,5 0 0,4 0-90,5 1 90,4 1 0,3 2-90,26-22 90,-9 24-90,20-14 90,-14 32 0,1 4-90,1 6 3482,1 6-3482,0 6 0,-1 6 90,-1 4-90,-2 5 90,-1 6-90,-4 4 90,-3 4-316,-4 3 316,-5 3 0,-4 3 0,-4 0-327,-5 2 327,-4-1 270,-4 0-270,-4-1 0,-3-3 0,-4-2 90,-3-2 0,-4-5 90,-15 9-1,10-15-97,-14 4 8,15-15 90,-3-5-90,0-4 327,0-5-417,0-4 89,-12-13-89,11 0 0,-8-11 90,15 2-180,2-5 180,3-3-180,2-3 90,3-1 0,0-18-89,9 13 89,2-12-90,9 17 90,4 2-90,4 1 0,14-8-90,9 5 180,5 3 0,1 13-90,-7 13 90,-1 6 145,0 4-145,1 6 0,0 6-3482,-1 4 3392,-1 7-860,-2 5 950,-2 4-287,-3 5 197,-3 3 90,-5 2-89,-2 2 89,-6 1-1919,-3 0 1829,-3 0 90,-6-2 1796,-2-2-1796,-6-3 0,-2-3-1333,-4-6 1333,-1-3 90,-3-4 235,-14-1-325,8-9 90,-11-2 2129,12-12-2219,-1-5 90,1-6-90,-1-5 145,1-6-145,1-5 0,1-6 0,2-5 3066,0-4-3066,3-2 0,1-4 0,1-2 0,4 0-90,2-2 90,4 4 0,2 2 0,6 4-90,2 3 94,5 4-4,3 5-90,5 3 90,3 5 0,3 4 0,2 5-90,2 6 415,0 5-325,2 6 0,0 6 0,-1 4 0,0 5 270,-2 4-180,6 20-180,-10-8 270,2 16-360,-12-14 360,-3 1-360,-4 1 360,-2 0-360,-5 0 360,-1-2-360,-5-2 90,-2-3 0,-4-2 90,-2-3-90,-2-4 90,-2-3 0,-2-3 0,-1-4 0,-1-4 90,-2-4-90,2-3 0,-1-6 0,3-3 0,0-6 0,1-4 0,2-5 0,2-6 0,2-5 90,3-6-476,3-4 386,2-4 0,4-4 0,6-21-90,3 16 90,7-15 0,2 24 0,5 3-301,3 2 211,4 3 90,3 2 0,2 4 0,2 3 0,2 6-90,0 5 90,0 4 0,-1 6 0,-1 5 0,-2 5 288,-1 4-288,-2 7 0,-5 4 0,-1 6 0,-5 5 269,-1 21-359,-8-8 254,-2 17-164,-10-15 180,-2 0-270,-7 1 0,-1-2 180,-14 12 180,3-15-360,-9 7 0,7-20 90,-1-5 0,-1-3 0,-1-3 0,0-5 0,-25-12 0,20-5 0,-17-11 0,28-1 0,3-5 0,1-5-90,2-4-2976,1-22 3066,5 14-90,3-15 90,6 20 0,3 3-90,4 1 90,4 2 0,3 3-90,12-5 90,-2 11 0,10-1 0,-6 14 3392,2 4-3392,1 6-90,-1 5 90,1 4 0,8 17 180,-10-2-270,3 13 0,-10-7 270,-6 3-270,-1 1 0,-3 1 0,-3-1-3392,-3-1 3482,-1-2 0,-3-3 0,-3-3 0,-1-5 0,-2-2 0,-1-4 90,-2-4 3302,-1-5-3212,-2-3-180,0-7 180,-1-3-270,-1-5 270,-1-6-270,1-4 180,-1-5-180,2-4 0,-1-3-3392,1-3 3482,2-1-90,1 0-2268,2 0 2358,4 1 0,1 3-90,4 3 90,1 3-90,8-4 90,0 10 2178,6-3-2178,-1 14 3392,1 3-3392,3 4 0,2 4-90,-1 5 90,2 4 0,-1 5 270,-1 4-360,-1 3 270,-2 4-270,0 0 0,-5 2 0,-1 2 90,-5-2 0,-1 0 0,-2-2 0,-3-2 90,-1-3-90,-2-3 360,-2-3-270,-1-2 0,-1-4 0,-2-1 0,-16-13 0,9 0-90,-13-12 0,14 0 0,0-3 90,1-4-90,1-3 0,2-4 0,-2-16-90,7 11 90,1-13 0,7 18 0,4 0-90,3 2 90,4 4 0,2 3-90,3 3 90,2 4 0,1 3-90,2 4 90,1 4-90,0 5 90,-1 3 0,3 6-90,2 15 90,-5-2 0,1 15 0,-10-6 270,-3 4-360,-3 2 270,-4 0-180,-3 2 90,-8 15 90,-1-14-270,-6 10 90,1-20 0,-2-3 0,-1-4 0,-1-3 0,-2-3 90,-8-1-90,6-7 90,-6-2-360,11-8-180,0-4 0,2-4-269,1-5-1,2-4 1,1-4-361,2-1-809,2-2-539,2-1 2428,1 0 0,3 11 0,0 3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5:03.1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5892 4608 8191,'10'61'0,"-2"24"5063,-15-33-5063,5 21 0,-26 18 754,9-41 1,0 1-755,1-1 0,-1 2 0,-8 9 0,1-5 1889,9-13-1889,-17 28 6220,20-45-6220,-30 35-6220,21-29 6220,-11 6 0,-1 2 0,1 1 1139,-40 18-1139,32-21 0,-10-7 0,-15 5 0,1-2-1293,-13 10 0,-7 0 1293,14-10 0,-9 3 0,-1-1 0,9-3-1458,-14 9 1,0-3 1457,16-13 0,-7 0 0,-2-2 0,4-2 0,-5 0 0,4-3 0,-1 1 424,-4 3 1,-1 0-1,-3-3-424,8-8 0,-6-2 0,4-3 0,13-1-807,10 0 1,1-2 806,-23-3 0,-11-2 0,8 1 192,7 0 1,5 0-193,-9-1 0,-4-6 0,0-13 0,-4-6 0,13 0 0,-17-13 0,3-1 0,1-6 902,34 7 0,7 0-902,-31-18 0,18 9 0,-8-10 0,6 7 0,17 12 0,0 2 0,-30-25 0,0 0 0,30 25 0,0 0 0,-6-4 0,-4-4 0,2 2 472,-6-7 1,-2-4-473,-12-11 0,-7-7 0,11 6 0,21 14 0,2 2 0,-22-16 0,-2-6 0,23 14 0,1-3 0,4 6 0,2 7 0,1 1 0,-3-9 0,-1-6 0,4 7 0,6 13 0,3 0 0,-10-31 0,0-4 0,4 21 0,-1 0 0,-3-19 0,1-3 513,2 4 0,3 7-513,-6-7 1052,14 17 0,3 3-1052,0 8 1584,5-12-1584,1 9 0,5-11 0,0-3 1842,1-11-1842,3-15 0,2-1 0,5 3 0,0 32 0,0-3 0,0-17 0,0 3 0,8-8 0,-4 17 0,0-11 0,3 10 0,12-23 0,-9 26 0,2-4 0,6-11 0,1 3 0,13-19 0,-7 0 0,2 2 0,11 9 0,-5-13 0,2 26 0,2 4 0,-3-1 0,3-3 0,-1 4 0,-7 24 0,3-14 0,4 0 1797,7 11-1797,-7-6 0,6-3 0,8 16 0,0 4-821,17-29 821,-16 25 0,-3 3 0,-7-6 0,16 4 0,3 0-6135,-5-3 6135,8 3 0,7-4 0,5-8 0,-2 2-546,-26 19 0,0 1 546,34-20 0,-2 3 0,9 4 0,-11 9 0,-29 9 0,7-2 0,10 0 0,9-3 0,-6 2 0,-1-2 0,2 0 0,8 3 0,8 1 0,-8 0-370,-11-2 0,-3 2 370,9 7 0,2 1 0,-1-5 0,0 1 0,-4 9 0,8 2-558,-6-1 1,11-2 0,1 1 0,-10 2 557,12 4 0,0 0 0,-12-3 0,10-2 0,-2 2 0,-13 3 0,-10 5 0,-5 3 0,18-1 0,0 3 0,-16 7 0,1 1 1371,14 2 0,1 2-1371,-7 2 0,1 1-1237,4-1 1,8 5 1236,-2 5 0,10 7 0,2 2 0,-8-3 0,-10-4 0,-6-2 0,4 3 63,8 3 0,7 3 0,-1 1 0,-8 0-63,-5 2 0,-7 0 0,-4-5 0,4-1 0,-2-1 1066,18 17 0,-2-1-1066,-26-21 0,-4 0 0,-6 4 0,-2 1 0,5-4 0,-1 1 685,-3 7 1,0 1-686,0-4 0,-1-1 0,33 35 0,-19 5 1748,-16-23 1,6 9-1,-8-2-1748,-8 6 0,-2 1 0,11 0 0,5 6 0,-9-6 0,-16-8 0,-3 4-295,3 6 0,4 12 0,-1 5 0,-4-2 295,-6-3 0,-3-1 0,0 2 0,1 2-372,2-6 1,3 5 0,-1 0-1,0-2 1,-4-6 371,-2 14 0,-3-6 0,-3 0 0,0 3 0,-2 0 0,-3-8 0,-5-7 0,-2 2 0,2 5 0,0 14 0,-1 0 0,-1-11 0,-11 7 0,0-5 0,10-8 0,1 4 0,-1-14 0,-19 14 0,22-24 180,-6-23 0,18-27 1,-4 5-1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3:40.9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21.1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 1 11311,'-6'20'2338,"2"-2"-1888,6 0-90,3 0 0,1 3-1,-1 1 1,1 2 0,1 2-90,2 1 0,2 2-90,2 2-1,1 1-89,0 3 90,1 0-90,1 2-271,0 1 271,0 0 0,2 2 0,-1 1-90,1 2 90,-1 2 0,1 3-1,-2 3 181,5 29 0,-5-16-997,2 21 907,-7-27 90,-1 0-90,0-3 0,-1-2-90,0-5 90,-1-3-90,0-6-90,-1-4 90,0-7-90,-1-3 336,0-4-246,-1-4 932,0-3-843,0 0-1528,-1-2-270,-8-7 630,-4-5-91,-5-8 1,-1-2-1530,-4-1 181,2 1-720,-6-2 3148,6 2 0,6 5 0,3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21.4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152 944 6543,'-17'-29'1799,"0"-2"-6919,0-2 5659,1-3-89,1-4 1136,0-4-1226,1-2-1,1-3-89,2-1 90,3-2-90,2 0 0,4-1 0,2 0-91,5 1 1,1 3 0,5 3-90,3 3 0,3 5 0,1 0 0,4 7-1203,3 3 1202,4 6 1,3 6-675,3 7 675,2 6 1804,1 8-1804,2 7 0,-1 8-90,0 7 90,-2 6-63,-2 7 63,-3 5-90,-3 3 90,-4 6 0,-3-3-90,-5 4 540,1 41-361,-11-35 91,-2 31 90,-11-49-90,-4-3 0,-2-3 2718,-2-4-2808,-3-4 0,-2-3 1479,-1-4-1569,-2-5-90,1-3-180,-2-5 0,-1-5-360,-1-4 375,0-6-285,0-5-269,1-4-181,0-5-179,1-4-91,4-3-179,2-3-450,5-1-629,4-1 2428,4-1 0,4 3 0,2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21.8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290 117 6813,'-1'-23'2519,"0"2"-1620,-3 2-89,-1 3-1,-2 2 1,1 3-181,-4 3-89,-2 4 0,-3 4-90,-3 3-1,-2 7 1,-3 5 0,0 6 179,-2 7-359,0 7 0,0 6-3392,1 6 3122,1 5 0,11-22 0,2-5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22.0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1 697 21385,'16'2'-81,"14"-42"0,12-39 0,6-19 0,-2 6 0,-7 15 0,1-1 0,-1 0 0,1 0 0,-1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23.3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317 118 7263,'7'-19'3418,"-2"-3"-2159,-4 7-719,-2 0 449,-3 3-89,-6 1-3932,-2 2 3391,-2 1 181,-1 2-180,-5 6-90,5 0 0,-7 3-91,6 2 91,-2 2 3302,1 3-3482,0 4 90,-1 6-90,1 5 90,0 6-180,1 7-215,0 4 305,2 5 0,0 4-90,3 3 90,2 3-1070,1 30 980,3-19 90,2 22-90,3-28 0,2 0-518,2-2 518,2-1 0,2-2 0,1-2 0,2-3 0,2-3-133,0-4 133,11 10 270,5-4-270,3-5-558,0-12 648,-8-18 903,-2-4-903,2-4 0,-1-5 609,1-3-519,0-5-90,2-4 0,-1-5 234,0-1-234,0-4 0,1-1-90,-1-2 1287,0 0-1197,-2-1-90,0 0 0,-1 1-90,-3 1-90,0 0-90,-2 2-90,-2 0-180,-1 3 1,-2 2-181,-2 1-89,-1 1-1,-1 1-989,-1 1-360,0 1-1259,-1-2 3418,-1 0 0,-2 3 0,-2 2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23.9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24 527 6453,'-6'-30'2069,"1"0"-1349,1 3-1,1 1 1,0 4 629,1 2-359,1-2-91,1 4-359,2 0-270,4 12-1,1 7-89,3 10 360,5 20-360,-2 0 0,4 19-528,-5-4 438,0 7-1,-1 7 1,-1 3 0,-2 3-1013,-1 2 1013,-1 1-90,0 1 90,-2 0 0,1 0-90,-2-2 0,-1-5 0,0-4 90,0-7-281,1-5 191,-1-6-90,0-7 0,1-5 0,-2-7 377,1-1-287,-4-24 952,0-5-1041,-2-27 89,2-6-90,-1-6 90,-1-9-180,0-4-607,-2-9 607,-1-5 90,-2-9-90,0-7 90,0-5-1290,0-3 1291,0 1-1,1 2 135,3 36 0,-1 0 134,-1-24 1,-2-13-90,4 43 90,1 7-90,0 9 0,2 5-90,1 7 0,1 4 90,1 1 792,7 7-882,1 5 1598,8 10-1598,1 9 90,4 6-1,3 6 1,3 6-270,2 5 180,2 6-464,0 3 554,1 3 89,-1 1 1,0 2 0,-1 0-90,0-1 90,-2 0-90,1-3 90,-1 0-180,-1-3 90,-1-2 0,-1-3 0,-1-3-90,-1-3 90,0-4-90,-3-2-90,-1-4-90,-3-4-90,-4-2-90,-1-4-809,-3-1-1799,-1 0 2324,-11-12-526,1 2-1319,-18-19 61,5 4 2428,-7-8 0,5 1 0,-1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24.1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11 230 8432,'-8'7'4678,"6"-3"-4139,16 3-179,4-6 0,4-1-180,3-3 90,4-2-91,2-1 1,3-5-270,16-8-90,-11 1-649,12-7 20,-17 4-181,-2-1-89,-2 0-1260,-2 1-899,-2 0 3238,-4 1 0,-3 2 0,-2 1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29.9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85 460 7623,'-16'-3'3688,"1"0"-1889,-3 0 449,5 0 1620,-5 1-3688,14-3 90,3 2 0,15-3 359,55-10-449,-23 7-1024,46-10 934,-37 10 0,3 1-90,5-1-3022,33-2 3022,-22 1 0,24-1-637,-31 4 547,1 0-481,-1 1 481,-1-1 0,-2 0-270,23-3 181,-25 2-1,16-2 0,-31 3 268,-5-1-268,-5 2 90,-6-1 2692,-4 2-2692,-6 0 1152,-4 2-972,-1-1 691,-12-2-781,-3 2 181,-14-3-181,-4 5-90,-4 0 90,-4 0 90,-3 1-90,-2 0-90,-2 0 90,-1 0-90,-1-1 0,1 0-90,-1-1 90,0 0 0,-1-2 0,0 0 1,3-1 89,1 1-90,4-2 180,3 1-180,5 0 90,2 0-90,5 1-90,-2-2 180,5-2 0,7-6 0,7 1 0,8-2 90,4 3-90,3-1 90,6 2-90,2 0 90,5 2-90,2 2 0,2 4 0,3 3 90,0 3-90,1 5 0,0 2 0,-2 4 89,-1 3-89,-4 2 90,-2 1 90,-5 3 90,-3 1 90,-5 1 0,-4 2 0,-6 0-1,-3 3 1,-6 0 270,-3 1-3213,-12 14 2673,2-10 360,-9 9-992,4-13 812,0-2-360,-1-2 0,2-3-270,2-3-3508,-5 8-90,8-10 4739,-4 8 0,12-18 0,2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32.7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72 117 7713,'-1'-19'6836,"0"3"-6027,3 13-449,1 22 0,1 9-90,2 15-90,-1-6-1,1 3 1,2 1-2020,0 3 2020,3-1-90,-1 1 209,0-1-299,1 0 90,-1-3 0,0 0-90,0-3 90,-1-2-90,-1-3 0,0-3 90,-2-3-90,-1-5 0,0-3 995,-1 0-2974,0-3 1536,-7-9-367,0-6 91,-7-12-91,2-1 360,-1-3-359,-1-1 449,0-1-360,-1 0 540,1 0-269,0 2 359,0 1-180,0 1 270,0 2-90,0 1 90,1 2 180,-1 1 360,0 1 269,-2-1-179,-1-2-91,-1-2-269,-1-2-90,7 1 0,-1-1 90,5 2-90,1-3-90,2-2 90,1-3 0,2-3 179,3-4-269,1-3 180,4-4-270,1 0 270,4-3-270,2 1 0,2-1-90,3 2 90,1 0 0,1 2 90,1 4-90,1 3 270,-1 4-270,2 4 270,-1 4-270,2 4 0,-1 8 0,2 4 0,-1 8 90,2 6-3482,13 24 3392,-11-2 90,8 19-542,-14-10 542,-2 4-90,-2 1-2029,-2 4 2209,-3 1-351,0 28 441,-7-21 0,-2 20 0,-8-28 1594,-4-1-1504,-5-3-90,-4-2 89,-4-2 181,-15 10-270,6-15-90,-12 6 0,9-21-90,-1-4-90,-2-4 158,1-4-337,1-5-451,-12-3 90,12-7 676,-8-3-496,16-6-539,2-2-1,4-3 505,3-4-505,5-3-89,4-3-1,4-2 169,5-1-888,4 0 2763,3 1-1054,3 1 0,3 0 0,1 2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32.9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59 6363,'14'-13'2249,"-1"1"-1799,1 2 90,0 1 179,-1 2-89,1 2-1,0 2 1,-1 4 0,2 4-1,-1 5-89,1 6-90,-1 4 89,1 5-179,-1 5 90,0 3-90,0 3-90,-1 0-1,-1 0-89,-1 0 0,-1-2-90,0-2 0,0-2-180,3 7-180,-3-11-179,3 4-181,-5-15-809,0-2-1799,1-2 1888,0-11-2517,-1-14 3867,-1-7 0,-5-12 0,-2 6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33.11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 97 7713,'-4'-16'4047,"0"-4"-3327,3 4-270,2 0-540,8 4-180,0 5-180,5 1-270,-2 4-179,2 1-270,0 1-360,0 3-360,-1 2 1889,-1 3 0,-6-4 0,-1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33.6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9 9602,'12'17'1888,"-2"0"-1438,-5 0-90,-1 1 0,1 5 179,0 1-359,-1 4 180,1 1-360,0 2 90,-1 0-90,0 0 90,-2-1-90,2-1 0,-4-2-90,3-1 0,-1-5 0,1-3-360,0 0 450,-1-22-89,-1-1 89,-1-20 0,0 0-3303,0-1 3303,1-4 270,1-1-270,0-2 0,2 1 0,0 0 0,2 3 0,0 1 0,2 4 3392,1 1-3392,0 4-90,2 2 90,0 5 0,1 3 0,7 8 0,-3 4 0,4 9 180,-5 4-180,-2 5-90,0 4 0,-2 2 90,-1 2 0,-3 0 0,1 1 0,-3-2-90,2-2 180,-5-3 90,1-3 450,-3 1-360,-1-6-270,-3-9 0,0-8 0,-2-15 0,3-5-90,0-3 90,1-5 0,2-2 0,1 0 0,1-1 0,1 1 90,1-1-90,2 7 0,-1 1 90,2 7 0,-2 1 269,1 4 181,4 2-270,4 9 0,3 3 0,2 10 0,-3 3-1,0 4 91,7 15-180,-5-7-811,4 11 811,-7-13-90,-2 0-90,-1-3 90,-2-3-270,-2-3-450,0-2-4767,-2-1 2790,-1-11 179,-1-9 2428,-1-7 0,-2 1 0,0 8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33.83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16977,'2'20'-2458,"1"0"0,-2-12 1,0-1-1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34.9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6 373 7533,'-3'-18'6656,"1"2"-6206,2 9-91,4 10 1,3 16 0,2 6-90,1 7 0,3 6-90,0 5 0,3 2-1,0 3-442,3 1 353,0 0 0,1-1 0,1 0 0,-2-2-90,0-1 90,-1-1-90,-1-4 90,-2 0-90,-2-3 90,-1-2-90,-3-3 0,-1-2 0,-4-4 0,-1-2-90,-2-5 263,-2-2-533,-4-1 91,-5-6 89,-1-3 0,-3-11 0,1-8 0,-1-6 0,-2-7 0,-1-6 0,0-8 0,0-4-90,-7-37-1048,7 12 1228,-4-28 0,7 19 0,2-3 0,2-2 90,3 2-90,1 4 0,4-17 90,3 26 0,5-9-89,-2 34 89,5 6 0,-4 6 0,3 4 0,2 3 0,10 2 0,-3 9 0,9 2 89,-6 12-89,2 7 0,0 5 90,-1 7-90,0 4 0,-2 6 0,-2 1 180,-3 7-180,-2 1 90,-4 6 692,-1-1-692,-6 2-360,-2-2 90,-17 36 0,5-32 90,-12 22 90,9-42 0,-1-5 0,-1-4 90,-1-5-90,0-4 180,0-3-90,0-4 90,2-3 0,1-2 180,1-2 266,-1-3-536,5 0 0,7-5 0,14 2-90,8 1 90,10 5-90,1 6 90,3 4-90,5 3-90,2 5 180,3 3 0,1 2-2030,1 4 1940,0 1 0,0 1-303,14 11 303,-15-10 0,8 6-90,-20-13 0,-5-3 0,-4-3-90,-4-2 0,-3-3-1799,-2 0 1170,-10-12 1418,-1 0-1688,-11-12-346,0-1-913,-1-3 2338,0-2 0,-1-2 0,1-1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35.2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1 336 7083,'21'13'1349,"0"-2"-809,-4-5-270,-1 0 90,2-2-271,-1-2 361,7-3-90,-6-2-360,5-3 90,-12-3-90,3-3 0,-4-3 90,3-4-90,-2-4 0,1-14 90,-5 6 0,1-10 180,-7 12-1,-2 2 1,-2 1 90,-2 2 270,-2 3-360,-2 4 89,-1 2 1,-2 4 0,-1 4 0,-1 4-180,-1 5 90,0 5-1,0 7-89,0 8 0,0 5 0,2 7-90,1 3 0,4 4 0,2 1 0,4 1-422,1 1 62,4-2-90,2 1 90,4-3 0,1 0-989,11 11 539,-3-15-89,7 6-450,-4-21-810,1-4-630,2-6 2699,1-6 0,3-5 0,-2-4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35.6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116 593 7803,'-12'-12'3957,"0"3"-3237,-3 12-90,2 6-91,-2 10-179,4 7 0,1 3-90,1 5-1,1 2-89,2 0-90,2 1 90,3-1-180,2 0 0,2-2-180,2-2 0,3-2-89,0-4-1,4-2-90,-1-4 90,3-4 180,0-2-360,0-5 360,1-2-359,7-8 89,-6-4 360,5-6-270,-8-2 90,-2-4 90,0-3 90,-3-4 90,-2-3 0,-1-3 0,-3-4 0,0-4 0,-3-5 90,-3-7-180,-2-4-2035,-2-6 2125,-2-3 90,-8-36 0,4 23 90,-6-21-128,6 34 308,1 7 0,1 7-1,1 8-89,2 8 450,0-1-271,3 12-179,0-1-180,6 22 0,1 4-90,4 16 0,3 6 0,2 7 0,2 6 1762,1 5-1762,1 4 0,1 4-315,0 3 225,1 3 0,0 1 90,0 1-90,0-1 90,-2 0-90,0-1 0,-1-2 0,-1-2-180,-1-3-89,-1-2-181,-1-3-180,0-4-89,-3-5-1,1-4 90,-3-5-64,0-5-4433,-1-4 3028,3-13 2099,-3-9 0,4-14 0,-2-6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35.9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4 147 8432,'-2'-26'4048,"0"3"-2069,2 0-1440,5 16-89,0 5 0,7 19-90,-2 8-90,3 5-91,-2 2 1,3 3 0,-1 0-90,1 0 0,0-2-90,0-1-90,1-3 0,-1-3-90,-1-2 0,0-4 1,-2-3-361,-1-4 90,2-2 270,1-8 0,-2-5 90,-1-12 0,-4-5 0,1-6 90,-5-4 0,2-3 0,-6-3 0,-1-1 90,-1-2 0,-2 0 180,0 3 0,-1 2 90,1 5 0,0 5 179,2 6-89,-1-1-360,4 17-90,0 4 90,5 19 0,1 5-90,3 5 0,1 2 0,2 2 0,1-1-3392,2 1 3392,1-2-90,2-3 90,1-2 0,3-3-180,-1-4 0,2-3 0,-1-4-90,-2-5 91,0-4-91,-1-5 90,0-5 3302,0-6-3662,5-16 360,-6 2-89,5-13 89,-10 7-900,3-21 179,-7 12 182,2-13 179,-6 16-360,-2 3 1,-1 2 0,-3 3-451,-1 3 1350,-3-1 0,3 13 0,-1 1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36.2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236 11 8612,'-22'-7'4498,"3"4"-3509,-2 10-90,4 6 91,-2 6-1,1 6-89,-2 5-91,1 5-89,0 5-528,3 3 348,3 3-90,1 2-91,4 1-89,1-1 0,3 0 270,2-1-450,3-3 270,2-3-3536,4-3 3356,2-3-2465,3-4 2375,2-3-450,3-2 0,1-4-32,2-3-148,2-2 2179,0-5-2358,1-2-181,-1-4-1259,12-7 1260,-9-3 3122,10-9-3213,-10 1-719,1-7-899,0-2-990,-1-5 3598,-1-2 0,-1-3 0,0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36.4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14549,'12'12'4947,"1"-1"-5757,-2-4-2518,2 1 3328,-1-2 0,-6-2 0,-1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51.1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0 194 8162,'7'-15'1170,"1"1"-900,1 3-1,4-1 1,2-1-90,2-1 0,3-1-90,2 0 90,2 0-90,3 1 90,2 0-180,1 2 180,2 1-180,1 2 90,1 3-90,1 2 0,-1 4 0,0 2 89,-2 4-178,-2 4 178,-2 3-178,-4 6 89,-5 4-90,-4 7 90,-6 3-90,-5 7 90,-6 3-90,-5 3 0,-5 2-334,-5 0 334,-4-1 180,-13 13-90,6-17 90,-8 7 0,13-22 90,0-4-90,3-3 0,1-4 0,4-3 269,4-4-269,-1 0-180,11-11 90,1-2 334,11-11-334,4-2 0,3 0-90,14-9 90,-5 7 0,9-5-90,-9 9 90,0 2-90,11 0 90,-11 6 0,16 1 0,-21 6 0,5 3 0,-11 3 0,-3 2 90,-1 3 0,-4 3 0,-2 2 180,-4 12-90,-3-4 0,-5 9 90,-4-10-90,-2 2 89,-2-1-89,-3-2 0,-1 0 270,-2-3-180,0-1-180,-1-1 90,-1-2 0,1-3-1,0-1-89,0-3 0,0-1-90,0-3 90,1 0 0,1-3-90,0-1 0,1-1 0,2-1-270,1 0-269,-2-3-990,2-1-720,0-2-2518,5-3 4767,6-3 0,3 5 0,3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51.6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1 145 6993,'4'-16'2249,"1"0"-1800,1 1 1,1 0-90,1 0 0,1 1-180,1 1 90,1 2-91,1 1-89,2 1 0,1 3 0,1 2-90,2 3 90,0 3 0,1 3-90,0 5 90,-2 6-90,-1 3 0,-2 5 0,-1 4 0,-5 5-90,-1 4 90,-6 5-90,-2 1 90,-5 4-392,-3 0 572,-4 1-3532,-2 1 3352,-3-2 0,-2-1-102,0-2 192,0-5 90,1-4-90,2-4 90,2-6-90,3-3 434,1-2-524,2-3 3383,3 0-3293,10-6 298,23-3-388,-2-5 90,16-2 90,-11-2-180,1 0-90,1-1 90,1 2 0,0-1 180,-2 2-90,-1 2 360,-1 0-360,-2 1 270,-2-2-270,-3 3 90,-4-2 179,-3 2 271,0 0-630,-2 0 0,-4-3 0,-3 1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52.3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346 0 6993,'-24'3'2159,"0"3"-1709,-1 4 179,-1 4-179,-2 3 90,-1 4-91,1 3 1,-1 2-90,2 2-90,3 1-266,2 2 266,2 0-90,4 0 0,4 1 0,4 0-90,5 0 0,3 1 90,18 27-180,-3-22 355,14 17-85,8-19-360,-8-10 90,14 5 0,-13-12-90,2-4-845,0-4 845,-2-2 1,-1-2-1,-3-3-90,-2-2-90,-2-2-90,-4-2-539,5-5 269,-7-1 755,1-6-935,-8 1 1,-1-1-720,-3-2-360,1-1 1889,-4-1 0,-1 7 0,-1 4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52.6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 21 6903,'20'-11'2519,"-3"3"-2070,3 7-89,-6 2 0,4 4 0,-6 1-90,1 3-91,-1 0 1,0 4 0,-2 0-3482,0 4 3572,1 10-380,-4-5 110,-1 7 270,-5-7-360,-2 0 90,-2-1 270,-3 2 2844,-1-3-3114,-3 0 0,-2-2 568,-1-2-478,-2-2 90,1-1-1,-2-5 91,1-1-90,-1-3 0,2-3 90,0-2-90,1-2 0,0-3 0,3-2-90,-1-3 0,3-1-1,0-2 1,1-1-90,4-2 0,0 0 0,4-2 90,1 0-270,3 0-89,4 0-1,3-1-180,3 1-629,8-5-361,3 1 541,0 1-180,-1 4-451,-9 8-448,0 1 1978,-1 2 0,-7 3 0,-1 1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52.9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76 0,'-2'-21'1770,"0"3"2650,-1 1-3251,4 2 600,-1 11-1409,6 6 769,1 16-589,0 7 3032,1 7-3393,1 8-89,0 6-3122,-1 6 3122,0 4 0,0 2-473,-1 1 383,0-1 90,-1-1-90,1-4 90,-1-2-90,1-3-2112,-1-4 1932,-1-3-90,1-4 270,-1-3-359,0-3 2021,0-2-2292,-1-4-270,-1-3-785,1-4-1194,-1 1 3727,-1-4 0,0-5 0,-2-4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53.3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 44 6633,'-1'-16'6027,"7"40"-5847,-3-10 0,6 35 89,-4-17-179,1 0-90,1 1 0,1-1-90,0 0 0,2-3-89,-1-2-91,1-4 90,1-3 0,-1-2 0,0-4-180,0-4 180,5-5 0,-2-6 1,3-6 89,-2-7 0,0-5 0,2-6 0,-2-3 90,0-4-90,-1-2 180,-2-2 0,-2-1 90,-1 1 179,-2 2 1,-1 4 0,-1 3 360,-4 4-181,2 1 1,-1 6-360,3 16 0,-1 8 0,1 20-90,0-1 0,0 5-1,1 2 1,1 1-972,1 1 972,3 0 0,0-1-2,3 0-88,0-2 0,0-2-90,2-3-90,0-3 180,0-2-360,0-6-179,-2-3-901,0-4 434,2-3-164,0-8-447,-1-4-451,-3-7 2068,-6-1 0,-2 5 0,-2 2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53.9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20 8432,'2'-15'5757,"0"11"-5487,4 17-90,0 7-4252,2 12 4162,-2-4 949,1 3-1039,-2 1 90,0 2 0,0-1 0,1 16-90,-2-14 90,3 8-90,-4-17 90,1-3-180,-1-4 3482,0 2-3212,-1-5-90,-1-11-90,-1-6-90,-1-25 90,0 5 0,0-12 0,1 5 0,1-3 0,1-2-90,0 0 360,4-13-360,-1 12 270,3-7-360,-1 18 360,1 5-360,0 2 0,1 6-90,0 1 180,7 7-90,-3 6 1,4 6-1,-3 6 0,-1 2 0,0 4 90,-2 1 180,-1 3-270,-1 2 360,-1 1-360,0 0 90,-1 0-90,0-3 0,3-1 90,-4-4 0,2-2-90,-4-4 360,-1 0 180,3-14-360,-5-10 90,2-10 180,-4-7-270,1 3 0,0-3 0,2-3 0,1-3 90,1 0 0,1-1-90,2 1 90,-1 3-90,2 4 0,0 3 0,0 4 0,1 3 0,-1 1 0,2 5 0,10 5 90,-3 5-90,6 7 90,-7 4-90,-1 4 180,0 3-180,0 2-3303,-2 2 3303,-1 0 0,-2 1 0,0-2 90,0 0-180,-2-2 1,-2-1-91,0 0 180,-1-4 2762,0-2-10857,-1 0 8095,-3-16 0,1 7 0,-4-13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54.3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34 6993,'8'-20'3508,"3"8"-8629,-3 10 5661,3 10-166,-3 7-14,0 4 929,1 6-1109,0 4 90,-1 3-90,0 3 2780,-3 2-2780,1 16-90,-2-12 0,1 10 0,-3-19 1756,-1-3-1756,1-3 0,-1-3-90,-1-4 270,1 0-270,-1-3 0,1-15-90,1-12 90,-2-13 0,4-3 270,-1 2-360,3 0 90,1-3-90,1 1 90,1 0-90,5-6 90,-3 10 0,4-3-90,-4 13 90,-1 2 90,2 4-90,6 5 0,-3 4 90,6 6-90,-6 4 90,1 3 0,-1 6-90,0 0 90,-1 5-90,0-2 90,-1 2-90,0 0 90,1 0-90,-2-1 0,1-2 0,-2-2-90,-2-2 180,0-3-540,-3-2-3148,2-1 1979,-2-15 180,-2-7-270,-2-10 1709,-1-4 0,-1 13 0,0 1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1:54.6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184 35 8792,'-2'-18'6116,"-3"3"-5756,-8 13 90,-2 6-90,-3 10 0,1 3-1,0 4-89,-1 3 0,1 1-90,1 2 0,2 0-90,3 0 0,3 1 0,1-2-90,4 0 90,1-2-90,3 1 0,2-1 0,3 1 0,2 0 0,3-1 0,2 1 0,3-1 0,1 0 0,2-1 0,0 1 0,0-2 0,0 1 0,7 9 0,-6-7 0,4 6 90,-10-10 90,-2 0-180,-1-1 179,0 7-179,-3-7-90,-3 5-179,-3-9-271,-4 0-270,-3 0-449,-2 0-270,-5 0-1799,-1 0-1439,-5 1 4767,-3-2 0,-3 1 0,-1-1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2:08.5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49 157 7982,'-17'-2'5128,"1"-1"-3060,1 1-1978,15 2 90,2 2-90,26 2 0,-6 0 0,11-1-388,7-3 387,-4-1 1,15-2 0,-7-2 0,3-2-90,5-1 90,4-1-90,31-7 0,-19 3 90,21-6-90,-27 6-704,-1 0 704,-1 2 0,-3 1 0,-3 1 0,-2 1 0,-1 1 0,-5 2-165,-2 2 165,-3 1-90,-4 1 90,-3 1 0,-3 1-2829,7 2 2829,-12-1 391,3 1-391,-12 0 124,-3-1-124,2 1 0,-2 0-5307,2-1 3842,-8-7 1465,-5 1 0,-5-4 0,-2 5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2:08.9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55 9691,'19'-13'1530,"0"0"-1081,1 7-89,3 0-90,3 1 90,5 2-90,3-1-90,3 2 89,5 0-380,1 2 291,5-1-90,0 2 0,2-1 90,-1 0-180,1 1 90,-2 0-90,-3-1 0,-1 1 90,-5 1-90,-2-1 0,-3 1 0,-4-1 90,-3-1 201,4 1-291,-10 0 90,7 0 0,-13-1-90,3 0 0,-10 1 0,-2-2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2:37.3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13 625 6633,'-12'-2'1080,"24"-2"-1080,-3 0 0,18-1-4252,-12 1 4342,2 0-90,-3 1 860,4-1-860,-4 2 0,0 0 0,1-1 89,0 0-89,0 1 3392,1-1-3392,-1 1 90,1 0-90,-1-1 90,1 1-90,-1 0 0,0 0 0,1 0 0,-1 0 90,1 0-90,0-1 0,-1 1 0,1-1 90,-1 0-90,1-1 90,0 1 0,0-1 0,1 1 90,1 0-180,1-2 90,1 1 0,0-2-90,1 0 0,0 0 90,0 0-90,11-3 0,-6 2 0,18-6 0,-17 5 90,9-3-90,-11 4 0,1 0 0,0 1 0,0 0 0,0-1-90,0 2 90,1-1 90,0 1-90,0 0 0,0 0 0,-1 0 0,0 0 0,1 2-3392,-1-1 3392,-1 0-248,0 0 248,0 0 0,0 0 0,-1 1 0,0-1 90,0 1-90,0 0 90,-1 0-90,0 0 3314,0 0-3314,-1 0 0,0 0 506,0 1-416,1 0-90,-1-1 0,0 0 0,10-2 0,-8 1 0,8 0 0,-9 1 0,-1 1 0,0-1 0,-1 3 0,1-3 0,0 3 0,2-4 0,1 2 0,-2 0 0,2-1 0,-1 2 0,0-1 0,1 0 90,-1 1-90,1-1 0,0 1 0,0-1 0,-1 1 0,1-1 0,-1 1 0,0 0 0,0 1 0,8 0 89,-5 0-89,6 1 90,-9 0-90,0 1 0,0 0 90,0 0-90,0 1 90,21 4-90,-16-3 90,16 3-180,-21-3 180,1 0-90,0 1 0,1-1 0,0 0 0,0 0 0,-2 2 0,4-3 0,-2 2 0,3-2 0,0 1 0,0 0 0,1 1 0,0-1 0,0 1 0,1-1 0,-1 0 0,1 0 0,13 1 0,-9-1 0,10 1 0,-14-3 0,0 1 90,1 0-90,-1 0 0,1 0 90,-1-1-90,0 1 0,1 0 90,0-1-3482,15 2 3392,-10-2 90,11 2-90,-14-2 0,0 0 0,0 1 0,1-1 90,1 0-90,16-1 0,-11 0-136,12 0 136,-17-1 0,0 0 0,0-1 3324,0 1-3324,1-1 0,0 1 0,-1-1 0,0 0 0,0 1 0,0-1 0,1 0 0,-1 0 0,0-1 0,33 0 0,-24 0-344,25 0 344,-32 1 0,0-1 0,2 1 90,0-1-180,34-2 90,-25 2 0,23-3 90,-34 2-90,1 1 0,-1-2 0,1 2 0,33-4 0,-24 1-243,25 0 243,-32 2 0,-3 0 0,3 0 0,-3 0-3130,21-1 3130,-13 1 0,16-2-13,-18 3 13,-1 0 0,1 1 0,-1-1 0,1 0 0,19 0 0,-15 1-90,15-1 180,-20 1-90,0 0 0,0 0 0,1-1 0,-1 1 0,0 0 0,2-2 0,-2 2 0,2-2 0,0 3 0,0-1 0,1-1 0,-1 1 0,22-3 0,-17 2 0,16-2 0,-22 1-401,1 0 401,-1 0 0,0 0 275,-1-1-275,20-3 0,-15 3 3061,15-4-3061,-19 5 0,1-3 67,0 0-67,1 0 0,0-2 0,21-2 0,-16 2 0,16-2 0,-21 2 0,1 1 0,-1 0 0,0 0 632,-1 0-632,20-3 269,-16 2-474,16-2 115,-22 3 90,1 1 0,3-1-90,-4 1-3135,5 0 3225,-4 2 0,1 0 1,0 1-1,1 0 0,-2 1 0,2 0 0,-2 0 0,2 0 0,-2 2 0,1-1 0,-1 0 0,2 1 180,-1-1-180,0 1 180,1 0-270,0-1 0,0 2 90,4-2-90,-2 1 90,4-2 0,1 1 0,1 0-333,0 0 243,1-1 90,1 1 0,-1-1 0,1 0 270,0 0-360,0 1 270,-1-1-270,0 0 270,1 0-270,1 0 0,0 0 90,1 0-90,30-1 90,-22 1-90,24-1 90,-31 2 0,1-1 180,0 1-180,0-1 180,0 0-90,27-1-758,-21 1 758,22-1-180,-27 1 2227,1 0-2227,0 0 90,2 0 0,0-1 270,29-1-360,-21 1 360,21-1-929,-29 1 659,-1 0-90,0 0 158,-1 0-158,1 0 270,0 0-270,1 1 270,-1 0-270,2 1 270,-1 0-360,0 0 360,-1 1-270,0 0 270,-1 1-270,-2 0 0,1 1 90,-2 0-90,-2 0 90,4 0 270,-5 1-360,6 0-1448,-3 1 1448,0 0 270,2 0 159,-1 0-159,1 0-123,1 0 123,1 0-360,-1 0 360,-1-1-270,-1 0 0,1 1 0,0-1 270,-1 1-270,2-2 180,1 0-180,0 0 270,3 0-180,31-1-90,-21 0 270,22-1-360,-29 1 90,1-2 0,-2 1 270,2-1-270,-2 0 270,3 0-270,0-1 90,-18 2 0,1-1-86,28-1-4,-28 2 0,0-1 270,22-1-360,0 2 90,0-2 0,0 1 270,-1-1-135,-20 1 0,1 0-135,30-1 955,-29 1 1,0 0-1046,24 0 360,1-1-771,0 2 771,1-1-270,-2 1 0,-22-1 0,1 1 180,31 0-1057,-31 0 0,-1 0 1147,25 0-270,1 1 201,1-1-291,0 0 360,1-1-315,-25 2 0,0-1 135,34 0 90,-35 1 0,0 0-180,25 0 180,-2-1-180,2 0 270,-1 2-270,2 0 180,-1 0-180,1 0 0,-2-3 0,1 3 0,-2-2 90,1 1 45,-25-2 0,1 0 135,32 0-135,-13 0 0,0 0-211,14-1 211,-32 1 0,-1 0-135,23-1 0,-2 0 0,-1 1 90,-1 0-89,0-1-13,-1 1 102,0 0 180,0 0-360,1 0 360,-1 0-270,0 0 269,-1 2-358,-2-1 89,-1 2 45,-23 0 0,1 0 45,27 1 135,-27-1 0,-2 0 358,21 2-223,-1 1-360,0 1 706,0 1-706,-1 0 270,0 0-270,-2 1 270,0-1-180,-2 1-90,-1 0 90,0 1 180,-1 0-270,-1 0 864,1 1-864,0-1 270,0 1 1948,1 0-1948,0-1-270,2 0 0,-1 0 270,0-1-270,1 0 0,-2 0 0,1-1 360,0-1-360,1 1 180,-1-1-180,3 0 270,0 0-270,1-1 0,3 0 0,-1 0-1108,-19-2 0,1 0 1108,27 2 180,-28-1 0,-1-1-897,19 2 987,0 1-643,1-1 373,-1 2 0,1-1 90,-1 1-90,1 2 90,0-2-90,0 2 90,0-2 0,-2 0-90,0 1 90,0 0 90,-7 0 0,1 0-90,19 1 0,-19-1 0,-1-1-90,4 2 180,0-1-90,0 1 90,-1 1-1236,28 2 1236,-22-2 180,21 3 963,-30-3-1233,-1-1 0,-1 0 270,1-1-270,0 1-476,26 2 656,-20-2-270,20 3-1023,-27-6 1113,-2 1 1042,0-1-1132,-3-1-90,0 0-1173,-3-1 1083,-1-1-180,-2 0 1291,-2-1-1650,-3-1-181,-2-1-989,-3-1-464,-1-2 2443,-4-1 0,-2-1 0,-3-1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2:39.4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1 9871,'-4'9'1350,"0"0"-1350,14 30 0,-1-4 90,4 34-90,-2-10 0,5 28 0,-8-35 0,1 0-4121,6 35 4121,-6-29 0,0 0 89,5 31-1515,1 4 1516,1 4-90,-8-48 0,1 1-63,-1-1 1,1 3 107,4 22 0,1 0-471,-4-17 1,0 1 425,4 15 0,-1 3 44,1 1 1,-1-2-45,-2-16 0,-1-1 0,4 19 0,-1-1 0,-4-24 0,1 0-9,3 21 0,1 0 9,-3-17 0,0-1 0,4 17 0,-1-2 90,7 26-180,1-2 180,-1-1-90,1-3 68,1-1-113,-8-29 0,1 1-45,8 30 313,-8-33 1,-2-3-224,5 19 0,-1-4-90,-2-4 90,-2-4 90,-1-3-180,-2-5 180,-1-2-180,-1-6 2055,-2-3-1965,0-4 0,-2-4 2791,0-3-2881,0-3-360,0 6 1,-2-10 396,1 5-397,-2-13 819,1-1-909,-1-2-933,1-1 1473,0 3 0,-2-9 0,1 2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2:40.0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 0 6453,'-7'25'1260,"0"3"-6561,1 7 6111,-2 58-631,5-26-174,2-12 0,0 2 175,3 15 416,2 4-146,1 4-360,3 3 0,2 2 0,2 5-1445,3-2 1445,1 4 0,1-1 863,2 1-863,2 0 0,1-1 0,2-1 90,0 0-180,2 0 90,-1 1 90,1 1-90,-1 3 124,-13-47 1,0 1-170,0 1 0,0 1 0,-1 1 0,0 0 135,-1 1 0,0 0-180,0 1 0,-1 0 45,1 0 0,-2 1-45,0-1 0,0 0 45,0 0 0,-1 1-45,0-2 0,-1 1 45,0-1 0,-1 0-525,1-1 1,-1 0 524,0-1 0,0-1-45,4 47 1615,0-5-1615,-1-6 0,-1-5 325,0-5-325,1-6 0,-1-5 969,0-5-969,4 15-90,-4-23 0,3 9-360,-1-18 2746,-2-14-2746,1 3-402,-2-17-1487,3-3 360,3-13 1979,-2-5 0,1-14 0,-5-2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2:40.5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51 6543,'6'-18'1619,"1"-1"-629,-3 7-720,1 11-90,-1 7 89,0 17-89,0 7 90,1 9 0,0 7-2013,0 7 1923,-1 8 0,1 4-575,-2-12 1,0 3 574,2 31-135,-1-27 0,-1 1-2180,1 32 2225,2 6 0,-4-47 0,1 0-819,0 2 0,0 1 908,0 1 1,0 0-109,1 3 1,-1 0-27,1 1 0,-1 1 0,0 2 0,0 0 0,0 0 0,-1 1 45,1 1 0,0-1-45,0-1 0,0-1 44,0 0 1,0-1 90,0-2 0,0 0-136,0-3 1,1 2 90,1 21 0,0-1-91,0-19 1,-1 0-45,1 16 0,0-2 90,4 23 0,-1-4-90,1-4 1558,0-4-1513,-2-28 0,0-1 373,3 29-284,-3-33 1,0-1-135,2 18 629,-1-5-719,2 1 90,-2-3-90,0-2 1007,0-3-1187,1 18 90,-3-21-2233,2 11 2143,-3-27-89,0-5 1613,-1-4-1884,-1-6-239,1-4-2639,-2-1 1999,1-23 1509,-3-1 0,-1-23 0,-2 1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2:41.1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37 6903,'13'-20'1799,"-2"5"-1439,-2 13-270,-4 8 0,1 13 90,-3 7 0,1 9-1,1 10-3301,-1 11 3302,-1 11 90,1 9-969,0 9 1239,0 6-360,1 6-45,-3-46 0,0 1-547,0 2 0,-1 1 547,0 0 0,0 4 89,-2 27 1,-1 1-898,1-20 1,-1 0 762,-1 22 0,-1-2 180,1-26 0,-1-3 219,1 1 0,-1-1-444,0 0 0,0-1 45,0-1 0,1 1 0,-1-1 0,0 0 0,1-1 0,-1 0-45,1-1 0,0 0 0,0-1 0,1 1 45,0-2 0,0 0-1,1 0 1,-1 0 0,1-2 0,1 2 135,0 18 0,0 0-135,1-16 0,0 0 0,0 14 0,0-1 0,3 25 0,-1-3 39,1-3-129,1-2 455,0-4-410,-1-27 0,0 1-45,1 24 180,2 20-180,-2-38 180,1-3 1544,-1-4-1814,0-5 0,-1-3 0,1-4-90,-1-4 90,0-3-180,2 8 0,-2-13 1192,1 6-1732,-1-14 726,-1 1-5133,-3-4 4184,1-17 1033,-5-6 0,4-9 0,-1 5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2:41.6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46 0 8432,'-10'23'990,"2"0"-631,6-1-179,1 5 0,0 8 0,1 8 0,0 10 90,1 8-1628,0 9 1628,0 7-90,1 5 90,0 6-907,-1 6 727,-1-45 0,0 2 45,0 2 0,0 1 90,0 1 0,-1 1-866,1 1 0,-1 0 730,0 1 1,1-1 0,-2 1 0,1-1-514,0 0 1,0 0 513,0-1 0,-1 1 45,1-1 0,0-1-46,-1 0 1,0 1 0,0-2 0,1 0 0,-1 0 0,0-1 0,1-1 0,-1 0 0,1-2 0,-1 0 0,1 47-1141,0-4 1230,2-4 1,0-3 153,3-3-243,0-1 90,4-4-180,-1 2 90,2-2-90,0 0 90,0 0-180,1-1 90,0 0 797,1-2-887,-3-23 0,1 1 0,3 25 172,-5-27 1,0-1-173,2 16-90,-1-3 0,1-2 360,-5-4 1959,2-4-2319,-3-2 0,0-6 0,0-4 0,-2-5-90,0-5-89,-1-5 464,0-6-2443,-2-1 1665,-3-20-137,0-5-539,-3-24-270,1-6 1619,0-8 0,-1-9 0,0-3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2:42.1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130 0 7173,'-8'18'1259,"1"-1"-989,2 2-90,-1 3 90,0 4-90,-1 5 179,-1 5-179,4 6 360,-4 4-360,5 7-801,-3 5 981,0 7-90,0 9-2977,-1 5 3067,0 7-1,1 2-2200,0 2 2111,0 0 0,1 0-546,1 1 456,1 0 89,1 2-89,0 3-380,1 3 290,1-48 0,-1 1 45,2 1 0,-1 0-45,0 2 0,1 0 45,0 1 0,0 0-45,0 1 0,0 1 45,0 0 0,0 0 288,0 1 1,0 0-334,0 1 0,1 1 0,-1-1 0,0 1-1,1-1 1,-1 1-45,0-1 0,0 0 0,1-1 0,-1 0 67,0-1 1,1 0-113,0-2 0,-1 1 45,1-2 0,-1 0-91,1-1 1,0 0 45,0-2 0,0 0-45,1-1 0,0 0-45,2 48 1,1-6-778,0-3 777,1-6 0,0-5-201,0-5 201,-1-3 1089,0-6-1089,-1-4 0,0-4 0,-1-5-877,0-5 1147,-1-4-450,-1-3 1281,1 5-1370,-2-13 863,1 2-1853,0-12-150,-3-8 780,2-10 3371,-4-9-4002,2-14-206,0-4 1556,0-5 0,0-4 0,-1-3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2:42.6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140 1 6993,'19'5'540,"-2"3"-360,-12 7-90,-1 4 89,-2 4 361,-3 19-90,0-6-270,-3 16-460,0-11 550,0 4 270,-1 3-271,1 3 271,0 5-2462,-1 4 2192,1 6 0,-2 8-1008,0 7 1008,0 8 0,-1 4-1064,-1 5 929,3-48 0,1 0 0,0 2 0,-1 0-1,1 2 1,-1 1 0,0 1 0,1 1-45,0 2 0,0 0 45,-1 2 0,0 0-45,1 2 0,0 1-477,-1-1 0,1 0 432,0 2 0,1 0 45,0-1 0,0 1-45,-1 1 0,1-1 0,0 1 0,0 0-45,0-1 0,0 0 45,0 0 0,1-1-45,0 0 0,0-1 45,1-1 0,-1-1-45,1-3 0,1-1 0,-1-3 0,0 4 45,2 36 0,-1 1-45,1-35 0,-1 0 0,1 31 0,0-3 0,2-2 0,0-5 0,-1-4-90,2-5 600,0 25-510,0-27-90,0 17 656,1-32-386,-1-3-360,1-2 0,0-4-90,0-4-90,0-3 0,-1-5 1140,-1-3-1229,0-5 1590,0-5-2490,-1-3-96,1-2 365,1-16-102,-1-3 1182,1-18 0,-4-2 0,-1-5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2:43.1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41 6453,'16'-13'1350,"-2"1"-811,-2 3-179,2 2-180,-1 8 0,0 3 180,-3 9-270,-5 4 269,0 8-269,0 9 90,0 8-655,-1 12 835,0 9 0,-1 10-1246,-1 10 1246,0 7-1363,-3 8 1183,0-47 0,0 1-1,-1 3 1,0 0-45,-1 3 0,0 0-602,0 3 1,-1-1 601,-1 3 0,0-1 135,0 2 0,-1 0-180,0 1 0,0 1-368,0 0 0,0 0 368,-1 2 0,1 0 0,-1 0 0,1 0 0,0 0 0,-1 2 224,-1 26 1,0 1-613,3-22 1,0-2 342,-1 22 0,0-1-1,3-28 1,0-4 0,1 1 0,1 0 0,-1 0 0,1-1 260,1-2 1,0 2-261,1 24 0,0 0-153,0-21 1,1-1 152,-1 19 0,2-2-90,-1-24 0,0-3 45,0 1 0,0 0 0,1-1 0,0 1 140,0-2 1,-1 0-186,0 0 0,0 0-290,0-1 0,0-1 245,1 48-90,1-5 15,-1-4 120,-1-30 0,1 0 364,0 27-454,-1-33 0,0-1-135,1 13-1084,0-5 1084,-1-5-90,0-6 1922,0-5-1922,-1-7-90,1-5-406,-1-6-493,0-1 465,0-7-825,-2-15 4112,-2-18-2403,0-14 0,-3-10 0,2 3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2:43.64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125 77 6363,'13'-24'1170,"-2"4"-721,-1 3 271,-3 5-270,2 8-360,-5 10 270,-2 12-271,-3 11 1,-2 12 180,0 10-3482,-2 11 3392,1 8 90,-1 8-2269,1 6 2539,0 6-999,0 5 594,2-45 0,-1 1 45,1 3 0,-1 0-45,0 1 0,0 0-593,0 1 0,-1 1 593,1 0 0,-1 0 0,1 0 0,0 0 277,0-1 0,0 1-322,0-1 0,0 1 45,0-1 0,0 0-45,0 1 0,1-1-45,-1 2 0,1-1 45,0-1 0,0 1-45,0 0 0,0-1 17,0 0 1,1-1 117,-1-1 0,1 1-180,0-1 0,0 1 45,1-1 0,-1 0-45,1 1 0,0 0 45,1 0 0,-1 1-45,0 0 0,1 1 0,-1-1 0,0 1 0,0 0 0,1-1 0,-1 0 0,0 0 0,0 0 0,1-1 0,-1-2 0,1 0 0,-1 1 0,0 0 0,0-2 0,0 0 0,-1 1 0,0 0-45,0-1 0,0 0 0,-1-2 0,1 1-45,-2 46 0,0-2 0,0-4 0,0-3 90,0-5 1445,1-3-1445,1-3 234,0-3-324,0-3 0,2-3 0,-4-1 1,4-4-91,-3-1 2068,3-4-2158,-2-2-90,1-3-89,-2-4-1623,0-6 1442,-1-4-898,-1 3-2609,0-15 4309,-6-11 0,4-23 1,-5-14-1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2:44.1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20 6903,'18'-10'2069,"-2"1"-1619,-3 8-91,-1 4-89,-1 8 0,-1 6 180,0 8-360,-1 5 270,0 7-270,-2 8-473,0 7 383,0 8 0,0 7 90,-1 7-1318,1 7 1408,-1 7-1242,-1 4 1242,-1 4-90,-2-45 0,0 0 45,-1 1 0,0 1-45,0 1 0,0 0-1194,-1 1 0,0 1 1239,1-1 0,-1 1-45,0 0 0,0-1-16,-1 0 0,1 3 105,0 25 1,0 2-135,0-19 0,0 0 45,-1 20 0,1 2 90,0 2 0,-1-2-685,1-19 1,0 0 504,0 21 0,0 0 0,1-25 0,-1-3-389,0 2 0,-1 0 389,1 1 0,0-1 247,-2 1 1,1-1-248,2-2 0,-1 3-45,2 25 0,-1 1 45,-1-22 0,1 0-512,1 20 1,0-1 466,-2-26 0,1-4 0,1 1 0,0-1 299,-1-2 1,-1 0-300,2-1 0,0-2 613,-2-3 1,1 2-614,1 15 0,1 0-225,2 30 135,-2-37 0,0-2-134,2 15-33,-2-6 32,1-6-89,-2-6 2067,2-5-2787,1 6 359,-1-19 91,2 4 967,-2-22-2677,1-2 2339,4-10 0,-4 0 0,1-8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2:44.6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354 0 7173,'3'74'2249,"-1"2"-1800,-3 5-1415,-3 6 1326,-1 4-1147,-2 3 1237,1 2-90,-1 0 0,0 1-90,0-2 89,1 1-89,3-1 0,-2 3 0,2 0-180,1-47 0,-1 0 45,1 1 0,0 0-90,0 1 0,1 0 89,-1 0 1,1 1-45,-1 0 0,0 1-998,0-1 1,1 0 997,-2 2 0,0 0 0,0 0 0,1 1-318,-2 1 1,1 0 272,-2 1 0,1 0-203,0 0 1,-1 0 337,0-1 0,0 0-180,0-1 0,0 1 45,1-1 0,-1-1-460,1 1 0,0 0 460,-1-1 0,0 0-45,1 0 0,0-1 525,-1 0 1,1 0-526,0-1 0,0-1 0,0 0 0,0-1 135,0-1 0,0-1-225,-3 49 45,3-32 0,0 1-101,1-17 0,-1 0 146,0 15 0,0-1-90,-1 23 90,-1-1-90,0-1 90,-1-3 493,1-2-583,-1-4 90,-1-3 2018,1-4-2557,-4 21 269,2-25 411,-1 13-501,3-32-90,1-6 1276,0-5-1456,0-7 352,1-5-1252,1-5-718,-1-3-541,4-14 2974,3-12 0,-1-1 0,3-4 1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2:45.1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6543,'23'3'1979,"-1"6"-1619,-6 8 0,-2 10 0,-3 10 269,-2 10-1318,-2 11 1319,-1 9-1172,-2 8 812,0 7-2896,-2 5 2896,0 5-90,0 2-1786,-1 5 1740,0-48 1,0 0-225,0 3 1,-1 0 179,1 1 0,0 1 0,-2 1 0,-1 0 0,2 2 0,0 0-134,-1 0 1,-1 1 223,1-1 0,1 1-135,0-1 0,-1 2 44,-1 27 1,0 1-45,0-20 0,0 1 0,0 20 0,-1 0-45,0-25 0,0-3 135,1 0 0,1 0-90,-2 0 0,0-1-45,1-1 0,-1 1 45,-1 25 0,0 0-45,1-20 0,0 0 0,-1 19 0,0-2 45,1-23 0,1-4-45,0 0 0,-1 0 90,1-1 0,0 0-130,0-1 1,1-1 39,0-2 0,0 3-340,1 20 1,-1 1 339,2-18 0,-1 0 0,1 17 0,0-1 778,0 27-868,2-3-90,-1-2 1058,1-3-1058,-1-2 90,-1-30 0,0 1-180,0 29 135,-1-33 0,1-2-224,0 17-91,-1-5 0,1-4 0,-1-6 672,1-4-762,0-8-89,1-6 2475,0-6-2386,2-8 115,-1-5-1374,4-8 2163,2-15 0,-3 3 0,0-9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2:45.58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526 1 7353,'17'6'1889,"-2"5"-1529,-4 7 89,-2 9-179,-2 5-90,-1 6-90,0 4-455,0 5 455,-5 4 0,2 6-90,-4 5-406,0 6 496,-1 5 0,-3 4-1091,-1 5 1451,-1 5-270,-3 5-1,-1 6-44,4-47 0,1 0 0,-1 2 0,0 1-674,-1 2 1,-1-1 673,1 2 0,-1 0-45,0 2 0,-1-1-985,0 1 1,0 1 984,0 2 0,-1 0 0,1 0 0,-1 1-597,-1 1 0,1 0 552,0 1 0,1-1-247,-1 0 1,1 1 245,-1-1 1,1 1-304,-1-1 1,1 0 303,0 0 0,-1 0 202,1 0 0,0-1-247,0 1 0,1 0 45,-1-1 0,1 1-45,0-2 0,1 1 135,-1-2 0,1 1-180,1-2 0,-1 0 45,1 0 0,0-1 0,0-1 0,1 0-45,-1 0 0,1 0 0,1-1 0,-1 1 498,1-1 1,1 0-499,-1-1 0,1 0 0,0-1 0,-1 0-45,2-2 0,-1 1 45,0-3 0,1 1 574,0-2 1,-1-1-440,-2 48-360,-2-4 418,1-3-418,0-4-90,-1-5 0,1-4 0,0-6-89,1-5-91,0-5 90,1-7 124,0-6-214,1-7-180,1-5 1,0-7-2249,1-6 3604,0-5 0,1-9 1,1-3-1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2:46.0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159 0 6814,'7'63'1889,"-3"3"-6981,1 5 5631,-2 6-269,1 7 412,-1 8-412,-2 5-180,-1-46 0,0 0-361,0 1 0,0 1 406,-1 1 0,0 0 0,1-1 0,-2 3-539,0 23 0,0 2 539,0-18 0,0 0 432,-1 19 1,-1 0-434,1-21 1,0-3-100,0 1 1,0 1 54,0 1 0,-1-1 0,0 1 0,0 0 0,0-1 0,-1 3 45,-1 27 0,-1 2 139,1-22 0,1 1-230,-3 21 1,1 0 45,2-27 0,-1-2 45,1-1 0,0 1-135,0-1 0,-1 0 845,2-2 1,-1 2-846,-2 25 0,1 0-695,1-20 0,1-1 650,-2 20 0,1 0 45,2-27 0,1-2-158,0 0 1,0 0 157,0-1 0,1-1 222,0 0 1,0-1-223,-1-3 0,1 3-45,1 22 0,1 2 45,-1-20 0,-1-1-649,2 20 0,1-1 559,-1-24 1,1-2-1,1 48 726,1-4-816,0-4 180,1-5-360,-1-29 0,1 1-89,2 26 224,-3-32 0,1-1-315,2 12-89,0-4-91,0-7-90,-1-4 1214,2-7-404,6 12 0,-9-29 0,5 6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2:46.5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238 1 7083,'12'88'2069,"-1"1"-2828,-3 4 1209,-1 4-1111,-5-47 1,1 0 839,-2 1 1,1 0 135,-1 2 0,-1-1-135,1 2 0,-1 0-45,-1 0 0,1 1-1,-1 0 1,1 1 0,-2 0 0,1 0-45,0 0 0,0 0-581,0 0 0,0 0 581,-1 0 0,0 1-1,1-2 1,-1 1-321,0 1 1,-1 1 275,0-1 0,0 1-271,1 0 1,-1 1 270,-1-1 0,1 1 44,0 0 1,-1 0 45,1-1 0,-1 0-90,0-1 0,0 1 0,-1-2 0,1 1-45,0-1 0,-1 1 45,1-1 0,-1 0-45,-1 1 0,1-1 45,-1 1 0,0-1-45,0 1 0,1 1 0,-2-2 0,1 1-487,1 0 0,-1-1 487,0 0 0,0 0 0,0 0 0,0 0 162,0 0 0,0-1-162,0 1 0,0 0 0,0 0 0,0-1 0,1 0 0,-1-1-45,0 0 0,1-1-8,0-1 0,-1 0-37,-4 46-90,2-2 392,1-6-481,1-3-91,1-5 376,1-5-375,1-4-91,1-5 575,1-3-665,1-5 1,0-5-1,2-4 462,-1-6-551,-1-6-91,2-6 542,-2-6 178,3-5 0,-2-11 0,1-4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2:46.9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54 1 7173,'6'18'2429,"-1"5"-2070,-1 8 91,-3 10-90,1 8 90,-1 9-1388,0 8 1298,1 8 0,-1 7-2682,2 5 2592,-1 3 0,2 5-298,0 2 163,-2-46 0,0 0-564,0 1 1,-1 0 518,1 2 0,0 1-45,-1 0 0,0-1 45,1 3 0,0-1-1,-1 0 1,0 0 0,0 1 0,-1-1-45,0 1 0,0 0 45,0-2 0,-1 4 0,-1 26 0,0 0-45,-1-18 0,1-1-45,-2 22 0,0-1 45,1-25 0,-1-2 90,0 1 0,0-1-90,0 0 0,0 0-45,-1-1 0,1 0 0,-1 0 0,1 0-664,-1-1 1,1 1 663,0-2 0,-1 2-45,0 23 1,-1 2-51,2-21 1,1 0 49,-2 19 0,2-2-257,1-25 1,0-3 256,1 2 0,0 1-310,0 20 1,2 1 219,-1-17 0,1 0 317,1 16 0,0-1-542,2 25-89,1-2-91,0-6 180,-1-4 991,0-4-2520,-2-13 0,0-1-270,-1 17 2252,-1-23 1,-1-2-1,-3-7 1,-1-3-1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02.353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3381 1718 6183,'-3'14'1530,"0"0"-1261,-1-1-179,0 1 90,0-1-180,0 1 90,-1 0-90,-1 1 0,-2 2 0,2-3-3392,-1 0 3392,-2 0 90,3-3-90,-4 4 90,2-5-90,0 0 90,0 0 0,-1 0 3302,1-1-3302,-1 1 0,1-1 0,-1 1-90,0-2 90,0 0-90,0 0 0,0-2 90,0 1-90,-1-1 0,0 0 0,0 1 0,0-1 0,0 0 0,-1 0 0,0 0 0,0 0 0,-7 4 0,4-3 0,-5 3 0,5-3 0,-1 1 0,0-1 0,-1 2 0,-1-1 90,-1 2-90,0-1 90,-2 2 0,0-1 0,-1 2 0,0-1-1,-1 2 1,0-1 90,-1 1-90,-1-1 0,0 1 0,0-1 0,0 1-90,0 0 90,0-1-90,1-1 90,-1 0 0,-7 3-90,6-4 90,-3 3-90,10-6 90,0 0 0,1-1 0,1-1-90,0-1 90,0 0-90,0-1 90,1 0-90,1-1 90,-8 1 0,5-1-90,-6 0 89,6-1 1,-1 0 0,0 1 90,-10 1-180,7 0 90,-8 0-90,8 0 90,-1-2-90,-1 3 90,1-2 0,-1 2 90,-11 1-90,8-1 0,-9 0 0,10 0 0,1-1 0,0 1 0,-1-1 0,0 0 0,0 0-90,0 0 179,0 0-179,-1-1 90,1 1-90,0-2-3302,0 2 3302,1-2 90,0 0 0,-9-3-180,8 0 180,-6-1-90,9 0 0,1-2 0,0 1 90,1-1 3302,0 1-3392,-1-2 0,1 1 90,-1-1-90,0 1 0,0 0 0,1 1 90,0 0-90,0 1 90,0 0-90,0 1 90,1 0-90,0 0 0,0 0 0,0 1 90,1-1-90,0 0 0,1 0 90,1-1-90,-1 1 0,-1-2 0,2 0 90,-1 0-90,3-1 0,0 1 0,0-2 0,0 1 0,0 0 0,0-1 90,1 1-90,0-1 0,0 1 0,1 0 0,0 0 0,1 0 0,0 0 90,-1 0-90,0 0 0,-1 1 0,0-2 90,-1 3-90,0-2 0,0 2 0,0-3 0,0 1 0,-7-5 90,6 4-90,-6-4 0,8 3 0,-1 0 0,1 0 0,-1-1 90,1 0-90,-11-8 0,9 6 0,-8-5 0,10 7 0,2 1 0,-2 0 0,3-1 0,-3 2 0,2-2 0,-1 1 0,1-1 0,0 0 0,1 1 0,-1-1 0,0 0 0,0 1 0,-4-4 0,3 3 0,-3-3 0,4 4 0,-1 0 0,0-1 0,-1 0 0,-1-2 0,0 0 0,-1 0 0,0 0 0,0-1 0,0 0 179,-1-1-179,2-1 180,-1-1-270,1 0 270,0-2-360,2 1 180,-1-2-90,1-2 1,2 2 89,1-1-90,-1 3 90,0-1 0,4 1-90,-2 0 90,5 1 0,-3 0 0,2-1 0,0-1 0,0 0-90,1 0 90,-1 0 0,-1-7 0,2 5 0,-1-6 0,3 5 0,0-1 0,0 0 0,1-1 0,-1-1 0,0 1 0,1-2 0,-2 2-90,1-2 90,0 2 0,0-2 0,0 1 0,0 1 0,0-18-90,2 14 90,-1-12 0,2 18-90,0 0 90,0-1 0,1-1-90,1 1 90,0 0-90,0-1 360,0 0-360,2-2 0,-1 2 0,1-1 90,-1 2-90,2 1 90,3-7-90,-3 6 90,4-6 0,-4 9 0,1 1 0,0 0-90,1 1 90,1 1 0,5-7 0,-2 5-90,4-4 90,-4 6 0,2-1 0,1-1 0,2-1 0,0 0-3302,3-1 3302,-1-1 0,13-10 0,-8 5 0,8-5 0,-10 7 0,0 2 0,0 1 0,0 0 0,-2 0-90,10-6 90,-7 6 0,4-4 3392,-8 7-3392,-2 2 0,9-7 0,-6 5 0,7-3 0,-9 6 0,1 0 90,3 1-90,-4 1 0,4 0 0,5-3 90,-4 3-90,8-3 0,-9 5 0,1 0 0,0 1 0,2-1 0,0 2 90,13-4-90,-9 3 0,11-2 0,-11 3 90,1 0-90,1 0 270,0 0-180,33-9-90,-23 7 0,25-7 0,-31 8 90,0 1-90,0 0 90,-1 1-90,1 1 90,-2 1-1060,0 2 970,-1-1 0,0 3 90,1-1-90,-2 3 0,1 0 0,-1 2 90,-1 0-90,0 2 90,-3 2-90,3 0 0,-4 2 1059,3 0-1059,-3 1 90,2 0-90,-3 3 0,1-2 90,0 1-90,-1 0 90,-2 1-90,0 1 90,-1-2 180,-1 2-270,0 0 270,-1 0-270,-1 0 180,0 1-270,0 0 360,-1 0-360,-1 1 270,1 0-270,-2 2 360,0-1-360,0 1 0,0 0 90,0 2-90,1-1 90,-1 1 0,-1-1 0,0 1 0,0-1 0,-1 0 0,1 1 0,-1-1 0,0 1 90,0-1-90,-1 1 0,0 0 0,-1-1 90,0 1-90,0 0 0,0 0 90,4 10-90,-5-8 0,3 7 0,-4-10 89,-2 1 1,1 0-90,-1 1 90,4 11 0,-4-8-90,3 7 90,-4-9-90,1 0 0,-2 0 270,0 0 0,4 12-360,-4-8 90,4 7-90,-5-10 90,1 0 0,-1 0 0,0 0 90,0 0-90,0-1 0,-1 1 90,1 1 0,-2-1 0,1 2 0,-1 0 0,0 1-90,-2 0 90,1 2 0,-2 0 0,0 1 89,-1 0-89,0 0 90,-2-1 0,2-1-90,-2 0 0,1-1 0,-3 0 0,0 0-90,-1 0 0,1-1 90,-1-1-270,0-1 0,0-2-270,-1-1-89,1-1-2609,-4 13 1528,2-13-1438,-2 10-1169,3-16 4227,1 1 0,3-7 0,0-2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11.318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51 529 7083,'-18'8'5577,"2"0"-3239,1-1-2248,13-1-90,6-4 90,9-1-90,1-3 0,-1-2 0,0-1 0,1-1 90,0-3-90,1 1 0,0-2 0,7-10 0,-5 3 0,5-9 0,-6 6 0,-1-2 0,-1-2 90,0-1-90,-2-2 0,1-1 0,-2-2 90,-2 0-90,-1 0 0,0 0 0,-3 1 90,-2 1-90,0 3 0,-1 1 90,0 3 90,-2 2 180,1-1 539,-1 3-899,1 13 90,-1 10-90,2 18 0,-2 6 0,3 4 0,-2 5 90,2 2 90,1 11 0,1 2 0,0 8-210,0-5 1,-1-2 119,0-6 90,0 0 0,-1-1 180,2 16-180,-2-18 0,1 10-1,-2-22-89,1-4 0,0-3 90,0-4 0,0 4-90,1-8 0,0 4-450,-1-10 442,1 2 0,-3-7 0,0-2 1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13.599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35 130 6723,'-7'-23'1979,"0"1"-1349,2 2-1,0 3 810,2 2 1260,-3 1-1710,4 0-629,4 9 90,3 7-90,6 15 539,5 25-629,0-5-461,4 20 370,-3-11 91,-2 3-90,1 4-90,0 1 90,-1 2-90,0 0 0,-2 0 0,-1-2-90,1-1 90,-1-2-90,4 16 90,-5-19-90,3 10 90,-2-13-90,-5-16 0,2 5 0,-5-18-270,0 1-3058,-1-4 2248,-6-11-89,0-4 281,-6-16-5138,-5-22 6026,6 13 0,-3-8 0,9 24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13.938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62 530 7083,'-13'-19'1979,"2"0"-1439,0-1-1,3-1-89,1-2 0,2-2-1,1-1-89,2-2-90,2-1-90,2-2 90,2 0-90,3 0-90,1 0 180,9-11-181,-3 11-89,9-8 90,-5 16-90,2 3 90,1 3 0,11 3-90,-5 7 90,8 4-90,-8 10 0,-1 6 90,-1 6-90,-2 4 270,0 5-180,-3 3 90,-3 3 0,-3 3 359,-3 0-269,-5 3 0,-2 0 0,-4 0 90,-4 1-90,-2-1 0,-4-1-1,-1-1 1,-4-2-90,-2-3 0,0-3-90,-2-4 0,-1-2-90,1-4-90,0-4-90,1-3-270,1-4 180,1-3-539,0-4-1,2-6-89,1-3-180,2-6-1,2-5-179,3-5-900,3-4-539,2-2 2698,4 1 0,3 2 0,3 2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14.354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240 129 6633,'1'-27'2339,"0"3"-1530,-2 3 1080,0 3-360,-2 0-359,-4 4-720,-4 7-1,-1 9-89,-2 10 0,1 7 0,-1 6-1,-2 6 1,0 6 0,-1 4-110,1 4 19,0 3 91,0 4-90,1 1 90,1 1-90,2-1-3267,1-1 3177,4-1 0,0-3-161,5-3 71,1-3 0,5-3-90,3-2 0,3-4 0,3-2-90,4-4 0,2-4 158,5-3-248,1-4 3219,4-5-3309,2-4 1,1-5 89,1-4 70,0-4-160,-1-3-89,0-4-1,-2 0 0,-1-2-90,-2 0 1,-3 0-91,-2 0-90,-3 1 1,-1-1-3753,-4 1 3303,-1 0-91,-4-1-1168,-1 0-810,-3 0 3148,-1 0 0,-2 6 0,-1 3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15.038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0 500 12750,'18'10'1259,"1"-4"-6829,-2-8 5660,1-4 1498,-2-3-1498,1-4 770,1-4-770,0-5 0,0-3-90,1-4 359,-2-2-359,1-2 180,-3 0-180,1-3 180,-4 1-270,-1 1 3662,-1 2-3572,-3 3-90,-1 2 180,-1 3 0,-2 2 450,-2 3 89,0-2 1530,-1 5-1979,5 17 0,-1 10 180,11 47-180,-6-7-274,5 23 274,-5-13-895,0 3 985,-1 3-90,0 1-2825,3 31 2825,-2-23 0,3 22-673,-5-33 673,1-1-201,-1-6 21,-1-3 180,0-5 431,-1-6-431,-1-3 2785,1-6-2875,-2-3 921,-1-5-921,0-4-90,-1-4-800,0 0-9031,1-3 4281,0-14 5550,2-3 0,-1-10 0,-1 5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27.780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15 25 9152,'-8'-13'9714,"1"1"-9534,9 29-90,2-2 0,7 26 0,-1-9 0,1 4 0,2 1-90,0 2 90,2 2-90,1 1-403,0 1 403,0 0-3102,1 0 3102,0-1 0,0-2-117,-1 0 117,0-2-2162,-1-1 2162,2 12 0,-4-13 9,2 7-9,-7-17 0,-3-3 0,0-2 1897,-2-3-2527,-2 1-333,-2-1-1555,-3-2 4917,-7-10-3389,1-6 91,-4-9-1,3-5 284,-1-4-194,-1-5 1,-1-3-540,0-4-360,-1-3 1709,1-2 0,-1 0 0,-1-2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28.050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87 656 6273,'-12'-20'1799,"0"2"-1259,2 1-180,0 1 0,1-1-1,2 1 1,-1-1 0,2 1-90,1-5 0,2 0-90,0-6 89,2-2-89,2-3 90,3-1-180,3-2 0,3 0 90,1-2-90,2 1 90,1 1-180,3 2 90,0 2-90,2 3 90,0 4-90,0 3 0,9 2 90,-7 7-90,5 3 90,-8 8-180,-2 6 180,0 3-90,-1 4 0,-2 4 0,-2 3 0,-1 3 180,-4 2-90,-1 3 269,-6 12 1,-1-7-180,-5 8 0,-2-13 0,-1-1 0,-2 1-90,-1-2 90,-1 0-91,-3-2 1,0-1-90,-1-2 90,1-3-539,-6 3-1,8-8-989,-4 1 1439,8-4 0,5-6 0,0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28.432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223 77 7533,'-1'-18'2878,"-1"2"-1349,-1 2-270,-5 0-719,-4 5 0,-1 3-90,-3 8-91,1 7-89,0 3 90,-2 7-90,0 5 539,-7 22-2459,5-4 1829,-4 15 1,11-11-232,1 1 142,4 0 0,1 1 90,4-2-180,3 0 90,2-3-90,5-1 0,6-3-90,0-3-180,17 8 91,-7-13-3070,25 11 2979,-17-24-90,11 1 181,-12-12 89,-1-3-180,1-3 270,-2-3 1010,0-2-1189,7-5 179,-9 0 8,3-4-98,-12 2 3302,-3-1-3481,-1-1 179,-2-1-270,-1 2-1259,0-5-90,-1 2-1080,-1-6 2789,-4 3 0,-3 7 0,0 3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28.897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46 427 8432,'-12'-16'2429,"2"1"-1710,4 4-179,1-1 0,0-1-180,2-1-1,1-3 1,0-2-90,2-2-90,2-2 0,4-2 0,1-2-90,4 1 0,0-1 0,2 0-1,2 1-89,0 3 90,2 1-90,-1 3 0,0 4 0,-1 2 90,0 4-90,-1 3 90,0 5-90,2 6 90,-1 7 0,1 7 0,-2 9 0,-2 8 0,-1 6-1363,-3 7 1363,-1 3 0,-2 5-597,-2 3 597,-1 2-90,0 1 90,-2-1-90,1-1 0,-2-3 90,1-2-90,-1-4 0,1-3 0,1-4-27,0-3 27,1-4 0,0-3-90,4-4 90,0-3 1177,2-3-1177,2-5 506,0-4-596,2-4 34,2-4 56,2-4-90,3-4 90,3-4 0,3-4 180,3-4-90,1-2 90,2-4 0,1-2 180,0 0-3573,1 0 3483,-3 1-388,-1 2 478,-5 3-1,-3 2 181,-4 3 0,-3 2 539,-3 1 3290,0 1-4279,0 1-229,-2 6-1570,-2 4-1259,-3 6-2339,-2 2 5307,-3 0 0,1-7 0,-1-1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2:56.656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24 772 7803,'-10'-17'7375,"-1"2"-4676,9 4-2160,1 10-89,6 6-270,2 22 0,1-1 180,1 8-270,-2-7-90,0 2 90,1 0-90,1-1 90,-1 2-90,1-3 0,0 2 0,2-1 90,-2 1-90,2-4 0,0 0 0,1-2 0,-1-3 0,0 0 0,1-3 0,-2-2 0,0-1-90,-3-3 90,2 0 90,-2-2-90,0-10 90,-4-8-90,-2-14 0,-3-7 0,0-5 0,1-7 90,0-5-90,0-6 89,1-2-786,-1-4 787,4-2 0,0-3-90,1-1 90,2 1-90,0 1 90,2 1-90,0 3-1536,1 8 1,1-1 1535,2-11 0,8-29-10,-10 52 10,0 5 0,-1 5 0,-1 5 0,-1 3 90,-1 4 0,-1 4 555,0-2-7841,0 4 6355,-1 9-2847,-3 8 3692,-2 8 0,-1-2 0,0-6 1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2:57.664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1 790 13020,'13'-7'1978,"0"7"-1798,-3 15 0,0 0 0,1 2 0,-1-3 90,5 8-180,-3-5 90,3 6 90,-4-7-180,-1-1 179,1 0-269,-1-1 0,-1-1 0,1 0 90,-2 0 0,3 3-90,-3-4 180,3 3-180,-3-4 90,0-1 0,3 0 0,0-6 0,-1-5 0,0-6 90,-1-3-90,-1-5 90,3-4 0,-1-5-91,1-4 361,0-4-360,1-3 0,0-4 0,0 0 90,0-1-90,0 0 90,0 1-90,0-1 0,-1 2 90,0-1 89,0 1-179,1 1-90,-1-2 0,1 0 0,0 0 0,-1-1 0,1 1 0,0 1 0,-1 1 0,0 2 0,4-11 0,-5 13 0,3-5 0,-6 16 0,0 4 0,-1 2-90,-2 0-3597,1 3-541,-2-1 1530,-4 17 2698,-2 9 0,-1 2 0,-1 1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2:58.481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0 626 6993,'2'-22'3868,"-1"1"-1979,1 4-450,2 2-1169,4 9-90,-1 5 0,2 9-1,-2 1-89,1 3 90,0 2-90,0 0 90,1 4-90,-1-1 0,1 2 180,7 16-180,-5-13 0,6 12-90,-9-18 90,-1 0 0,0-3-90,-1-1 90,1 1-90,1-3 90,3 0 89,1-9-89,-1-4 90,1-7 0,-1-4 0,2-4 90,1-7-90,3-5 0,1-4 90,1-5 269,9-23-179,-6 15-1304,7-16 1213,-11 21 1,0 3-141,-1 1 141,-1 4-90,-1 1 0,-1 3 0,0 1 0,-1 3-90,0 2 0,-2 2-1,-1 2-89,-2 3 1376,-1 2-1376,1 3 160,2-4-70,-3 5-90,2-2 0,-1 2-180,1 1-1529,0-1-5127,-1-1-270,-6 0 7106,-6 4 0,1 2 0,-4 6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19.968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1 732 14639,'12'14'359,"0"0"-4875,-3-1 4606,0 2 1225,0 0-1315,-1 0 797,-1 1-797,0 1 0,0-1 0,0 1 2584,-1-1-2494,-1-1-90,1-1 0,-2-2 0,2 3 90,-1-1-90,2 0 180,0-9 0,-1-7 90,2-12 0,0-8-90,1-8-205,4-12 205,2-6 0,2-8 0,2-3-742,0-2 742,1 0 89,1 1 1,-2 1 0,0 2 0,-2 5 90,0 2-180,-3 5-87,0 4 87,-2 3-90,-1 4 90,-2 3-90,-1 4 264,-3 3-264,0 5 750,-2 3-750,2 3-251,0-1-7665,-1 3 1440,-5 8 6386,-2 12 0,-1-1 0,-1 4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20.748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1 795 8612,'1'-16'7466,"1"3"-7196,5 8-180,0 8 0,3 6 0,-1 4-90,-2 0 89,4 7-89,-2-4 0,3 5 0,-4-7 90,-1-1-180,1-1 90,0-2-89,2 2 89,1-4 0,4-3 89,-2-7-89,1-6 0,-3-6 90,1-5 0,2-6 90,-1-5-90,2-5 90,-1-5-90,2-3-312,-1-2 492,1-3-90,0-1 270,7-23-181,-5 17-632,4-14 543,-8 25 180,-1 3-363,-1 3 362,-1 3-269,0 3-2886,-2 4 2886,1 1-90,-2 4 0,1 2 0,-3 2 0,1 2 374,-1 3-374,-1 2 69,2 0-6546,0 2 5462,-7 7 1015,-6 13 0,0-4 0,-3 7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21.727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0 559 10321,'13'-13'4408,"0"11"-4139,-2 8 91,-3 9-90,1 0-90,0 4 0,1 0 0,0 2-90,0 1 0,0 1 0,0 0-90,-1 2 90,0-2-90,0 0 90,0-4-90,0-1 0,-1-3-90,-1-3 180,3 0 359,-1-4-179,4-7 90,-2-8 0,0-10-1,-1-6 1,2-5-90,1-7 90,0-3-1309,1-4 1309,1-2 179,5-19 1,-4 15-360,4-13-547,-1 4 727,-4 15-514,2-11 424,-4 20-270,3-12 0,-3 14-90,3-8 90,-5 16-90,-1 2 90,1 3 0,-2 3 1088,2 0-1268,5-6 549,-5 9-1898,6-7-8302,-9 12 8829,-11 4 0,4 0 0,-10 5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22.454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1 399 14549,'12'7'1349,"-2"1"-1079,-4 12 0,-1-2-90,1 1-91,1 2 91,0-1-90,1 0 0,1-2-90,1-1 90,-1-1-90,1-2 0,-1-1 0,0-3 90,-1-1 90,3-2 90,2-3 0,-1-4 0,0-7-1,-3-7 1,2-5 0,1-6 180,7-22-180,-3 9-338,5-16 518,-5 16-180,-1-1-90,1 0 0,0 2 0,-1 2 0,0 3-91,0 2 1,-2 3-90,0 3 90,-1 2 270,-2 3-360,1 3 270,-1 2-360,0 2 607,-1 1-787,-1 3 0,1 0-359,-1 2-361,4-2-359,2 3-450,3 0-90,-2 4-629,2 4-4318,-6 16 6836,-2-2 0,-6 2 0,-3-11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22.992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1 433 8792,'6'-14'6027,"3"3"-5488,2 9 1,0 4-90,4 8-91,-2 0 1,0 3-180,2 3 0,0 1 0,0 1 0,1 1-90,1-1-90,-1 0 90,1-1 0,-1-1-90,0-2 0,0-2 0,0-2 90,0-2-90,0-2 0,0-3 0,0-3 90,1-4 0,0-6-1,1-5 1,1-5 90,0-6 0,1-3 0,0-5 90,0-2-90,1-2 360,0-2-271,-1 1 181,1 0-270,-2 3 270,1 1-360,-1 2 270,0 2-360,-2 4 269,-1 3-269,-1 2 270,-1 3-360,-3 3 270,0 2-270,-2 2 0,0 3-270,-1 0-809,1 1-4318,2 2 2339,1 4 450,-8 8-810,-4 4 3508,-8 4 0,3-8 0,1 1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23.619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1 418 7892,'6'-16'5577,"1"2"-5217,3 8-180,4 6-90,-1 5 90,4 5-180,-3-1 90,1 1-3392,2 1 3302,8 5 90,-5-4-90,6 3 0,-8-6 0,-2-1 0,-1-1 90,-1-2-90,0-2 0,-1-3 3392,1-1-3302,0-4 269,5-8-89,-3-1 0,2-6 90,-5 0 270,6-13-271,-5 5 1,5-10 180,-7 11-180,0 0-91,0 0 91,-1 1 0,4-9-180,-4 9 0,3-5-90,-6 12 0,0 3-90,0 1 90,0 2-360,-2 2-270,2-2-539,-1 3-540,2-1-990,0 2 2609,1 2 0,-5 3 0,-1 1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25.297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8083 1945 10951,'-18'2'1529,"-2"3"-1439,8 2 0,-2 2 0,2-1 0,-1 1 0,-1 0 0,-2 1-90,0 1 90,-2 1-1,0 0 1,-2 0-90,-1 0 90,1 0-90,-1 0 90,-1-1-90,0 2 90,-2-1-180,-1 1-3212,0 0 3302,-2 0-1623,-1 0 1623,-1 0 90,0-1-90,-2 1 0,1-1 0,-2 0 0,1 0 0,-1 0 0,-1 0 0,1 0 0,-1-2 2588,1 0-2588,0 0 2427,0-2-2427,0 0 0,0 0 0,-1 0 0,-1 0 0,-2 0 0,0 0 0,-3 0 0,0 1-202,-2-1 202,0 2 0,-2-2 0,0-1 0,-1 1 0,0 0 0,-2-1 0,1 1 0,-2-1 0,0 0-1621,-3-1 1531,1 0 90,-3-1-495,0 1 495,-2-1 0,1 0-90,-2 0 90,1 0 0,-2-1 0,2 2 0,-25 1 0,20-1 0,-21 2-556,24-3 466,0 2 90,-1-2 0,-1 1 0,-1 0 90,-1 0-180,-1 0 90,1 0 0,-2-1 0,2-1 0,0 0 0,-26 0 90,21-1-90,-20-2 0,28-1 0,0 1 0,-1-3 0,1 1 0,-1-2 0,0 0 0,-1 1 0,1-1-2369,-28-2 2369,20 0 0,-19 0 450,25 2-450,0-2 0,0 2 0,-1-1 0,1 0 0,-2 1 0,1-1 0,-2 0 0,1 0 0,-2-1 0,1-1-90,-1 1 180,1-1-90,0 0-90,2-1 90,-1 0 0,1-1 270,0 0-360,-1-2 270,2 0-180,-1-2 90,0-1-270,-25-7 180,18 3 180,-19-5-270,27 5 270,-2-1-270,2 0 180,0 0-180,5 0 270,-5 1-270,4 0-956,-6 0 956,2 1 90,0 0 378,0 1-468,0-1 270,0 2-180,0-1-90,1 1 1819,-1-1-1729,2 1-90,1-1 90,2 1 0,0-1 0,2-1-90,0 0 90,0 0 196,1 0-196,-1-2 0,2 1 0,0-1 0,2-1 0,-21-9 0,17 5 0,-15-7 0,22 9 0,1-1 0,1-1 90,0 1 1518,4 0-1608,-1-1 0,3 1 90,3-1-90,0 1 0,2-1 0,1 0 0,3 0 469,-1 0-469,4-1 0,-3-1 0,6 1 739,-3-1-559,-13-24-1,13 18-268,-12-19 268,22 24-269,0 0 850,2 0-939,1-1 89,-6-22 90,8 17-90,-4-17-90,11 24 180,-1-1 294,4 1-294,0 0 0,1 0-90,2 0 90,2 0 26,2 0-26,1-1-90,10-11 90,-3 8 0,9-9-3392,9-1 3392,-5 9-90,12-9-79,-6 11 439,3 0-270,4 0-513,4-1 513,4 0-45,3 1 0,3 0 45,18-8 0,-14 7 0,-1 2-463,11-3 463,1 0 179,3 1 2511,1 1-2645,-18 9 0,1 0-849,32-9 759,-29 10 0,-1 1-45,26-4 0,2 1 90,0 2 0,0 1-1105,-24 6 1,2 1 1104,32-3 0,-31 4 0,-1 2 168,26 0-168,2 1 0,-1 2-872,2 3 962,-1 0-90,-1 2 0,-1 2 90,0 1-90,1 0 90,0 3-90,2 0 90,-1 2-90,3 1 0,-3 0 45,-26-1 0,0 0-45,33 5 45,-34-4 0,-2 0-1068,22 6 1023,-1 0 0,0 1 1079,-2 3-989,-1 0-1378,1 2 1288,-6 2 0,0 1 391,-7 2-301,-2 2-90,-3 2 336,-4 2-336,-3 0 0,-5 2-838,-3 0 1018,-4 4-180,-3 2 1631,-5 1-1721,-2 1 90,-6-1 0,-3 2 0,-4 1 292,-6 4-292,-1 0 0,-6 5 1545,-2 1-1545,-4 1 0,-5 4 90,-5 1 2283,-4 2-2193,-3 0-180,-5 0 180,-4 1-270,-4 0 90,-3 1-90,-4 0 90,-4 0-666,-1 0 576,-4-2 90,0 0 0,-3-1 0,-1-1-90,-1-4-90,1-1-2729,-2-5 2459,3-3 1,0-5-97,4-4-353,2-6-1464,3-4 1104,4-6-720,4-5-70,4-5 2049,5-5 0,9-4 0,5-2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26.110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148 315 6633,'-22'-9'1799,"2"4"-1259,-1-1-90,4 2-1,1 0 91,2-1 629,2 0-89,-1-1-630,4-1-361,5-3 91,5 0 0,8-3-90,6-2-3302,14-10 3302,0 4 0,14-7-1088,-10 7 1088,6 0-670,-2 1 580,3 1 90,1 3-90,1 1 0,0 3 0,-1 3 0,-1 3 0,-2 4 0,-2 1 0,-1 4 2610,-4 2-2610,-3 3 1344,-3 4-1344,-2-1 0,-4 7 1106,-4-1-1106,-5 8 0,-6 15 90,-5-6 90,-20 43-90,4-35-251,-14 23 431,11-34-90,0-1 90,1-5-1,3-2-89,1-5 90,1 1-90,3-4-90,6 2 0,6-7 90,20-1-180,-1-7 90,13 0-90,-4-3 340,4 1-340,2-1 0,2 0-90,1 0-89,-1 2 89,-2-1-90,-3 2 0,-3-1-90,-3 1 0,-5 1-539,-3 0-900,-1 3 89,-8 4-718,-4 1-900,-9 5 3238,-6-1 0,-4 0 0,-2 3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34.097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340 1 7892,'-14'25'1889,"1"0"-1259,2-3 0,-2 2-91,0 3 1,-2 2-180,-1 2 90,0 3-91,-1 1 1,-1 0-90,1 1 0,-1 1-90,2 0 0,0-2 0,2 0-90,1-5-1,0 0-3391,2-3 3302,1-1 90,1-3-90,1-1 0,2-3 0,0-2 0,1-2-269,1-2 1862,0 1-8699,-1-1 7106,-3-6 0,3-1 0,-1-8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34.330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44 81 7263,'-12'-15'2249,"2"1"-1170,2 1 720,0 1-90,3 0-900,6 3-449,8 4 90,6 4-90,5 3 0,0 2-91,3 1 1,3 1-90,4 2 0,1 1 0,2 1-90,3 2 90,-1 0-90,3 1-90,-1 1 0,1 0-180,-1 0-90,-1 0-90,-2-1 90,-2 0-359,-2 0-181,-3-1 91,-1-1-91,-2-1-179,-1-1-91,-4-1-179,-2-1-3328,-2-1 4587,0 2 0,-9-5 0,2 2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34.784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96 20 8522,'14'-14'3328,"-2"9"-3058,-5 9 180,-2 9-360,-2 4 270,0 6-270,-1 5 269,-2 6-359,-1 5-3302,-1 4 3302,-1 3-170,-1 3 350,-2 1-90,-1 1 0,-1-1-2182,0-1 2182,-1-3 0,2 0-1460,0-3 1460,1-2 828,1-2-918,0-2 153,0-3-243,0-3 0,0-3 90,0-3 1540,0-2-1990,0-3 2885,1-3-3604,-1-4-361,0 1-1438,-1-12 2968,-1-9 0,3 1 0,2-7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34.986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24 97 6543,'-9'-21'2339,"2"1"-1260,2 5 181,3-1-631,4 4 631,8 2-631,9 8-89,3 5 0,7 7-91,0 4 1,3 5-180,3 4-345,3 3 345,2 3-90,0 2-1,0 1 1,17 14-90,-1 3-270,0-1-622,-8-6 262,-16-15 1,-2-1-91,0-2 1,-1-2-451,-1-2 1,-2-2-1620,-3-2-899,-2-2 3598,-4-2 0,-7-5 0,-4-2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36.034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441 4 9781,'-13'-4'2249,"2"4"-1799,1 17-90,-1 4-90,-1 6-1,-3 4 1,-3 5 90,-2 3-452,-1 6 361,-2 1 91,-1 5-90,-1-1 90,-1 2-90,1-1-1,0-2-89,1-2 0,1-3 0,2-3-90,2-4-3272,2-4 3092,2-4-90,3-5-518,1-5-471,3-4-3328,-1 0 2518,7-20-307,1-1 2286,7-21 0,3-2 0,2-3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36.260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1 9152,'1'5'4677,"0"-2"-9888,24 18 5661,-1-5 1319,2 3-1409,5 1-90,4 0-1,1 1-89,3-1 0,1-1 860,2 0-950,-1-3-90,0-1 0,-2-1-90,-1-3-90,-3 0-90,-3-2-180,-2 0 0,-2-1-2088,-2-1 1819,-2-1 2537,-1 0-2717,-2 0-91,0 2-539,0-1-360,-3 1-629,0 0 2518,-1 2 0,-8-5 0,-2-1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37.141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496 1 7713,'-6'27'2878,"-2"3"-2158,-2 5-91,-2 3-5660,-3 6 5661,-2 3-90,-4 3 1318,-3 3-1408,-2 4 300,-2 1-300,-2 0-90,-2 0-1,0 0-89,2-3-90,1 0 0,2-3 0,2-3-90,2-3-90,3-4 0,2-4-270,3-3 0,1-5-270,4-2-179,1-5 3384,3-2-4374,1-3-5577,1 0 7286,7-14 0,-4 4 0,6-13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37.388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36 65 7713,'-11'-17'2878,"1"2"-1799,1 1 990,3 2-1439,11 7-1,1 4-89,13 10 90,0 2-180,5 5-1,5 3-89,5 3-90,3 3 0,2 2-528,4 1 438,0 1-90,2 0 0,-1-1-180,-1-2 90,-1 1 0,-1 0-90,0 1 90,1 1-270,0 0-90,-1-1-90,1 0-179,0-1-486,1-2 575,0-1-359,-1-1-91,0-2-3115,-1-2 2755,-1 1-898,0-4-1374,-2-1 3622,2-1 0,-2-1 0,3-1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37.824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211 85 6363,'14'-21'1979,"-1"2"-1349,1 4-90,-1 2-1,0 4 1,0 4 180,0 3-271,0 4 271,4 13-450,-5 4-90,2 12 89,-7 4-89,-4 4-90,-2 6 90,-2 3-595,-5 4 505,-2 2 0,-3 3 0,-3 2-3225,-4-2 3225,1 1-90,-3-4 14,1-1-14,0-5 90,2-4-90,0-5 0,2-5-180,0-5 0,2-6 424,1-3-1773,-4-2 4432,1-9-3533,0-4 300,3-11-390,3-8 91,0-6 89,0-4-180,1-6-359,-1-5-180,-1-3 1259,0-4 0,-3-1 0,-1-1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38.026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28 64 6903,'-11'-18'2249,"2"1"-270,1 0-1530,13 10 91,0 3 0,11 10-90,1 6 89,3 4 1,4 2 90,3 4-181,3 2-89,3 4 0,1 1 0,3 3-180,-1 0 89,1 1-89,0-1-379,-2-1 379,-2-1-90,-1-2 0,-1-2-90,-1-1-90,-2-3-90,-1-1-540,11 4 271,-11-7-181,9 1 270,-13-9-449,-2-2-291,0-2 561,0 1-167,-1-2-554,0 0-719,-2 0-629,-2 0 2608,-2 2 0,-6-4 0,-3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41.506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14707 1750 11490,'-6'25'1260,"-5"4"-990,2-13-91,-6 6 91,3-7-90,-1 1 90,-1 0-90,0-1 0,-2 0 0,1-1 0,-1-1 0,0-1-1,-1-1-89,0-2 180,-3 2-180,3-1 180,-4-2-270,5 1 270,-4-2-270,0 0 180,-1-1-180,-1 0 180,-1-1-180,1 0 180,-2 0-270,1 0 270,-1 0-270,0-1 269,-1 0-268,-1 0 178,-1 0-178,-2-1-3124,1 0 3123,-3 0 180,1-1-180,-2 0 270,-1 0-180,1-1 180,-2 0-180,0-1 180,0 0-2448,-1-1 2448,1 0-180,-1 0 2053,0-1-2143,1 0 270,-1 0-270,1 0 180,-1-1-180,0 0 0,1 0 0,-1-1 90,0 1-90,-1 0 90,1-1 0,0 0 0,-1 0 0,0-2-90,0 0 90,-19-3 0,14 1-160,-13-3 160,16 3 0,1-1 0,-1 0 0,0 0 0,0-1 0,2-1 0,-2 1-51,2-1 51,1 1-44,-1-1 44,0 0 0,1-1 0,-1 0 90,1 0-180,1 0 180,-1 0-90,2-1 0,-1 1 0,0-1 0,0 1 0,0-1 0,0 0 0,-28-11 0,21 8-40,-21-8 40,28 10 0,1 1 0,1-1 0,0 1 0,1 0 90,-1 0 2915,1 2-3005,0-1 515,2 1-515,-2-1 69,1 2-69,0-1 0,2 1 313,-13-3-313,11 3 0,-10-2 0,13 4 0,0 1 0,0 0 0,0 1 0,-1 0 0,-11-3 0,7 3 0,-8-3 0,12 4 0,0 0 90,0 1-90,0-1 0,-2 2 90,1-1-90,0 1 0,0 0 0,-1 2 0,0-1 0,0 2 0,0 0 0,0 1 0,-1 0 0,1-1 90,-1 1-90,-1 0 0,0 1 0,0 0 0,-1 0 90,0 0-90,0 0 90,-14 1 0,10-1-90,-11 1 90,15-2-90,-1 1 0,-15 1 90,11 0-90,-12 1 0,16-1 0,-1 0 0,0 0 0,1-1 0,-2 1 0,-13 1 0,10-2 0,-10 0 0,15-1 0,0 0 0,-16-2 0,11 1 0,-10-2 0,14 1 0,2-1 0,-1 1 0,0-1 0,1 1 0,0 0 0,-1-1 0,1 2 0,0-1 0,-1 1 0,1 0 0,-1 0 0,0 0 0,0 0 0,1 0 0,-1 0 0,0-1 0,1 1 0,-1-1 0,0 1 0,1 0-90,-1 0 90,1 0 0,-1 0 0,-1-1 0,-1 1 0,0 0 0,0 0 0,1 0 0,-1 1 0,1-2 0,-1 2 0,0-1 0,0 0 0,0 0 0,0 0 0,-1 0 0,0 1 0,1-1 0,-1 1 0,2-1 0,0 0 0,-1 1 0,1-1 0,0 1 0,1-1 0,0 1 0,1-1 0,1 0 0,-1 1 0,1-1 0,0 0 0,1-1 0,0 1 0,1 0 0,1-1 0,0 1 0,1-1 0,1 1 0,1-1 0,0 0 0,2-1 0,1 0 0,1 0 0,2-1 0,0 0 0,0 0 0,2 0 0,0-1 0,0 1 0,1-1 0,0 0 0,2 0 0,-1 0 0,1 0 0,-1 0 0,0-1 0,1 2 0,0-1 0,1 0 0,-1 0 0,-13-2 0,10 3 0,-10-2-90,7 3 90,4 0 0,-5 1 0,-8 1 0,10 0 0,-10 0-90,13 0 90,0 0 0,-1 1 0,-1 0 0,0 0 0,-1 0 0,-1 0 0,-3 0 0,1 2 0,-1-1 0,-1 1-90,-1 0 90,-2 0 0,-13 3 90,9-2-180,-12 2 180,13-2-90,-2 0 0,0 1 0,-1-2 0,-1 1 0,-1-1 0,0 1 0,-1-2 0,0 1 0,-1-1 0,0 1 0,-1-1 0,0-1 0,0 0-3392,-1 0 3392,-1 0 0,0-1 0,1 0 0,-2-1 0,1 1 0,-1-1 0,-1 0 0,-39-1 0,30 1-266,-31-1 266,38 1 0,0 0 0,1 0 0,-1 1-90,-34-1 90,28 0 0,-26 1 0,37-1 0,-1 1 90,2 1-90,0 0 0,0 0 0,1 0 0,0 1 0,-1 0-64,1 1 64,-1 0 0,0-2 0,0 2 0,1-1-1983,-19 2 1983,14 0 90,-14 1-1682,18 0 1592,1 0 1467,1 1-1467,0 0 0,0 1 44,-1 0-44,1 1 0,0 0 0,1 1 0,0 0 0,1 2 0,0-1 0,1 1 0,-2 0 0,2 1 0,-1-1 0,0 1 0,0-1 0,0 1 0,0-1 0,-1 1 0,0-1 0,-1 2 2251,0-2-2251,1 2 0,-1-1 0,2 0 0,-3 1 0,0 0 0,0 0 0,0 0 0,0 1 0,-2-1 0,0 1-90,0 0 90,0-1 0,-1 1 0,1-1 3129,0 0-3129,0 0 0,-1 0 0,-1-1 0,1 0 0,-2 0 0,1-2 0,-1 2 0,0-2-90,0 1 90,-1 0 0,2 1 0,-2-1 0,3 1 0,-3-1-90,2 1 90,-1-1 0,0 0-90,-1 1-3145,1-2 3235,-1 2 0,1-1 0,0 0-90,0 0 90,0-1-171,-1 0 171,1-1 155,-1-1-155,1 0 0,0-1 0,-17 1 0,14-1 3031,-13-2-3031,19-1 0,1-3 0,1 0-90,0-1 90,1 0 0,0-1 0,0-1 0,2-1 0,-1 0 0,1-1 0,0-1-90,2-1 90,-2-1 254,1 1-344,0-1 90,0 0 0,0 0 0,-1-1-90,0 0 90,0 1 0,0-2 0,-1 1-90,1 0 90,-1 0 0,1-1 0,-1 2 0,2-2 0,-2 1 0,1-1 0,1 0 90,-1 0 192,1 0-282,0-1 0,1 1 0,1-1 0,1 0 0,0 0 0,2 0 0,-1 0 0,2-1 0,-1 0 0,1-1 0,1-1 0,1 0 0,1-1 0,1-1 0,1 0 0,1-1 0,1-1 0,0-1-90,-5-11 90,6 6 0,-5-8 0,9 8 0,2-2 0,1 0-90,2-2 90,0-1 0,0 0 0,2-3 0,-1 1 0,2-1 0,0 0-89,1-1 89,0 0 0,2 0 0,0-1-90,1 1 90,1 0 0,0 1 0,2-1 0,0 2-90,2-1 90,0 2 0,2 0 0,0 0-90,1 2 90,2 1 0,1 0 0,2 2-90,1 0 90,2 0 0,3 2 0,0 0-90,5 0 90,0 1-90,2 0 90,2 0-90,2 1 90,3-1 0,1 0 0,1 1-90,3-1 90,17-5 0,-10 7-391,13-6 391,-15 9-756,1 0 756,1-1 0,2 1 90,1 0-180,45-13 180,-30 12-3106,34-10 3106,-43 15-180,1-1 26,0 2 64,2-2 0,22-3 0,-17 4 0,17-2 0,-25 6 0,1 0 0,-1 0 0,1 2 0,0 0 0,23-1 0,-17 2 0,17-1 0,-22 2 0,1-1 0,-2 0 0,1 0 0,-3 3 0,23-6-5,-18 3 5,16-4 0,-22 4 0,0 0 0,0 1-51,1-1 51,-1 1 0,1-1 1345,0 1-1345,1 0 0,-1 0 9,1 0-9,0 0 0,2-1 0,-2 2 0,1-2 0,-2 1 0,0 0 0,-1 0 0,21 0 0,-18 0 0,16 1 0,-22 1-2114,21 0 2114,-15 0 0,14-1-370,-18 1 370,-1 0 0,1 0 0,0 0 0,1 0 809,0 1-809,0-1 0,0 0 0,0 1 0,-1 0 0,0-1 0,0 1 0,-1 1 0,2-1 0,-2 1 0,1 0 0,0 1 0,0 1 0,-1 0 0,1 1 0,-1 1 0,1-1 0,0 2 0,-1 2 287,20-1-287,5 4 2365,0-4-2365,-6 3 0,-20-2 465,-1 0-465,0 0 489,19 3-489,7 1-90,0 1 90,-4-1 0,0 4 0,-14-5 0,15 6 207,-19-6-207,0 0 0,0-1 0,0 2 0,-1-2 0,1 2 0,-1-1-90,0 0 90,-1 0 90,0 0-90,0-1 0,1 1 0,1-1 0,-1 0-90,2 1 90,-1-1 90,1 0-90,0 1 0,0 0 0,2 0 0,-1 1 0,0 0 0,1-1 0,0 2 0,0-2 0,1 2 0,-1-2 0,-1-1 0,3 0 0,-1 0 0,4 1 90,-1-1-180,2 1 90,-1 0 0,1 0 0,1 0-2962,0-1 3052,1-1-90,0 1 10,-1-1-100,26 5 90,-21-4 0,18 2-549,0 1 549,-19-4 0,19 5-90,-25-6 180,0 1-90,0-1 136,1 0-136,-1-1 0,0 0 1273,1 0-1273,-2-1 0,1 0-90,-2 0 90,1-2 0,-1-1 413,0-1-413,-1-1 90,1-1-180,1-1 180,-1-1-90,1-2 0,-1 0 0,1-2 0,-1-1-45,-4-2 0,1 0 135,13-5-367,-14 4 0,-1-1 277,2-3 0,23-8 90,-17 4-90,18-6 0,-22 7 0,2 0 997,1-1-997,1 0 0,1 0 0,2-1 0,2 0 0,0 0-90,1 0 0,0 0 0,2 0-715,-1 0 984,1 0-358,0 1 89,0-1 0,1 2 0,1-1 90,0 1-90,0 1 90,1 0 0,0 1-90,0 0 90,29-6 0,-23 4 0,22-3-90,-31 5 90,2 3-1734,-1 1 1734,2 0 0,-2 0-1563,1-1 1653,1 0-180,1 0 481,0 1-481,0 0 180,0 1-248,0 0 158,0 2 0,-1-1 90,-1 2-90,0 1 0,0 1 0,0 1-408,0 0 408,0 2 0,-1 1 1586,0 1-1586,-2 0-1792,0 1 1792,-2 2 0,-2 0 424,0 2-424,20 0 0,-18 0 0,15 1 90,-22 0 1667,-1 0-1757,-1 1 90,0 0-90,-1 1 90,20 4 0,-17-2-90,15 4 90,-24-3 0,-1 2 0,-3-1 385,-2 1-205,30 15 0,-27-9-270,22 13 270,-35-14 2937,-1 2-3027,-2 1-180,-2 1 0,7 12-90,-9-7 180,6 10-90,-12-10 556,0 1-556,-2 1 0,-1 0 0,-1 1-3302,5 13 3302,-5-10 0,3 10-2178,-5-13 2178,0-1-90,0 0 180,-1 0-90,0 0 0,0 0 90,3 14-90,-3-10 90,2 11-90,-4-14 2268,-1 0-2178,0 0 3302,-1 0-3392,-1 0-3122,1 0 3122,-1 1 0,0-1 0,-1 0 0,0 1 90,0 0-90,0-1 0,0 1 0,-1 1 90,1-1-90,0 2 3482,-1-1-3482,0 1 0,-1 0 0,0-1 0,0 1 0,-2 0 90,1 0-3482,-2-1 3482,-1 0-90,-1 0 90,-1-1-90,-2-1 90,-1-1 0,-2-1 0,0-2-1,-2-1-89,2-1 90,-4-3-373,2-1 373,-5-2-90,1-2 0,-1 0 0,0-3-270,-2-2 3117,1 0-3206,-1-3-541,0-1-359,0-2 0,-1 0 378,0-4-2088,0 1-988,-2-4 3957,-1 0 0,10 1 0,2 1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43.410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79 0 6543,'-14'8'1979,"-1"-1"-1439,3 0 809,0-1 90,-2 1 720,3-2-2069,13-1 0,3-3-90,18-2 270,-1 0-270,4-2 270,2 0-360,2-1 270,2-1-270,0 2 269,0 1-268,-2 2 178,-1 1-178,-1 4-91,-3 2 90,-2 3 0,5 9 0,-9-2 90,1 8 0,-11 8 0,-4-7 0,-5 11 0,-4-10 90,-3-2-90,-3 1 0,-1-1 90,-2-2-90,0-2 90,1-4-90,-1-1 90,3-4 89,0 1 1,2-2-90,11-1-180,7-5 180,8-3-180,3-2 0,-1-1 0,2 1 1,1 1-1,1 1 90,1 2-90,0 3 90,-1 3 0,-1 1 0,-1 4 90,-2 0-90,-3 3 179,-2 2-89,-3 2 90,-3 2 180,-4 1 0,-1 2 0,-6 0 89,-3 1-89,-5 1 630,-17 12-541,6-12-89,-10 7-90,10-15 0,-2-2-90,0-2-90,-2-2-90,-7 2-878,8-7 338,-7 2-269,9-7-91,1-2-719,-1-1-270,0-3-1349,0-2 3238,-11-4 0,8 1 0,-8-4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44.736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7 13 8882,'-7'-13'9830,"18"25"-8776,-3 0-784,15 23-1812,-7-6 1722,1 3 0,0 4 311,1 1-401,0 4 0,0 0 0,8 20-90,-6-14-304,6 14 304,-9-20 0,0-1 0,-1-2 1219,-2-3-1309,-1-2 0,-1-3-180,-1-3 1,-2-4-91,-1-3-180,-2-3-629,-1-3-270,-1 0-1169,0-2 673,-7-7 766,-4-8 0,-5-7-361,-2-6-448,1 0 1978,-2-1 0,0-3 0,-2-1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45.004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68 545 6183,'-16'-31'1889,"0"0"-7009,3 2 5569,3 1 1410,3-1-1499,2 2 359,4-2 411,3-1-860,2 1-1,5-2 1,3 0 0,4 1-90,3-1 0,3 2 0,3 3 0,2 1-90,1 3 90,3 3-90,0 4 0,2 3-1,-1 5 1,-2 3 0,0 5-90,-5 3 90,-1 4 0,-3 3 3392,-5 3-3302,-2 4-90,-7 3 90,-1 3 90,-7 2 0,0 2-90,-5 1 179,-3 0-89,-6 0 0,-4-1-90,-1-1 0,-2-2 0,-1-3 0,0-2-90,1-3 0,0-3-90,2-3-90,0-4-180,2-2-90,2-2 180,2-4-450,2-4 1,2-4-91,4-4-89,2-4-91,5-2 181,3-3-361,5-1-809,3-1-539,2 1 2428,4-2 0,3 4 0,0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45.260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193 1 9062,'-15'3'1979,"0"4"-1350,2 10-89,-2 7 0,-2 6-91,0 6-351,-1 4 352,1 6-1,1 1-89,1 1-90,3 1 90,1-1-180,4 0 0,3-2 0,3-2-91,4-2 1,3-2 0,4-3-90,1-4 87,5-2-177,3-1 0,3-3-269,2-3 89,2-2 0,0-5 0,3-4 0,0-4-269,1-3 264,1-4-444,-2-3-3663,0-2 3303,-2-4 89,-3-2-1348,7-9 719,-10 4 1619,3-5 0,-16 11 0,-2 2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3:45.720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1 144 8432,'7'-18'3238,"0"3"-2608,-1 1-90,0 4-91,0 0-179,1 1 90,1 0-180,3 0 0,1-1 0,2 1 0,2 1-180,1 0 90,1 2 0,2 1-90,-1 2-90,0 2 0,0 3 90,-2 1-90,-1 3 0,-2 2 90,-1 2 0,-2 3 0,-1 2 0,-3 2 0,-1 1 0,-2 0 90,-2 1 0,-2 0 0,0-2 89,-2-1-89,1 2-180,1-2-89,2 2-1,4-6-90,7-3 90,8-5 90,-1-3 0,2-2 0,-4 0 0,0 1 0,3 1 0,17 11 180,-14-3 0,13 10 180,-15 8-90,-7-4 0,2 13 90,-9-8 89,-4 4 1,-2 2 90,-4 3 0,-1 1-90,-4-1 89,-1-1 1,-2-3-90,1-1 0,-2-2-1,1-3-89,-1-3-90,0-2 180,-4 4-360,4-8-180,-3 4-90,5-11-180,0 1-269,-1-1-271,0-1-359,-2 0-90,0 0-450,-3 1-809,-1 1-810,-2-1 3508,-3 2 0,-3-1 0,-1 1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20.05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23 1 13379,'9'16'540,"-2"-2"-360,-5 5-270,-2-2 270,-1 3-180,1 1 90,-1 2-180,0 2 0,0 0 0,0 2 90,-1 0-90,0 0 90,0 0 0,-1-1 0,1 1 0,-1-1-90,1 0 90,1 0 0,0-1 0,0 0-3392,1 1 3482,0 1 0,0 3 0,3 0-90,-4 3 90,2-1 0,-4 2 0,1 1 0,0 0-90,1 1 90,0 1 0,1 3 0,-1 0-90,0 1 90,0 0-1,0 1-89,0 0 90,0 0 0,0 0 0,0 0 0,1-1 0,-1-1 90,0-1-90,1-1-1882,0 0 1882,0 0-128,0 0 127,0 0-89,1 0 0,0 0 90,0 0-90,0 0 0,0 0-1482,2 1 1482,-2 0 0,2 1 1378,0-2-1378,1 1 1910,-1-1-1820,1 0-90,1-1 0,0 1 0,2-3 0,-1 1 90,0-3-180,1 1 90,1 0 0,-1 0 52,1 0-52,-1 0 0,1 1 0,-1-1 0,-1 2 0,2 0 0,-2 0 0,1 2 0,-1 0 0,0 1 0,-1 2-1784,1-1 1784,-1 1-58,0 1 58,0-1 0,-1 0 0,1 1 90,-1-1-90,0 2 0,1-2 0,0 1 0,-1 0-90,0 0 180,1-1-90,-1 0 0,0 0 0,1-1 90,-2 1-90,1 0 0,0 0 0,1-1 90,-1 2-90,0-1 0,0 0 0,0 1 90,0-1-90,0 2 0,-1 0 0,1 21 0,-1-15 0,1 15-110,-2-20 110,0 2-90,-2 0 90,0-1 0,-1 0 0,0-2 0,0 20 1558,-1-14-1468,2 15 4,-1-19-94,0 0 90,0-1-90,0 0 0,0 1 0,0 0 90,1 0 9,-1 1-99,0-1 0,0 1 0,0-1 0,0 1 0,-1 20 0,0-16 2676,1 15-2766,0-21 180,1 0-90,-1 0 0,0 0 573,1 1-573,-1-1 0,1 0-207,0 1 207,0 0 270,1 1-360,-1-1-2507,2 2 2507,-1-1 270,1 1-720,1 21 450,0-15-293,1 14 383,0-20 0,-1-2 0,0 2 0,1-2 0,-1 1-90,1-1 90,0 2 0,0-1 0,-1 2 270,1 1-270,-1 0-1860,0 1 1860,0 0 0,-1 0 1570,1 2-1570,-1-1 0,-1 1 0,1-1 0,-1 0 0,-1 0-90,0 0 180,2-1-90,-2 0 90,-1 0 180,1-1-270,-2 1 0,1-1 0,-1 1 0,0 0 0,0 1 0,0-1 0,1-1-1301,-1 1 1301,0-2 0,-1 2 66,1-2-66,1 0 0,-2-1 0,1-1 0,1-2 90,0 0-180,0-2 90,0-1 269,-1-2 1778,1-1-2137,-1-2 90,2 0 0,0-3 300,1-1-390,1-2 90,0-1 3253,0 0-3253,1-2 346,0 0-346,2-2 73,-1 0-73,2-2 0,-2 0-180,4 9 0,-2-9-90,1 5 0,-2-10-179,0-2 89,-1-3-720,0 0-449,-1 2-1259,0-2 2788,-1 4 0,-1-9 0,-1-1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22.25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48 309 7173,'-24'-5'1709,"2"0"-1619,21-1 0,4 1 0,14-3-90,-1 4 90,2-1 0,-2 1 0,1 0-90,2 0 90,1 0-90,2-1 90,1 1-90,1-1 89,1 1-89,3-1 90,1 1-3392,1 0 3392,2-1 0,-1 1 0,5 0-90,-1-1 180,3 1-180,-1-1 180,1 2-90,0-1 0,1 0 180,21 0-504,-15 0 324,16 0 0,-18 1 90,1 1-180,1-1 180,1 2-90,44-2 90,-30 3-180,33-1 90,-40 1 2644,-1 1-2644,1 0-90,0 0 90,-1 0-90,1 0 0,0 0 90,23 1-3247,-19-1 3247,20 1-90,-25-1 307,3 0-307,0 0-268,0-1 178,0 1 180,2 0-180,-1-1 180,2 1-180,-2-1 180,2 1-90,-1-1-1814,1 1 1814,0 0 90,0 0 2043,0-1-2133,0 1 0,1 0-1294,0-1 1204,0 1 180,1 0-90,1 0 0,-1 1 0,2-1 216,0 1-305,-1-1 178,1 1 1816,-1-1-1815,0 1-2466,26-1 2376,-20 0 90,20 0 950,-27 0-950,2-1-90,0 0-181,1-1 181,0 1 0,27-1 90,-20 1-90,20-1 90,-28 1-90,0-1 0,0 0 0,-1-1 89,1 0-89,29-1 0,-20 1-1150,22-1 1060,-28 3 180,1-2 1537,0 2-1627,0-1 0,0 0 0,28-1 0,-21 0 0,21 0 0,-29 1 0,0-1 90,0 0-90,1 0 0,1-1-1793,31-1 1793,-23 1 0,24-1-202,-31 0 292,0 1 968,-1 0-968,0 0-90,1 0 0,-1 0 90,2 1-90,1 0 90,1 0-90,0 0 0,1 0 0,1 0 0,-2 1 90,2-2-90,-1 1 0,1-1 0,1-1 0,0 0 0,0 0-163,1 0 163,1-1 0,1 1 0,1-1 0,0 0 90,-1 1-180,1-1 144,0 1-54,-1 0 0,0 1 0,0 0 0,0 0 45,-22 1 0,2 1-45,30 0 0,-30 0 0,-1 0-90,22 1 90,0 0 90,-1 0-90,-1-1 0,-1 2 0,-1-1 0,1 1 0,-2 0 0,2 0 0,-1 0 0,3 1 0,-1-1 0,1 0 189,-1 0-189,-1-1 12,1 1-12,-2-1 0,1 1 0,-3 0 0,1-1 0,1 1 0,-1-1 0,1 0 0,0 0 0,-1 1 0,0 0 0,-2 0 0,0 0 0,0 0 0,-2 1 0,0-1 2158,-1 1-2158,0 0 267,-1-1-267,0 2 0,1-1 0,-1 1 0,-1-1 0,0 1-90,-2 0 90,1 0 90,-2 0-90,-1 1 0,-1-1 0,0 1 0,-1 0 0,-1 0 0,0 1 0,-2 0 0,1 0 0,-1 1 0,0-1 0,-1 1 0,0 0 0,-1 0 0,-1 0 39,0-1-39,0 1 0,-1 0 0,-1-1 0,-1 1 0,0-1 0,-2 1 0,1 0 0,-2 0 0,0-1 0,1 0 0,0 0 0,-1 0 0,1 0 0,0-1 0,0-1 0,1 0 0,-1-1 0,0-2 0,1 2 0,0-1 0,0 0 0,1 0 0,-2-1 0,3-1 0,-1 0 0,0-1 0,-1 0 0,2-1 0,-1 1 0,3-1-90,-1-1 180,2 1-90,0-1 0,0 0 0,0-1 0,0 0 0,1 0 0,0 0 0,1-1 0,-1 0 0,2-1 0,-2 1 0,3 0 0,-2-1 0,3 0 0,-3 0 0,3 0 0,-2 1 0,5-1-976,-4 1 976,3-1 0,-4 1-77,2-1 167,-1 1-90,-1 1 0,1-1 0,-1 1 0,0 0 0,1 2 0,1-1 0,0 0 0,0 1 0,0-1 559,-1 2-559,0 0-124,-1 1 124,0-1 0,0 1 0,-1 0 0,-1 1 0,-1 0 0,-1-1 0,0 1 0,0 1 0,0-1 0,0 1 0,-1-1 0,2 1 0,-2 0 0,0 1 0,-1 0 0,0-1 0,-2 0 0,1 0 0,-1 0 0,-1-1 2003,1 2-2003,-2-2 0,-1 1 586,0 0-586,22 0 0,-17-1-513,17 0 603,-22 1-90,0-1 89,1 0-89,-2 1 90,2-1-90,-2 1 0,0-2 0,0 1 0,0-1 0,0 0 90,1-1-90,0 0 0,0-1 0,-1-1-2573,22 0 2573,-15-1 0,17 1 0,-20 2 0,23-3-532,-16 3 532,16-2-1744,3 1 1744,-18 1 0,17-1 2007,-22 0-2097,-1 1 180,0 0-1144,-1-1 1054,0 1-392,0 0 392,-2-1 2058,1 1-2058,-1 0 90,1 0-90,-3 2 0,2-2 90,-3 1-90,2 1 90,19 0-90,-16 0 90,13 1-90,-21 1 90,-1-1 0,0 3 71,-2-1-161,-1 2 90,16 0 0,-13 1-90,11 1 0,-19-2 90,0 0 1325,-1 0-1415,-1-1 1577,0 0-1577,14 2 90,-10-2-90,10 1 0,-15-2 90,0 0 280,1 0-370,-2-2 163,0 2-163,0-3 0,-1 3 90,0-2-90,-1 1 0,-1 0 0,-1 0 0,-1 1 0,-1-2 0,-1 1 0,-1 1 0,-1-1 0,0 1 90,-1 0-90,-1 2 0,-1-2 0,1 0 0,-1 0 0,16 0-90,-11 0 0,10 1-90,-14-3-90,-2-2 1,1 1-91,1-3-90,-2 0-90,1-1-179,-1 2-181,-2 0-5036,5-2 5936,-4 0 0,-3 1 0,-7 1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27.79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34 20 8882,'-10'-17'3958,"4"14"-3868,2 14 0,3 8 0,-1 6-90,1-3 89,0 1-89,-1 2 90,1-1-90,0 1 90,-1 7-90,1-8 0,1 5 0,-2-11 0,3-2 0,0 5 0,2-1 0,-1 2 0,0-4 0,-1-9 0,1-2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28.49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 1 10321,'-1'19'1349,"-1"-3"-1169,3 4 0,-1-3-90,1 3 90,0 2-90,0 1 90,0 2-90,0-1 0,1 0 0,-1 0-90,1-2 90,0 1 0,0-1-90,0-2 90,1-2-1,-1 3-448,0-4-1350,2 0 629,-2-15-719,1-6-539,-2-14 2338,1-1 0,-1 7 0,0 2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29.02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0 11850,'11'18'990,"-2"-1"-720,-6-3-1,0 3 1,0 1-90,-1 4 0,0 0-90,-2 1 0,1 0 0,-1-1 0,0-1 0,1 0-90,-1-3 0,1-1 0,-1-1-900,1 1-2968,0-1 3868,0 0 0,-1-8 0,0-2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29.68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 10771,'16'0'1799,"-2"0"-1259,-6 10-361,-1 1-89,-4 4-90,0 1 90,-3 2-90,0-1 90,0 0-90,-2 10 270,1-6-450,1 6-90,0-9-179,2-1-271,0 0-179,0-2-361,3-2-2877,-1-1 4137,5-2 0,-5-4 0,3-3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30.28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8522,'11'6'3418,"-2"4"-3058,-7 8 90,0 0-180,-2 4-1,1-7 1,-2 3-90,1-3-90,-1 2 180,1-2-270,-1 6-180,1-4-450,1 3-2068,4-5-1979,3-7 4677,1-6 0,-3-2 0,-1-3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30.86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15 7353,'16'-10'3328,"-3"5"-2429,0 13-539,-4 4 90,-2 3-90,-2 0 0,-1-3 269,-3 2-449,1 6 90,-5-7 0,3 7-90,-4-5-180,4 0-8725,0 3 7877,4-13 0,-3 0 0,4-8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31.45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6723,'14'1'3238,"-2"3"-1978,-2 5-271,-3 5-179,-3 4-1,-1 2-269,-2 1-180,-2 2-91,0 0-179,1 0-90,-1-3-359,0 0-721,1-4-1528,1 0-2519,3-2 5127,0 2 0,-2-8 0,0-1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31.98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31 0 9422,'11'21'2518,"-5"4"-7728,-7-6 5569,-3 2 1410,0-3-1499,-1 0 859,-1 1-769,-2 9-270,2-8 90,0 6 3212,2-10-3302,2-2-990,1 4-719,2-1-1529,3 1 3148,3-6 0,-2-5 0,0-5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32.55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 1 9062,'2'16'3418,"-1"3"-2788,-4 1-271,2 6-179,-1 0 0,2-4-90,1-1 0,0-7 0,1 0 0,-1 0 0,2-2-90,-1 6-270,1-2-270,-2 2-1259,-1-1 0,-1-1-2158,-2-2 3957,-1 3 0,1-10 0,1 1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33.18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 0 8072,'0'17'3239,"0"2"-2790,-2-3-89,1 3-90,0-4 0,0 0-90,1 2 0,0-2-1,1 0-89,0 0 90,0-1-180,1 5 90,1-6-90,2 6-360,-1-8-449,2 4-1440,-1-3-539,-3 1 2788,-2-1 0,-2-6 0,-1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33.70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13739,'7'23'2429,"-2"0"-2339,-4 0 270,-1-3-360,1 0 179,0-6-3571,-1 0 3482,1 1-359,0 0-901,-1 6-269,1 0-540,0 4-449,2-4 2428,2-4 0,-3-8 0,1-3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34.31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13559,'14'2'2519,"-1"3"-2249,-9 12-90,0 0 89,-2-4-179,1 2 0,-1 0 0,0 0-90,-1 1-90,0 0 0,0 1-269,-2 1-91,1 0 0,-1 0-180,1 0 181,0-2-2430,1 7-359,0-3 3238,4 3 0,-3-12 0,1-4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34.84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24 6273,'14'-3'1260,"-1"-1"-990,1 1 89,-2 0 361,1 0 0,4 0 89,0 0 270,4 1-359,-2 2 180,-3 2 89,-4 4-90,-2 4 1,-6 2-180,-1 4-271,-2 0-89,-1 2-450,-1-2-2159,0 0-6925,4-3 9174,1-3 0,0-5 0,0-2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36.31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 13199,'4'20'900,"3"-1"-720,6-3 360,10 10-451,-3-6 181,10 7-270,-10-8 270,3-1-360,-2-1 360,0 0-180,8 5-180,-8-7 270,4 3-270,-11-8 270,-2-2-450,-2-2-360,-3 2-3327,3-1-1170,-11 0 5127,-4-6 0,-2 1 0,-1-4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36.49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15 6 8342,'-15'-6'-180,"28"7"-2068,-6 0 2248,23 7 0,-22-4 0,-1-1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36.90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 9422,'24'11'1169,"-1"-1"-809,-10-1-270,2 1 180,0 2-181,1 1 1,-1 1 0,1 0 0,0 0-90,-2 0 90,1 0-180,-2-1 0,-2-2-90,-1-1 270,0 0 90,-2-1-90,-5-8-90,-6-5 180,-3-7-90,-3-6 90,3 1-90,1-2-90,4 0 0,4 3 90,6 1 0,5 4 0,3 4-90,3 6 0,-2 3 90,-2 2-90,-4 1 0,-2 1 0,0-1 0,2 3 0,-3-1-360,3 3-899,-4-4-630,3 1-2133,-2-9 2763,-1-3-90,-1-9 1349,-3-2 0,-2 7 0,1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37.18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251 352 3471,'-22'-61'2339,"1"4"-786,0 8-653,2 7-91,-1 6-89,2 7-1,0 4-89,2 7-90,0 3 635,1 4-456,1 4-113,-3 6-336,6 5 702,-2 7-882,7 7 90,3 8-90,2 7 0,4 5-90,2 4 90,4 4-90,3 2 385,4 2-385,2 1 90,3 1-756,2 0 756,1 1 179,3-2-269,0 0 270,1-2-360,0-2 0,0 0 45,1-3 45,-1-1-90,0-2-405,0 1 765,1-1-360,-1 2 0,0-3 90,-2 1-90,-1-4 545,-1-1-725,-2-1 90,-1-4 0,-3-2-44,0-3 44,-3-3-449,-1-2 435,-4-4-1425,-1-4-3059,0 1 2700,-9-12 1978,1-1 0,-5-7 0,1 2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37.37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54 425 6633,'-16'-7'3688,"0"-1"-2519,4 1-719,2-4-270,12-3-90,4-3 90,8-3-90,-1 2-180,4-2-90,2-3-90,2-1-90,0-1-179,3 0-91,-1 1 0,0-1-89,-1 1-1170,6-10 630,-7 9 1259,3-7 0,-11 11 0,-2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37.63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28 1 6903,'-10'11'1349,"1"1"-899,5 1-180,2 1 90,0 3-180,1 1-1,3 2 1,1 1 0,2 1-90,2 1 0,1 1 0,4-1-90,0-1 90,3-1-180,-2-1 90,2-1-180,8 1 90,-7-6 0,6 0-90,-8-8 90,4-3 90,-6-4 0,6-7 90,-10-1 90,1-7 90,-6 2 0,-3-2 90,-2 0 0,-4-2 89,0 1-89,-2-1 90,-1 1-90,-3 2-1,-1 1 91,-1 3-180,0 0 90,-1 3-270,1 1 90,0 2-1440,-2 0-629,2 4-1169,2 4 3058,8 6 0,3-2 0,3-1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38.12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46 6 9871,'-23'4'9830,"1"-2"-11564,22-4-1145,1 2-6295,15-3 9174,10 0 0,-15 2 0,8-2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41.46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44 46 8432,'-13'15'4857,"0"-7"-4947,5-8-179,0-8-181,6-3 90,5 0 0,5 3-89,4 5 359,5 15 180,-7-2-1,-2 10 271,-10-8-90,-9-5-180,0-5-360,-3-7-449,6-5 179,4-5-270,4 0-89,4 0-450,1 4 1349,1 1 0,-3 4 0,0 2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42.07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39 160 8162,'-23'0'2699,"10"-10"-2699,10-2 270,9-8-450,3 6 90,2-1-90,3 0 90,0 0-90,2 1 0,1 2 90,0 1-90,-1 3 90,0 2 0,-2 1 180,2 3 450,-4 3 90,-1 5-1,-7 6-179,-9 3-270,-2-1-90,-4-1 90,3-4-90,-2-1 180,0 0-1260,-2 0 990,0-2 0,4-2 0,1-2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42.70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1 131 9781,'5'-22'1170,"0"2"-6831,0 8 5841,1 0 1139,0 2-1409,1 0 90,2 0-90,-1-1 860,2 3-770,-1 0-90,4 2 270,1 4 3302,1 4-3122,-6 10-1,-7 0-89,-7 6-90,-3-6-90,-5 1-540,1-5-629,-4-1-1530,2-5 2609,1-5 0,7 1 0,1-2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43.30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35 8702,'9'-15'630,"2"3"-540,2 7-90,3 3 0,1 1 269,0 3 811,-2-1-451,-4 6-359,-9-3 90,-8 4 270,-10-3-180,-2-1-181,0-2-3867,2-1-269,1-9 3867,11 1 0,-2-2 0,9 5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43.82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0 105 6903,'13'-14'450,"0"0"-360,-3 5 0,1-1 0,2 1-90,-1 0 90,2 0-90,-1 1 0,0 1 90,-1 1-1,4 1 361,-2 1 450,2 3-271,-10 7-269,-7 5-90,-6 1 90,-6 1 179,1-4-359,0 0 270,-1-1-360,0-1 270,1-1-270,-2 1-2249,1-2-270,6-6 361,10-3 2068,6-6 0,0 4 0,-3 2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44.22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0 118 9332,'11'-19'899,"0"3"-809,-2 6 0,-1 0 0,2 0 0,-1-3-90,5-1-90,0 2 0,-1 4 0,1 2 270,-3 7 90,-6 4-5127,-3 3 4857,-7-6 0,2 1 0,1-8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44.55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38 7173,'16'-4'4587,"0"1"-4137,0 2 0,-1 0-450,3 0 90,1 0 0,-2 0-90,1 0 90,-4-1-90,0 0 0,1-1 180,-1 0-91,0 0-268,2-1-721,-1 1 900,4 1 0,-10 0 0,-1 1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44.75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6183,'15'2'1799,"-2"0"-1439,0 2-90,-1 0 0,-1 0 180,0 1-91,1 2 1,0 0-180,0 1-720,2 0-359,-2-2 179,3-5-269,-2-3-180,0-5 1169,-2-1 0,-4 3 0,-1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44.91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47 6363,'16'1'2159,"-2"1"-1799,-1 5-90,5 3-180,-5-2-180,6 0-90,-5-7-90,2-1-180,2-4-179,2-3-181,2-3 810,15-10 0,-7 2 0,11-6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45.05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14 6273,'22'2'1350,"-1"-1"-1081,-3 2 91,-3 0-180,0 0 0,-2 0-180,-1 1 0,0-1-180,4 0 180,-2-2-540,5-2-449,-4-3 0,0-2 989,2-2 0,0-2 0,2-1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45.20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44 6363,'16'0'1260,"-1"2"-811,-1-1-179,0 2 0,-2-1 180,1 1-270,4 0-180,3-1-180,0-1-90,1-3-180,-5-3-719,1-1-90,2-3 1259,1-1 0,2-4 0,1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45.34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20 6633,'27'0'1709,"-1"2"-1259,-3 0-90,-1 2 0,0-2-181,-1 1-89,0 1-180,0-3-89,0 1-271,1-4-360,0 0-269,2-2 1079,10-5 0,-9 0 0,8-5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45.50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45 6723,'17'-1'2339,"0"1"-1440,-3-1-179,6 1-630,0-3 0,-1 5-180,0-4 0,-5 3-360,2-2-90,1-2-359,0-1-450,2-1-180,0-1 1529,1 0 0,0-2 0,1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45.65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6903,'27'3'1709,"-1"0"-1079,-2 1-360,-1 0 89,-1 0-179,-2 0 90,5-4-360,-5 3 90,6-2-540,-4 0 181,4 1-1170,-1-2-360,3-1 1889,1-2 0,-1 0 0,0-1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45.82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15 7173,'19'1'2339,"-1"2"-1530,0 0-269,-3-1-1,0 0-89,-1 0 90,4 0-450,1 0-360,6-1 180,-5-1-450,0-1 181,-6 0-361,1-2-90,0 0 1,1-1-540,1 0-270,0-1 1619,1-1 0,-8 3 0,-2 1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45.96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21 6094,'28'4'1888,"0"-1"-7188,0 1 5840,0 0-271,1 0-419,-1-1 240,2 1 1330,-1-2-1330,1 1 180,1-1-270,1-1 0,1 0 0,2 0 2496,0-1-2586,2 0 0,-1-1-179,6-1-91,-3-2-90,6 1 0,-4-2-1259,21-4 630,-15 2 1079,14-4 0,-19 4 0,-1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46.08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3 6543,'24'0'1889,"-2"1"-719,-4 0-1,1 0 1170,-3-1-6207,2 0 3868,-15-2 0,2 1 0,-9-2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4:49.79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 8785 7803,'-8'-18'809,"4"1"-719,8-2 0,2 4 0,1-1 0,-2 3 0,1 0-3392,0-1 3392,1 0 90,0-1-90,1-1 89,0 0 1,1-2 0,0 1-90,1-2 90,0-1-90,1 1 0,0-2 0,0 1 0,-1-1 0,1 1 0,-2 0 3392,2-1-3482,-1 1 90,1 0 0,-2 0 0,1 0-90,0 1 90,-1 1-90,0 0 0,-1 0 0,0 2 89,3-7-89,-2 5 0,1-4 0,-2 7 90,-2 1-90,1-2 90,-1 2-90,0-2 0,1 0 90,0 0-90,0 0 0,-2 0 90,1 0-90,0 0 0,0-1 90,2-1-90,2-10 0,0 5 0,0-8 90,-1 9-90,1 1 0,-1-2 0,0 1 0,-1 1 0,2 0 0,-2 0 0,0 1 0,0-1 0,1 1 0,-1 0 0,0 0 0,0 1 0,1 0 0,-1 1 0,1 0 0,-1 0 0,0 0 0,0 0 0,0 0 0,0 1 0,0-1 0,0 1-90,0 0 180,0 1-180,0 0 90,-1 1-90,1-1 180,-2 2-90,4-7-90,-2 5 180,2-6-180,-2 8 180,0-1-90,-1 1 0,0-1 0,-1 1 90,0 1-90,1-1 0,-1 1 0,1 0 0,-2 0 0,2 1 0,-2 0 0,2 0 0,-1 1 0,0-2 0,1 2 0,-1-1 0,1-1 0,1 1 0,-1-1 0,1 0 0,0-2 0,1 0 0,0-1 0,0 0 0,1 0 0,0-1 0,1-2 90,0-1-90,2-2 0,0-1-90,2 0 0,7-12 180,-5 8-180,6-8 90,-7 9 0,2-2 0,0 0 0,1-1 0,1-1 0,1 1-90,-1-1 90,3 0 0,-1 1-90,2-1 180,0 1-90,0-2-186,1 0 96,0-1 180,1 0-3481,0-1 3481,0 0-717,0-2 716,1 1-211,0 0 122,-1 0 0,1 1 0,-2-1 167,1 2-167,-1-1 0,-1 2 0,0-1 0,0 2 90,0-1-180,-1 1 90,1 0 0,-1 2 90,-1-1-180,1 1 90,-1 1-90,1-1 90,-1 3 0,0-1 0,0-1 3056,1 2-3146,-1-1 900,1 1-810,-2-1 0,0 0 0,-1 0 204,0 1-204,0 0 0,0 1 90,-2 0-90,2 0 90,-2 3-180,-1 1 180,0 1-90,-1 2 0,-1-1 0,0 1 0,-1 1 0,0 0 0,-1 1 0,0 2-90,-1 0 180,0 0-180,-1 2 180,-1-1-90,0 1 0,-1 1 0,-1 1 0,4-3 0,-4 3 0,2-3 0,-2 4 0,2-4 0,-1 3 0,1-2 0,-1-1 0,1 1 0,1-5 0,-1 4 0,1-4 0,-4 5 0,3-3 0,0 2 0,-1 0 0,1-1 0,1 1 0,0-2 0,0 2 0,2-2 0,-3 1-90,4-1 90,-1-1 0,1-1-90,1-1 90,1-2 0,3-1 0,2-2 0,2-2 0,1 0 0,1-1 0,2-1 0,0-1 0,2-1 0,0-1 0,3-1 0,0-1 0,2-2 0,2 1 0,1-3-306,1 1 306,2 0 90,1-1-180,0 1 180,2-2-90,-2-1-90,3 0 90,-2 0 0,3 1 0,-2-2 0,1 2 0,-1-3 0,-1 2 0,1 1 0,-1 0 0,0 1 180,18-12-180,-13 11-777,13-10 777,-18 15 0,1 0 0,-2 1-90,1 0 90,-1 1 0,18-12 0,-14 10-63,13-9 63,-19 12 0,1 2 0,-3-2 0,1 1 0,0 0 0,-1 1 0,0-1-790,-1 1 790,0 1 0,0 0-188,-1 0 188,0 0 0,0 1 385,0 0-385,15-11 90,-11 9-1551,11-8 1551,-16 13-90,1-2 1047,-1 2-957,1-2-90,-2 2 0,2 0-90,-2 0 90,1 0 270,0 0-270,-1 1 180,0 1-270,1-2 0,-2 1-2610,16-9 2700,-12 6 0,11-5-110,-15 7 110,0 2-90,0-2 90,2 2 0,-2 0 0,17-9 0,-12 6 0,11-8 0,-14 10 0,0 0 0,1 1 0,1-2 0,0 2 0,17-11 0,-13 8 1066,14-7-1066,-17 8 0,1 0-54,1 0 54,-1-1 0,1 1 0,-1-1-90,0 1 90,1-1 3249,-2 1-3249,2-1 0,0 1-210,2-2 210,0 2 0,1-1 0,0 0 0,0 1 270,1-1-360,1 1 270,-1 0-270,1 0 270,0 0-270,0 1 180,19-10 0,-15 7-180,15-6 90,0 0-1835,-15 7 1655,16-8 90,-20 9-2541,1-1 2631,1 0-90,0 0 256,2 0-256,0-1-190,1 1 190,1-2 1,0 1 89,1-1-45,-4 1 0,2 0-45,14-7 90,-14 7 0,-1 0 0,3-2 0,0 1 0,0-1 0,0 0-90,-1 2 614,2-1-524,-1 2 0,1 0 2072,-1 1-2072,1 0-431,0 1 431,1 2 0,-1-1-1842,0 1 1752,0 0 270,0 1 414,-3 1-684,2-2 0,-4 2 90,3 0-90,-1 0 90,22-5 180,-15 5-180,17-5 180,-22 6-944,1 1 944,1-1-360,-1 1 411,1 1-321,0-1 0,-1 1 270,0 0-360,-1 1 320,0-1-230,-1 2 180,0-2-180,0 0 0,-1 3 1177,0-2-1177,-1 3 250,2 0-250,-1-1 90,1 1-90,0 0 2807,0 0-2717,1-1 0,21-2 90,6-2-90,0 2-432,-6 1 432,-24 4 90,1 0-103,-1 2 103,0-2-90,0 1-1642,1-1 1642,1 1 90,1-1-104,1 2 103,1-1-89,1 0 0,1 0 90,0 1-90,1-1 0,0 1 90,1 0-90,-1 0 0,1 0 0,0 1 90,0-1-90,0 1 0,2-1 226,-1 0-226,1 0 0,1 2 90,1-2-90,0 1 0,1 0 90,0 0 0,28-2-2432,-20 2 2432,20-2 180,-28 2 609,1 0-879,0-1 0,1 1 0,0 0-559,2 0 559,1 0 0,2 0 0,0 0 0,1 0 0,-1-2 0,1 1-118,0 0 118,-1-1 0,2 1 0,-1-1 0,1 2 0,1-1 0,0 0 0,1 0 0,1 1 0,1 0 0,-1-1 0,0 2 0,-1-1 270,0 0-270,0 0 180,0 0-270,1 1 90,1-1-90,2 1 90,-1 0 0,1 0 1558,0 0-1558,1 0 270,0 0-270,-1 1 180,0-1-180,1 1-90,-1-1 90,2 2 180,0-1-270,2 1 180,-23 1 0,1 0-653,30-1 653,-30 1 0,-1 0-180,22 1 0,0-1 273,-1 2-3,1-2-180,-1 0 180,1 1-270,1-1 360,1 1-360,0-1 0,1 1 0,-1 0 90,0-1 0,0 1 0,-1-1 0,-24 0 0,2 0 90,29 0-90,-30 0 0,-2 0 0,22-1 90,-2 0-90,-2 1 0,-1-1 90,-4-1-90,-4 1 0,-4 0 90,-4 0 247,-5 1-337,-5-1 875,-5 1-875,-5 0 0,-5 0 1127,11 1-1667,-14 0 823,6-1 0,-23 0 0,-6-1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05.0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3643 1457 24575,'-4'9'0,"-1"1"0,-11 0 0,3 7 0,-10-4 0,11 4 0,-11-5 0,5-2 0,-7 3 0,-9 7 0,7-6 0,-16 8 0,15-4 0,-15-2 0,16 2 0,-7-4 0,0-1 0,7 5 0,-17-1 0,8 2 0,-10-4 0,0 7 0,-12-3 0,-4 4 0,1-6 0,-9 9 0,21-8 0,-9 7 0,21-17 0,-6 6 0,6-6 0,-9 1 0,0 4 0,-12-3 0,-18-1 0,-1 7 0,26-10 0,-1 0 0,-25 12 0,-11-6 0,15-4 0,0-8 0,-1 0 0,13 0 0,-9 0 0,9 0 0,-13 0 0,1 0 0,0-8 0,-1-3 0,1-15 0,-15 4-1116,-4-6 1116,0 0 0,32 11 0,0-1 0,12-3 0,0 1 0,-14 2 0,-1 0 0,9-3 0,2 2 0,-40-4 0,4-6 0,27 5-6414,17 2 6414,12-6 0,18 4 0,-9-1 746,9 0-746,-4 1 0,5-10 0,-8-3 0,5 1 6784,-6-8-6784,7-5 0,6 0 0,1-9 0,8 12 0,0-12 0,7 9 0,2-21 0,30-12 0,-7 4 0,-4 35 0,2 0 0,9-28 0,14 14 0,-18-2 0,14 16 0,-10 5 0,24-7 0,14 5-3392,-30 14 0,3 0 3392,11 3 0,2 1-288,1-1 1,1 0 287,7-2 0,2 1 0,-1 5 0,0 0 0,0-4 0,0 0 0,1 3 0,-2 2 0,-7-1 0,-1 1 0,-2 0 0,0 3 0,-9 8 0,0 2 0,9-6 0,1 1 0,-8 8 0,0 2 0,16-6 0,0 1 0,-7 4 0,1 2 0,7-1 0,2 0 0,8 0 0,2 0 0,12-1 0,3 2 0,0 4 0,-1 2-1041,1-1 1,-3 2 1040,-11 4 0,-4 2 0,-7-2 0,-2 0 0,-7-1 0,-1 1-282,0 4 1,-4 0 281,20 5 5190,-17 5-5190,-20-4 687,-16-8-687,7 12 3082,-9-7-3082,-1 5 1044,1 1-1044,2 9 0,16 20 0,-6 8 0,-11-8 0,2 3 0,0-1 0,-2 2 0,-6 14 0,0 2-834,10-1 0,-3 0 834,-12 1 0,-3-2 0,6-7 0,-2-1 0,-8-1 0,-3-2-6231,5 31 6231,-10-4 0,0 0-547,-7-24 547,-3 21 0,-12-36 0,-4 9 1067,-2-21-1067,1-3 0,3-15 6489,6-7-6489,-5-7 222,12 0 1,-1-4-1,7 3 1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07.7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222 1 24575,'0'9'0,"-5"0"0,0 0 0,0 8 0,-15 22 0,10-9 0,-13 16 0,9-12 0,-7 2 0,3 22 0,-11-9 0,10 9 0,0-28 0,11 2 0,-2-14 0,9 0 0,-9-2 0,9-11 0,-3-1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08.1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24575,'5'10'0,"1"6"0,4-5 0,7 12 0,-6-12 0,12 11 0,-5-4 0,-1 0 0,16 1 0,-13-3 0,14-1 0,-10 3 0,-6-7 0,-2 0 0,-7-6 0,1 3 0,-1-7 0,-4 3 0,-1-4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08.7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 0 24575,'0'25'0,"0"-8"0,0 6 0,-7 5 0,5-2 0,-11 18 0,11-17 0,-9 0 0,10-11 0,-3-11 0,4-1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09.1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24575,'0'9'0,"5"7"0,2 2 0,4 0 0,7 5 0,2 4 0,-2-7 0,21 26 0,-8-22 0,46 22 0,-12-11 0,10-5 0,6 1 0,-17-21 0,-1 9 0,-17-17 0,-32 3 0,-4-5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09.7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 0 24575,'-5'16'0,"-4"16"0,-5 5 0,6 4 0,-13 2 0,13-16 0,-12 0 0,14-11 0,-2-6 0,7-1 0,-4 0 0,1-4 0,3 0 0,-3-5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10.2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24575,'10'9'0,"6"7"0,-4 2 0,11 1 0,-9 4 0,9-3 0,-4 4 0,23 28 0,-16-24 0,9 16 0,-22-30 0,-3-9 0,-1-1 0,0 0 0,-4-3 0,0 3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14.3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135 1 24575,'0'9'0,"0"7"0,0 2 0,0 16 0,0 2 0,0 22 0,0 3 0,-9 27-592,7-11 592,-3-26 0,0 1 0,4 3 0,2 0 0,-1 29 0,0 6 0,0-54 0,0 8 0,0-17 0,0 7 592,0-10-592,0 1 0,0-1 0,0 11 0,0-9 0,0 18 0,0-17 0,0 7 0,0-10 0,0 10 0,0-7 0,0 17 0,0-17 0,0 16 0,0 6 0,0 12 0,0 0 0,0 29 0,0-36 0,0 25 0,0-33 0,0-1 0,0 13 0,0-9 0,0 22 0,0-10 0,0 0 0,0-3 0,0-13 0,0-8 0,0-3 0,0-10 0,0 10 0,0-7 0,0 17 0,0-17 0,0 16 0,0-16 0,0 17 0,0-17 0,0 16 0,0-16 0,0 16 0,0-6 0,0 21 0,0 3 0,0 0 0,0 9 0,0-21 0,0-1 0,0-4 0,0-17 0,0 7 0,0-10 0,0 1 0,0 0 0,0-1 0,0 1 0,0-1 0,0 1 0,0 9 0,0 2 0,0 10 0,0 12 0,0-9 0,0 9 0,0-12 0,0 0 0,-7-1 0,5 1 0,-4 12 0,-3 3 0,7 13 0,-6 14 0,8-12 0,0 12 0,0-14 0,0-13 0,0 9 0,-7-21 0,6 9 0,-6-12 0,7 0 0,0 12 0,0-10 0,-7 10 0,5-12 0,-4-9 0,0 17 0,5-15 0,-5 18 0,6-21 0,0 8 0,0-17 0,0 16 0,0-16 0,0 7 0,0-9 0,0-1 0,0 10 0,0 3 0,0 8 0,0 1 0,0 0 0,0 12 0,0-9 0,0 21 0,0-21 0,0 21 0,0-21 0,0 9 0,0 0 0,0 3 0,0 0 0,-8 9 0,6-21 0,-6 0 0,8-15 0,0-10 0,-4-6 0,3 5 0,-4-12 0,5 5 0,-4-11 0,3 4 0,-3-8 0,4 3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35.6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299 0 24575,'-16'11'0,"-12"8"0,1 1 0,-7 2 0,10 1 0,-14 9 0,10-4 0,-4 3 0,9-8 0,11-5 0,-5 0 0,7-6 0,4-8 0,2-4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36.0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17991,'9'0'0,"0"0"2973,1 0-2973,-1 4 1127,0 1-1127,0 5 591,2 6-591,-1-5 1893,0 5-1893,1 0 0,-2-5 0,3 12 0,5-11 0,-4 11 0,11-9 0,-12 2 0,24 15 0,-15-21 0,11 19 0,-10-28 0,-11 7 0,1-7 0,-8 3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36.5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176 1 24575,'0'24'0,"-6"1"0,-2 9 0,-10-7 0,-5 16 0,-5-6 0,0-1 0,7-9 0,5-11 0,7-6 0,-1-5 0,5-1 0,1-4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36.7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24575,'10'0'0,"-1"0"0,0 0 0,7 5 0,2 2 0,7 5 0,-1 6 0,-6-6 0,5 11 0,-16-16 0,4 4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37.3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371 1 24575,'0'9'0,"0"7"0,-14 11 0,0 0 0,-27 21 0,13-20 0,-10 10 0,0 0 0,-1 0 0,0 1 0,-1 5 0,-25 18 0,64-54 0,-7-7 0,7 3 0,-3-4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37.6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24575,'10'0'0,"-1"5"0,-4 6 0,4 0 0,5 22 0,-1-13 0,2 3 0,-10-12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38.1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133 0 24575,'0'25'0,"-8"21"0,-2 6 0,-9 21 0,1 0 0,2-21 0,0 3 0,3-28 0,5 7 0,-2-16 0,5-6 0,0-8 0,1-4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38.4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24575,'9'0'0,"0"0"0,17 7 0,-13-5 0,13 9 0,-10-10 0,2 8 0,6-2 0,10 14 0,3-6 0,36 10 0,-41-16 0,15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19.5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10 24575,'9'0'0,"0"0"0,17 0 0,3 0 0,1 0 0,12 0 0,-13 0 0,17 0 0,-9 0 0,6 0 0,-16 0 0,0 0 0,-4 0 0,-12 0 0,5 0 0,-7 0 0,1 0 0,-5-4 0,3 3 0,-3-3 0,0 4 0,0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21.0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2162 24575,'0'-9'0,"0"-33"0,0-19 0,0-8 0,0-4 0,0 15-479,0 2 0,0-2 479,0-16 0,0-15 0,0 2 0,0 25 0,0 6 0,0 1 218,0 9-218,0 10 0,0-46 0,0 24 0,0-19 182,0 30-182,0 30 0,0-6 0,0 5 483,0-16-483,0 7 75,0-8-75,0 18 0,0-6 0,0-17 0,0 10 0,4-9 0,-3 16 0,3 5 0,-4-29 0,0 17 0,0-16 0,0 22 0,5-1 0,-3 0 0,3 7 0,-5-5 0,0 6 0,5-8 0,-3 0 0,3 1 0,-5-1 0,8-21 0,-6 16 0,7-17 0,-9 23 0,0-1 0,4 7 0,-3-5 0,3 12 0,-4-5 0,0 2 0,0 8 0,0-2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21.7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 0 24575,'0'16'0,"0"23"0,-8 12 0,6 9 0,-6 10 0,8-38 0,0 22 0,0-12 0,0-9 0,-7 21 0,6-41 0,-6 13 0,7-17 0,0 0 0,0-4 0,0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22.6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10 24575,'5'-5'0,"3"4"0,-3-3 0,5 4 0,-1 0 0,0 0 0,1 4 0,-1 2 0,0 3 0,1 0 0,0 7 0,0-5 0,7 12 0,-5-5 0,6 6 0,0 12 0,-5-9 0,0 2 0,-8-13 0,-5 0 0,0-5 0,0 5 0,0 0 0,0 2 0,0 6 0,-4-6 0,3 5 0,-8-16 0,8 8 0,-7-14 0,7 7 0,-7-7 0,2 3 0,-3-4 0,4-4 0,-4-1 0,4-4 0,-5-8 0,4-1 0,-6-16 0,10 7 0,-5-7 0,7 10 0,0-1 0,0 0 0,0 1 0,0-1 0,0 7 0,0 2 0,0 0 0,4 5 0,-3-6 0,8 8 0,-8 4 0,3 1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23.2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31 13478,'16'-10'0,"-5"4"4479,5-4-4479,-7 9 1926,0-3-1926,1 4 1061,-1 0-1061,0 0 3631,7 6-3631,-5-1 0,1 6 0,-4-6 0,-7 3 0,8-3 0,-8 5 0,3-1 0,0 0 0,-3 7 0,3 2 0,-4 0 0,0 14 0,0-18 0,0 11 0,0 1 0,0-6 0,-4 7 0,3-11 0,-9 0 0,5-5 0,-6 5 0,2-11 0,-1-1 0,1-8 0,4-1 0,-5-11 0,9-11 0,-5 6 0,1-11 0,3 5 0,-3 0 0,5-17 0,0 17 0,0 0 0,0 10 0,0 12 0,0 1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25.3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2976 22 24575,'-9'0'0,"-18"6"0,-3-5 0,-18 4 0,-10-5 0,-3 0 0,0 7 0,12-5 0,-7 5 0,5-7 0,-11 0 0,4 0 0,0 0-835,-21-7 0,-5-1 835,-2 4 0,-1-4 0,2 1 0,16 7 0,5 0 0,9 1 0,-1-2 0,-12-6 0,16 6 0,-1 0 0,-19-5 0,-1 6 0,11 0 0,-8 0 0,37 0 1670,-11 0-1670,16 0 0,-8 0 0,-10 0 0,0 0 0,16 0 0,5 0 0,-1 0 0,-4 0 0,1 0 0,-4 0 0,6 0 0,7 0 0,-22 0 0,28 0 0,-18 0 0,14 0 0,-7 0 0,-9 0 0,14 0 0,-12 0 0,21 0 0,-22 0 0,13 0 0,-24 0 0,24 0 0,-12 0 0,4 0 0,-3 0 0,3 0 0,7 0 0,5 0 0,-2 0 0,0 0 0,2 0 0,7 0 0,-7 0 0,5 0 0,-6 0 0,8 0 0,-7 5 0,5-4 0,-5 5 0,6-6 0,1 0 0,-21 0 0,15 0 0,-14 0 0,19 0 0,1 0 0,4 0 0,0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26.0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97 0 13934,'-9'0'0,"-1"0"4356,1 0-4356,4 4 1845,-4 1-1845,4 5 1010,-4-1-1010,-1 0 3430,0 7-3430,4-5 0,0 5 0,2-6 0,3 15 0,-3-5 0,10 14 0,-1-16 0,6-2 0,18 14 0,-8-15 0,17 17 0,-13-20 0,9 1 0,-7 0 0,7 0 0,0 1 0,-7-1 0,16 8 0,-16-6 0,7 5 0,0 0 0,-14-7 0,6 6 0,-21-10 0,3 0 0,-7 1 0,3-1 0,-4 0 0,0 1 0,-5 6 0,-1-5 0,-4 5 0,-7-6 0,0 1 0,-8 2 0,0-7 0,1 5 0,-1-9 0,7 3 0,2-5 0,7 0 0,3 0 0,2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26.6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24575,'10'0'0,"6"0"0,-5 0 0,11 0 0,-4 0 0,7 0 0,-1 0 0,37 0 0,-16 0 0,12 0 0,-23 0 0,-23 0 0,5 0 0,-7 0 0,0 0 0,0 0 0,-3 0 0,-2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27.5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21 245 24575,'0'-10'0,"6"-6"0,-5 5 0,4-22 0,1 13 0,1-14 0,5 9 0,-5 8 0,2 0 0,-2 1 0,2 5 0,2-5 0,-2 11 0,-4-4 0,3 8 0,-2-3 0,3 4 0,0 0 0,1 4 0,-1-3 0,0 8 0,0-4 0,1 4 0,6 2 0,-5-2 0,1 2 0,-4-2 0,-2 7 0,4-5 0,-3 5 0,1-6 0,-7-1 0,3 0 0,-4 7 0,0 2 0,0 7 0,-4-8 0,3-1 0,-8-6 0,8-1 0,-7 0 0,3 1 0,0-1 0,-4-4 0,4 3 0,-11-7 0,1 8 0,-9-8 0,-8 3 0,12-4 0,-6 0 0,17 0 0,-1 0 0,1 0 0,-2-11 0,1 4 0,-2-16 0,7 5 0,-6-7 0,10 8 0,-10-6 0,9 12 0,-3-6 0,5 8 0,0 4 0,0 1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38.8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145 1 24575,'-4'17'0,"-18"36"0,-1-18 0,-5 11 0,3-15 0,7-18 0,4 1 0,3-3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39.1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 24575,'5'-5'0,"0"1"0,4 8 0,7-3 0,-5 7 0,12-7 0,16 20 0,-9-12 0,58 24 0,-52-24 0,19 6 0,-44-15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39.9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361 0 24575,'-42'9'0,"-18"2"0,7 0 0,-43 7 0,60-15 0,-17 6 0,33-9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40.2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24575,'16'0'0,"22"12"0,13 8 0,9 9 0,-2-2 0,-12-5 0,-16-9 0,11 1 0,-27-4 0,18 3 0,-21-7 0,1-1 0,-8-5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48.3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12588 8455 24575,'5'-27'0,"-4"-15"0,5-21 0,-6 2 0,0 10 0,0 0 0,0-7-868,0-7 0,0-5 868,0-14 0,1-6 0,-2-5 0,-3 34 0,-2 0 0,1-24 0,-2 3 0,-4-10 0,-2 9 0,3 2 0,6 10 0,-7-7 0,-1-2 0,10-8-2964,-8 34 0,1-3 2964,7-5 0,1 0 0,-4 8 0,1 1 0,3-1 0,2 2 0,-1-28 0,0 16 0,0-6-825,-11-18 825,9 34 0,1-3 0,-4-16 0,-1 4 784,1-5-784,3-14 0,-3 6 0,-2 25 0,7-9 0,-2-3 4566,-14-15-4566,9 5 0,0-4 0,-4 24 0,-1 2 0,5 2 0,0 2 0,-3-30 0,2 32-30,-3-38 30,0 12 0,-4 11 0,14-17 0,-14 13 0,12-10 242,-1 31 1,-1-2-243,-6-46 0,8 13 0,-7 17 0,-1-1 27,3 16 1,2 2-28,-1-1 0,0 1 0,-3-41 618,10 1-618,0 33 0,-6-10 0,1-1 0,2-2 0,-3-9 0,1 0 0,5 5 0,0 14 0,0-3 0,0 4 0,0 4 0,0-32 0,0 26 0,0-4 0,-1-7 0,2-2 0,5 2 0,0 0 0,-4-9 0,-1 2 0,6 18 0,-2 8 32,-5-5-32,0 12 0,10-27 735,-8 20-735,8-10-6372,-1-8 6372,-6 38 832,6-38-832,-2 35 0,-5-10 0,10 9 0,-11-51 0,11 40 0,-5-33 0,12-12 0,3 0-1381,-2 21 1381,-3-18 0,1-8 0,-1 27 0,0 8 0,-4-5 2993,5-5 1,1 0-2994,-2 12 0,-7 0 0,5 3 0,-7 12 0,1 16 0,4-12 0,-11 29 0,5-13 2052,-7 17-2052,0-1 126,4 5-126,-3-3 0,3 3 0,-4-5 0,0 1 0,0-1 0,0 1 0,-4 4 0,-1 1 0,-5 4 0,1 0 0,0 4 0,-8-3 0,-10 10 0,0-10 0,-17 13 0,24-12 0,-12 10 0,21-11 0,-5 5 0,6-6 0,1 4 0,-7-3 0,-12 10 0,-8-10 0,-55 17-3392,3-5 0,-11 0 3392,22-3 0,-4 1 0,3-1 0,9-1 0,2 0 0,-2 0-299,-11 0 1,-4 1-1,1-1 299,3 0 0,0 0 0,-1 2 0,-6 4 0,-1 1 0,-2 0-307,13-4 0,-3-1 0,2 0 1,7 0 306,-24 5 0,13-2 0,26-4 0,3-3 0,-6-6 0,3 0-84,-3 12 84,6-12 0,0 0 0,-8 14 0,3-13 0,12 5 803,16-7-803,-24 8 0,21-6 0,-52 16 0,5-16 0,23 8 0,-10 0-329,-14-7 1,-11-4 0,8 2 328,12 4 0,-2 1 0,3-3 0,-9 1 0,-3 0 0,7-2-1230,-2-1 0,5 0 0,1 1 1230,-23 4 0,-6 1 0,22-6 0,-8-1 0,-1 0 0,5-1 261,-4 1 1,5 0 0,0 0-262,-3 0 0,1 0 0,2 0-928,7 0 0,1 0 1,1 0 927,-1 0 0,1 0 0,-2 0 0,-8 0 0,-1-1 0,0 2 202,2 2 0,1 1 0,-7-1-202,-5-2 0,-7-1 0,0 0 0,8 1 495,11 2 1,6 1 0,-3-2-496,-19-1 0,-4-2 0,8 1 0,0 4 0,7 1-361,1-5 1,6 2 360,-13 6 364,16-8 1,-13-1 0,8 2-365,14 4 0,4 0 208,-22-3 0,3-1-208,-8 10 0,44-11 0,-45 0 0,34 0 0,-29 6 0,-6 2 0,35-7 0,1 1 0,-30 4 0,0 1 615,22-1 0,3-2-615,10-3 0,-4 0 0,-15 7 0,-9 2 0,6-2 1635,5-6 1,0 0-1636,-5 3 0,-6 2 0,9-3 0,15-4 0,4 0 1452,-3 5 1,1 0-1453,2-4 0,-5 0 0,-40 3 0,-1 2 0,40-2 0,0 0 0,-31-3 0,2 0-977,-3 7 977,2 0 0,-4-1 0,27-5 0,0-1 0,-33 7 0,0-1 94,25-2 0,5-2-94,-33 0 0,38 5 0,3 0 0,-14-6 0,0 14 1800,-1-14-1800,1 6 0,0 0 963,12-6-963,2 6 1787,23-2-1787,-8-5 812,17 5-812,-7-6 0,0 6 0,7-4 0,-17 5 0,8 0 0,-10-6 0,0 13 0,0-12 0,0 4 0,10-6 0,2 0 0,16 0 0,2 0 0,6 0 0,5 5 0,-3-4 0,2 3 0,-7-4 0,2 0 0,-2 0 0,7 4 0,-2-3 0,3 3 0,-4-4 0,-1 4 0,-6-3 0,5 7 0,-5-7 0,10 4 0,2-5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49.4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705 44 15492,'-10'0'0,"1"0"3881,0 0-3881,-1 0 1567,1-4-1567,-1 3 844,-6-9-844,5 9 2791,-12-10-2791,12 9 0,-12-3 0,12 1 0,-12 3 0,5-3 0,0 4 0,-5 0 0,5 0 0,-16 6 0,-9 17 0,-3 5 0,-3 2 0,3 0 0,5 2 0,13 2 0,-10 6 0,4 7 0,1-7 0,18-12 0,-4 4 0,16-2 0,-15-1 0,17 4 0,-3-22 0,4 5 0,0-7 0,4 0 0,1-4 0,4 0 0,0-5 0,1 0 0,-1 0 0,0-5 0,1 0 0,-1-4 0,0-1 0,1 1 0,0-7 0,9-12 0,-5 1 0,5 0 0,-7 4 0,-1 5 0,4-28 0,-2 16 0,-3-10 0,0 17 0,-8-4 0,7 7 0,-8-6 0,4 17 0,-1-1 0,-3 9 0,3 9 0,-4 31 0,0-9 0,0 26 0,0-7 0,0 26 0,0 17 0,0 0 0,0-40 0,0-1 0,0 13 0,0 9 0,0-27 0,7 0 0,-6-16 0,6 2 0,-7-21 0,0 5 0,0-11 0,0-1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56:50.3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1 104 24575,'5'-9'0,"3"3"0,-7-2 0,8 7 0,-8-7 0,7 7 0,-3-8 0,4 8 0,1-7 0,-1 3 0,0-5 0,0 5 0,1-3 0,-1 7 0,0-8 0,1 8 0,-1-7 0,0 7 0,1-3 0,-1 4 0,0 0 0,0 0 0,1 0 0,-1 0 0,0 4 0,1-3 0,-1 7 0,7 4 0,-5-1 0,12 6 0,-12-7 0,5 1 0,-7-2 0,-4 7 0,4-5 0,-3 12 0,5-5 0,-4 6 0,4 1 0,-10 9 0,4-7 0,-5 7 0,0-10 0,0 1 0,0-1 0,0 1 0,0-7 0,-4-2 0,3-7 0,-7 0 0,7 1 0,-8-5 0,4 3 0,-11-7 0,-2 3 0,-6-4 0,-1 0 0,0 0 0,1 0 0,-1 0 0,7 0 0,-5-5 0,5-2 0,0-4 0,2 0 0,11 2 0,-3-1 0,7 1 0,-4-1 0,5 1 0,0 0 0,0-7 0,0 4 0,0-11 0,5 12 0,-4-5 0,3 7 0,-4 4 0,0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3:40.9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09.5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508 409 6004,'-3'-22'989,"2"0"-6200,11-12 5391,-1 9 1409,8-10-1409,-2 13-90,1 1 859,4 1-859,2 2 0,1 2 90,2 1 3212,7-2-3212,-1 3 270,3 0-180,-9 14-90,-13 7-1,-14 10 91,-10 3 180,-3-2-270,16-14 0,10-7-180,11-10 90,5-2 180,8-2-180,-6 4-1,18-6 1,-9 6 0,10 3-90,1 5 0,4 7 0,1 4 0,-2 4 90,-4 1-90,-7 2 270,1-5 0,6-3-180,0-8 0,-1-4 90,-7-3-383,-4-1 383,2 0-180,6-2 90,1 1-90,4-1 180,3 0-851,4 2 761,4 1-90,1 2 0,4 4 0,-1 3 90,4 3-180,1 4-629,-1 2 719,-1 4 90,-5 4-180,-5 4-319,-4 2 409,-4 1 90,-4 2-90,-3 1 163,-11 0-163,-2-1 588,-7 1-498,-6-3 743,-2-1-653,-5-4 777,-3 3-507,-5-1-540,23-7 90,7-8 0,18-9-458,4-4 458,-11 4-90,6 0 90,1 2-90,2 2 90,3 1-90,0 3 90,-4 3 0,-3 1-90,-10 4-3180,-3 2 3270,-11 4 0,-10 15 90,-18-5-90,-12 11 0,-16-8-216,-9-1 306,-5 0 0,-9-1 325,-1 0-55,-35 7-270,25-9 2318,-24 3-2318,32-12 90,1-4-588,0-1 498,7-3 90,3-2 311,-8 0-851,4-5 0,1-6 0,18-6 996,31-3-1175,12-1 1030,17 15-491,-19 9 90,-5 9 0,-23 7 90,-2-4 0,-13 2 90,-23 11 89,6-8-1011,-18 7 1102,20-12-360,-2-2 270,1-1-360,1-3 90,-1-2 0,-17 0-90,4-4-90,-17-2 180,22-10 0,-7-14-180,29-3 0,-1-6-900,23 4 900,-2 17 0,8 11 90,-15 24 0,2-2 0,-11 2 0,2-9 0,-3-5 90,-1 3-90,0-4 270,1-2-90,-15 1-90,-1-4 652,-13-2-742,1-9 0,14-6 90,0-3-90,14-3 0,0-2-90,-3-2 90,1-1 0,-1-2 270,2 1-270,1-1 270,-8-3-270,6 2-1439,0 1 1349,6 14 0,18 12 0,-5 14 180,3 4 0,-9-1 90,-8-5 359,-10-5-89,0-6-360,-18-7 90,15-5-360,-6-5 270,15-1 180,-3-3-3303,-12-12 3033,13 4 180,-8-8-270,20 6-90,2-1 90,7-3 0,0 2 90,7 1-269,4-6 269,6 8-270,7-4-90,6 10-359,6-1 3211,9 1-3841,7 1-1349,7-1 2698,35-2 0,-44 8 0,19-2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17.60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2420 234 6094,'-51'-5'3058,"9"-4"-2788,22-6-90,15-4-1,14-1-89,10-3 90,-3 8-90,5-3 0,-2 4 90,3 1 0,0 0-90,10-5 90,-5 6 0,12-6-90,-7 7-90,11 1 90,-6 10-90,4 7 90,-11 6-90,-5 3 0,-10 0 0,-1 1 0,-3 1-3303,-3 1 3303,0-1 0,2 1 90,-2 3 0,0 0-90,0 0 90,2-2-90,15-4 3392,5-2-3392,12 1 0,-8-2 0,1 3 90,-5-2-180,-1 3 180,3 0-90,-5 4-90,0-1 180,-3 4-90,-4-1 90,-3 3-180,-3-2 90,-4 2 0,-3-2 0,-7 2 90,-6-1 0,-4-1 90,-7 0 0,-1-2 0,-7-1 0,0-2 90,-4-2-90,0-1-1,-1-3 271,1-1-180,-9-1 0,1-2-450,-9 0 180,28 2-90,12 1 90,24 2-262,6 1 262,-5-1-90,-2 2 90,-3 2 270,-4 1-360,-10 3 90,-1 2 0,-8 0-3220,2 2 3220,-7-1 0,-7 1 13,-6-1-13,-7 0 90,-5 0-193,-4-2 283,-4 0-90,-2-2 270,-24 3-718,17-7 538,-17 2 0,21-7-90,2-5 90,-1 1 2858,2-5-2859,-50-1-179,36-3-312,-35-2 312,46-2-1112,1 0 1112,1-1 0,0 1-215,-12-5 215,12 5-90,-11-4 0,12 4-90,-2 2 90,-2 4 346,8 4-256,0 5 1236,6 2-1236,-5 2-90,-9 1 90,0 1 0,-3 0 0,-17 3 179,16-4 1,1 0-90,-4-4-90,4-2 90,-2-1 0,2-4 0,5-4 0,-1-2-1,-18-1-304,19-2 0,2-1 215,-4-5 0,2-5 0,4-3 0,-1-2 0,-15-15 0,18 6 0,-11-10 0,16 0 0,14 10-90,-1-8 363,17 13-273,6-6-90,7 9 894,4-5-894,0 9 90,8 4-90,0 0-90,17 0 394,2 3-124,6 0-180,0 3 90,-22-3 0,-11 2 0,-8-14 270,-8 4-360,15-9 270,-2 2-270,3-3 270,6-3-270,1-2 0,7 0-212,0-1 213,9 2-1,3 1 0,7 2 0,2 2 90,2 2-90,1 4 0,24-4 0,-15 9-598,21-2 688,-23 10 0,4 1-90,4 5 90,2-1 0,3 1 0,3 0-910,3-1 910,1 0 0,5 0 0,0 0-1016,2-1 1016,2-1-90,-2-1 180,-2 0-180,-2 1 90,-5-1-371,-7 3 371,-6-1 0,8 4 0,-20-4 519,15 4 741,-15-3-265,4 5-815,4 6 1058,-8 4-1327,-1 4 178,-6-4 265,2 2-1254,-1-3 900,1 0 0,-18-4 0,-6-3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22.35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1714 208 7173,'-52'4'3778,"11"-8"-3508,12-4-180,24-11-1,13 2 1,12-4 0,1 5-90,5-1 0,1-1 90,7 1-90,-2 0 0,5 2 90,-2 1-90,1 2 0,0 3 90,9 2-90,2 6 90,-1 5 0,-3 6 0,-15 7 0,-1 4 0,-5 6-90,-2 3 180,-6 3 270,-2 38-360,-7-26-117,-4 27 117,-4-35 180,-4-3-270,1-3 270,0-2-360,-2-4 180,5-3 0,1 2-90,10-3 0,7-1 0,11-6 0,16-5 206,17-5-296,21-1 90,-10-1-632,6 2 632,-21 0-90,3 0 90,-2 3 0,1 0 0,-6 1 180,-4 2-180,-2 1 124,-6 1-214,-9 0 90,2 2 0,-13 2 0,1 2 90,-12 1 0,-6 1 90,-7 0 539,-7 0-629,-2-1 90,-5 1 0,-3-3 58,-4-1 122,5-2-180,-11 2-90,7-2-720,-4 1 540,27 0 90,10-2-90,18 6 180,-9-2-90,-3 3 0,-17 1 0,-3 2 90,-14 4 0,-8 3 90,-6 1-474,-8 2 654,-5-1 0,-9 0-1,-3-2-954,-7-1 865,0-3 90,-4-1-2979,4-3 2799,3-2 90,2-4-567,6-4 567,-4-2-180,-14-3-90,14-5 0,-12-4-90,24-7 90,0-3-90,6-7 0,1-2 317,2-5-316,5-3-1,-2-1 90,6 0-90,0 0 90,6 4-90,0 1 721,3 5-631,0 2 3167,-7-1-3077,2 5 589,-16-1-589,-1 10-90,-49 13 0,34 1-636,-30 7 726,48-7-90,-2 0-80,3-1 80,-1-1 0,-14 1 0,-6-3 0,-23-3 0,-7-4-806,17-5 716,0-2 180,20 0-180,-1-2 90,-3-1 0,2-2 0,0 0 0,3-1-436,3 0 436,5 1 0,4-3-90,8 1 0,5-4 644,7-1-644,5-4 0,10 0 0,8-3 75,11 0-165,10-2-90,9-1 91,7-2-1,14-1-291,4-2 291,13 2 0,3 0-876,6 2 876,0 1 90,2 3-90,-5 2 90,-4 3 90,-4 2-89,-11 4 89,-7 3 0,-8 3 629,1-1 900,-6 3-1349,3-1-989,-2 3 359,19 1 270,-11 1-2542,13-2 2002,-14-2-1521,-1 0 1161,4-3-528,-1 0-731,-3 0 2339,-4 1 0,-20 5 0,-6 2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44.29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140 1 7263,'-16'3'6476,"-4"5"-6386,23 13 0,-12 0 90,13 1-180,-12-4 180,15 1-90,-18 1 90,15 0-90,-14 2 0,7 0 0,-1 1-90,-2 1 0,2 0 89,-2 1-89,1-1 0,0 3 90,1-5 180,0 5 0,-2-4-90,-3 4 0,1-1-450,1-1 180,1-2 0,3 1 90,1-3-90,0 2 90,5-2 0,-1 1 0,2 1 0,-2-2 90,-3 2-90,7 0 0,-9-1 0,8 2 0,-5-1 0,3 0 90,0 0 180,6 10 0,-2-9-180,7 10 0,-4-11 0,3 2 0,-6 1-270,4 2 270,-2 0-180,0 1 0,4-1 0,-6-3 180,4 4-90,-6-2 0,3 3 0,-1-6 0,2-2 90,-2-6-90,8 7 0,-6-5 0,5 5 0,-6-6 270,-1 0-91,5 6 1,-2 2-90,2-1-270,0 6 1,-5-5 179,5 5-90,-8-1 180,4-1 89,-5-2 1,8 3 0,-5-7-90,2 7 0,-5-6 0,2 4-90,-1 0 0,2-1 0,0 1 90,-1 3-90,-2-5 90,-1 0 0,-4-1-90,0-1 90,-2 3-90,4-3 0,-3-3 90,3 1-90,-3-2 0,-1 1 0,3 0 0,-3 0 90,9 5 0,-8-4 0,5 2 179,-8-5 1,2 5-360,-1 1 0,1 5 90,0 0 0,-2 0 0,5-6 0,-3 1 0,2-5 0,0 0 0,-4 6 180,4-2-270,-1 4 0,5-3 90,0-1 0,3 12 0,-3-6 90,3 11-180,-5-9 90,3 0 0,-6-1 0,0-1 0,3 2 0,0-4 0,3 0 90,1 2-90,1 0 0,0-2 0,3-4 0,-3-6 0,1-1 0,2 1 90,0 10-90,0-5 0,-2 7 0,-2-10 0,1-1 90,2-2-90,-1 8 0,-1-1 0,-1 9 90,-1-6-90,-1-2 90,-1-5 0,-3 5-90,2 1 90,2 4-90,-3-1 0,4-2 0,-10 0 0,10 0 0,-9 0 0,8 1 90,1 3-90,0-5 0,2 6 0,-1-7 90,3 6-90,-1-2 0,-1-2 0,5-4 90,-8 3-90,4-7 90,-9 13 90,2 1-90,-1-2 0,4 0 0,-1-4-90,1-1 0,-1 5 0,-1-3 0,0 0 90,1 0 89,1-5-89,0 7 0,2-5 0,1 5-90,-1-5-5666,0-1 4406,11-19 1,-6-3-1439,12-15-990,-10-2 3688,2-1 0,-6 7 0,-1 2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45.66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91 29 7533,'-31'-14'7915,"6"2"-7645,20 9-180,10 10 0,17 8 0,-2 5 0,-5-2-90,3 2 90,-3 2 0,1 3-90,-3 1 90,-2 3 0,-6 1 0,-4 1 0,-2 0-1,-4 0 181,-7 12-180,-2-11 0,-2 8 0,1-16 0,1-2 0,2-2 0,-1-1 0,3 0-90,1-3-4677,-7 0 2428,7-19-360,-1-5 451,8-19 2158,-3 7 0,2 5 0,-2 8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45.99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66 330 6273,'-26'-18'3418,"6"0"-2698,3-6-360,15-1-90,9 3 89,9 0-89,8 5-90,4-1 90,7-1-90,3 0-1744,4 1 1743,3 1-89,5 0-379,0 2 378,5 0 91,0 3-180,2 1-2508,3 1 2508,-2 3 180,0 3-479,-3 2 479,-1 4-90,1 2 89,-2 5-179,2 3 180,-4 4-180,2 6 180,-2 4-180,-3 2 90,-7 1 0,-3 2 0,-9 2-90,-2 0 180,-9 1-1218,-6-1 1128,-7 1 0,-7-2 237,-6-1-237,-8-1 0,-7-2 90,-5-3-91,-9-2 1,-7-1 180,-31 3 1298,10-7-1478,-21 1-90,22-8 90,0-5-90,1 0-103,1-4 13,3-1-90,5-2-90,6-2-449,1-1 2284,-6-6-3544,8-1-3688,7-4 5667,28 0 0,7 6 0,12 3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46.44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0 7803,'41'2'3777,"-9"4"-3507,-5 6 90,-11 4 0,0 0-90,2 2 0,0 1-1,1 1 1,1 1-90,-3 0 360,9-1-3662,-10 7 3391,6-8-188,-10 5 638,2-9-89,5 2 1169,-4-2-1799,1 4 0,-9-10 0,-4-1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46.72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32 11311,'55'0'1709,"4"-3"-1530,-5 0-179,4-2-539,-13 0-1440,8-1 1979,-1 1 0,-19 1 0,-7 4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47.20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52 10141,'29'-13'1709,"5"1"-1439,17 1 0,4 3-270,0 1 270,3 6-180,-15 6 90,-17 9 0,-22 2-1,-15 6-89,-9-6-180,7 1 90,31-8-90,10-2 90,35-6 0,-2 1 0,4 2 0,0 4-1172,-16 1 1262,-8 4-180,-17-2 180,-5 3-180,-3 2 90,-7 1 0,-5 2 90,-16 8-90,0 1 1172,-8-1-1082,7-4 180,-6-4-90,2-2 270,-10 2 90,0-3-271,-2-3-89,-8-1-180,-7-3-270,-10 1-1079,3-1 180,-17 2-1620,23-4 2789,-32 5 0,48-7 0,-10 1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37.49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77 24 7982,'-36'-11'8096,"3"0"-7736,28 10-1,3 8-89,26 15 0,-12 0-3392,0 5 3572,-4 6-180,-4-6-91,1 8 91,-4-9-90,-3-1 0,-1 1 0,-2-2 90,0 8 0,-1-8 3392,-2 11-3483,2-13 361,1 4-10371,-2-6 9747,2-19 1,0 4 0,1-15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38.45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20 124 8342,'-19'-12'4498,"24"-2"-4498,20-2 180,16 1-180,-7 5 0,17-4 90,-11 4-90,13-2 0,-7 3-90,0 2 180,11 3-1,-8 6 1,-6 9 0,-15 3 0,-8 15-90,-15-8 0,-2 10 0,-7-6 90,-3 1-90,0 0 0,-4 0 90,2 0-90,-3-3 90,3-1 0,-2-2 90,2 0 90,1-2-90,2 6 90,1-4-91,7 2 271,11-5-90,13-2 0,7-4 90,9-2-1,7-4-89,10-3 0,6 0 0,5-5-180,0 1-1,-4-3-538,-4 0-2520,-5-1 2879,-12 0 0,-17 2 0,-12 1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39.81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29 25 6993,'-29'10'6566,"37"-6"-6476,3-4-90,43-9 0,6 0 0,-8-1 0,21 3 0,-9 4 0,20 4 0,-19 3 0,-7 3 0,-21 0 0,-5 2 0,-1 1 90,-3 1-90,2 5 90,-6 5 0,-6 2-90,-10 3 180,-12-7-90,-7 1-90,21-8 0,11-1 0,21-4 90,10 0-90,-6 6 90,-7-1-90,2 3 90,-14-3 90,2 0 0,-1 6 89,-9-3-89,-3 11 0,-19-9 90,-3 6 0,-14-6 90,0 0-90,-9-1-1,-4 0 91,-8-1-90,1 0 90,-3-2 0,-2 0-1,2-1-89,-2-2-316,3-1 226,-1-1 0,2 0-360,0-1-899,-13 0-1080,-4 0-1259,-7 0 540,1 3-900,16-2 2948,0 3 1,27-6 0,4-1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29.22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558 0 9062,'-19'0'6296,"4"2"-6206,-4 14 0,3 0 0,-8 1 0,-2 3 0,-4-1 90,-1 1-90,4 0 90,-1 1-3482,2 0 3482,1 2-1,0-2-89,0 0 90,2 0-90,1-2 0,1 0 0,4-2 0,-1 0 0,-2 2 3392,3-3-11038,-3 3 7556,-10-12 0,17-1 0,-7-7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29.73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11 10141,'25'-9'8635,"-4"7"-8455,14 9 0,-3 6-90,1 3-90,-1-1 90,3 1-90,-4-4 90,4 1-90,3 1 0,-1 0 0,1 1 90,-6-1-90,1 1 90,-4 0-90,-3-1 180,1-1 90,1 3 269,-4-3-539,3 3 0,-14-9 0,-4-2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52.85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3516 14639,'36'-8'809,"3"-5"-2383,-7 1 1753,6-6-89,1 3 111,4-4-111,4-1-1,5-2 1,3-1 0,2 0 0,28-13-826,-20 9 826,22-9-90,-27 11-616,1 0 616,-2 0 90,0-1-90,1 1-1922,-3 1 1922,3 2 0,-5 0-1356,0 0 1356,-4 1 394,-6 0-394,1 1 0,-5 0 90,1 1-90,3-1 0,-3 1 0,1 1 0,-4 1 0,0 2 0,-2-1-90,0 0 90,-2-1 0,1 0 0,15-8 0,-7 6 0,11-5 0,-15 8 0,2-1 0,-2-1 0,3 0 0,0 0-1196,1 0 1196,-3 0 432,3 0-522,-5 0 1400,5 1-1310,-6 0 0,2 0 0,-2 0 0,-1 1 0,2 1 0,-3-1-90,-2 1 180,1 0-180,-4 0 180,5 0-180,-7 0 180,7 1-180,12-8 90,-8 4 90,16-4-180,-22 7 180,3 0-180,-2 1 90,2-2-90,-4 0-1406,4 1 1406,-6-1 359,2 1-359,-5-1 1251,0 1-1251,-1-1 191,0 0-101,-2 0-90,-1 0 360,-3 0-360,-2 0 2447,0 1-2357,-2-1 270,-1 1-360,0-1 3123,1 0-3213,-1-2 90,2 1 0,-2 0 0,1-1 90,-1 1-90,2-2 90,-3 0 0,0 0-90,0 1 90,-3-1 0,1 0 0,1 0 0,5 0-90,-4-1 90,5 0 0,-8 0 0,0 0 0,5-1 90,-2 1-180,11-10 90,-4 7 0,9-8-90,-5 9 90,3-1 0,-1-1 0,4 0 0,-3 1-3392,2 0 3392,-4 2 0,2 0 0,-3 1 90,-1 0-180,-2 2 180,-3 0-90,0 2 3392,-3 0-3392,0 2 0,-2-1 0,0 1 0,-2 0 0,2-1 0,-1 0 0,0 1 0,5-3 0,-6 1 0,6-2-90,-5-1 90,1 0 270,4 0-270,2-2 180,2 1-270,3-3 270,-1 1-270,1-1 270,-1 1-270,3 1 270,1-1-360,-1 2 90,2-2 0,-3 2 90,1 1 0,-4 0 0,12-7 0,-11 7 90,9-7-90,-12 9 0,1-2 0,3 1 90,1-1-90,8 1 0,13-10 0,-11 8-228,13-8 228,-20 9 0,5 1 0,-1 0 0,-1 1 89,0 0-89,9-5 0,-11 6 90,5-3-90,-11 7 270,-4 0-90,6-4 0,-2 2 180,4-2 0,-4 1 318,0 0-409,-4 0 1,0-1-180,1 0 0,-3-1 0,1 0 0,-3 2 0,0 1-90,1 1 90,3-2-90,-2 3 0,4-4 90,-6 2-90,4 0 90,-3-2-7556,5 2 7466,-19-1 0,5 8 0,-16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54.07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273 123 6453,'-25'-16'6207,"-1"3"-2609,2-2-3418,22 15 0,2 6-91,19 10 271,-9 5-360,-1-3 0,-1 2 90,2 3-180,-2 1 180,0 0-90,-3 1 90,3-2-90,-3-1 0,0 0 90,0-2-90,-3 6-90,5-4-719,-5 4 179,-24-17 360,-3-10 0,-14-10 90,8-4 0,7 1 1,-1-1-1,0-2 0,2-2 90,2 0 0,5-4 0,2 2 0,4-4 0,3 3 90,4 1-90,4-1 90,6 2 0,1 1-90,6 1 90,2 1-90,4 2 90,10-5 0,0 6 0,9-3-90,-3 8 90,4 1 0,1 0-443,2 2 353,14 1 90,7 1 0,0 3-90,-2 3 90,-14 2-3245,-2 2 3245,0 1 90,-1 3-279,-1 1 279,-1 3-90,-2 0 90,-1 1 90,-5 1-90,-3 1 0,-4 0 90,-8 2 288,-2-1-288,-11 2 3474,-3-1-3474,-16 1 270,-4 1-361,-12-1 181,-6 3 0,-9 0-219,-7-2 219,-3 0 90,-8-1-90,-3-1-958,-8-1 958,-3-2 0,1-2-90,1-2-1325,3-1 1325,3-3-90,11-1 0,-2-1-90,11-1-1260,-13-1-4913,5-2 1046,33-9 5340,28 0 1,15-2 0,9 4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54.55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1 123 8072,'3'-19'2339,"12"-1"-1979,7 5-180,9 0 0,-3 3-90,5 0 0,1 1-1,2 3-268,14-1 179,2 7-90,-2 6 90,-15 11 90,-25 8-180,-17 4 270,-3-3 179,-6-2-359,23-16-90,15-2 90,21-6 0,-2 7 90,-6 10-180,-18 0 270,-3 5-180,-7-3 0,-2 2 180,-2 1-90,-2 1 180,-2-1 0,-1 0 90,-5-2-1,-3 1 1,-4-2 0,-6-1 90,-4-2-90,-2-1-1,-2-2-3391,-2 0 3662,-2-3-91,-14 1-269,-1-4-360,-10 0-1709,2-5 1799,8-3 0,18 0 0,11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54.76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75 8072,'70'2'2789,"7"-3"-2429,-16 1-1379,6-4 1199,-14-1-90,4-1-180,2-2 0,10 1-2456,-8-3 2006,1 3-989,-13-2-971,9 4 2500,-11-2 0,-10 3 0,-17 1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55.08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2 131 7353,'-2'-20'2788,"15"1"-2428,12 1 0,12 0-180,1 5 90,3 1-91,1 4-461,2-1 551,-2 3 153,14-1 208,-2 7-360,3 9 89,-22 7 78,-18 10-77,-20 2 180,-6 8-91,-9 1-208,-4 2 209,-5-2 89,-1-1 1,-1-2-90,3-3 0,4-4 318,5-4-48,4 2-270,12-3-90,17-4-270,28-6 0,4-11-180,15-4-428,-12-2-22,2-3-89,0 0-1,2-1-629,-3-2-180,-3 1-1799,-6 0 3238,-3-1 0,-20 7 0,-3-1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32.47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491 18 7263,'-8'-17'7376,"-2"18"-7017,0 0-269,-6 18 90,-6-2-90,-2 3 0,-8 2 0,5 2-3302,-5 0 3302,2 0-1809,-2-1 1719,2 1 69,0-2 21,3-1-90,2-1 270,1-1 2486,3-3-2666,-4 3 2603,4-2-7550,-1 0 2740,6-16-1660,9-5 3777,8-16 0,1 9 0,3 1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32.82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5 9422,'20'-5'3598,"4"8"-3239,10 10-89,1 4 450,10 3-1026,-10-2 576,14 4 0,-16-6-1,-1-1 1,0 0 141,-2 0 129,13 6-1357,-12-6 997,10 4 360,-17-8-180,8 2 566,-1 0-656,6 1 90,-7-2-900,3 0-2823,-3-3-1224,-1 2 1079,-23 1 3508,-9 2 0,-10-5 0,3-4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34.84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280 1 16887,'0'18'630,"-2"1"-450,-13-2 0,2 2-5751,-7 2 5661,3 1 1340,-5 3-1340,4-1 0,-1 1 779,0 0-779,2-2-90,0 1 0,2-3 0,-5 8 0,7-9 3362,-5 9-3451,10-11-2521,2 4-1258,-7-6 1979,14-16-359,-10-7 2248,14-16 0,-5 10 0,2 1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35.13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29 10 6993,'-29'-10'7556,"62"14"-7107,-17-3-179,73 14 0,-45-7-664,18 3 664,-17-2-90,4 1 90,-3 1 359,39 10-449,-33-8 252,28 8-252,-46-11 0,0-1-1,8 3-89,0-3-359,6 1-2700,-5-2 3094,-6-8 1,-16 2 0,-5-4-1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56.81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0 12660,'53'2'3058,"-3"0"-2698,12-5 90,-10 3-181,15-1-89,-7 3 0,15 1 0,-2-2-90,10 2-309,5-2 309,0 1-3329,-13-1 3239,-10-1 90,-13 1-90,0-1 90,18 0 0,3 1 0,13-1 0,-3-1 0,-6 2 0,0-4-90,-2 4 90,7-1-90,-4 3 90,7 0-90,-8 1 0,-1-1 90,-4 2-2307,-2 0 2217,-1-1-11,-4 0 11,3 0 2211,-2 0-2211,4-1 90,5 1-90,-13 0 0,19 0-2121,-8 0 2121,-2 0 1740,-1 1-1650,-22-1-90,1 0 0,2 0 0,-3 0 0,3 0 160,-4-1-160,23 2 0,-19-1 0,33 1 0,-16-2 3153,16 1-3153,-4 0 0,-1 0 0,3 0-118,-18 0 208,2 0-90,4 1 90,11 1-90,-2-1 90,2 1-90,-27-4 0,5 2-337,-3-1 337,1 1 90,-1 0-90,-2-2 0,-3 1 0,-2 1 0,1-2 0,-1 2 90,9 0-90,6 0 0,8 1 0,1-1 0,-9 0 809,-9 0-539,1 0-360,-7 0 90,10-1 278,-1 1-278,1-3 0,-5 2 0,3 0 0,-11 1 90,12 2-90,-4-1 0,7 1 0,-5-1 90,0 0-90,-4 0 90,4 1 0,1 1-90,-1-1-540,-2 1-8275,-8-2 8815,-39-4 0,6 0 0,-34-3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57.82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50 0 11490,'-27'13'2699,"6"6"-2339,20 5-1,2 3-89,3-4 90,2 2-90,2 0 0,4 2 0,2 0 0,3 0-91,1 0 1,0-1 90,3-1-90,1-1 90,0 0-180,3-3 90,-4-1-90,1-2 90,-4-3-1,2 2 1,-4-1-4407,0 1 2158,-31-11-90,-4-3-269,-29-10 629,4-2 1708,1 0 0,17 2 0,10 4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58.13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48 87 6183,'19'-15'1620,"2"1"-721,-1 1-269,13-1-1,3 1 91,15 1 89,5 7-269,8 7-270,-5 4-90,-5 5 90,-9-1 179,-4 2-269,1 1-154,2 3 64,0 0 180,-2 2-180,3 0 180,-4 0-3462,2 0 3192,-3-3-1507,-4 3 1596,1-3 1,-7 2 90,-1-1 270,-6-1 349,0 5-439,-13 2 2574,-8 1-2575,-16 1 2381,-11-7-2380,-9 2-3392,-6 0 3301,-9 1 91,-5-1-2358,-7 1 2268,-6-2-518,-2 0 428,-3-2-90,-2-1 0,2-1 0,-2-1-180,6-2-90,3-2-1010,7-2-1778,-10-1-1775,9-3 4743,28-7 0,8 3 0,35-6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58.53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4 10951,'18'-4'3598,"0"9"-3328,12 10-91,-1 7 91,-12-3 0,7 4 0,-7 0 90,2 3-90,-5 0 89,0 0 1,1-1-90,-3-1 90,1-2 90,-5 0-1,3 2 1,-3-3-10281,1 2 8983,2-17 0,-6 1 0,3-13 1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58.73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70 8162,'55'-5'3238,"2"0"-2968,12-2-629,1-1-721,7-1-269,-5-1-1619,-9 0 2968,-13 2 0,-24 4 0,-10 1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4:59.08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68 6363,'23'-16'2429,"8"1"-1979,18 1-90,10 1 89,5 6 91,5 4-270,-2 7 0,-17 3-998,-7 6 1088,-19 1-91,-3 4 91,-3 3 0,-5 3-90,-4 2 90,-3 3-90,-7-1 179,1 2-179,-6-1 90,2 0 0,-1-2 1177,-1-1-1087,1-2-90,-2-2 269,3-1-89,0 3-270,11 0-90,1-1 0,11-3 89,-1-7-89,5 0 0,3-2 0,4 1-90,0-1 180,1-1-90,18 1-90,-5 0-810,13 0 720,-11-3 0,-22-5 0,-6-1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5:03.79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15 6633,'33'-9'6926,"5"5"-6566,4 3-90,2 7 90,-1 0-1,-6 5-179,2 1 0,-9 1 180,9 7-180,-16-6 0,7 7 0,-12-5 0,2 3-90,-2 1 0,1 1 269,16 24-269,-12-16 0,12 17 0,-17-21 0,-1 1 0,2 1 90,-1 2 360,14 36-360,-19-22-341,11 27 341,-18-30 0,4 2-1,-2 1 1,3 3-3189,5 20 3189,0-15 0,4 15-2283,-2-21 2283,-2-1-242,3 0 152,3-2 90,1 0-1318,19 13 1228,-7-14-90,12 9 90,-11-18-90,1-4 1323,3-1-1323,2-3 90,43 12-90,-29-14-234,31 8 234,-39-18-90,-1-1 90,0-1 2050,-1-2-2230,17 1 90,-2-2 3064,8 0-1715,-8-2-953,-27 3-306,-11 7 684,-20 4-684,-6 6 90,-2 0-180,2 3 90,-4 9 0,3-10 90,-3 5-90,-1-5 0,1-5 0,-4 5 0,4-7 269,-5 9 1,6-6-360,-1 9 450,5-7-450,2 1 90,0 1 0,1 1 0,1 0-3392,2 0 3392,0 2 0,0 2 0,3 1 90,0 2-90,1 0 0,3 2 0,-2 0 0,4 0 0,0 2 90,1-1-90,2 0 90,-1 1-90,3-2 90,0-1 0,0-2-90,1 0 90,0-2-90,1-1 90,2-1 270,-3-2-450,3 1 3842,-4-2-3842,4-1 359,0 0-359,-3 0 1,3 0-1,-3 0 90,1 1-90,1 1 90,-2 1-90,2 1 449,-4 4-448,0-1 358,-1 3-359,0 0 360,0 2-360,0 2 270,-6 0-658,0 1 388,-4 1 0,-2-1 0,0 2 90,-4-2 0,-2 1 0,-4 0 0,-5 0 0,-1-1 0,-6 0 270,1 0-270,-5-2 270,-1 0-450,-2-1 449,-3 1-448,-2-3 269,0-2-450,-1-3 270,2-5-630,1-3-359,3-1-91,0-7-1978,-1 1-1079,-2-4 989,-5-9-1170,4-5 4408,0-12 0,17 5 0,2 1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5:41.3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118 227 6633,'-18'-14'4048,"2"1"-2249,-1-1-1799,18 12 0,4 7 0,17 19 0,-2 0 0,-3 4 90,-5-5-90,2 2 0,-4 1 0,0 0 0,-1 0 90,-1-1-90,0-1 0,-1-1 90,1-2-90,-2 4 90,0-3 719,-1 3-899,-27-16 90,3-9-90,-18-12 90,12-2-180,-4-9 90,8 3 90,-7-8-89,11 5-1,5-3 0,1 0 0,4-4 90,1 0 90,5-15 90,2 11-360,4-9 360,2 15-360,17-18 270,-6 18-270,13-12 270,-10 24-270,0 2 90,1 3 0,12-2 0,6 4 180,18 4-180,-8 6 180,3 7-461,-12 3 461,1 2-360,18 10 180,-15-3 90,9 8-90,-21-6 90,-2 0-90,-6 0 90,0 0 90,-9 1-90,1-1 90,-11 0-90,1 0 180,-11-1-90,-1 1 90,-9 0-90,-1-1 371,-9 0-371,-3-1 89,-6 0-89,-2-1 0,-1-2 0,1-1-90,-3-2 90,5-3-180,-10 3-719,5-5-2249,-8 1 629,36-30 1170,8 8 1259,28-21 0,-9 22 0,-7 4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5:41.5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7353,'24'17'1529,"-5"-1"-1349,-3 3 90,-5-2-90,3 2-1,-2 2-89,3 2 90,0-1 0,0 0 0,-6 0-90,8-2 0,-7-1 90,9 0-90,-2-1 90,-2-1-90,7 1-270,-6-3-4767,7 3 4947,-31-14 0,12 2 0,-21-11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5:41.7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6 7982,'29'-4'-293,"-2"3"1,-3 6 0,-8-1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5:42.0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114 0 6543,'-31'19'2069,"2"-2"-1529,7 1-180,6-1-181,1 7 1,14-3 0,11 2-90,13-2 0,12 0 0,8-3 90,-7-3 90,12 0-90,-11 0 180,10 2-1,-6-1 271,-7 0-180,-5-1-180,-10 0-91,-9 3 1,-13 3-360,-7-3-89,-10 1-91,4-5-450,-5-1 1,-3 4-451,-8-2 181,-8 3-810,-4-5 1889,-2-8 0,21-2 0,3-5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5:42.2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7713,'21'17'1889,"-4"1"-1260,-10 6-449,0 0 270,1 2-270,3 2-90,0 0 0,4-1 0,-1 1-1,3 0 1,0-1-90,2-2 90,6 10-90,-4-10 0,3 5 0,-8-13-359,0-2-361,2 2-2248,-1-2 2968,3 1 0,-11-9 0,0-1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5:42.4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1 139 6993,'40'-18'1259,"4"1"-989,-9 5-495,8 0 315,1 0-360,7-1 0,3 1-737,5-1 1007,20-2 0,-40 8 0,8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5:47.5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2761 13110,'33'-8'719,"1"-1"-629,0 1 0,2-2 0,-1 1-4252,1-1 4252,-1 0 590,0 2-680,0-2 0,-2 1 90,3-1-90,-2-2 90,2 2 3302,0-3-3392,-5 2 0,7-3 90,-11 3-90,11-1 90,-5 0-90,-3 0 90,-1 1-90,-5-1 0,3-1 90,0 1 0,1-2 0,-6 1-1,-2 0 1,-4 0-90,2-2 90,8 0-90,1-4 0,4 0 0,1-3 90,-2-1 0,-11 1 90,9-2-90,-13 1-90,11 0 0,-4 0-90,4 0 90,-7 2 0,-6-1 0,4 5 0,-9 0 0,15-1 0,-2-4 0,-2 1 0,-2 0 0,2 0 0,1-1 0,12-13 90,-7 7-90,2-4 0,-11 8 0,-5 2 0,1 0 0,-4 1 0,4 0 90,-2 1-180,-1 0 180,3 3-90,-11-2 0,5 1 0,-6-3 0,4-2 0,0-3 0,5 2 0,-7-1 90,1 1-90,-3-1 0,-2 1 90,3 0-90,2 0 0,-2 1 90,1-1-90,4-1 0,-6 0 90,3 1 0,-5 0 0,0 2 0,-2 0 0,0 2 90,-3 0-180,-1 2 90,-1 0-90,0-2 89,1 2-89,1-3 0,1 4 0,1-2 0,-1 0 0,3-2 0,-1 1 0,1-1 0,3 2 0,-3-2 0,4 0-89,-1-3 178,3 3-89,-1-2 0,5 1 0,-4-2 0,3-2 0,-1-1 0,0 0 0,-2 1 0,4 1 0,-4 3 0,7 2 90,-3 1-90,6-8 0,-7 7 0,6-9 0,-8 8 0,4-1 0,-4 0-90,4 0 90,-1 0 0,2 2 0,1 1 0,-1 1 0,0-3 0,2 3 0,0-3 0,2 2 0,-2 0 0,-1 0 0,1 2-89,0-1 89,3-1 0,-1 1 0,1-1 0,2 3 0,0-1-90,2 2 90,2 0 0,2 1 0,0 1 0,-1 0 0,3 0-90,0 0 90,3 0-90,1 1 90,7 2 0,-2 1-90,2 0 90,7 2-90,0 0 90,8 3 0,9 3 90,-8 2 90,1 4-90,-9 1-90,-4 2 179,1 2-179,1 0 90,-1 1 0,-4 0 90,-7 0-90,2-1 0,-4 2 0,1 0 0,3 2 0,-7-1-90,5 1 90,-5-1 0,2-1 0,0 1-90,0 0 90,1 1 0,0 0 0,-2 0 90,2 1-90,-1 2-1,4 0 91,0 2-90,0 1-90,1 1 90,-1 1 0,2 0 90,-4 1-90,0-1 90,-3 0 0,1 0-90,-3 0 0,3-1 0,-5-1 90,-1 1-90,0-1 0,-3 2-1,4 1 1,-4 2 0,3 1 0,-4-1 0,0 0 0,-1 0 0,-2 0 0,0 1 0,-3-1 90,0 3-90,-1 0 180,-3-1-90,-1-2 0,-2-2-91,2-3-89,4 1 90,-2-2-359,4 0 179,0-1 0,-1 2 90,3-4 0,-2 4 0,3-4 0,0 2 90,-2 1-90,0 0 0,5 1 0,-4 1 90,6-1-90,-7 1 0,2-3 0,-3 5 90,4 0 89,-3 2-179,3 0 0,2-2 0,-3-1-90,3-2 90,-3-1 90,0-2-90,3 2 0,-2-2 0,3 0 0,-2-1 0,2-1 0,0 1 0,3 0 0,0 0 0,4 1 0,0-1 0,2 0 90,-1-1-90,3 0 0,1 0 0,1-1 270,3 0-90,-3-1-360,8-1 90,-1-2 0,5 2 90,0-3-90,-4 1 90,2 0 0,-2 1 0,0-1 0,-1 0 90,-3 0-90,1-1 0,2 0 0,0 1-90,5 1 180,-2-1 90,1 1-180,-1-1 90,0 1 90,-1 1-180,-1 0 90,1 0 0,2 1-180,2-1 180,1 0-90,-1 0 90,-2-2-90,2 1 90,2 0-90,1-1 0,6 1 0,-4 0 0,6-1 0,-5 0 90,1 0-90,-1 0 0,1-2-270,4 3 180,-3 0 0,0 0 0,-2 0 90,-3-1 0,-3 0 0,-5-1 270,2 2 270,-5-3-1440,2 2-4587,-3-3 5487,3 1 0,-17-4 0,-2-1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5:56.03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2891 9871,'40'-2'1080,"5"1"-810,6 2-91,13-2 1,-8-1 0,8-3-90,-10 1 0,-8-3 360,8 1-270,-12 1 0,5-1 90,-6 0-180,1-1-1,3 0-89,7 1 0,-2 1-89,0 1 178,5 0-89,-4-1 180,7-1-449,-4 0 538,-1-1-179,-2-1-360,-5 1 181,-3 0-1,-3 0 90,-2 1-90,3-1 90,5-1 0,-6 1 0,4-1 0,-6 0 0,6 1 0,3-1 0,4-1 0,0-2 90,0 1-90,2 0 0,1-1 0,-1 0 0,-2-1 0,2 1 0,-7 0 0,0 1 0,-5-1 0,-2 0 90,1-1-90,1 0 0,-5-1 0,5 0 0,-6-2 0,6-2 0,-2-1 269,-6 4-179,5-4 0,-6 3 0,7-4 0,-4 1-90,-3 1 90,-3-1-90,-2 0-270,-3-1 180,-3 1 0,-2 2 0,-3 0 90,3 1-90,-2 0 90,5 2 0,-3 0 0,1-1 0,1 0 0,-1-1 90,2-1-90,1 0 90,-10-2-90,5-2 90,-5-2-90,3-3 270,3 1-360,-1-2 90,2 2-90,-3 2 90,3 0 0,-7 1 0,7 1 0,-8-2 0,7 2 180,-2-3 0,5 1-90,-5 3 0,5-5-90,-5 4 90,4-4-360,-2 0 180,-3 2 90,-2 0 0,0 0 90,-2 2-90,-1-1 90,5 2 0,-14-1-90,9 0 0,-14 0 0,9-3 0,1-2 0,4-3 0,2 1 0,-1 0 0,-4 3 0,-4 1 90,7 2-90,-5-1 0,7 1 0,-1 1 0,-3-2 0,0 3 0,-3-3 270,7 7-180,-13-4 0,4 3-90,-6-4 90,6 0-90,0 1 0,7-1-180,-8-2 90,3-1 0,1 0 90,-5-2-90,7 1 90,-6 0 0,9-1 0,-6 2 0,-1-2 0,0 3 180,-2-2-270,6 3 90,-2-1-90,0 1 360,0 0-180,-4-2 0,6-2 0,0 0-1,1-1-89,-2 4 0,-2 1-359,-1 2 269,0-2 0,3 2 0,2-1 90,6 2 0,-1 2 0,4-2-90,0-1 90,2-1 0,1 1 0,-3-1 0,0 0 0,-3 1 0,1 1 0,0 1 0,4 1 0,-4-1 0,2 1 0,-2 0 0,5 2 0,5-1 0,10 0 0,2-2 0,3 0 0,-8 2 0,5-1 0,-6 4 0,5 0 0,2 2 0,-2-1 270,-2 2-180,7-2 180,-6 4-181,7-3-89,-1 4 90,3-2-90,0 2-90,3 2 270,3 0-270,1 2 0,-1 2 90,-4 6 90,-8 0 0,4 5 0,-7-2 0,4 2-90,-6 0 90,3 0 0,-4 1 0,2 1 0,-3-1 0,-5 1 0,7 1-90,-3-1 0,1 3 0,1-4 0,-4 2 90,2-3-90,1 2 0,0 2 0,3-1 0,-1 2 90,3-1-90,1-1 0,2 1 0,-5 0 0,0 1 90,-1-2-90,-2 2 0,1 0 90,-6 1 90,3 3-90,-5 2 90,2 4-91,-2-1 1,-3 3 0,-6-6 90,-3-1-90,-4 0 360,1 2-450,0 6 270,0-1 0,-3 0-90,-1 0-91,-1-1 1,3 1-269,-2-1-1,4 0 180,-2 1-90,3-1 90,0 1 0,3-3 0,3 1 0,2 0 0,1 1 0,-4-6 0,-1 0 0,-2-5 90,-2-1-90,2 1 0,1-1 0,-3 1 90,4-1-90,-4 1 90,2 0-90,0-1 89,-1 0-89,1 0 0,-1-1 180,0 0-180,3 6 90,0-4 0,3 9 90,0-3-90,0 6 0,0 1-90,-5-5 180,1-4-90,-4 1 0,4-3 0,1 7 0,1 0-90,1 1 90,-3-5-90,-2-2 90,7 0 0,-3-2-90,10 9 0,-3-5 90,3 4-90,-1-2 90,3 0-90,-1 1 0,5-1 89,-2-1-89,2-3 0,-2 0 90,1-3-90,0 1 0,3-3 90,-1 1-90,4 0 0,-1-2 0,5 0 0,1 0 90,5 2-90,0 0 0,2-1 0,1 0 90,1 2-90,-5-6 0,7 4 0,2-5 0,-6 0-232,0 0 232,-15-3 0,15 4 0,-10-2 0,11 2 0,-13-3 90,18 2-90,2 0 0,14 1 0,-6-1 90,-3 0-90,-6-3 0,-4 1 0,-1-1 232,2 0-232,0-1 0,2 0 0,-3-3 90,-3 1-90,5-1 0,3-2 90,-1-1-90,2 0 90,-4-2-90,2 1-90,5 0 180,-7-1-4138,5 2-2428,-18-5 6476,2-3 0,-28 2 0,-4-1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03.55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23 2503 6723,'-22'12'9265,"43"-5"-9265,-9-7 90,39-5-90,-9-2-197,-3-2 287,4 0-90,3-2 0,3 0-411,2-2 501,4-1-90,-3 0 0,2-1 90,-2 1-90,0-1 0,-2 2 0,-3-1 0,-4 1 0,-2 1 50,-7 0-50,1 2 0,-6-1 0,1 0 295,-4 1-295,-1 0 0,-2-1 490,0 0-490,-1 0 0,0-1 0,0-1 43,-1-1-43,6-1 0,-5 0 0,3 0 0,-7-1 0,1 1 89,-2 0-178,4-2 89,-4 2 0,6-3 0,-5 3 0,2-1 0,-2 0 0,0 1 0,-1 0 0,1-2 0,1 1 0,2-1 0,-3 1 0,3-1 0,2-1 0,0 1 0,0-1 0,-2 0 89,-2 1-89,1-2 0,0 1 0,-1-1 0,-1 0 0,-2 0 90,-3-1-90,1 1 0,-2-1 0,2 0 0,-1 0 0,2-1 0,-2 1 0,2-1 0,-2 1 0,0-1 0,4 1 0,-5-1 0,4 0 0,-4 1 0,3 0 0,-1 0 0,0 0 0,0-1 0,-1 1 0,2 0 0,-3 2 0,2-1 0,-2 1 0,3 0 0,-1 1 0,0 0 0,-4 1 0,0 1 90,-1-8-90,0 4 0,-1-5 0,-1 5 0,-1-1 0,1 0 0,0-2 0,4-9 0,0-3 0,-1 0 0,0 2 0,-3 12 0,-2-1 0,1 1 0,-4 0 0,2 0 0,-3 2 0,-1-7 0,0 0 270,-4-8-360,1 8 90,-1 1 0,1 6-90,1-1 90,-1 0 0,0-1 0,0 1 0,1-2-90,1 0 90,2-2 0,3 0 0,1-1 0,0-1 0,2 1 0,0 2 0,3 0 0,1 2 0,6-8-90,-5 7 180,5-5-90,-6 9 0,-1 1-90,2 0 180,-1-5-180,6 2 90,-2-6-90,5 5 90,-1 0 0,4 4-89,2 1 89,1 1 0,3 1-90,7 2 90,3 0-90,3 4 90,12 2 0,-9 4 90,14 3-90,-12 3 90,6 2-1,-7 0 1,-1 0 90,-6 0 0,-1 1 0,2 2-90,1 5 90,-6-3-90,7 4 0,-4-1 0,5 2 90,-1 0-90,-4-2 90,-7 0-1,0-1-89,-7 0 0,2 2 0,-3-1 0,0 2 0,2 0 90,-2 3 0,3 2 90,-4 2 0,0 1-90,-9 2 89,1 1-179,-8 2 0,2 1 270,-3-6-360,2 6 0,4-13 0,-10 12 90,12-7-90,-9 8 0,9-4 0,2-2 90,0-3-90,1-3 0,0-2 0,0 0 90,2 1-90,4 0 90,6 10 0,-1-4-270,8 7 270,-8-11 0,-3-1 0,-4-6-90,-2 0 90,6 4-90,5 2 90,-1-1-90,9 2 90,-5-4-90,8 3 0,1 0 90,-1-1-90,0 0 0,-5-4 0,6 1-180,-7-2 360,3 3-180,0 1 90,1 0-90,3-2 0,2 2 89,0-1-89,2 0 0,0 0 90,4 1-90,-2-1 0,4 0 0,-2-2 90,2 1-180,1-1 90,0 0 0,1-1 180,-2 0-180,0 0 0,0 1 180,0-2-90,7 1 0,-2-2 0,6 0 0,2-1-360,5 1 360,4-2 0,3 0 0,-1-1-90,2-1 0,8-1-140,-1-1 320,7 1-180,-20-3-90,7 3 90,-16-2 90,10 2-90,-3 1 0,2-2 0,0 2-450,6-1 540,0 0 0,2 0 0,-2 0 0,-2-2-90,-3 0 320,1 0-320,-6 0 0,-1-2 270,-8 1-450,4-1 360,-1 2-270,4-3 270,-2 3-990,0-3-2338,0 2-630,-5 2-5936,-13 4 9714,-21 7 0,-13-6 0,-11 1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15.04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490 917 6363,'-55'0'2159,"2"0"-1619,-22 2 629,18-1-89,-32 3 89,26-2-360,-7 2-719,46 7-90,20-3 90,44 6-90,13-6-573,8-2 573,13 0-1147,7-3 1417,11-3-270,-42 0 0,1-1 0,3-1 0,2-1-1382,4 0 1,1-1 1381,3-1 0,2 0 45,1-1 0,1-1-688,3-1 1,0 0 687,2-2 0,0 1-1,5-2 1,0 0-512,1 0 0,2-1 512,3-1 0,1 0 134,3-1 1,0 1-481,3-1 0,0 0 301,4-1 0,1 1 30,-30 4 0,1 1 0,0-1-30,1 0 0,0 0 0,1 0 30,2 0 0,0 0 0,0 0-147,1 0 1,0 1 0,0-1 116,1 0 0,0 0 0,0 0 28,1 1 1,0-1-1,0 1-28,2-1 0,-1 1 0,1 0-25,0-1 0,0 1 0,1 0 25,1 0 0,0 1 0,0 0 0,0-1 0,0 1 0,0 0 0,1 0 0,0 1 0,0 0 0,-1-1 0,0 1 0,-1 0 0,0 0 0,-1 1 0,0-1 0,-1 1 0,0 0 0,-1-1 102,-2 1 0,-1 0 0,1 1-102,-3-1 0,0 1 0,-1 0 74,31-3 0,-2 1-74,-6 1 0,-2-1 0,-3 3 0,-2 0 0,-4-1 0,-3 1 0,-3 1 0,-2 0 0,-3-1 0,-2 0 0,-6 1 0,-2-1 607,-3 1 1,-2 1-608,43-3 172,-11 1-172,-10 0 0,-2 2 1298,-13-2-1298,-2 2 0,-10-2 0,-3 1 0,2-1-1673,1-1 1763,2-1 216,6-2-306,2-1 0,0-2-191,16-1 101,3-2 941,20-2-941,-47 8 0,2 0 90,-1 0 0,0 0-135,2 0 0,0 0-90,-2 0 0,1 0 0,-2 0 1,0 0-91,0 0 0,0 1 980,43-7-1564,-2 1-180,-9 1-720,-5 0-630,-7 0 2429,-9 2 0,-27 4 0,-12 2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15.79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67 147 6633,'-11'-29'2159,"2"2"-1439,-2 4 719,0 4 630,-2-3-450,1 4-1439,24 10 89,9 11 271,28 20-360,-3 10 180,10 10-1267,0 10 907,2 9-2852,4 9 2852,0 5-494,-32-35 1,0 0 538,0 2 0,-1 2 90,9 24 0,-2 3-90,-9-16 0,-1 1-477,8 19 1,-3 0 476,-14-22 0,-2 1 90,10 24 0,0 0-46,-11-20 1,-2 1-45,9 17 0,-1-2-963,-2 23 1098,-2-2 90,0-5 769,-1-2-859,0-4 0,-6-30 0,0-1-90,6 25 0,6 15 0,-3-39-90,1-7 90,0-5-90,0-7 0,-1-5-816,1-5 276,-5-6-264,3 1-4323,-5-5 4381,-6-12-2762,-6-7 3746,-9-16 1,4 10-1,-1 0 1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16.37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150 128 7263,'-8'-1'2518,"2"5"-2338,8 18 180,2 2-270,2 4-90,-2 2 90,6 4-90,-6-2 0,4 1 0,-6-3 90,-3-1-90,1-2 0,-1-3 0,-2-3 90,0 2 90,-2-3-180,-15-11 0,1-13 0,-7-12 0,7-9 180,7 0-270,-11-34 0,12 18-252,-8-26 342,15 29 0,-2 0 0,5 3 0,-2 3 0,3-7 0,0 13 0,4-8 90,2 16 180,21 2-90,17 12-501,7 6 411,7 9 90,-12 2-90,6 4 0,1 2 238,5 1 32,1 0-1630,4 1 1540,-2-1-270,1-1 11,-1-1-101,-4-2 360,1-1-406,-6-1 46,-3-3-209,11 3 119,-9-1 603,9 0-1952,-24 1-2326,-9 0 3855,-36 6 0,9-9 0,-17 1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16.56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0 217 6993,'49'-13'1169,"2"1"-899,-5 2-5660,8-1 5570,6-1 179,8 0 274,6 0-363,10 0-270,4-1 106,8 1-286,0 1 180,1 0-405,-30 4 1,1 0 179,-17 3 0,-1-1 45,14-1 0,-1 0-269,19-1 89,-5 0-270,-5 0-263,-9 1 893,-9-1 0,-25 4 0,-11 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16.983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613 98 6273,'-39'-15'2609,"-14"-1"-1800,-5 7-89,-9 2-270,-2 4-180,18 6-180,7 8 0,28 8-90,7 1-3392,23 0 3302,1-4 0,10-1 0,-3 0-90,9-2 90,-3-1-90,10-3 90,0 1 90,1-3-270,15-2 90,2-3 90,5-4 3392,-12-9-3212,-27-15 0,-12 6 0,-21-10 0,-6 12 90,-5 1 90,-5-1 0,0 2 0,-5 0 719,-13-2-359,4 2-540,-5-1 0,45 30-90,9-4 0,34 24 0,-3-9-620,4 1 800,2 4-3487,3 1 3487,-3 5-360,-1 0-1149,-3 3 1239,-7-1-58,-3 0 58,-10 2 90,-7 0-90,-10 0 90,-8-1 0,-10-2 0,-6-1 90,-9-2 90,-7-2-180,-6-3 169,-5-3 11,-7-4 0,0-4 180,-1-4-270,1-4 270,2-3 550,-1-4-730,-1-5-180,1-5 90,2-4-1489,-14-5 1399,21-4-1880,-9-4 1430,28-5 0,1-2 1866,12-3-2045,8-2 179,12-1-359,11 1 269,8 1-2022,12 5 0,4 1 2562,11-6 0,-6 9 0,0 3 0,6 4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17.33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80 7713,'46'-7'2158,"-16"-6"-1708,5 1 270,-25-10 809,-13 5-1439,-14 9-90,-2 15 0,-2 9 0,10 7 90,5-5-90,0 1 0,3 0 180,2-1-270,6 5-90,4-2 90,6 2-630,-1-6-269,15-6-630,13-7 180,16-6 1439,0-4 0,-22 1 0,-16 3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17.892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1 183 6453,'3'-28'1709,"3"0"-1169,0 4 0,0 2 449,0 3-89,2-3 449,1 4-719,8 0-361,9 14 1,3 7 0,8 13 90,1 7-180,4 9 180,5 10-2573,-1 11 2572,-2 10-89,-3 10 0,-3 8-1182,-5 5 1181,-1 5 1,-5 2-90,0 1 90,-2-1-90,-1-1 180,2 0-1,0-2-89,0 0 0,-2-1-90,0-5-690,-5-4 690,4-6-90,-2-6 90,1-6-180,1-7 90,0-7-336,-1-7 66,0-6 1,-6-7 1319,-1-6-3569,0 1-52,-13-6-217,-13-13-900,-8-5 3866,-14-16 1,20 10-1,0 1 1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18.49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1149 11 6633,'-62'-5'1799,"-1"1"-1349,-7 2-807,-3 3 807,-7 3-1489,-4 2 1489,-7 2 0,2 3-1,-3 0-89,8 1-90,5-1 0,8 1-2374,11-1 2194,6 0 0,14 0 0,8 2 0,14 1 147,12 2-147,14 2 860,11 0-950,19 1 0,10-2 89,16-1 2033,12-1-2122,11-1-1570,11-3 1570,-44-5 0,1-1 0,1 0 0,0-1 0,3 1 0,1-1 0,-2 0 0,1 0 0,1 0 0,0 0 0,-1 1 0,-1-1 0,-2 0 0,1 1 0,18 3 0,-3 0 0,21 4 0,-30-3 0,-2 1-317,0 4 407,0 4 0,-13 3 89,-16 4-89,-15 4 84,-17 5 6,-18 4-1,-16 4 194,-14 1-194,-13 0 417,-10 0-416,-9-1-854,-3-3 764,-4-3 0,0-4 0,1-3-90,1-4-90,5-3-90,6-3-89,1-4-1111,-11-3 840,4-7-360,11-6-89,20-8-90,29-8 31,7-7 1048,14-23 0,7 7 0,8-16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18.75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8 1 7353,'-5'6'5487,"3"5"-5128,4 24 1,0 3-90,2 6-5570,-4 5 5749,1 32-269,2-16 1105,0 21-1195,6-25 0,2-1 461,6-3-461,4-1-315,6-10 0,3 0-134,5 12 314,-3-15 0,-1-2-495,-3-2 180,1-4-528,-2-3 79,-3-4-630,4 3-360,-10-9 2550,-2 5 0,-11-19 1,-5 1-1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18.972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107 101 6363,'-29'-29'2519,"6"2"-1620,-6 1 271,7 8-810,18 19-1,6 11 1,27 25-90,0 2-885,7 7 795,4 6 0,5 4 90,4 3-90,4 2 0,3 0 0,7 1-1291,-6-2 1201,4-1 0,-8-3 0,2-2-239,-4-3 59,-1-3-589,-2-3 140,-4-5-271,-2-3-89,-5-3-451,-6-3-539,-5-4-629,-8-3 2518,-7-3 0,-6-10 0,-4-2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19.71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429 55 6543,'25'-16'6027,"-2"1"-4948,-27 3-449,-17 4-180,-25 4-181,-14 8-89,12 1 0,0 4 90,15-2-90,-10 5-180,12-1 90,-9 5 0,17-2-90,2 2 90,4 3-90,1 3 0,5 1-3392,1 1 3392,5 1 90,6 0-180,3 1 180,4-1-180,3 0 180,2-1-270,6-1-2178,3-1 2448,3-2-450,-1-1 2268,2-3-2268,0-1 1,4-1-1,3-3-450,1-1-179,45-5 359,-24-5-662,36-6 482,-33-8-89,2-5-631,4-6-358,3-4 1888,-3-4 0,-1-2 0,-5-2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19.933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40 0 6813,'-15'2'4228,"9"4"-3779,-3 21-89,9 1 0,-3 5-90,-1 3 270,3 3-361,-1 3-1249,4 3 1160,1 1 0,-1 2-257,2-3 257,4 1-90,2-3 90,-2-2-90,5-2 0,-2-3-180,5-2 0,2-4-180,-2-3-89,2-3-91,-1-4-90,-2-3 486,8-3-2194,0 0 2413,18-11 1,-1-7-1,7-11 1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20.60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240 4 6903,'-37'-4'3418,"13"5"-3148,-19 17 0,18 4-90,0 3 0,1 3-1,3 1-89,3 0 0,6 1 0,4 0-90,5-2 90,9-1-90,-3-4-90,9-1 0,-4-3-90,19-1 1,4-2 89,28-10 0,-15-4 0,10-12 90,-17-2-90,1-4 90,-2-2 0,4-4-90,-3-1-463,-5-1 553,-10-2 0,-5 1 0,-8 2 270,5 1 0,-3-4 89,-1 5-359,1-2 0,2 21 0,-1 12 0,1 10-90,-2 3 643,-1-7-822,1 0-1,4 4-90,4-3-180,2 2 540,18-16-90,-15-5 90,13-12-90,-5-9 90,-9 3 0,12-3-90,-11 6 90,2 5 0,-2-1-90,9 0 0,3 5 90,6 7 0,-9 8 0,-3 9 90,-12 4-90,1 4 0,-5 4 0,-2 15 0,3-10 0,-5 10 0,3-18 0,-15-3 0,15-4 180,-13 2-180,21-24 0,-7-9 0,3-16 0,1-3 0,-2 7 0,2 0 0,2-1 0,2 2 0,6 3-90,6-8 0,-2 11 0,7-10-359,-8 14 359,14 6-90,-16 9-90,2 13 90,-16 1 270,10-6 0,4-7-90,17-10 90,2 1-180,9 4-180,-14 7-359,-2 5-1260,-15 13 1889,-14-2 0,-1-1 0,-13-8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22.752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156 1218 6993,'-53'2'3688,"2"2"-2069,0-2-1619,50-3 90,13-1 0,73-9 0,-28 3-2266,19-3 2265,-33 3 1,2 1-947,2-2 947,-3 1-90,0-2 90,0 1-90,0 0 90,-3 0 0,-1 1-90,-6-1 90,0 1 0,-3-1 0,3 1-90,-2-1 89,-1-1 2036,-4 0-2035,10-5 1179,-4-3-1179,5-4 90,-12-3-90,-9-10 0,-12 11 0,-2-7-90,-9 13 0,2-1 90,-2-2-90,4 0 0,-3-1 0,3-1 0,-2 0 0,3-2 90,1 1-90,0 1 0,0-2 0,1-1 0,-1 0 0,4 0 0,-1 2 0,1 1 0,3 1 0,-2 0 0,2 0 180,0 0-180,0 1 179,0 0-269,0 2 1,-1 0 89,0 0-90,3 1 90,0 1-90,3-2 90,0 1 0,5 0-90,-2 2 90,5 0 0,-1 0 0,5 1 0,0 0-90,2 0 90,2 1 0,0-1 0,1 2 0,0-1 0,-1 3-90,14-3 90,1 2 0,13-3 0,-5 3-90,-8 3 180,-1 2-180,3 2 180,5 3 0,5 2 90,-7 5-90,-2 2 89,-13 3 1,8 5 0,-4 8 0,-3 2-90,-5 5 90,-12-6 90,4 15-180,-7-8 0,5 10 0,-7-11 90,-2-1-90,3 0 269,-2 0-269,1 0 180,3-2-270,-1 2 0,2-2 0,1 0 90,-1 0-90,2 0 0,1-1 0,0-1 90,2 0 0,9 9 0,-6-8-90,8 6 90,-10-11-90,2 0 90,-3-2 180,2 0-270,-3-1-90,8 5 90,-7-5 0,8 3 0,-1-1 0,3-3 180,4 2 0,0-4 1259,-8-2-1889,14-6-539,-4-3 449,27-6-450,-9-3-269,14-2-3392,-8 0 3122,4-2-1350,-2-1-1435,4 2 4314,-10 0 0,-22 4 0,-14 2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23.902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63 1138 6993,'-52'1'5217,"41"-4"-5127,12-1 0,42-5 0,7-2 0,6-2-559,-10 1 559,5 0-3250,-16 1 3160,5 0-2190,-3-2 2280,0 0-110,1-1 20,-5 0 90,4 0-90,-4 0 248,2-1-158,-3 0-90,-1-1 90,-2 0 0,-7 0-1,1 0 1,-10 1 2259,2-1-2170,-6 0 3378,2-7-3467,-8-2 0,7-6 0,-21 6-44,9 1 44,-15 8-90,6-2 270,-2-1-3662,2 0 3302,-5-2 90,2 0 0,-3 0-90,2-2 90,0 1 0,3 0 270,0 1-360,2 0 360,2 2-360,2-1 3392,4 1-3392,0-6 0,-1 5 90,8-10 0,-5 11 0,18-11 0,-7 11 0,8-5 0,-3 7 0,0 1 0,1-1 0,4 2 0,-4 0-90,4 0 180,-2 2-90,6-4 0,3 1 0,8-4 90,-2 2-90,2 3 90,-4 2 0,7 1 0,-2 4 89,11 2 271,2 8-90,-2 2 90,3 5-180,-2 2-180,-9 0 179,1 1-179,-14-1 0,-2 1 270,3 1-360,-5 2 360,4 1-360,-6 0 0,0 1 90,0 0-90,-2 1 90,1 0 0,1 1 90,3 9-90,-4-8-90,0 7 90,-5-9-1,-4-1 91,6 10 0,-6-7-90,6 6 0,-10-6 90,4-1-90,-3 1 90,-2 0-90,3 0 0,-5 1 0,3-1-90,0-1 90,0-1 0,3 5-90,0 0 90,10 4-180,1-3 180,10-2-90,1-2 0,2-2 0,10-1 0,1-1 90,10-3-90,-2-1 0,0-2 0,0 0 0,2-3 0,1 0 0,-3-2-450,-2-2-630,3 0-269,1-2-1169,2-1-2070,-1-2 4588,-7-2 0,-22 1 0,-7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25.02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181 913 6543,'-57'0'5127,"-1"0"-2518,3-1-2339,44 3-180,28-1 0,46 1 0,4-3-701,-8 0 611,-9-2 270,0-1-180,3 0-180,5-2 90,0 0-1096,10-3 1096,-10 2 0,10-2 0,-13 0 0,4-1 0,-9 1 0,6-1 90,-6 1-90,22-7 0,-18 3 90,7-3-265,-22 5 175,-6-1 529,-3 1-439,-2-1-90,1-4 0,0-5 90,-8 3-90,-2-4 90,-10 6 1052,-4-1-1142,-2-8 300,-6 5-300,-1-7 0,-10 6 0,9 0 0,-8-2 0,7 0 0,-5-1 0,-5-1 0,3 0 0,-1-1 0,5 0 0,1 0 0,-1 1 270,2 1-360,0 2 270,2 1-90,-1 3 0,5-5-90,1 3-180,7-3 180,6 3-90,6 5 90,15-1 0,9 2 180,21 0-360,-12 3 90,8 1 0,1 2 90,-10 3-377,14-1 377,-18 2 0,-1 0 90,17 1 90,2 2 90,13 2 0,-7 4-3357,-6 4 3267,-17 1-1,-9 2-235,-1 4 326,-10-2 146,5 7-237,-12-3 1,-4 2 0,0 2 0,-4 3 3178,-1 1-3178,0 1-90,-3 2 0,3-2 736,-1 1-736,0-2 0,3 0 0,0-2-90,4-1 90,0-1-90,-4-1 90,3-1 90,10 6-180,0-6 90,14 5 0,-7-9-1,1-2 1,5 2 0,5-1 0,0 1 90,29 6-90,-21-7-1187,39 9 1097,-38-11 180,33 5-180,-36-8 0,14 2 90,-24-4-1,15 0 1,-6 0-90,9 0 0,-12 0-3957,0-3 3957,-4-3 0,-16-2 0,-7-1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25.51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49 16 6183,'-25'-7'-90,"2"5"0,28-5 1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28.98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196 75 7062,'-33'-18'2518,"3"1"-1023,5 4-56,-4-1 2897,5 1-4246,-7 14 99,18 6-99,3 17-90,16 4 90,-3 4 0,5 5-90,-4 2 90,3 4-363,0 1 273,0 2 90,1 1-90,0 1 0,0-1 0,1-1-3202,-4-1 3202,2-4 0,-3-1-1770,0-6 1770,1-4 90,-2-4-90,3-4 327,-1 0 662,2-3 1590,17-8-2579,14-11 90,8-10-90,11-8 0,-8 5 0,7-2 0,1 0 1891,3 1-1891,1 0 0,0 3 0,1-1 0,-3 3-90,1 1 90,-4 1 0,1 2 0,-3-1-90,-3 2 90,14 1-90,-8-1-4047,12 2-451,-30-6 361,-9-3 4227,-11-6 0,-12 5 0,4 4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29.27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86 143 7173,'13'-23'1709,"-1"2"-1259,0 6 359,2 0-179,7-3-90,7 2-271,9-1 1,6 5-90,6 6-90,2 9 0,-7 7 0,-7 4 0,-12 4 0,-7 3-90,-4 4 90,-6 3-90,-4 3 90,-6 0-90,-6 0 0,-4-1 90,-1-1-90,-8-2 90,1-3 0,-6-2 269,-2-4-179,-2-3 0,-1-3 90,-13 0-180,-4-6-90,-14-6 180,8-12-360,9-4-450,8-17 271,17 8-181,6-11 0,14 9 0,8-1-179,6 2-630,3 1-2069,40-17 3418,-26 21 0,17-8 0,-37 25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29.67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0 152 9691,'15'22'1440,"-2"-3"-1171,-9 9-89,3-7-4341,2 1 4251,6-1 0,-1-1 859,5 0-1039,9 3-90,-3-7 0,18 5 1,-5-12 179,7-5-90,-2-7 90,-10-7 3392,-4-5-3482,-5-3 90,-4-4 90,3-11 89,-11 9 1,-2-8 360,-9 14 90,-8-4 629,-2 4-1079,-4-1-360,16 20-3392,10 7 3572,12 12-360,7 1 1,-3-7 89,2-1 0,3-3-270,3-1 180,15-1 270,6-5 0,-4-3 0,-5-6 90,-19-5 90,-3-3 3392,-8-2-3302,-2-3 450,-3-10-360,-4 7 269,-5-9-359,-6 5 270,-5 6-450,-15-14 0,7 17 0,-5-2 0,13 13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30.22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0 216 7353,'41'0'3598,"-6"-4"-3508,6-10 0,-12 1 0,3-3 269,-8 3-449,3-1 360,-5-1-270,6-1 180,-9 1-90,4-1 0,-3-3 0,-2 1 90,-2-3 270,-3 1-180,-19 19-270,1 3 179,-15 19-269,5 2 270,-3 2-270,-2 2 270,0 0-360,0 1 360,2 0-270,5-1 180,3-2-180,4-1 180,6-2-180,2-2 90,8-2-269,7 3 179,14-3 90,11-2 0,13-10 0,-5-6-219,-2-6 219,-11-2 0,-1-4 180,-2 2-180,1-3 0,-8 2 270,2-1 90,0-3-270,-2 2 360,4-1-450,-11-1 218,6-1-128,-7 0-90,5-3 0,-4 3-90,11-2 0,-5 1 90,12 0-360,-4 2 180,-3 0-449,4 1-1,-5 1-1079,-2 1-1080,4-2 2789,-4 2 0,-8 3 0,-8 4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31.34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481 212 6273,'-32'-10'3508,"-8"-2"-1978,0 1 1078,-5 0 270,1 3-2698,24 15 0,7 1 0,17 14 0,7-1-90,0 1 0,4 3 0,4 2 0,0 2-90,4 2 90,-2 1-90,3 1 90,0 0-90,-1 0 90,-2 0-90,-1-1 0,-3-1 90,-2-2-90,-2-4 0,-1-2-90,-1 0-900,0-4 630,-28-11-89,5-9 89,-24-14 90,5-5-90,3 0 90,-7-5-269,-10-14 269,7 7-453,-12-13 543,13 12 0,1-1 270,0-1-180,3-1-90,-3-1-3122,8 0 3122,1-1-1244,9 1 1334,6 3 0,7 3 90,6 2-90,8 5 0,5 1 378,10 4-377,6 2 89,8 4 2332,7 1-2332,4 3 1455,8 3-1455,1 2-90,6 4 90,-2 2 0,5 3 270,-4 4-270,2 2-515,1 4 605,-4 2 0,-1 5 0,-5 1 0,-3 3 90,-5 1 0,-5 2 270,-1 17-180,-16-11-91,-1 13 91,-20-15 0,-7 1-748,-11 1 748,-11-1-90,-9 1 269,-44 14-359,10-11-332,18-14 1,-1-2 330,-26 8 1,-3-4-90,1 0-90,-2-3-89,5-3-91,3-4-145,7-3-215,5-3-719,10-3-1079,-6-3 1955,18-12 473,42-22 0,14 2 0,42-12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31.57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15 0 11760,'-7'20'1439,"1"10"-1169,5-7 0,2 10-90,4-9 0,4 3 0,2-1-90,4 1 90,10 12-90,0-12-90,7 8-90,-3-14 0,1-1 90,-3-4-360,1-1-629,-1-4-2519,5 1-180,2-9 3688,-12-10 0,-5 1 0,-17-5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31.722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2 8522,'5'-1'-1439,"2"5"1439,16 14 0,-12-7 0,0-3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32.21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 6543,'13'24'3238,"1"2"-2608,7 1-180,9 0-180,-5-3 179,6-2 181,-8-4-450,-17-16-270,-6-5 0,-13-14 90,-1-1 90,10-3-270,9 1 270,14 0 90,12 6-90,18 5-360,0 8 270,9 7 0,-20 4 180,1 8-180,-19-4 0,3 10 180,-8-7-90,-2 3 0,-28-14-270,-2-8 0,-19-13 360,13-6-180,10-1 0,15 0-180,8 4 450,21 4-360,12 7 180,9 7 0,8 8 0,-18 2-1011,-1 1 1011,-14-2-90,12 2-180,3 1-1079,16-2 1259,-7-2 0,-16-5 0,-15-1 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32.47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24 14908,'31'-8'-45,"2"-1"0,-14 5 0,-4 2 1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37.85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46 16 8162,'-30'-15'7466,"18"19"-7196,9 5-90,15 20 0,-1-1-4252,0 4 4162,-2 4 0,3 0 818,-2 3-819,2 0 91,-2-1-90,1 0 0,0-1 0,0-1 90,5 13-90,-4-13 0,1 7-90,-4-16 90,0-2 0,-1-4-90,1 3 3237,-4-4-7555,5 2 3166,5-19-557,2-8-3212,10-26 4201,-16 7-359,-4-7-90,-10 11 1169,-5 2 0,5 7 0,-2 2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38.11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286 373 6094,'-48'-22'1169,"3"3"-809,2-2 89,8 2-179,2-1 90,8-3-90,2 5 270,8-3-361,2 5 451,8-12-270,4 7-270,8-5 270,4 8-360,4 2 269,5-1-269,4 2 0,19-4 0,-9 7 270,16-2 90,2 7-360,8 6 90,-1 3 0,-5 7-90,-19 1 90,-5 4 0,-4 1 0,-7 3 0,-4 3 0,-8 1 0,-6 2 90,-8 1 0,-5 1-1,-11-1-89,-2-2 90,-10 0 0,-1-3-90,-4 0 0,-2-4-210,1-2 209,0-2-718,-10-1-810,-4-8 629,7-11 270,11-6-2698,43-34 1709,9 21 1529,21-17 0,-21 31 0,-1 4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38.432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947 38 6453,'-35'-19'3868,"-10"4"-3418,-24 11 269,8 7-1869,-11 7 1510,15 5 0,-5 5-1,0 4-89,-1 3 90,-1 5-180,3 2 90,1 3 180,6-1-271,3 3 1,8 0 0,5 2-90,11-1 266,13 0-266,5 0-2782,15-1 2782,5-2-90,10-1-118,9-2 28,10-2 90,6-3-46,10-2-44,5-1-2023,7-6 1933,3-1 1399,3-6-1399,2-3 90,-2-5-270,3-3 0,-5-6-179,2-3-1,-5-4-180,-5-3 181,-6-1-451,-7-3 1,-7-2-2240,-9 0 1761,-6 0 1468,-10 1 0,-8 9 0,-6 3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39.02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1 445 12930,'15'-20'269,"6"0"-1165,8 1 896,6-3-3316,5-3 3316,2-2 180,0-2 522,-4-1-522,-2 0-270,-2 1 270,-7 0-270,13 2 180,-20-8 269,6 12 91,-21-12 629,-5 14 869,-9-2-1858,6 22 3183,-3 22-3183,8 12-90,1 14 0,-2-8 359,3 2-359,-1 3 90,1 0-90,0 3 0,3-1-182,1 0 272,1-3 0,4 0 0,-3-4 90,5 0-90,-3-3 90,2-4 0,-2-2 90,5 8-180,-5-14 0,3 7-90,-4-11-450,2 0-719,1 0-539,9-2-1530,1-4 3238,6-2 0,-12-5 0,-5-3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42.08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1 832 11760,'49'1'270,"-2"0"-270,4-5 90,-4 0 0,1-1 0,0-2 270,4-1-360,-3-2 90,2-1 0,2-1 0,0-1 179,4-2-269,-13 2 180,-2 0-180,-17 2 180,5 0-270,-3-1 270,4 2-270,2-2 270,-3 0-270,2 1 0,-4-1 0,0 0 90,-5 0 0,4-5 90,-2-1 0,1-3-90,-8 0 90,-1 1-90,-8 2 0,0-1 0,-2 2 90,-3-1-180,1-3 90,-2 3 0,3-4 0,-1 2 0,-2-1 0,-9 4 0,11-4 90,-9 6-90,13-6-90,-2 2 90,-2 0 0,-1-1 0,3 0 0,-1 2 0,4 0 0,4 2 0,3 0 0,2-1 0,7 2 0,-2 0 0,6 3 0,-2 0 0,3 2 90,2-1-90,2 2 180,5 2 0,7 3 0,-2 3 90,9 5-90,-7 2-1,-5 2 1,-2 0-90,-8 0 90,5-1 0,-2 2 0,3-3 90,-6 4-90,0 0 90,0 2-91,2 1-89,6 2 90,-1 2-90,3 1-90,-8-3 90,-3 0 0,-8-4 0,-2 1 0,0 1 180,10 10-180,-9-8 90,7 8-90,-11-9 269,-2 1-269,3 7 90,-5-5-90,2 6 180,-6-7-90,3 4 0,-3 2-90,3 4 0,-2-1-90,9-2 90,-5-1-90,4-3 0,-5 0 0,-2-3 90,10 0 0,0-2 0,5-1-90,5-3 90,5-1 0,5-1-90,6-2 0,3 0 89,15-1-89,-10 1 0,15 0 90,-13-1-90,8-1 0,-7 0 90,-3-1 0,-4-1-899,-2-1-810,-1-3-1260,-6-4-1978,-2-4 4857,-10-3 0,-10 5 0,-7 1 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6:43.702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1 955 12030,'54'1'1259,"4"-1"-989,13-5-90,4-1-90,3-2-5660,-10 0 5570,-3 0 90,-15 0 1074,0-1-1074,-1-1 0,1-1-90,5 0 90,-17-3 0,12 1 905,-18-3-815,25-2-90,-18 3 0,9-5 0,-21 5 90,-5 0-90,-1 0 0,-4-2-90,-2 1 3429,-1-10-3339,-3 5 431,-2-6-521,-2 7 90,-6 0-90,1-1 90,-3 1 0,-2-11-90,2 7 0,-3-6 0,3 11 0,-2-2 0,0 0 90,1-1-90,1 1 90,-2-3-90,4 0 0,-1-1 90,3 0-90,3 6 0,4-2 90,0 5 0,6-1 0,3-1-90,0 2 90,5-1-90,1 0 89,4 0-89,3 0 90,3 0 0,-2 2 0,1 3 0,4 0 0,-2 2 180,7 2-90,6 3 90,9 3-90,-1 4 90,5 3-91,-4 3-89,5 3-3212,3 2 3122,-13 0 90,-6-1-75,-13 0 75,-4-2 0,3 1-90,-3-1 179,0 1-179,9 3 90,-8-2-90,6 2 0,-10-3 0,-1-1 90,1 1 0,9 3 0,-9-3 0,18 8 0,-19-6 0,8 4 0,-9-4 3355,1 1-3265,2 1-91,1 1 91,16 8-90,-13-4 0,9 5 0,-14-7 113,-2 0-113,-1 1 0,-2-2 0,12 8 0,-12-7 0,12 5-90,-5-4 0,-5-3 90,5 2-90,-8-5 0,-1-1 90,10 3-90,2 0 90,11 4 89,2-1 91,5-1-360,-8-3 270,-2-2 0,4-1-270,4-2 0,18 3 360,0-3-270,0-3 0,-5 0 540,-2-4-450,6-1 180,-2-2-1,9 1-7285,-12-2 7016,-1 2 0,-31-2 0,-5 2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01.33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62 1 9871,'-34'8'2789,"12"2"-2429,16 14-1,12 1-89,2 5 180,18 23-180,-5-10-913,14 18 823,-6-15 90,18 25-90,-8-16-624,10 17 624,-22-21 90,2-3 0,-5-1 0,4-3-376,-3-3 376,-3-3-180,-5-3 90,1-3 0,-6-3 0,-3-3 911,1-4-911,-4 3-2571,0-5 592,-27-7 1232,-3-13-422,-16-11-1,9-5 181,7-3-1,3-1-449,-3-3 411,-13-18 0,2 9 0,-14-13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01.58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185 439 0,'-44'-34'0,"5"1"1796,5 1-1436,9 4 1293,4 1-1473,8 1 925,4 1-926,10 1 1,2 0 0,10 1 0,5 1 3249,8 2-3159,25-9-180,-7 7-301,19-3 391,-14 9-90,2 5 90,0 2-91,0 3 91,1 3 0,-3 4-206,-1 2 206,-4 4 0,-6 3 90,-4 6-90,-7 3 179,-8 3-89,-9 3 810,-25 26-811,-1-19 91,-31 18-90,13-27 87,-8-3-87,4-1-90,3-3 89,-19 1-358,18-5-271,-21-2-1169,21-8 928,-3-11-1468,19-15 180,18-1-629,16-6 1722,11 7 1,-11 11 0,0 3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01.92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900 106 6363,'-28'-22'2609,"-4"1"-1800,-1 3 1,-5 3-5661,-3 3 6020,-3 3 616,-33 1-1335,20 7 392,-27 3-483,27 6-179,-1 5 90,-2 5-180,2 5 90,2 3-90,4 6 0,9 2 0,7 4 0,12 1-90,7 2 0,12 2 90,7 0-90,9 1 0,9-1 0,12 0 90,3-2-180,7-2 180,0-4-90,1-2-90,8-4 90,-9-3-90,5-3 0,-10-3 0,11-3-90,-4-2 3168,18-8-3437,-11-9-91,-7-6-180,-10-5-179,-13 0-3199,0-2 2929,1 0-2417,-1-2 3586,2 1 0,-12 6 0,-2 2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02.59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35 484 7263,'-29'-9'5307,"24"-2"-5217,12-3 0,23-1-90,-3-1 90,4-2-3482,2-3 3482,2-1-98,13-12 98,-13 8 0,6-8 0,-18 11 0,-3 1 180,4-8-90,-9 7 0,-3-6 359,-6 10 1,-8-7 3478,2 2-3298,-8-3 460,-2 6-460,-5 3-630,10 17-1,0 4-89,13 16 270,15 34-180,-7-16 90,12 29-90,-10-26-341,0 3 341,4 1 90,-2 1 179,12 38-269,-10-30 90,5 26-90,-8-41 90,-3-4 0,1-2-90,-2-4 270,4 9-270,-3-12 90,1 5-90,0-10-9921,-1-3 9590,11-3 0,-14-6 0,4-5 1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04.323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14 183 6543,'-13'-9'5127,"16"1"-5037,31-2 0,9 1-90,1 2 90,5-3-90,3-2 90,8 0-4341,-2-1 4341,29-5-90,-25 5 429,19-3-429,-33 6-90,-3 1-180,6-1 270,-10 2 0,-9 3 0,-16 2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04.58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7 179 7892,'-6'-12'3688,"9"4"-3418,45-6 90,4 3-1562,5-1 1561,7 0-1085,6-1 996,0 0-270,5 0 0,-2 1 180,-2 1-180,-3 0 180,-6 2-294,-7 0-425,-8 3-721,8-2-2877,-8 3 4291,-20 10 0,-7-5 0,-27 8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05.81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127 20 7713,'-31'-12'4317,"11"17"-4137,6 1-90,13 17-90,5-2 90,-2 3-3392,2 0 3302,0 2-5,6 24 5,-3-19 0,5 18 0,-8-26 269,0 0-89,-4 7-180,-4-8-90,-4 14 3615,-3-13-3615,0 2 592,-5-6-592,-3-18 0,0-11-89,4-11-1,7-5 90,8 1-90,4-2 90,0-2 0,4-1 0,-3-3 90,2 1-90,-1-1 0,-1 2 90,1 2 0,-2 3-90,3 3 90,1 3-90,2-3 0,1 5 0,1-3 180,18 12-90,2 7 90,17 10 0,-14 4-90,1 3 90,-13 0-90,3 1 90,0 1-90,-2 2 90,0 0-90,-2 1 0,-2 0 90,1-1-90,-2-1 0,-1-1 0,-2 0 90,0-3-270,-1 5-1079,2-4-3868,-4 6 5127,-17-5 0,4-5 0,-12-3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0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1 176 7083,'45'-7'1349,"5"-2"-1169,-5 3-917,6-3 827,-6 2 0,5-3-90,3 1-3841,4-1 3661,-1-1 430,2 0-700,-1-1-90,-2-1-179,-2-1-1,4-1 720,-16-1 0,-10 7 0,-18 1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06.42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216 101 6094,'-44'8'1439,"2"1"-6740,6 1 5661,3 2 1319,8-1-1230,5 3 591,8 6-950,9-3 0,8 5 0,10-7 3302,10-2-3392,3-1 0,8-1-90,3-3 0,6-2 0,3-2-470,4-3 380,1-3 90,2-3 0,0-3 0,-1-2 90,1-4-90,-6-1-3146,-5-1 3236,-5-3 0,-10 1 180,-6-3-90,-9 2 90,-5-1 90,-8 1 89,-2 1 1,-7 1 90,-1 1 359,-6 2 225,-9-3-134,-9 5 2851,-9-1-3751,16 18 0,11 3 0,22 15 0,11-1 0,4 2-89,6 5 89,3 3-1767,1 3 1767,3 3-213,0 1 393,16 21 0,-16-13-1257,10 16 987,-23-20 0,-5 1 90,-8-1 0,-15 15-1403,-5-15 1583,-15 10 0,0-21 65,-7-4-66,-2-4 91,-7-3 0,-2-4 0,-5-3-90,-2-5 90,-25-5-180,18-4 319,-18-6-409,24-5-90,4-4-90,3-5 0,4-4-90,7-3-89,6-3-91,9-2 3278,9-1-3548,13-1 357,7 0-627,13 2 1,6 0-91,10 3-449,5 2-270,4 3 1799,1 4 0,-21 8 0,-6 5 0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06.80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34 199 8612,'59'3'540,"-4"-1"-630,25-5 90,-19-2-180,16-3-1404,-19-1 1404,-1-1-3355,-1-1 3445,-5-1 0,-3 0 1118,0-6-668,-18-2-90,-13-5 359,-39 2-269,-7 4 90,-19 6 309,7 5-400,-5 4 91,-4 1-90,-2 2-90,-2 3 90,-2 2-180,3 4-1,-2 3 1,7 3 0,-2 4-90,12 4 0,-1 3-90,12 2 3378,9 3-3378,13 13 0,13-9 0,14 9 0,4-15 0,10-2 270,4-2-450,7-3-90,3-7 0,2-2 0,19 1-492,-15-4 0,-1-3 402,9-8 0,5-3-180,-4-5-179,0-4-3617,20-13 2987,-26 2-360,18-8 1650,-32 8 1,-21 12 0,-6 2 0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07.093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0 9152,'18'0'2608,"-1"3"-2248,8 15-180,6 1 90,-7 2-90,10 3 0,-8 2 0,1 2-91,7 1-491,-4 1 492,5-1-3953,7 12 3953,-10-10-90,3 6 976,-13-14-976,-3-3 90,-1-3-270,1-2-552,1 0-6014,-2-1 6746,-38-9 0,19 1 0,-31-10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07.24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0 193 8162,'68'-6'1619,"-11"1"-1349,11-3-1735,-9-1 1735,6-2-270,7-3-910,3-2 550,3-1-270,-3-1-269,0-1-271,-4 0-2473,-4 1 3643,-7 2 0,-27 6 0,-10 3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07.63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404 42 6993,'-26'-15'4228,"-2"3"-3239,-9 0-359,0 9-540,-11 10 269,9 4-4610,-5 7 4341,11 0 0,4 3 859,2 1-949,5 1 0,5 0 90,5 0-90,8 1 0,5 0 0,14 9 0,1-7 3482,11 5-3482,0-9 0,6-3 0,2 1 0,-1-1 0,2-2 180,8 8 0,-9-8 0,5 5 0,-15-9 269,-2 0 91,0 4 0,-1-1-180,-14 5-180,-7-1-450,-20 0-90,-14 0-719,0-6-451,-19 0-718,3-5-2879,-9-2 5127,2-6 0,25-1 0,9-4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07.96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0 347 4468,'76'-12'1709,"-7"-2"-1169,-14 4-91,-5-2-89,1-2 0,-4 0-90,-2-1 0,-3-2-1,-4-1-89,-1-1 0,-5-1 769,-4-2-859,-4 1 0,-5 0 305,-4 0-215,-8 2 337,-10-3-248,-12 1 666,-18 0-755,-13 8-90,-14 12 0,8 7-253,1 11 163,12 2 90,4 7-90,-1 3 90,7 3-90,5 2 90,6 2-90,7 0 90,10 1-90,5-1 0,11-2 0,3-1 90,5-3-90,1-3 0,6-2 0,-1-4-3309,7-3 3309,-1-2 0,0-4-90,-1-2-359,12-3 179,6-7-180,-1-1-2189,-1-10 1919,-14-2-89,-1-4-91,0-2-539,-3-4-360,1-1 1799,-5-2 0,0 0 0,-3-2 0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08.15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99 0 8612,'8'22'1619,"-3"2"-6829,-13 0 5569,1 4 759,-1 1-849,0 3 691,1 1-690,-2 1-180,1-1 90,-1-1 2895,3-1-3075,0-3-90,1-2-180,0-3 274,0-3-1443,-1 3 1542,-2-5 1,5-3 0,-1-8-1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08.32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14 7443,'23'-9'3778,"-5"5"-3419,29 13 91,-8 5-989,8 3 809,5 2-90,3 2 0,3 1 0,2 2-1945,-1-3 1,3 0 1674,16 6-90,-17-6 0,-1-2 459,-2-2-1089,-5-2-359,-6 0-2887,-4-3 4056,-8 0 0,-14-7 0,-8-1 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10.24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 13379,'14'21'1080,"9"12"-900,-10-8 0,9 10-91,0-8 1,-2 2 0,5 1 0,-4 1 90,12 15 0,-12-11-90,10 13 90,-9-18 0,1 0-90,0-1 90,-4-3-90,-4-2 90,1 7-360,-6-5-2429,-4 1-449,-10-7 1799,-24-18-271,4-3-448,-13-13 1978,10 1 0,12 6 0,3 1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10.45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49 141 6273,'-49'-4'5307,"51"1"-4767,15-1-360,57 0 0,-14-1-975,8 0 975,-16 1-90,4-1 0,2-1-90,1-1 0,5-2-270,-3 1-2686,0-2 2416,-3 1-371,-1 0 282,-4 0 179,2 0-359,-6 1-1350,-2 1 2159,10-1 0,-31 4 0,5 1 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11.113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734 90 6363,'-20'-18'2609,"-3"2"-1890,-2 2 1,-4 2 0,-1 1 449,-1 3-180,-17 1-4021,-3 4 3302,-3 3-90,1 5-215,10 4 215,-1 5 90,1 2-181,-5 4 91,9 3 0,-4 2-90,12 1 0,3 1 90,6 0-90,6-1-90,6 0 90,7-1-90,7 0 90,7-2-90,17 8 0,-3-10-90,14 7 215,-4-13-305,3-1 90,4-3-270,3-1-2268,46-5 2268,-24-4 91,32-5-254,-39-6-17,-3-1-90,0-3-89,-6-2 2368,-2-2-3448,9-11 697,-16 6-247,5-9-270,-22 8 1619,-9 0 0,-6 11 0,-7 2 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11.30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45 6183,'1'-23'5128,"4"2"-4769,10 22 1,-1 2-90,8 22 0,-4-1-90,4 6-3392,1 3 3302,3 3 89,1 1-352,3 2 263,2-2-90,1 1 90,0-3 90,-1-1-450,0-3-90,1-2-90,-3-3-179,2-3 179,-2-2-449,-1-3-91,-3-2-2698,-1-3 3688,5-1 0,-16-6 0,3-1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12.112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254 130 7623,'-20'-16'6656,"-8"4"-6296,-9 6-180,1 9-270,0 13 90,11 0-180,4 4 360,6-4-360,3 1-3122,4 0 3122,0 1-90,2 0 90,5 0-270,1-1 90,5 6-179,6-1 89,3 1-270,3-3 181,4-5 3931,-5-15-3302,7-9 0,-13-9 0,2-5 89,-11 4 91,-1 1 180,-1-8-90,-1 2 359,-2-1-629,8 5 0,10 18-90,6 3 90,5 15-90,-3-1 0,-5 1 270,7 4-270,0-2 180,5 3-270,-7-3 180,8 1-270,-9-4-360,10-1 91,2 2-721,-5-4 541,7-7 269,-11-12 0,-4-8 0,-13-7-89,-3 2 179,-5-1-90,5 0 0,-5-2 90,1 0 0,-3-1 91,0 0-1,0 1 90,-3 1 90,-1 1 90,-1 2 180,-2 2 359,1-2 91,-3 1-270,11 0-91,19 6 1,15 6 90,21 10-180,3 6-90,-7 2-159,-4 3 249,-11-1-90,-5 4 90,-2 1-90,-4 2 0,-5 2-1,-1 0-89,-4-1 270,-3 0 0,-5-2-450,-3 6 338,1-5-1417,-13 1 180,-7-8 89,-8-16 630,0-10 0,12-7-241,5-6 421,6 2 0,2-2-90,2-2 180,9-1 90,2-9 0,10 1 0,-4 3 180,2 7 179,6 10 333,9 3-332,29 8-181,-16 7-423,10 9 334,-27 3 0,4 2 0,0 2 0,2 1-90,1 1 0,-2 0-180,-5-1 0,-1-1-180,-7-2-180,-1-2-1349,-5 0-2249,-7 4 4048,-21 2 0,7-6 0,-13-3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24.59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0 888 2771,'5'5'5576,"7"-5"-3737,28-10-1749,3-2-90,-15-2 90,7 1 510,-8 3-510,1-2 0,21-7-143,-13 4 53,22-5 0,-20 5 0,2 1 90,-6 0-90,-3 1 929,1-2-840,-6 1-89,0 0 90,-6 1 0,-1 0 90,4-5-90,-5-4 90,0-5-180,-9-2 498,-7 6-228,-2-1-270,-4 6 50,3-1 40,-2 0-90,-1-1 0,0-1 270,-3-1-270,-5 2 180,5-2-270,-4 1 90,18-2-90,-13-1 90,14 3-90,-13-1 90,6 3 0,-2 1 0,7-5 0,-1 0-90,8-4 90,1 5 0,5 1 0,-2 4 0,5 3-90,-3 1 90,5 3 0,2-1 0,5 2 180,9 8 90,3 3-180,-8 12 270,1-3-360,-12 11 90,0-9-90,-3 5 0,-2-4 0,1 0 90,1 0-90,1 0 0,8 6 0,-4-4 0,4 3 0,-5-7 0,2 0 0,1-1 0,-1 1 0,22 9 0,-8-8 89,7 8-89,-9-10 0,-15 2 90,4-2 0,-3 1 0,12 4 0,-7-3 0,7 3 0,-10-5 90,-1 0-90,7 5-90,-2-4 180,15 9-90,-3-6-90,9 4 90,-3-3-90,0-3-90,-7-2 0,1-3-450,-1-1-539,7 0-900,1-2-1529,-5 2 3508,-11 4 0,-31 9 0,-9 6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25.52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1 726 8882,'21'15'1169,"4"-3"-1079,23-6 0,7-2 0,-5 0 90,11-1 90,0-2 0,-7-2 0,8-1-1,-18-3 1,4-1 0,-4-2-90,4-3-90,0-2 0,-4 2 0,-4-2 0,-9 3 0,-1-2 0,0 0 0,0 0-90,-2 0 90,0-2 0,-2 1-1,2-1 1,-3-2 0,-6 1 0,3-1 0,-2 0 0,3 1 0,2-1 0,-5 0 0,1-1 0,-4-1-90,0-1 90,-2-2 0,-3 2 0,-1-1-90,-1 1 90,-5-1 0,2 1-90,-9 0 360,6 1-360,-5 1 0,8 0 89,-1-6 1,0-1 0,0-1 0,-13 2 180,12 6-180,-9-2-90,18 4 90,3-1-90,1 2-90,13 1 90,-3-1 0,9 2 0,0 1-90,-2 4 90,6-1 90,6 3 90,2 3 0,3 5-3482,-5 7 3392,-7 0-231,-5 3 231,-5-3 269,-1 1-269,0 3 90,-2 1-180,3 1 0,0 2 0,4 0 0,0 0 0,0 2 0,0 0 0,1-1 0,-1 1 0,3-3 0,-2 0 0,1-1 3278,-1-1-3278,-1-1 0,3-2 0,0 0 0,2-2 0,0 0-90,2-2 90,0-1-270,22-1 270,5-2-2517,3-3 1978,-6-2-91,-18-3-370,1-1 101,0-1-91,2 0-359,1 1-3688,1 1 5037,16 2 0,-36 0 0,8 3 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26.55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0 644 9691,'36'9'1979,"15"-2"-1619,4-6-90,22-3-90,-24-2-629,8-2 629,-15 0 0,3-2-90,3 0 90,1-2 0,2-3-91,2 1 1,-1-2 90,2-1 180,-4 0-270,-1-1-3171,-2-2 3171,0 2 0,-5-2-233,0 1 233,-3 0 0,-1-1-2086,-3 1 2086,-1 0 0,-5 0-245,-2-2 245,-4 4 1965,-1-4-1965,-4 4 0,0-1 0,-5 0 0,-3 0 90,-1 0 129,-4-7-219,-4 5 3047,-4-12-3137,-4 11 179,-4-4 1044,2 1-1043,-5 0-180,2-2 179,0 3-269,0 3 1,19 5 89,13 4 179,22 6 1,13 6 0,-6 1 90,1 5 90,4 8-180,-19-4-90,7 7 0,-21-7 0,-2 1 0,3 0-90,-2 1 0,1-2 89,13 5-89,-11-4 90,12 3-90,-3-2 90,8-1-90,15 3 90,-7-3 0,9-1 0,-6-1-90,6 2 90,1-2-90,-4 0-180,2-2-269,0-2-631,2-4 181,1-3-1530,-11-3-5576,5-5 8005,-19 0 0,-9 1 0,-16 1 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29.03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1196 9602,'53'-6'989,"-8"0"-809,2-2-90,-7 0-5571,0-2 5571,6 1 90,22-9 707,-14 4-797,17-6 0,-21 4 90,-2 0 939,-1 0-849,13-7-375,-14 5 284,5-4 1,-19 6 2896,-6 1-2896,0 0 0,-5-1 759,-1-1-399,1-7-450,-7 3 0,3-5 0,-9 6 462,0-1-552,0-1 92,2-2-2,-1 0 0,-4-13 0,-4 6 90,2-9-180,-1 10 179,12 1-89,-7-2-3392,3 1 3662,-6-2-2538,-2 0 2448,1-1-270,-3 0 90,1 0-90,-1 0 89,1 2-89,2 2 90,-1 3 0,3 2 2269,-1-3-2269,5 2 3302,5-3-3392,5 2 0,10 6 0,6 1 0,14 4 0,11 3 90,13 3 0,9 2-90,5 4 89,-17 4 1,12 3-652,-33 0 652,13 4-3086,-18-1 3086,-5 1-267,1 2 356,-3 1-192,3 3 193,0 1-90,-1 2 90,-2 2 321,2 1-411,-1 3 2960,0 1-2960,0 0 0,-2 1-90,-1 0 90,0-2-90,2 1 0,-1-2 90,18 9-90,-15-8 0,14 5 0,-21-9 0,9-1 90,-11-1-90,8-1 410,-6-2-410,11 5 0,-9-5 90,10 3-90,-15-7 167,2 1-167,-1-2 0,17 5 90,-13-4-90,15 2 0,-15-3 90,-1 0-90,5 0 250,-2 0-160,19 1-90,-14 0 0,12-1 90,-19 0-90,-2-1 0,2 1 0,-2-1 90,2 0-90,-2 1 0,2-1 90,2 2 0,8-1 90,3 2 0,1-4 0,3-2-450,5-2-450,-3-1-809,12-2-1349,-4-1-1980,5-1 4858,-9 3 0,-35 15 0,-20 7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53.83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109 31 7263,'-28'-13'8635,"2"-1"-8455,29 11-90,-1 12-90,19 7 90,-10 11 0,-8-1 0,-2 4-90,-1 2 90,-3 4-90,0 0 0,-7 2 90,3 1-90,-5 0 0,3 0 89,0-1-89,0 0 0,0 0 270,0-3-360,3-2 90,0-2-90,5-2 90,-1-2 0,3-2-90,1-2 90,2-3-89,3-3 89,8 2-90,4-2-90,12-1-180,9-6 90,15-8-180,-6-4 180,4-5-269,-10-1-181,2-1-508,3-3 238,-2 1-269,-7-1-3418,-5 1 4677,-3-1 0,-15 6 0,-3 0 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54.05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34 131 6453,'-25'-6'4138,"16"2"-4048,44-7 90,7 3-90,1-2-2033,3 1 1853,3-1-89,2 1-135,1-2-136,-1 2-179,-3-1-181,-5 1-1798,-4 0 2608,3 1 0,-22 4 0,2 0 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54.26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0 156 7892,'38'-9'1260,"8"3"-6741,-14-3 5481,14 2-180,-8-5 26,9-1-205,2-2 545,3 0-816,-1-1-89,3 1-1,-3 1 720,-1 1 0,-23 7 0,-6 1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54.69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707 91 6633,'-20'-21'2429,"-3"2"-1620,0 3-89,-3 3-90,-4 4 269,1 0-629,-26 6 0,16 3 180,-48 15-1217,34 2 857,-21 12 0,22-1 0,2 4 0,5 1-90,5 3 90,8 12-1517,15-9 1427,6 9 90,18-16-216,6 1 216,12-3-90,7 2 798,9-2-798,5-2 0,9-1-775,2 0 865,3-1-90,3 0 0,-1 0 0,0 0 0,0-1 0,-2 0 90,-2 1-90,-7-2 90,-4 0 90,-6 1 1305,-7 0-1215,-4 1-90,-10-2 360,-9 2-318,-9 1 138,-28 13-180,-2-6-607,-27 10 876,4-12-359,-10-2-98,-1-2 98,-4-2 35,1-4 145,-25 5-1464,22-10 1014,-15 1-1227,31-9-392,-6-4 1401,4-4-6079,-1-11 6477,25-9 0,13 5 0,17 0 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55.22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39 173 6543,'-5'11'5847,"5"-1"-5667,-3 31-90,7-7 0,0 2 0,3 1-90,2 0 0,4 0 0,3-1-180,2-1 0,1-1 0,3-2 0,0-4 0,1-3 0,-1-4-90,-3-3 1,4 0 269,-4-16 0,-12-2 0,-4-18 0,-18-3 90,4-4-1,-4-2 1,-2-4-90,-3-3 180,-3-2-332,0-1 332,-1 0-90,0 1 179,3 2-522,-2 4 433,5 3-180,2 4 180,0 3 54,7 0-234,3 4 0,40 10-90,-6 5 180,27 15-180,-14 1 180,-1 2-180,25 13 0,-18-6 29,18 9-29,-27-12 180,2 1-269,-4-3 179,-2-1-90,-3-3 0,-3-2 270,1 0 810,-2-2-811,-9-16 500,-10-1-499,-13-17-1,-5 3 185,-1-4-274,-2-1 90,1-4-91,-4 0 91,3-3-90,-6 1 0,5 0-90,0 3 90,1 0-90,2 4-360,2 3-539,1-4-900,4 5-810,9-2 2609,13 6 0,-6 9 0,3 3 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55.44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8 302 9152,'-7'-15'2428,"14"-4"-2158,15 2-90,18-3-1017,5 0 927,9 0-90,9-1-90,4-1 418,2 1-598,4 1-1105,-9 3 1105,4 1-270,17-3-15,-28 5 195,17-2-270,-40 8 737,3-1 0,-18 5 0,-2 0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55.78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693 0 6094,'-48'2'2878,"-14"1"-1709,2-1 1,-11 1 89,14-1-270,0 2-539,9 3-270,1 4 0,13 2 90,4 5-90,9 0 89,-3 5-89,3 4 90,-1 3-90,2 5 0,2 0 0,2 3 90,-1 16-90,8-13-90,-1 12 89,10-17-89,2-3 0,1 1 0,3-3-90,1-3 90,4 1 0,1-4-90,1-1 90,1-3-90,0-2 0,2-2 90,-1-2 0,4-1 0,9 2 90,8-2-90,13 1 0,7-4 0,7-3-90,9-4 0,-12-4 0,20-3-885,-31-1 705,13-2-180,-20 0-179,-1 0 269,3-2-360,-6-1-179,0 0-721,-2 0-179,5-4-989,-5 1 2698,-3-5 0,-17 9 0,-10 0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55.95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127 281 6183,'-83'2'4678,"52"-8"-4498,19 1 90,82-13-181,-11 6-641,31-7 642,-14 3-985,6 0 895,2-3 0,3 1-270,-2-2-225,-24 6 1,0-1-226,29-7 315,-33 8 1,-2 1-1035,13-4-181,-10 1 1620,-8 5 0,-23 3 0,-9 4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56.73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 97 6903,'4'-29'4138,"-1"2"-2159,-6 6 1798,-3 2-7938,-3 18 4251,6 4 769,6 18-769,7 3-90,1 8 90,0 5 0,10 28-90,-6-13 45,1-4 0,0 0-565,7 9 520,9 18 0,-4-25 0,4-3 0,5-4 0,1-3-89,4-6 89,4-3 2571,4-5-2571,5-3 0,2-4 0,3-4 0,3-4 0,3-5 270,1-3 0,30-7-360,-24-2-562,21-6 562,-34-2 270,-5-2-5,-4-3 95,-7-3-360,-6-2-2731,-7-2 2821,-8-2-139,-8-1 139,-5-2 621,-7 0-621,-4-1 0,-8 0 90,-5-1-90,-8 1 0,-17-16 0,4 12-81,-17-11 171,13 16 2750,-3 2-2840,4 1 0,0 2 803,6 3-983,0 2 0,6 3-720,1 1-1168,4 0 179,9-2 324,23 3-1224,22 4 721,26 11 2068,-5 4 0,-17 1 0,-20-2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57.39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302 90 9781,'30'4'2609,"-6"1"-2429,0 12 90,-5 1-90,0 4-1,-1 3-89,-2 3 0,-1 4 90,-1 16-90,-3-10 0,-4 10-90,-2-18 90,-2-2-90,0-2 90,-1-3-90,0-3 90,-2 3 180,-1-2-360,-13-13 90,-5-13-90,-8-15 90,2-8 0,2 2 0,-1-4 0,-16-20 180,6 9-595,-15-14 326,11 16 89,-2 0 0,2 2 0,5 4 0,2 3 0,7 5 0,4 3 269,-2 1-359,10 1 90,18 4-90,28 10 1,12 7 268,13 8-814,-12 2 815,3 3 121,3 3-391,22 10-826,-18-5 916,15 8-3020,-28-10 3020,-1 0 0,-3-1 287,-2-2-287,-4-1-90,-5-3 0,3 1 90,-5-2 0,3-9 579,-14-13-309,-6-8 3089,-12-7-3449,-1 4 190,1-1-10,-5-10-90,4 8 180,-4-5-180,7 5 0,2 4 0,3-3-90,15 8 90,10 5 0,44 8 0,-18 5 0,15 4-385,-30 2 385,-5 0 0,18 9 89,-14-4-89,12 8 0,-20-7 0,5 2 90,-5 0 90,3 0-360,-9-1-359,-1 0-631,2 2-539,-1 1-3032,0 1 4741,-11-1 0,-6-10 0,-6-1 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57.79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12 41 6453,'-7'-19'5217,"2"2"-4947,18 12-90,-5 6 0,17 18 180,-13 0-270,2 4 180,-2 2-3662,1 2 3392,-4 3 0,2 0 0,-3 0 0,-2 0 0,1-1-90,-4-1 90,1-3 3212,-1-2-3572,-1 1-540,1-5 900,-8-13-90,3-9 90,-4-16 0,2-1-89,1-3 89,-1-1 0,0-3 0,0 0 89,1 0 1,3 1 0,0 1 0,2 1 0,0 3 0,1 0 90,1 3-90,4-3-90,2 3 90,7 0 0,14 12 0,3 11-90,0 7 270,-3 7-270,-11-2 270,4 2-270,-1 0 180,3 0-270,-2 2 0,1-1 90,-3-1-90,2-1 90,-5-3-90,1-2-90,5 4-630,2-3 810,8 2 0,-16-8 0,-3-3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57.98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0 129 10591,'31'-15'899,"11"-2"-629,7 7-360,3-1-90,-10 2-89,0 1 89,-5 0-360,6 0-899,-6 0-1709,15-3 3148,-3 1 0,-16 2 0,-9 3 0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58.28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 9961,'33'20'1439,"-5"-2"-1079,5 2-90,-7-2 0,2 3-3892,12 13 3892,-7-5-90,12 12-855,-12-7 1034,3 1-305,2 3 306,0 1-1450,22 16 1360,-15-13-90,13 11 1242,-18-17-1332,-2-3 0,-1-1 0,-4-2 1484,-1-3-1843,6 4-181,-13-10-143,9 4-1026,-17-9 3715,-14-11-3265,-19-20 539,-7-5 0,-11-13 654,10 8-1643,-23-20 540,7 9 965,-24-16 1,16 13 0,-8-1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7:58.50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298 227 6094,'-26'-25'1439,"4"0"-900,6 3-89,6 2 270,6 1-181,9-5-269,14 2 0,6-1-90,12 6-3302,0 6 3302,8 2 180,2 2-1953,30 5 1863,-18 4-284,20 6 284,-25 3 0,-4 6 90,-3 3 1772,-9 4-1773,-7 3 1,-12 3 2328,-8 1-2328,-12 1-91,-12 0 91,-10 0 0,-11-1 270,-33 10-361,8-12-317,-23 5 228,20-16-90,2-3-333,1-4 63,2-3 370,1-3-1629,-21-7 720,24-2-1007,-14-8 376,29-1-1078,6-3 40,5-3 2388,9-1 0,8 9 0,5 2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8:01.63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1 110 650,'14'-22'1529,"0"0"1108,7 1-2097,-5 3 1737,1 2-478,6 6-750,-7 11-329,14 5 1638,-17 13-1728,9 1-360,-12 4 179,0-3 1,-5 9-270,-3-2 90,4 1-90,-3 0 0,2-7 90,3 11-90,-1-7-91,4 8 91,-2-9 0,0 1-90,3 0 0,0 1-3212,7 10 3212,-5-8 0,5 8 0,-2-13 0,0-1 0,3 1 0,-1-3 0,4 0-2269,9 6 2179,-3-8 90,6 5 2179,-10-10-2269,2 1 89,-2-2-89,1 1 0,-2-2 90,13 8 180,-8-7-270,9 5 3302,-8-8-3302,0 0 0,12 4 0,-10-3 0,17 5 0,-11-3 180,7 1 360,-4-1 0,-40-10-91,-14 2-269,-44-5-180,4 6 90,-2 6-90,20 1-980,-2 4 980,14-3 0,0 2 0,7 2 0,1 0 0,5 1 0,1 0 0,6 1 980,0 9-1070,6-6 90,1 7 0,4-8 0,3 0 0,4 0 0,-2 0 0,-3 0 0,12 11 0,-11-7 90,15 7 0,-8-9-90,-1-1 90,2 3 0,-3 0 0,4 1 90,6 13-90,-5-8 0,5 11 90,-11-14-180,3 1 180,-4-2-90,-1 1 269,-3 0-269,0 15-90,-5-11 90,0 10 0,-1-13 0,-3-1-90,1-1 90,-2 0 0,0-2-90,0-1 90,0-2 0,0 0-90,-1-2 270,-2-2-90,-1 4 90,-3-2 179,0 2 181,-7-6-450,1 0-1170,-14-5-899,-2-1 630,-17-1-1979,5-2 899,-23 4-1349,19-5 3688,-35 4 0,50-8 0,-13 2 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8:05.79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815 0 7713,'-32'2'3598,"8"4"-3239,-14 20 1,13 6 0,-7 8-817,1 7 727,-3 5 0,-1 3-1,-1 3-509,-2 3 420,1 3-90,0 0 90,0 3 180,1-3-270,1 0 0,2-5-2863,3-2 2863,8-4-1,-3-4-316,8-4 317,-5-2-90,4-4 307,1-3-307,-1-5 483,5-4-933,2-4-360,4 0-2076,0-5 908,-19-13 2077,11-8 1,-6-7 0,16 2 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8:06.06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44 34 7083,'-19'-17'6656,"-5"2"-5756,28 13-541,18 20 1,26 10-90,18 12-351,-6-7 351,8 2-3308,7 0 3128,7 0 0,2-2-950,2 0 860,4-2 180,-1-1-180,4-2 90,0-3 0,-2-2-90,0-2 90,-4-3-90,-3-3 0,-6-1-465,-5-3 465,-2-2-89,-6-1-91,-5-2-219,-7 0-1040,9-1-630,-3-1-1799,4 1 4503,-15 3 0,-23-3 0,-12 1 1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3:40.9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12.16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467 39 7263,'-39'-14'6746,"6"3"-3328,-6-2-3328,29 14 0,4 3 0,23 14 0,-1 2 0,3 7-90,0 6 90,0 3-90,0 7 90,-1 2-577,-3 4 487,-2 2 0,-2 3 0,-1 1-904,1 1 994,-1 0 180,-3 0-360,2-2 90,0-3 0,4-3 0,2-2-90,4-3-90,4 12 442,-2-15-352,-1 6-90,-6-20-89,-2-4 89,1-4-360,4 0-270,-5-2 1219,-22-23-589,-1-3-89,-27-22 179,8 0-90,-7-2 0,-5-6-802,-9-5 892,1-4 180,-7-4-225,9 1 0,-1-3 45,-13-14 90,14 15 0,3 2-89,9 1 89,-8 3-92,17 5 92,-6 1 0,17 4 0,10 2 0,8 2 0,9 3 0,10 2 0,7 2 0,10 2 0,5 1 0,6 4 0,9 1 0,3 5-848,10 2 848,7 5-2695,6 3 2695,5 6 90,5 4-520,0 5 430,-44-2 0,1 0 45,0 1 0,-1 0-45,2 3 0,-1 1 45,-1 1 0,-1 1-45,-2 1 0,0 1 90,38 23-90,-10 3 90,-13 4 0,-12 3 51,-19 3 129,-21 30-90,-22-18-164,-22 22 164,-17-27 1825,-12-3-1915,-12-2-543,32-28 1,-1-2 497,-2-1 0,-1-1 0,-2 0 0,-1-2-379,1-1 1,-1-2 333,0-1 0,1-1 0,0-2 0,0-1 90,-44 8-450,5-4-90,6-5-46,8-6-224,7-4-1202,9-4 933,9-3 1194,11-7-1284,9-3 735,13-5-1186,13-2 135,10-1 1395,13 0 0,-8 10 0,1 3 0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12.39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29 2084,'29'-15'5937,"3"2"-3681,-5 12-1806,-1 6 635,-6 14-725,-3 3 297,-1 6-387,8 4-90,-2 2 0,3 3-2219,-1 0 2219,2 0-180,-1 1-65,2-3 65,-3-1 0,6-2 0,-8-2-360,6-4-179,-3-2-91,3-4-179,1-3-1080,-6-1-900,7-2 630,-1-10 2159,-3-5 0,-9-5 0,-13 0 0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12.56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 7533,'22'6'-1619,"-14"-3"1619,40 15 0,-34-12 0,-5-1 0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13.10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50 8162,'2'14'4228,"3"2"-3868,18 5-180,-6-2 0,4 4-91,-4-4 1,2-1-90,4 1 0,-2 0-90,16 7 1,-14-7-1,9 5 0,-14-10-270,3 1 360,-5-1 0,-9-15 0,-7-5-90,-7-18 90,6 0 0,6-2-90,6 1 0,8 3 0,6 5 90,15 8 0,8 10-3392,-2 4 3392,0 7 0,-10-1-721,0 4 721,1-1 0,-2 1 0,-7 0 0,2-1-90,-6-1 0,11 1 180,-3-2 3035,3-14-2945,-17-19-90,-6-5 1078,-10-11-1078,3 13 0,-3-1 180,3 1-180,-5 0 179,5 1-359,-3 2 90,6 1 0,-1 3-179,4 0 179,9 0 359,7 4-269,15 7 180,1 8-655,6 11 655,-2 4-270,2 7 0,2 3 0,1 4 0,-4-1 0,1 1 0,-5-2 0,-1 0-90,-5-2 90,-3-5-90,-6-3-630,-5-4-3867,4-1 4587,4-13 0,-6-11 0,3-13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13.89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11 13289,'48'-5'-960,"-24"1"1,3 2 0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14.72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592 441 6813,'-17'-15'4048,"-5"-5"-810,-5 4-3238,27 13 0,-3 7 0,33 19 0,-4 4 0,3 6-531,5 3 801,0 4-3489,2 1 3399,-3 2-180,3-2-2270,-5 2 2180,2-2-426,-5-1 516,-3-3 86,-1-1-176,-3-3 0,-3-3 1,-3-4 1785,-4-4-2055,-2 2 2940,-12-7-2671,-17-11-180,-26-18 180,-7-12 369,-12-12-279,13 2-865,-8-5 865,0-6 180,-6-5-270,-2-3 0,19 11 0,-1-1 45,12 10 0,0-1-556,-10-10 1,1-1 600,-14-17-90,7 1 90,-1-17 0,23 22-90,2-24-133,29 42 133,11-6 701,13 20-521,7 4-90,6 4 0,7 6 0,9 3 90,39 10-586,-13 3 541,-24 1 0,0 1-45,30 11 416,4 5-416,2 6 90,0 5-45,-30-6 0,0 2-921,23 18 876,-29-17 0,-4 1 270,3 14-717,-7-1 447,-13-1 881,-11-1-881,-11-3 807,-9-2-807,-9-4 90,-8-3-90,-7-5 0,-8-3 0,-5-4 90,-8-5 842,-2-3-932,-7-3 0,-25-5 0,12-4-287,-19-4 287,24-5 520,0-3-610,4-5-605,1-2 605,5-4 180,-10-12-180,20 7 0,-2-4 279,23 14-458,3 1 1121,25 4-582,20 11-270,20 4-324,15 14 414,-7 1-90,7 6-355,5 3 355,3 3 45,-18-6 0,0 1-1187,30 12 1142,-30-12 0,-1 0 90,19 8-90,-4 0-715,-3-3 715,-4-2 531,-5-3-531,13 3 285,-18-9-644,4 1-1541,-19-7-169,-8-13 1387,-16-11 682,-9-6 0,-11 0 0,2 10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15.00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1 313 6723,'75'6'1439,"-14"-2"-989,15 3-90,-5-3-270,24-3 90,-17-2-1713,-4-4 1623,-20-2-3190,19-12 3190,-17 5-90,11-11 877,-27 5-607,-3-1-360,-8-2 270,-5-1-270,-6-1 180,-8-9 90,-6 9-180,-9-6 560,-5 13-470,-6 2 3715,-4 3-3445,-18 1-180,-8 10 179,-7 3-1838,2 11 1569,10 3 0,3 6-111,4 3 111,5 3-90,5 2 90,5 16 0,11-10-90,6 10-90,12-15-90,6-2-90,4-3-90,9-4 0,3-1-2978,4-3 2708,4-5 0,4-3 762,4-5-1391,2-3-91,2-6 1350,0-4 0,-23 3 0,-6 0 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15.70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371 517 7443,'-33'15'2248,"3"2"-1708,10 3-90,-2 5 0,-1 4-181,0 3 1,3 3 0,4 3-180,2 0 90,2 0-90,3-1 0,3-3 0,4-1-90,4-5-90,3-3 0,2-4-180,4-3-90,6 0 270,23-14 0,-11-5 90,14-16 0,-22-6 0,1-4 0,-2-5 0,0-2 0,-8-5 17,-6-4-107,-9-5-474,-7-5 564,-6-3 0,-3-6 90,-7-5-1101,-4-3 1191,-2-1 90,-2 3 90,1 6-90,1 6 90,0 7-1,2 8 91,3 7-90,4 7 180,6 6 89,1 1-325,7 31-214,2 2 0,10 33-90,6 1 139,2 4-139,7 3 0,2 2 265,9 0-265,5 0 0,4-2 0,3-2-180,0-3 1,5-3-1,-2-5-90,5-3 0,-1-4-397,-1-5 218,0-4-1,-3-4 0,0-3-359,1-5-91,6-4 450,2-11 181,-8-4-181,-8-11 635,-17-3-545,-6-3 954,-2-3-864,-7-3 828,-3-1-738,-7-1 270,-3 1-90,-5 2 270,-4 2-180,0 3 359,-1 2 451,-1 4-91,-3-1 1,-1 4-720,2 11-90,11 7 90,12 15-90,8 3 0,3 3 270,4 3-270,2 1 179,3 0-179,0 0-89,2-2-91,0-2 90,-1-3 0,-1-4-180,-2-3 0,7 2 180,-2-5 90,7-9-90,-9-9 360,-1-12-360,-5-3 270,-3-3-180,0-2 180,-6-1-180,-4 0 270,-4 0-180,-8 3 269,3 3 811,-8-1-1170,15 28-3212,2 18 3302,9 19-2036,5 9 1946,0-15-149,2 0 59,0-4-1424,4-1 1154,0-4 783,14 6-873,-7-12-630,6 2 1776,1-12-1326,6-14 1,2-4-541,14-25 541,-23 1-433,8-9 73,-16 4 989,-4 0 0,-6 0 0,-3-1 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15.89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201 26 6993,'-12'-20'4587,"-16"14"-4047,8 9 90,-14 15-91,15 3 1,-1 5 0,3 3-90,2 4-1,0 4 1,3 2 0,6 2-180,3-1-1,7-1 1,7 0-894,7-3 714,6-2 0,9-3 195,6-3-285,7-5-90,11-2-180,3-5-90,11-6-1506,5-4 1056,7-8 1,3-5-271,6-7 1,-2-5-270,1-8-990,-3 0-719,-3-3 3058,-7 1 0,-7 1 0,-4-1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17.12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2165 7 7713,'-13'-7'4047,"1"9"-3687,-25 16 0,4 12-90,-9 9-4162,-7 10 4252,-6 9-291,-8 9 201,0 8-135,29-35 0,0 1-45,-1 1 0,1 2-1,1-1 1,0 1 0,-2 1 0,-1 1 0,1-2 0,0 1 45,-2 0 0,-1 0 90,0-1 0,-1 0-180,1 0 0,0-2 180,0 1 0,-1-2-225,1-1 0,-1-1 179,1 0 1,-2-2-180,1-1 0,-1 0 180,1-2 0,0 0-180,-1-2 0,0-1 270,-37 27-180,2-6-90,4-7-493,5-7 493,7-6 90,6-6-90,6-5-42,9-6 131,2-1 2334,-2-4-2693,-12-7 180,4-9 90,2-5 1390,14-10-1300,14 4 734,5-5-1003,20 6 259,19 7 10,10 9-180,17 7-692,4 9 692,13 4-1530,14 10 1575,-37-12 0,1 1 45,3 3 0,2 1 0,3 3 0,1 1-962,3 1 1,1 2 961,1 2 0,1 0 0,1 2 0,1 0 45,1 1 0,1 1-45,0 0 0,2 0 0,0 0 0,1 1 0,-1 0 0,-1-1 0,-2 0 0,2 2-635,-8-5 1,3 2-1,-4-2 680,9 5 0,-1 0 45,16 9 0,1 0-372,-8-4 0,-5-3 372,-20-10 0,0 0 168,13 7 0,-1 0 12,11 8-90,-8-4 630,-5-3-630,-7-5 2013,-4-3-2103,-6-4 90,-6-4-90,-5-3 0,-4-3-90,-3-3-360,-1-1 1710,8 0-2070,-1 0-1259,7-2-478,5 1-3389,0-4 6086,2 3 1,-22-6 0,-9 0 0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18.01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497 22 6543,'-53'-13'4138,"-7"5"-3688,-16 7-730,14 5 640,2 2 359,22 2 25,-13 1-474,11 5 60,-1 3-330,26 9 0,17-4 90,11 3-90,14-6 90,4 0-90,14 2-1434,1 0 1434,12 1 90,1 2-937,12-1 847,-3 2-2512,3-2 2512,-7 2 0,1 1-375,-6 0 375,-7 0 867,-9 1-777,-8 1 0,-12 0 0,-6 1 735,-10 0-465,-10 0 2941,-12 0-2851,-6 0-270,-13-2 531,-4-2-532,-8-1 353,-3-4-352,-21 5 0,15-9-919,-15 4 649,21-11 180,-1-2-900,4-1-539,-14-3-720,14-4-1439,-1-7 823,33-9 2685,14-2 0,8 5 0,1 5 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18.53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 0 6993,'-3'21'1709,"2"2"-1169,-2 0-91,3 3 1,0 4-90,4 0-90,2 2 90,5-1-180,3-1 89,3-2-3571,4 0 3482,5-4-180,4-1 69,4-3-159,-2-5 90,5-1-90,-1-4 90,20-4 0,-14-6 0,11-6-90,-22-5 0,6-9 90,-10-2 0,4-4-90,-11-3 90,0 0 90,-10-1 0,2-2 0,-14 2 90,0 0 3381,-6 4-3381,2 2 269,-1 3-56,-7-1-124,3 5-269,-2 12 0,8 9 0,9 16 0,2 2 0,5 2-90,2 2 90,2-1-90,2 2 90,0-3-89,0 0 89,-1-4-90,0-3 90,1 1 0,-1-2 0,-5-14 0,-9-21 0,-6-5 90,-4-12-90,3 13-90,2-1 90,-4 2 0,5 0 90,-3 3-180,10-3 90,0 2-90,15 3-3302,26 8 3392,-7 9 0,21 8-263,-22 4 173,5 3 90,0 3 0,0 2 0,0 1 0,-4 1 0,-1 0 0,-4-2-90,-2-2 90,-4-2-180,4 1-810,-7-4 451,8-10 3171,-16-7-3532,2-13-236,-12-1-932,-2-1 2068,2-2 0,-5 9 0,1 2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19.33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301 151 6183,'-38'-10'3329,"-5"-1"-2430,19-3 1,-6 0-1,8 0-89,1-1 269,-5 1 180,3-1 90,-5 1-989,2 2-450,12 15 90,8 2-90,17 15 180,11 1 180,5 3-270,9 7-90,4 2 90,5 5-898,4 2 898,3 3 0,2 3 0,0 1 0,-1 2 0,-2 0 0,-1 0 0,-8-1 0,-2-2 90,-5-2-90,-4-2 0,-2-3 0,-7-3 0,-2-3 270,-6-3-360,1-5 270,-7-2-90,3-1-900,-3-4-1618,-1 3 2156,-9-21-267,-8-10-1,-6-13 0,-5-5 1,4 3 89,-5-4 0,-2-2 180,-6-4-89,-3-1 179,-4-5 0,-5-1-2328,-3-3 2418,-3-1 0,-21-25-799,24 16 979,-12-15-9,34 24-81,7 3 89,12 3 1,8 3 0,9 4 0,7 2-90,7 5 90,7 2 0,4 4 0,3 1 0,5 5 0,5 4 2230,4 2-2230,6 4 90,-1 3-1062,4 4 1062,-1 2 0,-1 4-186,-3 3 186,-5 3 90,-6 2 0,-5 3 90,-11 2-90,-11 1 89,-11 1-89,-13-1 0,-8 3 0,-10-2 0,-5 2-90,-10-3 0,-7 0 269,-9-3-359,-6-1 1784,2-4-1874,-3-3 270,5-3-540,-2-3 90,-19-4 0,16-3-90,-12-5-90,25-3-89,5-4 232,7-3-412,1-3-1,20-5 0,-3-1-89,21-4-1,2 1-629,24-12 629,-6 10-269,21-6-91,-12 15 1080,1 3 0,-15 8 0,-6 4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19.92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1 241 6094,'20'26'2698,"-1"-3"-899,1-4-1439,8-12-270,4-11 90,0-6-90,2-8-90,-7 3 89,6-1-89,3 0 90,0 0-1412,1 1 1322,-3 1 0,-3 1-15,2 0 105,9-3 0,0 0 0,3 1 360,-5 2 0,-29 1 1320,-12-1-1320,-28 0 180,-8 2 359,-3 5-613,-14 5-376,10 9-90,-2 4 90,10 19 0,16-7 0,-4 12-90,18-8 90,5 2-90,12 0 180,7-2-270,9 0-90,5-3 1,5-2-1,4-1-90,1-3 90,7-4 0,0-4-269,3-3 269,25-7-3482,4-10 3572,1-3 90,-13-8-833,-27 1 923,-7-3-102,-6-1 12,-6-2 90,-8-1 90,-10-1-90,-2-1 3108,-11 1-3018,3 1 1199,-9 3-1199,1 2 290,-5 3-110,-3-2-180,0 5-90,-2 9 0,14 18-90,4 8-90,20 20 90,0-13-3482,10 9 3482,-6-11 0,1-1 0,-1-1-90,0-3 90,3-3-90,-2-2 90,4 1 3842,1-5-3392,-3-12-180,-5-13 0,-10-10 0,-4-5-90,0 3 90,0 0-180,1-3 89,-1-1 1,0 3-359,1-12-541,0 14-719,5-12 1529,6 19 0,-8 3 0,4 8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20.24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63 10 7623,'-35'-9'7106,"17"12"-6747,9 9-269,18 9-5840,8 7 5840,1-5-90,5 0 1196,3 0-1196,4 1 0,3-1 0,1 0 0,-4 0 0,3-3-90,-5 0-1049,6-5 1049,0-3 90,0-1 0,9 0-180,0-4 180,2-7-90,-8-5 1824,-11-10-1554,-7-2-10,-1-4-260,-4-3 3241,1-1-3151,-5-2 0,-1-6-90,-5 6 90,-3-3-270,-6 4-81,2 5 351,-2-3 0,3 13 0,2 3 0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20.46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 10321,'26'17'1889,"-2"-1"-1619,-6 4-90,-2-2 0,1 1 0,1 0-90,2 0-1,3 0-89,1 0 0,-1-1-179,2-1-91,-2-2-360,8 2-719,-2-4-90,13-2-1979,-13-12 3418,7-10 0,-22 1 0,-1-1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20.95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73 98 6273,'12'-24'2699,"-3"3"-1350,1-4 1799,-8 6-3058,-12 11 90,-4 8-3482,-10 15 3392,11 0 0,-4 0-90,6 1 90,-1 0 0,8 1 0,6 8-90,9-1 0,2-1 0,10-4-270,9-3 2942,11-4-4021,14 0-540,7-9-2248,-4-6 4137,-7-7 0,-25 4 0,-11-1 0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21.38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312 47 6183,'18'-14'3778,"2"-2"810,-6 0-4229,1 16-269,-14 4 180,-3 16-270,-5-1 0,5 0 0,3 2-3392,7-1 3392,3 1 0,7 0 0,3-1 0,4 0 90,3-1-90,5 0 0,1-1 0,3 0 0,21 7 0,-15-6-215,13 6 305,-22-8-90,-2 0 90,-6 1 0,-7-1 3285,-5 1-3285,-10 0 0,-8 1 0,-8 0 0,-10 0 0,-13 1-90,-7-1-304,-13 1 214,-3-3 0,-7 0-180,1-4 180,-2-2-359,6-3-181,0-4 0,5-3-179,1-3-181,4-4 1,6-3-180,5-4-540,9-4-630,6-2 2339,6-2 0,10 9 0,2 2 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22.08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1028 6183,'60'-2'1440,"0"-1"-901,0-1-4114,-2 0 3935,-1-2-1922,-6 0 1832,0-2-1,-3-2 808,16-9-897,-17 4-138,12-6 48,-28 4 90,-2-1-90,-13-1 1445,0 2-1265,-12 0 3130,-5-4-3130,-21 2 774,-13 1-1044,-13 12 90,4 8-90,-19 23 0,20-2-239,-8 14 239,14-6 0,11 2 0,1 0 0,10 1-90,7-2-180,14 11 90,4-13-90,12 6 90,2-16 0,3-3-90,8-4-179,3-4-3248,45-8 3517,-26-5 0,33-8-15,-39-3 105,2-3 0,-2-2 0,0-2-90,34-27 180,-33 17-1349,24-18 1439,-45 23 0,-6 2 90,-6 1 270,-4 2 2840,-8-4-2300,-9 4-720,-18 3-90,-6 13 364,-10 11-454,1 11 90,-14 20-180,9-5 1814,-4 15-1814,21-11 90,8 0-90,5 1 0,9-3 0,5 0 90,4-4-90,7-3 0,3-4-90,3-2 90,4-6 0,8 1 0,32-17-294,-15-2 294,24-15 0,-30-4 90,1-2-470,-4-6 380,-5-2 0,-5-5 90,-6-23 0,-13 10 0,-9-20 0,-16 15-912,-9-4 912,-11-6-716,-10-5 716,-10-5 45,7 21 0,-3-1 0,11 15 0,0 0-822,-15-11 1,0 2 1046,-17-10 0,6 8-508,7 10 418,7 9-90,12 6 0,8 7 639,9 3-549,2 15 789,12 8-1059,6 16 2287,16 9-2197,8 7-90,6 9 0,6 6 0,3 7 0,4 5-406,2 5 496,-2 1-90,4 1 0,-5-1-1932,9-1 1932,-6-4 0,4-4 0,-4-4 0,-2-5 0,-2-5 0,-2-3-90,-1-7 0,-4-7-90,-4-3-269,3 1-181,-6-7 1079,5 1-1168,1-16 269,10-11-90,-2-7 1952,9-7-2042,-12 2-89,4-1-91,-2-1-89,0 0-630,0 0-360,-3-2 1889,-7 2 0,-11 7 0,-9 4 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23.14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242 544 6183,'-40'-44'1350,"4"2"-3796,6 2 3076,6 2-90,1 3 881,3 4-701,3 3 391,2 5 238,1 2 270,2-1 180,2 3 1,14 10-1620,3 10-88,13 17 88,0 9-90,1 7-404,4 6 404,4 6-3258,2 5 3258,5 3 0,3 3-753,5 0 753,3 0-90,7 0 90,1-3-90,7-2 0,2-3 0,4-4 0,0-3-813,6-3 723,0-6-90,1-4 0,-1-6 1,-2-4 89,-2-5-90,3-4 90,-8-5 90,-2-4-90,-11-4 266,-3-6-176,-8-4 0,0-6 0,-8-4 0,-6-5 0,-4-2 0,-9-4 90,-7-3 0,-6-3 0,-10-3 0,-7-2 2226,-9-2-2226,-9 0 89,-8 0-89,-8 0 90,-5 0-90,-5 2 90,0 2-166,-4 0 76,-1 3 0,0 1 0,-1 5-90,2 1 0,1 2 0,2 1 90,3 2-180,6 3 90,-5-6 548,23 9-908,-6-3-483,25 10 34,6-4-151,18 1-839,30 1 720,29 8-91,2 9-367,9 9-711,-30 7 2248,8 6 0,-9 7 0,11 4 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23.56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49 38 6453,'-27'-17'6926,"5"4"-6746,32 5-90,4 9-3981,35 11 3980,-9 6-89,3 2 331,26 18-331,-18-9 0,13 13 0,-28-13 0,2 0-410,6 15 320,-13-17 0,3 14 0,-27-24 3016,-15-9-3106,-11-12 90,-9-12 878,-1-6-878,12 0-90,-13-25 180,15 19 90,-9-17 347,18 22-526,5 4 178,21 4-89,12 15 90,8 7-90,2 12 270,-9 0-360,13 13 90,-8-4-1484,4 7 1484,-14-10-200,-4-4 110,-2-2 0,-2 2-540,-3-4-1348,10-2 1078,-18-24 118,10-12-747,-18-11 1561,5-4 0,-4 21 0,2 2 0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23.82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249 0 8882,'-45'1'2968,"11"3"-2518,1 7 90,10 4-270,3 2 179,-2 2-269,1 3-90,0-1 0,6 2 180,3-2-270,10-1 0,2-1-90,11 0 360,4-1-360,6-1 270,3-2-360,3 0 360,2-2-270,3 0 180,3 0-180,2-1 180,2 0-180,-1 0 180,-1 0-180,1 1 180,-2-1-3572,-2 2 3392,0 0 0,-3-1 90,-3 1-90,-1-1 0,0 5-450,-7-3-1529,-2 4 91,-29-5 1862,-16-4 116,-24-8 0,20-2 0,4-4 0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24.69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0 117 6273,'20'21'1350,"1"0"-991,1 1 1,2-1-90,-1-1 0,3 0-4342,-3-2 4252,2-2 90,-2-2 769,7 1-679,-3-4-180,12-5-90,-9-13 0,-4-6 0,-13-8 0,1 1 0,-9-1 0,9-4 3392,-12 2-3392,8-3 90,-11 3 89,9 2 1,-12-3-180,3 3-90,11 12 0,2 8 0,13 15 0,-4 5-90,4 2 90,1 1-90,4 0 0,1-2 0,0 0 1,-1-3-1,1-1 90,-4-2 0,11-1 269,-12 1-179,15-10-90,-24-11 90,-2-14-90,-17-11 0,-4 4 0,2 2 0,-2 8 0,2-3 0,-1 3-90,2-4-179,10 4 179,5 2 0,18 2 809,-3 3 1350,-3-2-1979,-4 13-90,-10 2 90,4 17 0,-1 6-90,0 5 90,3 5 90,3 6-3302,14 25 3212,-2-13 89,10 19-2267,-8-20 2178,-1 0-313,-2 1 493,-2-1-180,1-1 270,10 19-270,-12-19 0,4 13 90,-12-26-90,-7-3 0,1-4-90,-7-4 2473,-1 5-2743,-8-9 3341,-29-7-3341,-16-20 90,-14-12-1481,1-8 1481,11 1 0,1-6-554,0-4 465,-1-4 89,-2-4 0,3-5-90,-14-31 0,22 13 90,-8-22-1355,27 24 1266,7 0-1,12 1-202,8 4 202,10 5 0,7 5 0,3 7 91,15 3-1,-6 6 90,12 4-90,-8 6 90,2 5 0,1 6 90,18 6 90,-11 6 0,12 9 0,-17 4 90,-3 6-90,-2 4 179,-5 4 1814,2 17-1813,-15-10 0,-5 10-90,-15-14 656,-10-3-656,-6 0 1580,-6-3-1580,-6-1 241,-3-3-331,-2-3-90,-1-4-90,0-2-1439,-11-1 899,-7-11 0,9-2-899,0-20 810,29 1-91,5-10-359,7 6-90,10-2 1259,-3-1 0,0 12 0,-1 3 0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25.20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1 401 6094,'52'8'1439,"-3"1"-990,-20 0-89,3 2-5660,1-2 5570,0 0 423,1 0-333,0-2 981,14 2-891,-1-2-180,13-5-91,-14-8-89,-13-6 2965,-11-8-2965,-14 0 1201,-1-3-1201,-4-2 0,-4-1-1,-4-1 1,-4 0 90,-2 0 0,-8 1 90,3 2 0,-4 3 360,0 3 449,-1 0-1079,-5 5 90,7 14-90,5 8 0,17 17 0,-10 18 0,17-7 0,-12 15 0,13-14-90,7 0 90,0-2-90,1-2 0,7-2-90,4 5 0,0-12-180,-2 3-89,-3-11-3033,6-12 3482,-7-4-90,6-17 90,-14-4 0,0-5 0,0-2-90,-2-4 90,-2-2 0,0-2 0,-4-1 90,3 0-90,-2 0 90,0 2 0,0 2-90,4 3 3392,-1 4-3392,3 4 0,0 2 90,10 4-90,24 11 90,-8 5-90,19 14 0,-30 5 90,13 21 0,-19-6-346,6 13 256,-15-11 0,-4-2 90,-5-1-90,-5-3 180,-3-2-1,-4-5 361,-1-3 525,-5 0-705,-7-5-180,-5-9-90,2-8 0,0-14 0,8-3-90,2-5-90,3-5-90,3-5-90,5-3 180,4-4-449,5 1-91,4-2-347,5 1 258,3 1 89,6 2-629,8 0-720,6 1-719,5 2 2698,0 3 0,-19 13 0,-7 6 0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25.89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1 164 6183,'8'-17'7916,"22"11"-7826,-12 4 90,20 12-90,-11 4-90,1 2 90,4 2-90,1 2-2421,4 2 2421,0-1 0,4 1-2560,1-1 2560,0 0 0,1-2-230,-4-2 140,-3-2 90,-4-1-269,3 0 89,-3-3 360,-3-10-270,-10-6 0,-7-14 90,-12-2-90,-2-6 1993,0-1-2083,-3-6 360,1 0-450,-2-3 3391,-6 1-3661,-4-11 181,3 15-631,-2-4-1079,6 14-1522,7 3 3591,22 9 0,-11 3 0,14 9 0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26.06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6094,'41'18'3148,"-9"-4"-2519,5 9 1,-15-8 0,4 6-91,-8-4-4250,0 0 4070,-2 1 866,1 1-956,-2 1 181,8-1-360,-11 1 270,8-3-180,-10 1 2541,4 1-4250,0-2-2033,2 2 954,-3-23 2608,-6-10 0,-3-3 0,-5 1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26.20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24 7083,'12'-14'0,"7"8"0,0 3 0,-1 6 0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26.45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100 1 6183,'-40'21'3329,"15"0"-2880,-2 4-179,23-4 90,1 1-180,8-5 0,4 1 0,5 1-90,4 0 0,4 1-3393,4 3 3393,3-1-90,2 1-47,4 1 47,1 0 90,2 1-2223,1-1 2133,0 1 90,0-1-1486,-1 0 1576,-3-1 1356,-3-1-1356,0-2 0,-6 1 90,0-3 270,-7-1 2158,-3 5-2428,-13-1 3271,-12 4-3631,-17-3-628,-21-4-721,-9-5-720,-11-6 450,-5-9-359,18-3 1822,4-6 1,32 5 0,5 1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26.73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0 333 6183,'32'-13'2159,"0"-1"-1439,0-2-180,0 0 89,-1-1-179,-2-2-90,1 0-1,0-2-179,-3-1 270,10-11-360,-11 9 0,3-7 180,-13 12-180,-5-4 90,-6 4-180,-11-1 90,-16 13-90,-4 7 0,-7 13 0,3 5 0,3 7-3392,-12 21 3392,14-8 0,-2 17-207,15-17 117,8 1-180,5-4 0,5-1-1169,25 18 719,-8-21-89,18 11-1,-15-27-1618,4-4 2428,15-7 0,-23-1 0,7-4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09:27.14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331 486 0,'-22'-13'4061,"-3"10"-1014,5 5-2598,-3 14-89,7 5 0,-1 6-180,1 5 0,3 3 0,3 3-90,5 1 0,5 0-1,3 0-89,4-5 1199,-1 1-1289,5-6 689,1-1-689,4-4 2136,2-4-2586,5 2 180,4-6 90,9-8 90,-5-9 1,2-12 89,-7-4-90,2-6 90,-2-2 0,-2-2 90,-3-3-3392,-6-1 3302,-5-7 180,-7-3-90,-6-3 90,-6-4-455,-1-2 365,-12-6 360,1 0-882,-13-6 702,-6 0 90,-4 1 180,-2 4 0,-4 6 89,2 6 1,3 8 0,7 4-1,4 8 271,8 4 3088,-3 1-3808,7 24 90,8 3 0,9 24-1,15 4 1,4 4 0,8 6-102,5 3 192,11 4-180,1 3-15,8 2 15,2 1 90,2-2-180,4 1 90,-3-4-1,-1-2-89,-1-4-638,-5-4 548,1-3-90,-3-4-372,-5-6 193,-1-2 435,-6-5-526,-3-2-540,-4-5-2095,0-1-153,5-11 3421,-5-10 1,-6 0 0,-10-7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26.34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14 27 7982,'-14'-19'6837,"30"12"-6568,-6 7-89,26 16 90,-9 7-90,-3 7 90,2 6-2069,-7 7 1979,-3 4-90,-6 5 237,-1 5-147,-5 4-180,-1 4-912,-4 2 912,-4 1 90,-1 1-156,0-1 66,-1 0-707,2-2 707,-1-1 270,5-2-527,-2-2 527,8-3-360,2-3 360,4-3 480,4-5-570,1-3-360,2-6-1899,2-4 1989,-1-5 0,2-5 1547,-2-3-1277,6 1 793,0-6 736,8 0-1170,6-10-449,-1-7 3392,11-5-3392,-5-2 0,18 3-90,-6 1 90,10 5-90,-5-1-450,-2 0-449,7-2-450,1 0 809,4-5-450,-15 1-511,-2-4 422,-13 1-1,-3-2-179,5 1 0,-3-2-4242,6 2 2622,1-2 2879,-2 1 0,-17 5 0,-10 1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27.15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829 767 6273,'-5'-18'3149,"-2"1"-1440,-7-6-270,-7 2-270,-16-1-269,-10 5-541,-18 8-89,8 6 90,-7 5-744,12 3 564,-5 5 0,0 4-3266,-3 4 3266,6 3-90,2 0-360,4 2 270,7-1 90,5 0-90,11-1-90,7 0 0,9-1-90,7-1-90,7-1-90,10-2 419,5-2-418,9-1-1,8-4-360,7-2 315,6-6 1,3-2 44,17-3 1486,-16 0 0,2-2-1576,34-14 271,-26 4 89,12-8 0,-23 4 1659,-9-5-580,-15-16-359,-15 14-450,-26 5-180,-1 33 270,7 9-360,11 19 90,6-16 759,6 9-759,3-12-90,2-2-90,3-1 0,2-3 90,0-3-270,3-1 90,18-4 0,6-10 90,2-6-590,-2-10 410,-14-4 90,0-5 0,-2-4 91,-3-5-1,-4-1 0,-7-2 90,-4-2 0,-8-3 0,-4-1 0,-9-3-3226,-16-27 3316,-3 17 90,-14-20-381,3 24 471,-2 4-90,2 3 180,2 6-90,2 6 630,-10-11-361,14 17-359,29 24 0,10 18-90,31 33-65,-13-4 155,1 4-90,1 4 0,0 0 3320,0 3-3140,14 22-703,-15-17 433,10 15 90,-18-25-90,-4-3 90,-3-5-25,-2-2 25,-4-6 541,3 4-271,-5-8-360,-17-15 360,3-11 650,-16-22-920,14 0-90,2-2 389,4-2-389,6 0 270,3 0-450,10-6 180,-1 8-90,21-8-90,-13 16 180,29 1-90,14 21 360,-12 1-270,10 15-284,-36-2 374,-5 5-90,-5 1 90,-7 3 0,-5 1 0,-8 0 0,-3-1 180,-8-1 0,-3-1 90,-6-3 194,-6-2-194,-3-3 0,-5-2 90,-3-3-91,-3-3 181,-3-2-180,-24-4-270,-4-6-90,-2-3-90,6-8-450,9-10-539,13 2 269,0-8-89,19 5-360,9 0-810,3 0-629,10 1 2788,2 3 0,3 8 0,-1 4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27.533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0 392 7982,'59'1'2519,"5"-5"-2249,-9-2-1119,4-5 1028,-10-2-89,3-2-3360,4-4 3270,-1 0 0,0-3 548,-4 0-638,0-3 90,-7 0 0,-5-1-57,-7 1 57,-6 0 0,-10 2 180,-3 0 0,-9 3 269,-7 2 511,-8-3-240,-19 5-540,-8 5-90,-6 7 89,0 10-89,7 6 0,-1 6 3261,-1 4-3261,12 4-90,-13 7 662,19-1-572,-11 5 0,12-3-90,8 1 0,4-2 185,9 1-185,5-2 0,5-2 0,4-2 0,7-2 0,2-4-89,7-2 268,-1-4-358,3-1-1,-1-5-540,21-2 270,11-8-89,-5-3-552,4-10 371,-21-2 0,3-4 1,5-3-91,-3-3 181,-2-1-91,-2-1-269,-4-2 989,6-17 0,-15 9 0,4-13 0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27.74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80 131 6633,'-20'-36'2519,"0"4"-1620,7 6 540,-1 7 91,4 1-361,8 41-809,3-3 269,10 39-666,1-7 307,4 6-874,3 6 873,4 4-89,1 2 0,1 1 0,-1 0-90,1-2 0,-1-1 0,-1-4 0,2-4-180,-3-4 0,-1-4-540,11 10-72,-11-19 72,12 6 1,-11-23 176,0-6-896,-3-4 588,11-3-229,6-16 181,2-4-720,3-16-360,-10-4 1889,0-4 0,-4-4 0,-3-3 0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27.94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32 89 6543,'-13'-32'3059,"3"5"-811,1 1-1798,15 23-90,1 5 90,14 26-91,10 7 1,-7 8 0,10 8 270,4 33-1625,-6-14 1085,-10-24 0,0 0 90,5 19 0,3-3-1,-3-2-767,5-3 678,-3-6 0,3-2-90,-1-5 0,4-3-270,-1-5-647,-1-4 287,1-4-37,-4-5-232,-1-3-2424,9 2 3323,-6-9 0,-6 0 0,-9-9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28.25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0 513 8072,'48'-10'3239,"1"-1"-6478,-5 2 3419,1-1 180,-9 1 780,5-4-781,0 1-449,5-6 158,-1 1-248,3-5-360,13-13 1,2-7-2272,-6-3 2631,-11 0 1,-20 12 1363,-8 1-1274,-5 1 90,-9-7 180,-8 11 477,-7-4-117,-12 13 48,-21 14-318,9 5 3072,-14 18-3072,20 7-90,0 7 180,1 7-180,4 0-90,6 4-1,3 0 194,6 1-13,12 18-360,-2-19 180,12 13-360,-6-25-90,7-2-90,-1-5-179,5-2-1,-1-4-809,6-3-44,14-3 134,10-9-180,3-6 1529,2-11 0,-31 5 0,-4 0 0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28.65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406 712 7533,'-12'-5'4947,"0"7"-4317,-23 17-181,3 6 1,0 3-90,-1 3 0,0 3-91,7 0-89,3 1 0,4-1 0,6 0-90,3-2 0,4-2 0,2-2 0,5-2 0,0-3-90,3-3-90,2 4-270,6-5 270,16-2 0,5-14 90,3-7 0,-5-12-90,-4-4 90,-2-4 0,5-6 0,-6-2-3482,-3-6 3572,-6-6-754,-5-31 664,-7 10 0,-8-27-823,-11 18 823,-9-7 90,-10-3 0,-5-3 180,-5 4 180,0 7-90,6 10 90,-1 10-91,7 9 91,0 10-180,5 7 270,7 8-1,5 0-359,14 27 2656,7 5-2746,16 29 89,7 7-2168,7 8 2079,9 7 0,6 4-68,8 4 68,-3 2-90,3 0 90,-3-1-90,2-5 0,-2-3 90,-1-5-180,-4-4 0,-2-5-90,-6-5-180,-5-7-89,-4-3-91,-7-8-809,-4-1-5937,0-3 7286,-20-4 0,6-6 0,-16-5 0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29.72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110 243 6273,'0'-26'2699,"-2"1"-1710,-4 3 91,-6 2-1,0 2 900,-5 3 0,-4-3 2338,0 4-4137,29 11 0,6 7 0,30 16 0,-3 6-90,4 6 90,0 6-1153,2 5 1063,-4 5 90,-1 3-90,-4 3 0,0 2 0,-6 1-90,2-2 90,-7 0-90,6-3 90,-10-3-90,4-3 0,-7-4 270,2-4-270,-2-5 179,-1-5-268,-2-3-91,-1-3-630,0-2-989,-7-1 1169,-20-13-89,-5-4 89,-25-14 1,6-2 269,-6-6-270,-4-3 131,-4-6-130,-4-6 89,-4-5 0,-2-6 1,1-5 89,0-4 90,5-4 90,8-2-922,4-2 922,11 3 90,5 2 91,11 4-1,6 5 90,12 4 0,5 4 90,11 4-219,6 4 219,12 5 90,3 3 0,7 5 0,3 3 360,35 1-271,-11 8-662,-22 5 1,0 3 572,36 6 90,7 5-180,-45-2 0,-1 1 0,0 2 0,-1 0 0,3 3 0,1 1 44,20 11 1,-1 2-369,-16-6 0,-1 0 279,15 9 0,-4 1 405,10 16-401,-9 1 130,-15 2 91,-11-1-90,-15 0 540,-27 20-700,-16-18 340,-24 14 0,-13-23 213,-12-4-213,-10-4 0,-11-3-90,-5-5-136,41-14 1,-1-1-554,-1-2 1,1 0 508,1-2 0,-1-1-45,-1 0 0,0-2-86,-46 3-4,48-7 0,0 0-135,-45 0-270,9-4-89,4-3-91,12-3 0,8-2-359,16-3-274,13-3 94,17-3 629,18-4-900,21 0-988,19-1 959,23-1 1469,16 2 0,13 1 0,-43 11 0,-1 0 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30.30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877 389 6903,'-49'-9'3148,"-4"2"-2158,-6 3-2300,-3 4 2390,-4 3-451,-4 5 181,-1 4-3388,-4 6 3117,5 5-269,0 4-857,10 3 677,7 3-372,9 1 282,8 1 0,13 1-180,8-2 180,15 0-450,11-3 578,12-3-578,11-3 1,13-4 1585,7-3-1676,10-5 0,5-4 1,5-4-91,2-6 180,1-4 1,-1-6 89,-4-3 90,-5-4 90,-9-4 0,-8-4 3031,-11-3-2761,-9-2-284,-10-1 374,-9-1 269,-8 1 541,-20-10-541,-3 13 91,-12-6 90,0 15 179,1 3 361,-3 5-721,-11 0-179,3 11 443,3 3-623,9 12 0,15 7 270,2 7-360,9 3 1383,6 4-1563,39 34 90,-10-24-841,28 23 752,-18-36-1,1-3-90,2-3 0,3-3-3233,14 2 3143,-13-8-270,8-1 106,-1-13 165,-14-6-91,12-9 0,-12-4-539,8-24 539,-9 5-363,5-18 453,-19 10 0,-4-3 180,-7-4-90,-4-2 180,-9-4-90,-4-2 180,-6-2 0,-2 0 90,-2 1 90,-1 3 90,2 7 0,-1 5 90,4 8 0,0 6 819,0 6 530,6 0 1761,25 22-2570,29 31-451,3 6-932,13 26 933,-23-20-270,-1 5 269,3 3-359,-3 1 360,20 25-450,-17-16 90,12 14-90,-25-23 90,-1-4-180,-4-2 0,-3-4 365,-3-3-1084,6 8-1,-9-15-1348,4 4 2158,-11-12 0,-7-13 0,-1 1 0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30.45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106 152 7173,'-40'-19'3418,"6"2"-1439,3 1-1619,30 0-886,38 4 705,16 2-89,35 7-90,-15 1-90,9-1-1272,1 1 912,4 0-180,-22 0 1,2 1-489,-14-2 0,1 1 668,13 0 1,-1-1-361,29-3-629,-10 0-270,0-1 1709,-9-1 0,-30 3 0,-16 0 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30.79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453 17 6723,'-59'-11'3328,"11"6"-2608,-5 9-560,15 7 380,-3 4-1,1 7-89,2 4-90,2 5 180,4 4-88,7 3-92,3 2-967,8 1 697,7 1 0,9-2-404,4-2 314,9-4 398,6-2-578,8-3 0,4-2 0,5-4 0,1-5-539,25 0 449,9-13 0,3-3 774,-4-12-954,4-16 360,-21 2-369,14-12 459,-29 5-180,-10-2 270,-7-3-90,-9-2 311,-10 1-41,-10 1 90,-6 3 89,-11 3 181,-6 3 0,-2 6 629,-3 4-270,-4 2 1,-11 20-540,14 4 89,0 21 1,28 2-90,7 5-91,10 3 1,11 2 90,38 17-851,-6-15 581,28 11-180,-11-23 0,4-5-180,3-3-179,2-5-181,-3-4-359,1-3-361,-23-8 1,1-2-540,26-2 809,-28-1 1,-2-3-2069,14-4-990,-9-3 4048,-8 2 0,-24 3 0,-7 2 0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33.15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1045 6903,'42'-6'1709,"8"-1"-1349,-5 3 90,11-3-270,8 0-1,-10 0-822,10-1 733,-13 2-2896,5-2 2896,5 1 0,5-2-420,1 1 420,5-1 0,-2 0-641,5 0 641,0 0-90,5 1 89,0-2-372,4 2 283,-1-3 90,8 4-90,-4-2 1479,7 2-1479,-5-2 90,2 2-956,-24 1 1,2 0 1044,-16 2 1,0 0-180,17-2 0,-1 1-82,-17 0 1,-1 1 126,0 0 0,0 0 0,2 1 0,0-1 0,2-1 0,0 1 0,-1 0 0,3-1 135,26-2 0,2-1-429,-18 2 1,-1 0 383,20-2 0,-1 1-135,-23 1 0,-2 1 89,1 0 1,0 0-90,-3 0 0,1 0-86,2 1 1,1-1 85,-4 1 0,1-1 0,2 0 0,2 0 0,-1 0 0,0 0 0,2 0 0,-1 0 0,1 0 0,-1 0 45,1 1 0,0-1-45,0 1 0,0-1 45,-1 1 0,1-1 0,-3 0 0,5 1 15,9-2 0,9 0 0,-7 1 228,-1-1 1,-1 0-289,1 1 0,6-1 0,-8 0 90,-11 1 0,-5 1-140,2-1 0,-2 0 185,2 1 0,-1-1 68,-7 1 1,0-1-114,2 1 0,3-1-45,20-1 0,1-1-90,-14 2 0,0 1 0,20-3 0,-1 0 0,-23 3 0,-4-1 104,1 0 0,0 1-104,0-1 0,0 1 45,0 0 0,0 0 0,2 0 0,0 0-173,-1 0 0,0-1 173,2 1 0,0 0 0,-1-1 0,0 1-169,2 0 0,0-1 169,1 1 0,1 0 0,0 0 0,1 0 0,0-1 0,0 0 106,0 1 1,3 0-62,23-3 0,1 1-268,-17 1 1,0 1 222,18-2 0,-1 0 0,-22 2 0,-2 0 0,-1 0 0,0 1 340,1-1 1,0 0-296,-2 0 0,0 0 44,2 1 1,-1-1-90,-1 0 0,1 1-245,0-1 1,0 0 244,1 1 0,0 0 0,0-1 0,0 0-414,1 1 0,1-1 414,-1 1 0,0-1 78,1 0 0,1 1-78,0-1 0,1 1-202,0-1 0,1 1 202,0-1 0,1 0 0,0 0 0,0 1 195,-1-1 1,1 0-196,1 1 0,0 1 45,0-2 0,-1 1-45,1 0 0,1 0 0,-2-1 0,0 0 45,1 0 0,-1 0-45,0 1 0,1-1-59,-2 1 1,1-1 193,0 1 0,-1 0-148,-1 0 0,0 1 13,1-1 0,0 0 0,-3 1 0,1-1 0,0 1 0,1-1 45,-3 1 0,0 0-45,1-1 0,-1 1 45,1 0 0,0 0-45,0 0 0,-1 0 45,1 0 0,0 0-45,-1 0 0,-1 0-180,0-1 0,-1 1 180,0 0 0,0 0 296,1 0 0,-1-1-296,-3 0 0,-1 0 45,2 1 0,-2-1-45,-3 0 0,-1 0-151,-1 0 0,1 1 151,-3 0 0,0 0 45,-2-1 0,-1-1 335,-1 2 1,0 1-291,44-5-90,-5 4 90,-6-1 0,-9 1 0,1 0-90,-17-1 827,2 1-647,-3-2-682,-2 2-2376,-24-7-1219,-28 2 4097,-40-3 0,8 4 0,2 4 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34.26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1 8792,'21'0'9714,"-6"4"-9354,35 17 0,-13 5-90,8 5 0,2 6-1587,1 4 1497,2 3-90,-1 2 90,4 3-90,-2-1 0,2 3 0,-2-1 0,-2 2 0,-1 0-90,0-1 90,-3 0-90,0-2 0,-5-2 90,-3-1-90,-5-4 0,-1-3 90,-3-3 347,-4-5-437,-1-3 0,-8-5 90,6-3 635,-14 0 354,10-3-1439,10-6-539,4-5 359,29-11-90,-14 0 242,9-2-511,-9 1-1,4 0 1,1-2 179,7-1-3658,3 0 3389,0 1-91,8 0-1099,-10 1 1010,4 0-99,-8 1 279,-1-1-360,-3 2 1349,0-2 0,-24 5 0,-5-1 0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35.12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118 772 6183,'36'-15'1350,"-4"0"-631,0 2-269,-7 0 629,2 2 451,1-1 4586,4 1-5846,-31 9-180,-21 2-90,-24 9 0,-10-1 0,1 0-270,-1-3-1979,-13 1 2069,36 4 90,23 0 0,28 5 1,14-1 89,-8-3-180,25 11 180,-18-7-90,24 9 0,-18-12 270,3 0 0,6-9-91,-22-13 91,13-11-90,-29-3-90,9-1 90,-14 5 0,1 1 0,-1 0 0,2-3-180,0 4-90,6-2-90,24 12-269,0 5-91,22 5 180,-8 0 1,8-5-271,6-11 540,-11-1-270,-4-6 360,-19 1-269,-1-1 359,-5-2-270,-2-2 90,-5-2 0,-1-14 180,-8 8 90,-2-12 90,-10 13 0,-6-1 0,-5 0 89,-7-1 721,-34-29-540,18 24-386,-27-18 385,32 33 451,3 4-270,-1 0-1,7 6-539,11 13 0,13 7 0,15 16 0,15 15-90,-5-6 0,11 13 90,-7-9-126,2 0-54,-1 2 90,-1-2-89,3 1-1,-3-5 90,4-2-90,-2-2 13,-3-2-13,-1-3 1,-6-2-1,4 0-180,-8-4 180,-6-15 418,-9-9-328,-5-15-11,-2-1 11,5 5 0,3 1 0,2 0-90,5 3 90,5 0-90,4-3 0,24 2-89,-3 2 179,35 11-90,-23 5-430,11 9 430,-19 3 90,0 3 0,2 6 90,-3 3-430,-2 2 340,-7 2 90,-5 0 90,-9-1 0,-5-1 180,-14 9-181,-6-11 91,-11 6 412,-3-15-592,-4-3 90,-5-2-90,-5-3-90,-20-1-360,-6-6-90,-1-4-59,7-6-121,20-5 91,4-4-451,4-2 181,5-3-361,6-3-988,3 0-631,7 0 2789,3 2 0,2 10 0,1 3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35.43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1 405 6453,'53'-10'1619,"5"0"-1169,-6-1 0,4 0 0,-9-1-181,0 1 91,-2-2-283,-3-2 103,-1 1 89,-1-2-89,-3 0-90,-3-1 90,-3-1-20,-4-1-70,-4-1 90,-6 0 0,-3 0 0,-11 0 90,-1 0-90,-7 1-1,-3 1 91,-6 1 0,-3 2 483,-7 1-123,-12 0-180,-2 4-271,-12 6-89,11 7 0,1 10 0,10 6 0,2 6-90,3 4 0,7 4 90,5 3-90,8 3 0,7 1 0,9 1 0,4-1 0,8-2-1026,3-1 936,5-4-180,6-1-90,-1-4-334,5-4 425,0-3-271,1-4 90,13-4-1079,16-4 540,-4-6-2223,12-6 1683,-22-5-450,0-5 1412,-4-4 1,-4-2 0,-3-2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35.67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3 1 8072,'-2'3'5217,"4"2"-4767,18 27 0,3-2-90,3 3-442,4 5 352,0 4 0,2 4 89,-1 2-1972,2 2 1883,-5 1 0,4 1-1359,-4 1 1269,2-3-354,-1-2 174,-2-3 90,0-2 0,-3-4-180,1-2-90,-3-4-179,0-4-14,-4-5-257,0-4 782,2-3-2311,9-2 2814,3-10-2814,8-3-719,-7-12 2878,-3-5 0,-17 7 0,-3-1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35.923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99 63 6993,'0'-20'5487,"1"-4"-2969,5 5-2158,-2 19-90,3 6 180,-7 33-270,-2-11-90,-1 11 90,6-13-90,2 2 89,6-1-89,3 0 180,25 18-180,-14-17 0,20 13 90,-15-22 0,6-2 0,0 0 0,1 0 719,21 13-539,-24-10 0,15 8-90,-32-13 179,-4-1-269,-8 6-3842,-18 6 3123,-8-3-181,-21 2-497,-2-8-223,-6-2-269,-4 0-519,-6-1-831,-6-2 3059,13-5 0,2 0 0,2-1 0,-17 1 0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36.59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28 20 8612,'-28'-16'7286,"37"13"-6836,-2 4-91,35 12-89,-11 4 0,4 1-4251,5 6 4160,3 1 1,0 2 413,1 2-413,0 1-91,-2 1-2149,2 0 2150,-4 0-90,-4-1-307,0-1 307,-8-1 0,2-2 0,-4-3 1773,-3-2-2403,-1-3-215,-2 0-5181,-4-3 7128,-32-5-3710,0-8 2842,-31-8 1,29 1-1,2 1 1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36.73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1 194 7982,'2'-14'3418,"17"2"-3148,25 2-90,11 1 0,29-3-2058,-12 2 1698,-22 3 0,1 0-359,28-5-361,1 0 1,3-2-630,1-1-270,0 0 1799,-1 0 0,-2 0 0,-2 0 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36.98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270 1 7083,'-54'7'2788,"5"2"-1978,15 5-1,4 2 271,-13 17-720,19-5-1,-6 12-89,24-10-90,11 0 0,8-2-180,10 0 0,5-2-180,35 6 0,-16-11-640,27 3 820,-23-12-270,2-4 180,1-3-3090,44-11 3630,-50-1 180,29-16-270,-71 0-1,-7-1 91,-13-1 0,-5 9 0,-5 0 338,-5 0-609,-3 2 91,2 0 3122,0 3-3931,4 0-2610,-6 0 3149,1-2 0,10 5 0,5 1 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37.70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1 113 9422,'8'-18'5936,"19"12"-5486,9 9-180,21 12 0,-18 2 0,11 5-91,-4 3 1,2 4 0,32 17-1713,-19-10 1623,21 13-90,-28-17 90,-2-2-90,-5-1 0,-2-5-240,-4-2 240,-7-4 90,-5-4 1080,-1 1-990,-15-18-1,-4-2 1159,-15-19-1158,-5-4-90,0-7 90,1-1 0,2-4 615,1 2-615,3 0-91,5 1 1,0 0-90,4 5 0,0 2-90,2 5-269,4 3-991,1 2 361,6-1-1709,0 5-6207,12-3 8905,8 16 0,-14-3 0,-1 10 0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38.40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1 303 8882,'53'1'2968,"9"-5"-8358,1-3 5570,2-4 972,-13 0-972,0-2-180,20-12 0,-18 5 0,10-7 0,-27 6 90,-2-10 0,-15 9 1008,-5-7-918,-17 11 89,-6 1 1,-7 3 180,-5 2 3564,-11 2-3204,-8 2 205,-10 5-835,-4 8 0,10 6-91,3 9 1,14 2-90,-3 17 0,10-7-90,4 12-89,12-12-91,9-1 0,3-2 0,8-1-270,15 5 270,-4-11 181,12 4-271,-13-13-90,13 0 270,4-9 0,-1-3 90,5-11 0,-20-3 0,2-6 0,-7-1 90,-5-4 0,0-1 90,-5-2 0,2-1 180,2-10-180,-2 10 270,2-6-360,-2 13 0,-1 4 0,5-2 90,1 6-90,19 2 0,-10 11 270,12 5-270,-16 7 180,1 1-90,6 11-180,-8-4 90,7 14 0,-10-15 0,-3 7-90,-2-9 90,-15-13 180,3-9-91,-1-21-178,3 1 268,10-1-358,-1 7-1,4 1 90,1 2-360,1 2 0,8 1-89,8 5-1,11 4 270,3 11 90,-7 5-90,-7 5-90,2 6 270,-15-6-89,10 5 89,-12-9 0,0 0 0,7 0 270,-1-1 89,11-3-89,-2-10 0,-2-3 0,-2-8 0,-7 1 0,1 0 0,2-1-90,0 1 0,1-1-90,1 0 90,2 1 0,1-1-90,0 2-90,2 0-270,8-1-360,5 4-1438,8-1-1440,5 4 3598,-13-2 0,-16 4 0,-17-1 0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38.55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26 18 8702,'-26'-12'3058,"33"7"-4047,14 4-1620,42 8 2609,5-1 0,-26-2 0,-9-2 0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38.91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653 295 6723,'-3'-57'2879,"-4"4"-1800,-4 7 90,-5 8-89,-3 6-91,-3 6-89,-4 6 629,-3 5-900,-23 7-89,8 10-1054,-17 8 964,13 13-90,-1 9-90,1 10-848,0 8 758,-2 6 90,10 5-45,17-13 0,4 2-46,-2 26-179,11-24 0,4 0 270,5 22 0,7 0-90,4 1 0,6-2 0,2 0-45,-1-22 0,1 1-45,11 26-423,-7-28 1,1 0 422,9 17 0,5-1 0,-3-2 0,1-3 270,17 21-450,-13-23 360,14 15-879,-18-29 519,1-1 90,-2-4-90,-2-3 90,-1-2 360,-2-2-450,0-2 270,-1-3 87,-1-2-87,-3-4 459,-1-2-999,-5-4-142,7 1-3276,-3-3 3130,14-12-791,-11-5-90,3-15-2249,-8-17 720,-11 5 3058,-2-13 0,-18 10 0,-3-2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39.093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1 291 7982,'5'-15'5397,"10"4"-5127,21 2 0,14 4-5660,5 0 5569,12-1-89,4-1 393,2-1-393,4-1-450,-1-2-180,1-2-89,-2 2-91,-2-4-1240,-4 0 1060,-5-4-46,-5-1-1213,9-12 1002,-23 7 1157,2-7 0,-32 19 0,-6 3 0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0:39.47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79 54 8432,'-39'-10'4318,"10"18"-3958,19 2-91,10 18 1,17-4-90,2 3-90,10 1 90,3 3-445,6-1 265,0 0 270,5-1-360,2-1 0,1-3-90,2-3 0,0-3-3364,20-1 3364,-15-7 90,39-8-470,-37-9 470,15-6-161,-20-5 251,-4-4 0,15-16 270,-18 5-270,4-11 90,-22 10 90,6 0 0,-22 2 391,10 0 238,-26-6 3473,2 11-2933,-9-8 1025,4 16-2105,-3 15-89,7 9 183,3 21-273,5 4 90,4 8-180,6 3 90,4 8-90,7 5 89,-1 5 1,3 7-1063,-2 4 1243,3 4-90,2 1 89,2 1 1,-4-1 0,2 0-3010,-4-5 3280,-1-2-360,-4-7 49,-1-7-49,-5-8 90,0-8-1,-5-8 451,0-6 809,-1-2-673,-11-23-856,2-1 3190,-10-22-3550,8 2-90,-1-2 69,2-1-698,3 3-1800,-2-2-1258,-5-1-1620,-4 2 5757,-24 1 0,-20 13 0,-21 7 0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10:33:40.9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35.24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1783 472 6094,'-51'-8'3508,"0"0"-2249,-3 1-360,4 2 451,-6 1 89,0 0 180,-7 2-720,-1 0 181,-4 5-1,13 0-989,47-2 0,36-3-180,38-4 270,17-3-3752,-9 1 3572,-13 1 0,4-2 0,10 0 0,2-1-697,1-1 0,1 1 652,2-2 0,-3 2-784,-18 1 1,-2 1 783,4 0 0,3 0 45,29-5 0,2 1 90,-20 3 0,0-1-180,22-2 0,0 0-227,-27 4 0,-3 1 227,0-1 0,0 1 135,1 0 0,-1 0-135,-2 1 0,-1-1 135,-4 1 0,4 0-173,5-1 1,6 1 0,-7 0 172,-2 1 0,-1-1-105,2 1 0,4 0 0,-8 0 150,24-1-270,2 0 360,-16 0-360,-3 0 245,-14 1 0,-1 0-65,11-1 472,-9 1 1,-1 1-383,2-2-90,-7 0 0,1 0 0,20-4 0,22-3 0,-39 4 0,-2 1 180,-12 1 3856,1 1-3946,-13 9 2347,-3 11-2527,-10 8 2299,-2 10-2209,15 39 90,-6-22-1212,13 33 1122,-8-34 90,0 0-90,10 3 90,-4 0-90,8 0 0,2 1 89,8 14-1345,-7-13 0,-1-1 1256,4 3 90,2 1-205,-1-2 115,-7-7 0,0 2 0,11 11 53,-13-14 1,-3-1-54,-2-1 90,-1-3-318,-5-1 228,0-4 0,12 21 90,-17-22 0,10 15-90,-22-27 2509,2-2-2419,-4-3 157,0 0-157,2 4 1148,0-2-1238,-1 5 367,4-5-367,-6-1 180,5-3-270,-2-2 0,5 1 360,-3 0-180,-12 0-90,-18-4-3392,-61 2 3392,8-6 0,14-2 0,-2-1-697,-27 3 607,-8 0 90,40-3 0,-1-1-616,-4 1 1,-2-1 615,-4 0 0,-4 0-30,-1 0 0,-6 1 0,2 0-15,-13 0 0,-2 0 45,9 0 0,-5 0 0,5 1-737,-13 0 1,3 0 736,-3 0 0,-2 0 0,-2 1 0,0 0 0,-1 0 0,0 0 0,-1 1 0,0 0 0,1 0 0,0 0 0,3 0 0,-4 1-30,11-1 0,-4 0 1,4 0 33,-13 1 0,1 1-4,16-3 0,-3 1 0,6 0 0,-4 0 0,5 0-285,2-1 1,1 1 284,4 0 0,1-1-320,3 0 1,2-1 319,5 1 0,2-1 419,5-1 1,1 1-330,-39 2 1011,15 0-1191,11-2 1512,-3 0-1512,14-2 3137,-7 0-3047,13-3 219,-1-1-129,3-3 1094,-3 0-1184,8-2 0,5-5-90,5-4 180,8-3-90,-2-2 0,3-2 90,-4-3-90,-5-4-263,-1-3 263,-6-3-90,1-2 90,-8-4-90,-1-1 180,-6-3-90,11 10 0,-1-1-1459,-28-20 1639,25 18 0,-1 0-360,-24-17 540,-2 1-540,-3-1 540,-5 3-630,3 2 630,-3 2-630,5 4 540,1 3-450,4 3 90,4 4-180,8 3 720,4 2-720,10 5 209,6 2-209,8 5 91,-8-6-1980,14 7 842,18-1-842,18 14 720,40 7 0,-12 6-2879,24 13 810,-26-3 3618,8 10 1,-29-16 0,-6-3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36.11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368 252 6004,'-32'-14'1079,"1"-2"-809,-7-3 0,3-1-1,-1-2 181,0 0 90,2 1 90,3-2 269,3 3 90,4 0 990,3 3 4228,0-2-5937,23 8 0,10 4-181,38 8 1,-1 7 180,48 9-90,-41-7 0,4 2-1520,28 6 0,2 1 1430,-11-2 0,0 1 0,7 2 0,-3 0 0,-16-3 0,-2 0-45,4 1 0,1 2 44,2-1 1,4 3-60,-4-1 0,6 3 0,-3-1-1178,14 4 1,0 1 1147,-11-4 0,3 1 0,-4 0 45,9 3 0,-4-1-335,0 0 1,3 2 289,-7-3 0,4 2 0,-4-1 0,11 3 0,2 1 22,-22-8 1,8 3 0,-2 0-1,-7-3-709,13 4 1,-4-1 686,-11-4 0,1 1 0,-4-2 0,-1 0 0,-4-2 512,-3-1 0,1 1-467,9 3 0,2 0 45,2 1 0,-3 0 436,-12-5 1,-3 0-437,39 13 270,-56-21 753,5 0-3902,-4-1 2777,11-1-3316,-5-6 1933,11-3-404,-12-6-630,6-3 2429,6-12 0,-27 12 0,9-5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36.32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1 294 5824,'12'-25'180,"-1"0"-90,3 4-90,-1 1 0,2 1-4162,3 2 4162,1 0 859,1 2-769,1 0-90,1 1 0,0 1 0,0-1 0,0 1-90,-2 0-89,3 0 89,1 0 90,-1 0 0,-10 6 0,-3 0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37.18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2116 92 7173,'-16'-16'2968,"-1"-1"-1888,-14 4-91,-1 0 0,-1 0 900,-1 3 2339,-1 1-3958,58 16-90,-7-1-705,60 15 705,-13-4-90,14 3 90,9 2-972,-37-10 0,1 0 837,3 1 0,1 0 0,3 2 0,2-1 90,3 1 0,1 1-1027,2 0 1,2 0 981,3 2 0,1-1-45,2 1 0,0 0 45,2 1 0,1-1-45,0 1 0,-1 0 0,-1-2 0,-1 1 0,1 1 0,0 0 0,-1-1 0,-1 0 0,0 1 0,-1 0 0,-1-1 0,0 0 0,-6-1 0,2 0 45,6 2 0,5 0 0,-5 0-45,-6-2 0,0 1-15,-1-1 0,4 2 0,-9-3-594,23 6 654,-8-1 0,-8-4 347,-5-3-257,9 5-90,-20-7 1124,7 3-1124,-13-5 1793,-3 0-2333,12 0-989,-1-2-90,3-1-540,6-1 1010,9-2-830,5 2 270,3-3 450,-7 1 90,-9 0 719,-10 1 810,-2-2 179,-2-1-179,0-5 449,-3-2 4228,-9-4-4857,-25 10 90,-16 0-90,-28 9 180,-10-1 359,-38 8-359,29-6 0,-2 0-907,0 1 0,-1 0 637,-6 1 0,1-1 90,-31 7 89,-6 1-179,46-10 0,-1 0-45,0 1 0,-2-1 0,-1 0 0,-1 1-45,0 0 0,-2 0 45,-2 0 0,-1 1-45,0-1 0,0 1-920,-3-1 0,0 1 920,1 0 0,-2-1-45,-2 0 0,-1 0 0,3 0 0,0 0 180,-1 0 0,0-1-225,4 0 0,0-1 0,1 0 0,1 0 0,0 0 0,0 0 45,1-1 0,0 0-45,2-2 0,1 1 45,0 0 0,0 0-45,3-1 0,-2 0-956,-17 3 1,-1 0 1135,18-2 0,1 0-225,-14 0 0,2 1-16,-20 1-29,3-1 360,2 0-272,3 0 271,1-2-269,24-1 0,-2 0-341,0-1 1,-1 0 250,0 1 0,1-1 270,-41 3 1029,33-2-1029,3 0 30,-1-1-30,1 0-360,0 0 180,-24 2 196,20-2-376,-18 2 90,24-1-90,0-1 2740,-3 1-2650,-2 0 0,-1 1 0,0 0 212,-1 0-122,-4 1-2321,-3 0 2231,-8 1 90,-3 1 68,-6 1-68,-3-1 0,-2 2 90,-3-2-706,4 2 796,3-2-180,6 0 180,8 0-91,4-2 1,8 0 90,8-2 235,-7 2-7880,15-2 7360,27-8-3762,19-1-1050,32-9 4917,0 2 0,-15 4 0,-2 1 0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39.05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48 7803,'27'-13'1888,"1"1"-1528,8 2-90,5 2 180,0 4 0,4 6-91,-5 11-89,-9 1 0,-5 3 450,-8-4-181,4 4-89,-4 0 0,2 2-180,-1-3-630,5-1-809,4-3-990,8 0 0,5 1-629,-4 0 2788,2 5 0,-23-11 0,-4 1 0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39.62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0 7083,'44'3'6476,"-9"3"-7105,-6 6-901,-3 4-1438,-1 2 2968,-4 2 0,-10-8 0,-8-3 0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40.36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 12570,'24'1'1619,"-2"0"-1349,11 17 0,-2-1-91,3 2 1,5 4-796,4 2 706,-1 1-1,5 0 91,-5 1-180,2 0 180,4-1-3949,0 1 3859,3-2 826,-1 0-827,-2-2-89,0 1-139,-3-3 229,-2-1 0,-7-4 259,-4-2-79,-4-1 90,2 0 1435,-8 0-3864,-29-6 1015,-10-10-296,-22-8-898,3-6-631,7-1 2969,-4-2 1,16 8-1,3 3 1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40.63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27 140 6993,'-16'-21'3058,"5"0"-2338,15 0-180,10 0-181,11 2-89,7 2 90,5 5-270,13 4 180,-7 9 0,-3 5 179,-16 7-179,-18 5 0,-11 3-180,-12 4 180,-4-6-180,-11 2-270,2-7-1079,-7 2-2249,4-2 3508,-1-3 0,17-5 0,3-3 0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41.01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2 7803,'33'9'3238,"9"-3"-2879,-8-6 361,-12-7 270,-21-3-990,1 13 0,0-1 0,23 14 0,2-5 0,-1 0 0,7 2 0,-5-2 0,2 1 0,0-2 0,3 3 0,0-2-7196,7 2 7196,-21-16 0,-2 5 0,-18-11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41.29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0 6813,'11'6'4947,"-4"-1"-4587,38 16-90,-12-5-4252,8-2 4162,1 2-1319,1 0 1319,2 1-247,1 0 247,1 0-1,2 0-89,-3-1 0,3 0-1465,-4 0 1465,-2-1 841,-4-1-841,-4-1-90,-2 0 0,-3-2-222,6 3-1397,-4-2 16,-2 2 343,-33-14 649,-3-1 611,-29-12 0,22 7 0,-1 1 0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41.45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7 109 6903,'-7'-11'2609,"21"2"-2609,30-1 90,8 3-795,-7 1 525,0-1 0,2 1-4059,-1-2 3880,-2 0-91,-6 0-290,-1-1 740,-7 0 0,-12 3 0,-6 2 0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41.812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38 15 6813,'-34'-12'3508,"30"9"-3328,21 6 0,21 9 180,27 11-270,-19-4-763,17 6 853,-15-4-90,-3-1 0,3 2-90,-4-1 90,-2-1-90,1 0 89,10 5-89,-12-7 90,3 4 186,-14-8 83,-6-1-359,-28-11 0,-12-5 90,-31-14-90,9 2 90,-1-4 218,11 7-398,39 2 90,0 8 0,42 5 0,22 11 0,-28-4-228,29 7 139,-40-8-91,2 0-360,0-1-2248,25 5 1618,-15-12-269,-3-4 1439,-36-17 0,-14 8 0,-4-1 0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42.04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29 116 6094,'-15'-19'1349,"5"0"-900,7-3-179,10 3-90,16 4 90,14 4-180,14 3 180,16 6-90,23 8-940,-25 2 940,6 4 0,-37-2-13,-6 0 462,-4 1 91,-1 3-91,-7 2-89,-10 1 0,-15-1 578,-21-3-848,-8-4-166,-14-3-284,-1-5-539,-2-5-720,3-5-360,13-4-1619,11-4 3418,18-2 0,6 7 0,8 3 0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42.35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9 7713,'19'-6'3508,"9"3"-3329,22 16-578,-7-2 579,3 2-90,-13-2 160,1 0-340,8 5-8,2-3-352,2 3 450,-4-4 450,-19-17 247,-9-3-337,-12-14-270,10 3 0,18 9-90,23 8-90,1 7-689,4 4 420,-11 0-181,1 1-90,-3 0-179,2-1-900,-2-1 1697,1 0 1,-20-4 0,-6-1 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44.98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209 140 7623,'-37'-8'7375,"34"7"-7285,12 6-90,29 6-4161,11 3 4161,-9-2 90,5 1 769,23 8-769,27 8-90,-16-3-1705,7 2 1705,-44-13 0,-3-2 0,-5 0 0,10 3 2592,-2-2-3132,5 2-2158,-8-3 1259,-50-6 2865,-5-3-2326,-48-7 90,-16-10 541,19 2-793,-20-7 972,31 5 90,-3-2 0,0-1 90,2 0 0,0-1 0,1-1 90,0 1 0,3-1 89,2 1-89,6 1 8,3-1-8,5 1 89,3 2 91,5 1-90,1-4 0,7-1 785,8-4-785,12 3-91,17 2 1,17 2 0,14 3 0,13 4 0,5 4 89,2 6 1,-5 5 90,-11 5 90,-22 4-90,-15 3-91,-30 4-89,-5-5 0,-14-1 180,-1-5-180,-1-3 0,-6-1-180,-1-1-360,-19-2-270,-6-2-809,-5-3-540,9-10 270,31-9-629,20-2 2338,18-5 0,2 15 0,-4 2 0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45.53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258 1 6993,'-40'8'2429,"3"2"-1800,0-1 1,4 5-90,4-1-181,2 3-89,9-1 0,1 1 0,6 1-90,5 0-90,4 1 0,7-1-90,2-1-180,4 0-270,10 4 0,8-3-179,5 1 269,18-11 270,-12-9 0,2-7 0,-13-6 0,-12 0 0,-2-2 90,-4 0-90,-3-1 270,-3-5 180,-3 1 0,-4-5-360,15 19 0,-1 5 90,14 17 0,-1-1-90,-13-14-90,-5-4-180,-15-13 180,11 5 90,15 8 0,16 5 0,10 7 90,1 2-630,1-8-449,-10-6 179,-2-7-179,-15-4-630,9 0 1619,8 1 0,-13 6 0,-2 2 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45.923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533 115 11850,'-47'4'1799,"3"2"-1529,10 5-180,3 1-180,5 1-809,5 3-1,10-1 810,-5-11 0,3-6 90,-5-13 0,-12-8 0,8 4 0,-9-4 90,4 3 0,3 2 90,-3 0 0,5 4 180,-3 0-1,-2-1 1,1 2-360,17 12 0,7 3 90,24 11-90,0 0 0,7 0-90,1 3 90,2-2 0,3 2-180,1-3 0,3 0-899,38 7-248,-29-8 67,29 4-269,-22-10 180,4-6 1349,3-2 0,-25-2 0,-17 1 0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46.47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146 77 7083,'-52'-1'3778,"17"6"-3508,-2 6-90,23 10-180,7 1-180,8 5-180,8-6-270,7 1-89,8-7 629,12-8 90,-7-12 0,3-9 270,-17-6 269,-5 1 451,-6-1-990,15 14 0,-6 4 0,21 12-90,-8 2 180,5-1-90,-4-10 0,-12-9-90,-18-6-630,6-3 360,15 7 1,19 2 359,16-1 0,-12-1 179,-8-7 181,-6-3 180,-8 3 0,-1-2 89,1 7-269,6 1-90,12 8-180,13 10 90,-4 3-384,6 6 294,-15-3 0,4 3-90,-4 2-90,-1 0-180,-4 3-89,-11 0-271,-1 1-1349,-15 12 360,-6-6-540,-13 8 2159,-15-10 0,14-12 0,-3-3 0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47.32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86 114 6543,'-31'-16'5487,"3"2"-2968,2 1-2429,26 13 0,15 2 0,27 13-90,-5-2 89,3-1-178,-14-1 178,5 1-89,-4-2 0,1 2 0,4 0-449,-4 0 359,-14-13 90,-12-3-90,-20-13 90,-4 0-90,1-1 90,-12-10 0,10 7 0,-6-5 90,6 7-360,6 3 360,22 1 0,46 20-180,5 1 180,28 11 0,-29-5-450,1-3-539,-1 0-4678,-1-1 5577,-28-14 0,-3 5 0,-28-8 0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48.34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14 318 6183,'-14'-19'2879,"21"6"-2429,8 6-91,24 10-89,4 11-90,-7 1-90,-1 0 0,-10-2 0,-2 0 90,2-1-180,3 3-270,0-3 270,6-8 0,-26-11 0,1-13 0,-27 0-90,6-1 90,-4 1 0,-2 6-180,8-7 0,3 7-90,35 6 91,12 3-1,20 12 180,-6-2 449,-3 0-179,-29-9-90,-4-6 180,-32-7 0,-1-2-450,-2 3 0,17 12 90,25 6 0,8 9-90,14 1 450,-10-5-180,-20-12-1,-4-2-358,-26-10 89,23 4 0,2 11 0,19 6 0,7 5-180,-7 3 360,6-4-90,-11-8 180,-13-6-90,-19-12-90,-10-2 180,-10 3-90,2-4-1,3 4 91,1-2 90,-2 2 0,1 2 540,-7 2-720,32 10-90,10 7 90,20 8-90,3 3-3392,-4-1 3392,-4 2 89,8 4-240,-3 0 241,6 2-90,2 2 0,1-2 0,-2 2 0,1-2 90,18 9-180,-15-11-897,12 7 897,-19-12 90,-6-1 0,7 0 2874,-8-2-2874,-14-10 280,-23-9-280,-26-17-90,-2 2 180,-1-4-180,7 4 90,3 0 0,-1-2 0,0-1 0,5 0 0,-8-10-90,12 10 1646,-2-7-1735,12 12-1,11-3-270,23-4 270,8 8 0,15 1 180,-2 18 270,1 10 270,-14 4-270,-20 6-270,-25-6-720,-29-3-1079,-2-10 450,-5-5-1979,16-6 3328,9-6 0,16 7 0,2 0 0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48.68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81 6903,'28'20'2159,"-7"-4"-1799,0 2-91,-6-5-89,4 1 0,-1-2 180,2 1-180,8 1 0,-1-1 0,11-1 0,-8-14-90,-7-11 0,-10-8 359,-13-15-179,-4 13-90,-7-8 90,0 10 719,-9-5-89,2 4-540,-5-2-360,25 17 179,4 8-179,26 15 90,20 19-90,-2-2-1067,24 14 1067,-11-10 0,7 0 0,0 0 0,5-1 0,-4-1 0,3-3 0,-4-2-180,-2-4 0,-5-4-206,-8-3-63,-5-5-901,-10-1 1350,6-2 0,-24-5 0,1-1 0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50.00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54 25 6723,'-29'-12'7736,"4"0"-7556,27 11 0,2 3-1,33 13 1,-9 2-90,6 3 180,0 2-180,0 4 90,0 3-460,-2 1 460,-1 1-180,-4 1 180,-1 0-180,-5 1 90,2-2-90,-6 0 90,0-4-90,-4 0 181,-1-5-181,-1-2-360,-3 1-4317,-1-4-900,-22-10 5577,-9-10 0,0-5 0,4-1 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50.172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1 246 6993,'26'-15'1619,"1"0"-1169,-1 3-180,4-1 89,6-1-89,6-2-3762,5-2 3582,5 0-180,8-1 18,1 1-378,7-1-179,-6 3-721,2 1-179,-3 2 1529,-5 0 0,-23 7 0,-11 1 0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50.50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19 153 6543,'36'10'2159,"5"-2"-1709,12-4-270,8-7-90,-5-1 90,-2-4-91,-16-1 1,-1-1 0,-6-2 0,0 1 0,-7-3 0,-5 0 180,-5-5 270,-16 0 89,-14-3 1,-24 5-90,-20 7-270,-16 8-717,12 5 717,2 5-90,22 2-1,6 2-89,0 3 90,6 2-90,4 2-90,6 3 90,7-1-90,7 2 0,5-1 0,8 0 90,3-1-90,6-1 717,5-2-807,4-1 0,5-2-90,1-3 0,1-1-270,1-2-449,18-1-271,4-4 451,15-6-1,-18-3 1,-5-5-810,-19-1-270,-5-2 1799,-3-1 0,-11 6 0,-2 1 0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50.823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 8342,'5'0'2519,"8"7"-2339,17 11 90,-6 2-91,-1-5-89,-4 1 90,6 1-90,0 0-90,2-2 180,-6 0-180,4 0-180,-3-2 180,-4-10-90,-2-14 90,-10-8 0,2-5 0,-4 7-90,2-4-90,-1 3 180,5-1 0,7 14 90,8 10-90,-1 8 0,4 5 0,-7-3 90,-1 0-90,0 1 0,-3-1-90,1-1-269,3 1-811,1-2 271,15-6 359,-7-13-719,0-5-180,-12-9 1439,-6 1 0,-5 8 0,-1 2 0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51.09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96 1 7263,'-29'20'2428,"6"-4"-1888,4 5-90,7-5 0,5 2-4432,2 0 4252,6-1 859,0 2-949,5-2 0,1 1 0,3-1-90,4-1 0,4-1 0,4 1 3392,2-1-3392,4-1 0,1 0 0,0-1 89,4 2 1,2-2 0,2 2 0,-1 0 0,-1-2-90,-5 2 90,8-4 90,-13 4-90,11 1-90,-21 2-1,-2 3-358,-17-2-271,-18-1-629,-15-2-271,-14-3-89,-6-6 630,3-7-1920,8-3 1110,10-6 1709,7-2 0,14 5 0,2 0 0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51.36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28 2248,'46'-12'3058,"1"3"-457,12 2-2151,-2 9 0,-9 3-2911,-7 6 2821,-13 1-90,-2 1 981,-2 3-1072,-5 1 797,-3 0-706,-5 0-90,-3 6 65,-7-1-65,-6 3 3482,-13-6-3572,-16-7 0,-7-6 0,-12-9-90,4-6 0,10-2-90,3-2 0,15 1-90,1-1-450,8-2-449,3-7-540,12 1-990,5-5 2609,13 7 0,-8 8 0,1 4 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51.62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 9242,'48'9'1439,"-8"-1"-989,13 16-1021,-16-6 661,13 9 180,-4 6-270,-11-8 90,4 8 0,-17-12 90,-2-2 513,-1 3 1916,-2-4-2485,-16-13-34,0-7-270,-11-15-989,6-21 742,11 14-473,-2-15-269,8 20-990,1 1-719,5 2 2878,-1 2 0,-6 7 0,-3 1 0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51.963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678 99 6723,'-24'-23'3418,"-1"1"-1979,-4 5-359,1 2 629,-1 3-450,-14 2-719,-10 11-750,1 5 750,-4 11-361,15 3 181,-2 5-180,1 4-180,2 3 180,5 1-90,-6 3 0,12 2 90,-2 2-90,12 0 90,8 1-203,4 0 113,7 0 0,7 0-1,3 0 1,5-1 0,5 0 0,2-1-90,7-1-296,2-1 386,2 1 179,37 32-179,-25-23-353,24 23 353,-33-33-90,-2-2 0,1-1 279,-2-1-279,-3-1 0,-2-2-90,-1-2-90,-5-2-90,6-3-89,-14-4-631,11-1-1259,-11 0-2674,6-3 2944,-17-14 2169,-10-12 0,-4-2 0,-4-1 0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52.12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1 218 8252,'38'-6'2609,"15"0"-2339,13 0-1572,-1-1 1482,0-3-90,-11 1-3633,1-3 3274,3-1-91,0-4 256,1-1-615,-4-3-810,-2 0 1529,9-13 0,-31 18 0,3-6 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52.342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 8072,'38'32'3778,"-13"-8"-3238,15 17-90,-13-10-1,3 4 1,1 3-180,2 3 270,14 21-1270,-10-16 910,11 15-90,-15-21-207,0-3 27,5-3 90,-9-2 0,5-4-360,-7-3 0,-1-3-270,2-3-809,-6-3-360,10 0-719,-3-4 2716,8-8 0,-17-1 1,-4-7-1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52.58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0 150 6543,'8'-22'2519,"2"5"-2159,10-9-1,0 11-89,10-4 0,-3 7 180,44-5-360,-24 7 180,34-1-90,-14 11-1,-18 2 1,13 3 0,-25 3 0,-2 2 0,-5 3 90,-5 1 0,-5 2 179,-6 0-89,-10 10-180,-11-8 630,-33 16-540,11-19-91,-25 6 91,22-13 0,-22-1-810,-39-6 181,13-6-271,-9-5-1169,38-10 540,24 5 1259,6-12 0,12 17 0,9-4 0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52.97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 6183,'25'17'2159,"-3"0"-1529,-8 2-90,-1 1-181,-1 1 91,3 0-180,-1 0 180,17 9-270,-8-8-90,12 4-90,-11-11 0,1-2-180,7-1 180,15-6 0,0-7 0,12-18 0,-20-2-90,-4-7 90,-13 7 0,3-6 0,-7 6-90,3-3 0,-6 8 0,6 2 90,12 9-90,-2 5-90,8 12-90,-6 1 90,2 3-180,5 2-179,17 10 359,-10-6-90,15 6 0,-6-4 270,-13-8 270,13 6 719,-22-12 1,4-7 89,-18-10-89,-3-12-1,-16-7 630,-12-9-1259,1 10-2339,-12-6-2248,5 17 4227,-9 2 0,13 5 0,-3 3 0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02.38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229 2 6993,'-59'-1'3238,"3"3"-2788,7 4-180,12 7-90,17 2 89,12 7-89,10 3 90,16 7-90,-1-6-90,7 2 90,-3-8-90,2 1 0,1 1 0,5 1 90,10 11-180,-4-7-175,8 8 265,-9-9-90,-3-1 90,1 1 0,-3 2-90,-1 0 90,6 17-90,-12-11 90,5 12 0,-11-3 0,-3-10 0,0 6 0,-11-13 90,-1 6-90,-8-8 0,-6 4-90,2-9 180,-7-4-180,-10 5 444,5-7-264,-23 5-90,11-7 90,-12-2-180,-4-5 0,0-4-360,-2-5 270,43 7 90,11 4 0,32 7 0,0 2 90,-6 2-90,1 1 0,1 4 0,6 1 0,-1 3 90,1 1-90,-2 2 90,-3 1 0,-1 0-90,2 0 90,-4-1-1,3 0 1,-1 0 90,2 1-90,-2 0 90,2-2 0,-2 2 0,-1-2 90,0 0-90,-2 0 90,0 0 179,12 9-269,-13-8 90,13 5-90,-18-11 90,5-1-90,-4-1 0,2-2-1,-2 0 181,10 4-270,-9-4 0,9 5 0,-13-9 0,2-1 0,-3-1-90,7 5-360,0-5-719,5 8-720,-3-6-1079,0 5 2878,1 12 0,-12-19 0,-2 9 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54.24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1 17337,'8'31'720,"0"-4"-540,-5 6-90,4-4-1,1 2 1,2 2 0,3 1-90,2 2 90,3 1-90,4 0-207,1-1 207,2 0 0,0-4 0,-2-1 0,0-3 73,-2-2 17,0-4-489,-3-3 309,-3-1-360,5 1-4227,-10-2 2553,-18-7-214,-18-8-721,-12-9 3059,-6-1 0,27 4 0,0 2 0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54.41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1 231 7713,'13'-21'2068,"3"3"-1618,15 1-90,3 5-90,4-2-90,10-1-813,3 0 813,9-1-180,4 1-270,3-1-851,5 3 491,-2-1 0,0 3-89,-1 1-630,-4 2-181,0 0 1530,-7 4 0,-24 1 0,-11 2 0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54.692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188 0 7443,'-55'4'4047,"2"4"-3507,13 6-270,12 8-180,17 0 0,14 3-90,9-5-90,8 0-90,6-1 0,10-1-369,6-2 189,5-2-513,7-2 513,-1-1 0,3-3-179,-4-3 269,19-3 180,-5-6 410,6-5 310,-25-7-271,-31-8 631,-32-1-540,-11 2 89,-15 3-89,6 6 90,-3 1-181,-2 2-89,0 2 270,0 0-186,-11 0-1253,4 2 1030,2-2 0,21 6 1,13-2-1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54.96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0 8162,'18'22'1529,"-3"-4"-1349,5 5 90,-5-5-180,4 3 90,-3-1-90,3 1 0,-3 0 0,1-2-90,-3-1 90,1-2 180,-1 2 1529,-3-3-1619,-16-9-1,-3-10 1,-11-11-180,9-12 0,10 7-269,6-7-91,5 7-180,4 1-180,3 0-89,5 2-181,2 2-629,3-1 1619,3 4 0,-13 4 0,-2 3 0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55.18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338 0 7803,'-50'13'2968,"3"2"-2069,10 3-269,0 4 90,-2 4-271,4 4-89,5 1-90,4 2 0,8 1-90,4-1-90,10-2 0,7 0 0,9-3-90,9-3-360,22 5 180,-6-11-1598,18 2 1508,-11-13-90,6-4-623,5-5 443,4-4-89,1-7-541,31-16 361,-25 2-734,20-13 733,-32 7-359,-5-3-90,-4-2 1259,-8-2 0,-5-1 0,-7-1 0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3:55.502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77 13 6813,'-34'-13'5397,"6"17"-5037,15 2 0,11 20-180,23 4 89,-7 4-89,13 5 90,5 26-2093,-3-13 1823,10 20 90,-12-21-90,1-1 90,9 15 0,-12-17-495,12 7 405,-15-24-90,3-4 0,-2-5-180,-3-5 90,-1 2 2107,5-16-1927,-6-3 0,7-16 0,-10-6 90,3-1 90,4-11 89,2 10 483,-2-6-572,1 11 269,-8 3-269,23 8 0,-6 6-90,17 10 180,16 10-180,-10-2 0,17 8-90,-19-7 90,4-1-180,-3-1-548,4-3 278,-8-1-523,-3-2-1276,14-4-629,-2-8 2788,9-8 0,-33 3 0,-11-3 0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18.22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89 1 8882,'-46'3'4497,"21"4"-4047,8 15-90,21 5-90,5 6 0,5 4-1,4 4 1,5 4 0,4 2-2398,5 5 2398,5 0-90,1 4-202,2 1 471,1 0-269,-1-1-538,-2-1 538,0-2 90,-5-2-90,0-3 0,-6-3 0,-1-3 0,-2-2-2114,-9-5 2024,3-2 0,-8-4 1506,0-4-1506,-1 4 143,-6-3-502,-2 3-61,-5-7-1020,-10-5 2943,-4-4-5370,-39-1 2877,11-10 1,-14-2-1,20-11-359,10-4-180,2-4 1439,-5-5 0,2-3 0,-3-2 0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18.46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54 370 6183,'-21'-45'1260,"4"3"-900,7 4-91,5 2 91,6 4-90,4 2-90,6 4 90,7 2-90,4 3 0,5 2-90,7 2 89,10 6-3481,1-2 3482,10 6-90,-5 0-698,4 6 698,-1 2-385,0 5 385,-3 2 0,-6 4 0,-3 2 3036,2 11-2946,-15-4-1,1 8 981,-20-8-980,-7 1 729,-15 10-729,-20 0-90,-3-1-558,-10-6 558,9-11-270,3-1-270,-12-2-989,-6-3 90,1-9-450,14-8 539,29-11 1260,15 1 0,5 6 0,-5 7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18.80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279 0 7443,'-59'1'3418,"1"6"-2968,15 4-91,4 8 1,17 0-90,1 2-90,5 0-5661,3 2 5751,8-2 1229,2 1-1499,10-1 0,1-2 770,6-2-950,5-3 0,2-1-90,5-2-360,1-1 1,16-2 539,7-6-360,0-4 270,-2-6-180,-15-3 1,0-4-361,14-19 630,-18 10 3392,7-13-3212,-21 17 180,-6-5 1349,-9-5-810,-10 6-629,3 16-180,-2 22 0,15 11-90,2 5-90,4-8 1,2 0 89,4-1-360,1-2 180,5-1-360,1-2 361,4-3-1081,0-3-898,18-2 2248,4-8 0,-13 1 0,-8-5 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18.99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169 6 7083,'-45'-6'2878,"9"11"-2788,0 7 90,16 9 0,10-1-90,2 0 0,1 3-90,1-1-90,6 1 0,2-1 180,5-1-360,3-2-90,5-2 270,14 3-269,-1-5 89,10 1 0,-6-6-90,3-1-180,2-2-179,19 0-181,5-2 900,12-2 0,-30-2 0,-13-2 0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19.523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68 0 7982,'-34'14'540,"7"1"-1709,21 2 1169,8 0 0,5-8 0,-1-3 0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19.85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189 79 6993,'-33'-16'2968,"2"1"-2158,-2 3 269,5-1 1170,1 2-360,2 0-1529,18 16-180,3 10 269,12 13-359,2 5-2437,-3-3 2436,2 4 91,2 4-264,-1 4 174,3 2 0,3 3 90,-4 1 0,15 23-180,-6-17-375,11 16 375,-6-25 0,-2-2 90,2-3-244,-1-3-26,1-3-359,9 7 89,-11-12-90,8 4 1639,-13-15-2718,3 2-4825,-1-5 5184,-15-16 1414,-3-3 1,-11-10-1,4 7 1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20.04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152 41 6633,'-4'-24'4498,"-16"7"-4049,0 18-89,-8 7 0,6 14 0,8-1-209,-1 4 118,4 4 1,1 0-90,10 2 0,-8-3 0,11 1-90,-5-3 0,9-1 0,11 8-90,0-11-180,8 5 90,-3-13-360,3-3-330,4-1-839,21-4 449,9-8-539,2-3-539,-4-8 2248,-16 0 0,-19 5 0,-5 1 0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20.41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77 7 10321,'-35'8'2609,"8"3"-2340,13 7-269,14 4-4161,3-3 4071,10 2-90,2-6 860,3-1-860,4 0-90,1-1 0,3-1-90,3-2-449,1 0 3301,12 0-3121,4-4 89,7-3 180,-8-8 180,-5-17 270,-21-5 0,-8-4 180,-16 5 0,-3 7 90,-3 0 89,-1 2 631,-3 2 359,-3-1-540,0 1-809,15 15 0,10 2-90,16 24-90,0-9 0,-1 5-179,-2-8-1,3 0-810,11 2 181,7-1-181,12-4 631,4-10-91,-12-6-3392,-3-8 3393,-13 0-637,-2-4 277,-1-2 899,-4-2 0,-9 9 0,-4 1 0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20.81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619 50 7892,'-28'-8'2699,"8"6"-2339,-5 16-90,11 7-1,2 5-89,4 2-90,0 2 0,7 1 0,3 1-90,7-2-180,4-2-894,5-1 805,3-4-110,4-2-160,9-2-3001,-3-4 2641,5-4 239,15-4 210,-12-7 90,15-5 1,-18-7 89,0-5 90,0-4 180,-2-2 0,-4-4 90,-4-2 0,-7-2 180,-4 0 89,-5-1 668,-6 1-488,-3 0 1,-6 3 90,-2 3 102,-3 3 618,-2 3 4356,-4 1-5526,-1 23 0,9 31-90,4 4-90,13 23 344,3-23-433,5 3-1,4 2 90,2 1 0,22 25-1068,-10-16 1158,15 18-90,-19-23-12,-1-1 102,-2-4 0,-6-2 90,-3-4 270,-12 7-271,-8-13 181,-12 5-90,-11-16 90,-9-3 0,-13-3-1,-9-3 1,-7-3-90,-12-3-90,-4-5-1031,-9-2 941,-5-6-354,0-2 264,-2-4 0,4-3-180,1-3-525,6-3 345,6-2-90,7-1-179,10-1-181,11-2 27,10 1-297,12-1 1,15 0 0,7 1 776,14 0-1046,9 2-540,8 1-449,7 1 2338,4 1 0,-17 10 0,-2 2 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21.13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0 226 8612,'63'5'3508,"-6"-1"-3058,-5 1-360,8-5 0,-9-3 0,0-4-180,18-15 90,-29 6 0,23-12 0,-37 10 0,-7-1 90,-7 1 90,-12-1 539,-5-5-269,-30 2 449,12 1 91,-27 4-361,9 11-89,-26 17-450,21 6 90,-5 14-90,30-3 0,5 3 0,5 2-90,8 15 0,4-13-90,11 8-180,3-16 0,7-1-90,6-4-89,4-3-91,7-4 180,2-3-3751,5-5 3211,4-6-179,0-3-3615,24-12 1546,-19 1 3108,15-11 1,-45 14 0,-5 0-1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21.382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35 1 10411,'-20'18'3148,"7"5"-2608,12 1-270,7 3-180,8-5 90,4 3-90,7 1 0,7 4-1,2 0-89,8 2-1883,2-2 1972,5 0 181,2-1-456,-1 0 546,-3-1 180,-2-1-90,-7-2 89,-1 0 1,-7-2 0,-6 0-1,-6-3 181,-6 0-450,-9 4 785,-9-2-2854,-19 2-784,-14-7-925,-25-6-1439,9-7 4947,-8-7 0,38 0 0,4 0 0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22.54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185 318 7353,'-49'3'5757,"-11"0"-181,4-1-5126,36-4-180,39-3-90,42-2 0,27-2-1705,-3 3 1615,15-2-45,-45 5 0,2-1 0,2 1 0,3-1-1429,3 1 0,2 0 1429,0 0 0,1 0-682,3 0 1,0 1 591,2 0 0,-1 0-45,2 0 0,0 1 0,-1-1 0,0 2-90,0-2 0,-1 1 0,-1 1 1,-1-1-46,-3 1 0,-1-1 0,-3 0 0,-2 1-45,-1 0 0,-3-1 90,-6 1 1,-1-1-271,42 1-90,-20-1 270,2 1 180,-28-5 90,-29-3 842,-29-2-752,-36-3 0,-5 0 0,-7 0 45,9 2 0,-6 0 89,-3 0 1,-2-1-135,-2-1 0,0 1 0,5 1 0,5 0 1045,-20-3-955,9 1 0,7 1 0,10 3-180,-2 0-90,15 0 0,26 1 90,31 2 0,41 2 0,-2 3 2407,0 1-2317,-13 4-90,-2 0 180,24 7-1,-19-1 1,14 5 0,-24-3 90,-5 2 810,-2 0-810,-7 1 0,-2 0 90,-9 1 179,-4 0-179,-6 8 462,-10-1-732,-5 5-450,-5-5-719,0-3-1530,1-1-809,2 2-1439,7 1 4857,5-1 0,2-9 0,1-4 0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22.85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428 0 8342,'-46'6'2879,"3"2"-7730,10 6 5660,-2 3-179,-5 4 1156,0 4-1246,-1 3-180,4 4 90,3 1-91,6 1 1,5 1 180,7 0-360,6 1 180,9 0 624,7-1-984,8-2 0,7-3-90,9-2-146,11-2-33,2-3-1,10-3-90,-1-2-90,5-4-90,0-3 2313,4-4-2312,-3-3-181,4-3 195,0-4-285,-2-2 1,-4-4-368,-5-1 367,-5-3 181,-4-3-1,-6-1 315,-5-3-585,-6-1 870,-6-1 30,-6-1 0,-5 9 0,-6 4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23.08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32 235 6453,'-10'-26'990,"1"2"-630,3 1-91,1 3 271,3 1-270,7-4-360,5 5 270,7-3 88,5 8-88,5 1-90,3 1 90,6 2 0,3 1 180,3 3-180,24 3 0,-17 2 89,16 4-89,-22 3 90,-3 3 0,2 2 90,-3 2 989,6 22-989,-21-13 90,-4 18-91,-27-19 91,-6 0 181,-9-1-271,-4-1 629,-42 12-809,23-13-396,-30 9 396,34-19-360,-17-2-629,1-4 98,-9-9-188,19-4 0,11-7-91,19-1 195,5-3-555,8 0-808,7-2-631,4 2 2904,5 0 1,-6 10 0,2 4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23.423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2 6723,'45'-1'5397,"-7"6"-4947,0 7 179,-11 6-359,-3-1 180,-3 2-360,2 0 270,-6 2-450,-1 0-90,-3 0-360,3-1 1,-5 3-721,3-2 1260,-22-17-90,5-5 0,-12-20 90,8 1 90,3 0-90,2-2 90,4 3 90,2 0-90,7-3 0,4 3 180,12 2-90,13 10 0,-3 8-90,9 8 180,6 13-181,-10-1-89,12 10-201,-19-6 291,-2-1-90,-5 0-83,0-2 83,-3-1-270,3-3-539,0 2-1170,2-5 899,6-13-70,-10-8-739,2-15 1889,-6-3 0,-4-3 0,4-2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23.713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413 1 8252,'-55'11'2879,"1"3"-1980,16 4 181,-4 5-1328,2 6 968,-1 4-91,3 7-89,4 2 90,6 3-91,6 1 1,9 0-180,5 1 0,11 0-91,5 1 91,10 0-3811,4 0 3720,7-1 1,0-1 503,8-3-593,1 0 0,7-2 0,1-1-90,2-3 0,0 0 0,0-3 0,-7 1 0,6 2 89,-5 0-89,4 1 0,-3-1-90,-5-2 90,8 15-270,-16-12-179,5 12-164,-19-17-106,-5-4-91,-2-2 278,-6-3-277,1-1 1975,-3-4-1256,2 2 0,-1-10 0,-1-2 0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23.92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37 92 7713,'-37'-13'7016,"44"7"-6926,16 6 89,32 4-942,-2 3 853,-7-3-90,3-1 0,2 0-180,3-2 0,0-1 90,-2-2-1079,21-3-289,-15 0 559,8-3-2839,-21 0 2659,-11-1-540,-3-2-540,-3-3 2159,-7-2 0,-9 7 0,-6 1 0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24.11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21 17 7173,'-20'-16'7915,"39"28"-7645,-8-5 270,53 43-180,-7 0-180,1 3-1241,-2 2 1151,-17-13 0,14 18-180,-12-12-180,6 12 90,-15-21-450,-4-4-89,-1-1-91,-2-5-179,-3-3-3144,3 3 4133,-6-7 0,-4-5 0,-7-9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24.29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0 9152,'40'14'2338,"-3"-2"-1978,-10 4 0,0-1-4342,-2 0 4252,2 1 770,0-1-860,1 0-91,-1 1 1,-1-2-90,2 0-449,-3-3 2941,10 4-4920,-5-3 2428,3 3 0,-16-9 0,-6 0 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24.45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10 10321,'24'-6'-719,"5"2"-1440,22 13 2159,0 2 0,-23-5 0,-6-1 0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24.67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288 1 6515,'-54'12'4317,"12"0"-3327,4 8-91,13 0-89,-3 2-180,4 5-91,-1 1 1,6 3 0,1 0-181,9 1 1,4-1 102,6 0-282,8-1 0,4-1-90,10-2-90,2-2 0,6-2-90,7-3-90,-1-4-90,4-2-89,-1-3-91,2-3 0,5-4-463,0-4 103,5-5-89,-1-3-181,5-4-89,-1-4-270,-3-1-360,1-4-540,-7 0 2339,1 0 0,-5-3 0,1 0 0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24.91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47 12 9062,'-28'-12'7645,"14"13"-6835,9 5 0,15 15-91,1 2-179,2 5 0,5 2-91,4 3-89,3 2-536,4 2 715,1 2-269,1 1-90,15 19 0,-12-13-90,13 12-451,-18-20 361,2-2 0,-5-3-171,1-3-98,-3-3-181,-1-3-180,-3-2-179,2-3-1260,-5-3-2159,4 1-3867,2-5 8173,-5-12 1,-2 3 0,-11-12 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25.082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16 10051,'33'-11'6656,"21"6"-8280,3 5 2254,26 5-181,-14-2 1,17 2-3040,3-2 2770,4 1-180,2 0-147,1-2-393,-2 0-89,-3-2-900,-4-2-270,-5-1-1799,-10-1-1439,-10-2 5037,-11 1 0,-23 1 0,-9 1 0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31.14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58 10141,'52'2'3598,"-4"-1"-2878,16-1-450,0-4-5571,9 1 5751,2-3 179,-2 1 1680,-4 1-2219,0 1-90,-8 0 1129,5 1-859,-7 1-360,-3-1-270,3 0 2673,-11-2-12144,5 1 9725,-32-6 0,1 6 0,-27-4 1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31.39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62 6453,'1'1'7556,"9"-1"-7196,61-1-180,-1-3 179,-10 0-891,1-3 712,-17 2-360,1-1-478,-1 0-871,11-2-630,-2 1 2159,5-1 0,-27 4 0,-11 1 0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31.86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0 191 7083,'9'-23'2429,"5"4"-1890,4-1 1,5 6 0,4 0-181,4 0 1,3 0 0,1 1-90,5-1 0,1 2 0,-1 1-180,1 3 269,-1 1-89,10 2 90,3 3-180,9 6 0,-17 4-90,-7 7 90,-17 4 89,-9 4-179,-5 2 360,-22 19-563,2-11 293,-14 15 0,5-16 0,0-1 0,-2-2 0,1-2-90,3-4 0,5-2 0,1-3 0,4 1-90,1-2 0,17-1 90,15-6-90,19-6 382,7-5-292,12-2-90,-1 1 90,5 0-1169,-4 1 1079,-7-1 0,-23 1 0,-9 0 0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32.35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79 9512,'24'-14'2788,"5"1"-2518,24 2-180,0 1-4162,9 0 4072,0 1 0,1 3 860,0 1-860,-4 5 0,-8 3 0,-7 7 0,-12 5 90,-11 3 3302,-10 1-3302,-8 1-180,8-3 90,11-2 0,26 4 0,-5-8-90,8 6 0,-22-5 0,0 3 0,-2 1 90,-1 1-90,-4 2 90,-1 9 0,-11-6 0,-2 7 90,-13-9 0,-5-1 90,-5-1 0,-8 0 179,-2-3 271,-26 2-270,12-4-90,-16 0 359,15-4 271,-18-2-361,1-1-2427,-6-1-3959,6-4 5847,42-5 0,-5 1 0,32-3 0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32.56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0 7713,'43'6'1079,"5"-2"0,-20-2 1,-2-1-1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32.95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89 7713,'12'-19'3687,"5"-1"-3057,13 4-180,14 0-90,14 5-180,12 5-90,-12 5-563,-1 5 563,-19 4 90,0 2 179,-3 4-269,-3 4 270,-7 2-270,-8 4 270,-6 1-270,-9 3 0,-1 0 90,-12 1 269,0 0 384,-10 0-383,-2-1-3662,-2-1 3481,-1-2-89,0-2 0,4-2 0,-1-2 180,4-3 90,2 2-1,-1-3-269,19 1 3212,9-4-3751,25-3-271,17-4-180,3-3-989,11-4-899,-4-3-3482,2-6 6180,-11 2 0,-21 2 0,-16 4 0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33.15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10951,'25'10'3868,"7"0"-10075,16-9 6207,-7-2 0,-15-1 0,-12-2 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33.44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6 6723,'32'-5'7466,"-3"12"-6657,9 8 181,-10 10-91,-4 0 91,2 2-181,0 4-559,5 3 470,-1-1-180,1 5-1,0-1-3911,-1 4 3732,-1-2 89,0 0 707,-5-1-796,3 0 0,-4-1-1,-2-3-89,6-1-90,-6-3-2145,5-5 2235,-8-1-219,-1-4 39,-1-1 1675,4-2-3833,-4-1-7763,14-4 9748,-19-14 0,7 2 1,-18-9-1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44.44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0 11131,'29'21'2338,"-7"-2"-1888,-10 12-90,-5-2-90,5 6 0,-1 2 89,6 5-89,3 4 270,12 26-1194,-8-14 923,7 19 1,-10-23 0,1 0-572,1-2 662,-1-3-3106,1-2 3016,-2-4-91,-1-3 21,-2-3-110,-1-2 90,0-4-90,-1-3 579,-2-2-580,-2-4 351,-2-3-530,2 2-4743,-3-2 4833,-14-2 0,5-7 0,-13-5 0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44.64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2 195 6903,'-1'-15'4228,"11"3"-3509,40 1-359,-6 4 270,20-2-450,-14 2-3962,9-1 3961,4-1-89,2-1 492,5 0-492,-1 0-90,3 0 180,0 0-540,-4 0 1,6 0-181,-10 2-1298,4-1 1209,-7 1-361,-4 1-3237,-6 1 4227,10 2 0,-32 1 0,5 2 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44.96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80 1 11311,'-16'15'2338,"-3"7"-7908,4-5 5660,-1 7 0,9-6 1319,3 3-1319,2-1 679,3 0-769,1 0-90,6-1-90,4-1 0,4-1-269,3-2-1,14 2 3482,9-4-3392,17-4 270,5-9-3302,-11-6 3302,-8-5-970,-17 0 1060,-5-1 89,-2-1 271,-4-1 180,-4-7 90,-18 0 2956,1-5-2957,-18 5 1407,-2 2-1496,-5 5-540,-7 3 0,17 6 0,2 1 0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45.29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5 9781,'40'-3'3149,"-9"2"-2880,14 10-89,-12 0 0,-2 3-90,2 1 90,4 3-90,-3 1 0,3 1 180,-4 1-270,-2 0 270,-2 0-360,-4 0 360,-4-2-360,-4 1 270,0-3-180,-10 4 1079,4-4-539,-32-1-360,1-14-91,-20-9-89,12-6-89,-1-16-451,18 13 90,0-19 0,15 18-359,8-4-91,2 7-539,4 1-4677,12 1 6116,-2-3 0,-3 9 0,-11-1 0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45.55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576 7 8162,'-54'-6'5307,"0"6"-4677,4 4-90,4 8-91,8 3-546,1 6 457,-1 3 0,-2 3-90,3 2-90,-1 2-1,4 0 1,3 1-90,3-1 0,6-1-90,5-2 150,8-1-150,6 5 0,9-8-180,2 3 0,7-11-179,4-3-1,5-1-14,5-3-256,6-1 1,23-4-91,-10-4-89,17-4-900,8-10-299,-17 0 209,17-7-450,-24 2 1525,-5-1 0,-17 9 0,-9 2 0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45.90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 45 6903,'-10'-20'5667,"1"-1"-5217,20 17-1,-2 7-89,18 22 0,-11 10-90,7 9 90,0 7-826,5 7 645,4 4 1,-2 2-916,3 2 826,0 0 90,1 0-90,1-2-2935,-3-3 2935,1-4 0,-7-4-210,1-7 120,-2-3 0,-1-8-90,-2-4-90,-4-7 346,-2-4-436,-1-1 917,0-18-737,-1-5 3411,-1-19-3321,12-40 90,-10 22-117,11-25 207,-11 34 0,-1 5 0,2 3 180,-3 4 719,7 1-89,32 16-631,-8 2-466,24 17 377,-22 4-91,-3 3 91,2 3-180,-4 1 315,1 0-405,-2 1-180,-1-2-569,-2 1 29,-2-3-179,-4-2-720,-1-3-270,-5-1-1529,-1-2 3418,-2 1 0,-11-9 0,-2-1 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52.61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264 0 7263,'-47'8'2339,"2"0"-7100,4 0 6290,3-1 1139,-6 3 120,6-3-1299,27 7-859,28-7-2538,45 3 2267,-2-5 1,6 0 1934,-17-2-2024,3 0-90,3-1 90,1 1-584,2-1 494,1 0-90,3 1-2054,0 0 2054,3-1 0,30 0 1256,-19-2-1346,21 0 89,-25-2-89,-1-1 0,1-2-1655,0 0 1745,-5-1-90,-3 0 32,-7 0-121,-6 0 1780,10 0-2950,-16-1-1324,8-1 604,-52 3 2673,-15 4-5642,-41 5 5083,-13 1 1,32-1 0,-2-2 0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52.84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303 238 6273,'-60'-3'2519,"1"1"-1170,-7-1 900,9 0-990,0-2-989,53-2-90,29-1-90,30 0-634,8 1 633,-13 1 1,5 0-3301,-1 0 3301,5-1-180,-1 0-1472,1-1 1382,0-1-375,-1 0 196,-2 0 89,-2 0-270,-2 0-719,17-4 809,-18 1-359,7-2 359,-20 4-360,-9-2-989,-2 1 1865,-3-5 1,-11 8-1,-2-2 1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53.08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43 49 6813,'-30'-14'6297,"18"0"-6118,25 4-89,30 1 0,14 8-2696,5 0 2696,-6 5 90,7 0-189,6 2 99,6 3 90,4 0 0,3 2 0,7 1-1040,-1 1 1040,2 2 89,-8 0 1,-4 3 90,-11 0-369,-9 0 279,-12 3 1665,-11 1-1665,-15 4-90,-9 2 913,-14 1-913,-8 2-90,-14-1 0,-5 0 1289,-9-1-1739,-25 8-719,-12-2 269,1-3-181,4-7-88,28-13 0,2-1-2609,2-3 3688,-5 0 0,23-5 0,-1 0 0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53.52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39 7892,'20'-15'4768,"0"2"-4408,19 3 179,-9 9-4610,20 7 4251,-11 5-1,9 3 115,37 26-204,-31-13-571,27 21 570,-39-19-174,-15 0 175,2 0-90,-14-1 2743,7 1-2743,-18-6 0,8 5 1204,-16-8-1204,1-11 957,5-11-957,-5-16 71,9 0-71,2-5 0,13-8 0,-3 4 179,9-4-269,-5 12 270,1 4-180,-1 2-90,6 0 270,6 5 0,17 8-90,-11 6 0,10 10-1225,-22 1 1225,6 4 0,-3 3-440,0 3 440,-3 1-163,-2 1 163,-3 0-180,0-1-90,-2-2-90,-2-2-179,-1-4-631,-2-3-3977,3 2 3168,6-19 2014,-8-1 0,-1-9 0,-14 2 0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54.66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1 107 6813,'23'-4'2878,"6"9"-2518,0 10-90,2 6-90,-8-3 0,1 1-90,1 0 90,2 0-90,-2-2 0,1 0-90,-3-2-3302,-1-1 3392,13 0-1,-2-3 1,12-6-90,-2-12 0,-9-6 90,-4-5-90,-8 3 270,3-3 450,-4 2 3391,4-2-4021,2 13-180,2 6-89,7 14-181,1 2 90,1 1-180,0-2 1530,-1-3-991,-14-14-268,9-1 89,5-5 0,4 7 90,9 6 180,-15 5 899,5-3-989,-18-15-90,3-4-90,-13-15 90,3 4-180,6 3-270,6 5 360,7 12 90,-1 6-90,-1 11 0,-4 4 90,-5 1 270,0-1-629,-29-14-91,11-8-90,-9-9 270,37 4 90,5 7 90,18 12 0,-19 0 0,-2 4 90,-1 1 90,9 3 90,-2-2-90,-5-14-90,-22-14 0,-11-10 0,-8-3 90,0 4-90,-1-2 90,-4-13 0,3 7-90,-2-9 180,7 11-90,1 2 180,1 2-180,3-3 90,0 5 90,12-2-91,17 14-89,19 16 0,-3 6-300,1 12 300,-21-4-90,-3 4 90,2 3 269,3 4-3141,26 24 3052,-15-10-180,17 15-310,-22-20 490,0-3-262,-1 1 262,-4 0-90,-5-2-1710,4 10 1800,-7-12 0,2 7 1924,-12-17-1744,-3-2 658,-3-2-659,-4-2-160,-30-10-469,-3-11-539,-45-31 359,28 4 2827,-8-16-2917,26 12 90,7-3-90,0-1 1,7 0-451,9-25 630,6 23-89,13-18-1,7 31 90,3 0 90,5 4-90,-1 1 180,6 3-3324,-4 1 3234,1 4 270,2-2 1439,-3 2-401,-4 12-769,-24 10 1,-10 9 0,-18 4 0,-3-6-180,-1 0 0,-8 0-90,4-2-270,-22 5-270,18-7 2852,-13 2-5640,5-7-2608,-1-6 5846,9-10 0,11 4 0,22-7 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55.09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0 149 11940,'19'14'1170,"-1"2"-991,0 0 1,4 3-90,-1 0-90,9 0 0,-2-1-90,9-1-90,1-2 1,0-1-1,1-2-180,-3-2 90,14-2 90,-1-4 180,10-8-90,-16-4 90,-8-10 0,-18 1 0,1-3 0,-7-3 180,3-1-90,-4-3 90,-3 0 0,-1-2 180,-3 1-181,-2 1 91,-2 2 270,-2 3 180,0-2 719,3 5-1259,22 12 90,-4 12-654,19 19 563,-10 8-3324,4 5 3235,2 6 90,3 3-335,1 5 785,5 3-91,7 3-89,5 1-180,7-1 90,-1-4-91,-1-4-89,-1-4 0,-7-4 0,-4-5-90,-3-5-180,-11-6-450,-2-5-3777,2-2 3350,-17-24-832,-2-1-1170,-21-22-898,-9 1 4648,-4-1 0,-7 0 0,-2 0 0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55.91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0 119 14639,'39'-9'539,"10"-1"-629,7 2 0,13-2 0,4-1-405,-17 3 1,1-1-1685,29-3 1864,-32 3 1,-1 1-406,12-1-539,-9 1-3145,2 1 4404,-43 9 0,11-4 0,-40 8 0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56.07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76 7443,'28'-8'5127,"5"3"-5577,48-2-5840,-17 2 4311,2-4-1473,5-3 3452,-2-2 0,-24 4 0,-27 4 0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56.34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35 6633,'2'-20'6836,"26"10"-6296,-1 5 0,24 14-91,-10 3 1,5 5-787,3 3 697,4 4 0,-1 4 0,2 4-180,0 4 89,-4 1-89,-2 4 90,-2 0-90,-9-3 0,-1 0-90,9 10-180,19 23 0,-35-40-270,-3-3 191,-2-4-460,-3-3-5488,9 4 1350,-1-19 4767,-3-10 0,-8-5 0,-15-7 0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56.55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 8702,'20'-1'5397,"-6"3"-4677,13 18-1,-4 1 91,3 4-91,3 2-89,1 3 449,8 6 1,3 2-721,4 3-559,-4-3 1,-1-2 379,-8-8 0,-2-2 0,9 7-270,-12-11-270,7 4-989,-15-13-720,4 3-7762,0-4 9477,11-5 1,-16-4 0,2-5 0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56.72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21 18956,'26'-10'120,"-10"4"0,-7 1 0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57.42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17 92 7263,'-7'-18'5037,"3"0"-3958,4-3 810,7 4 2699,3-1-4229,-2 20-179,-7 11 180,-7 10-360,-6 13 180,3-14-180,4 9 0,9-9-90,9 2 90,12-4-90,10-3 90,13-3-90,-8-2 90,3-3 0,-11-1 0,2 0-3392,0 0 3392,1 0 0,1 1-48,-1 2 48,3 2 0,-3 0 90,3 5-90,-3-1 0,-1 3-2162,-4 1 2162,-2 1 90,-5 0-90,-4 1 89,-5 0 1,-3 0 0,-7-2 2253,-5 9-2253,-11-3-402,-6 6-498,-15-9 2853,-4-5-4022,-12-6-719,-6-9 1439,-4-5-360,8-7-927,4-4-513,12-2 3059,5-3 0,12 7 0,6 1 0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57.63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12 169 7443,'-11'-15'6386,"21"3"-6116,22-1-90,15 5 0,11-1 0,-14 0-1183,12 1 1003,-3-2-90,14 1 90,-1-1-809,33-4-854,-27 3 943,17-2-179,-36 5-1260,-7 2 2285,2-1 0,-26 3 0,2 1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58.58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739 17 7803,'30'-11'9830,"8"6"-7607,-23 16-1864,-2 6-4340,-30 15 4251,-6-2 860,-9 5-860,-6 2 0,-8 1-638,-5 2 998,-4 0-450,-2 1-169,-3 0 169,-2-2 359,1-2-359,2-2 2532,3-5-2622,5-4 90,6-3 85,7-6 5,8-3 713,0 0-713,7-3 978,22 1-978,14 1-360,24-3 359,5 4-448,3-1 538,3 3-539,7 2 1180,1 3-910,28 12-1317,-21-5 1497,19 10-450,-26-10 450,-1 2-450,-1-1 90,-3 1-90,-1-1-357,-4-1 447,-2-2 90,-5-2-90,-5-3 180,-5-3-90,-5-2-90,3-1-9741,-5-2 9084,-17-13 1,2 4-1,-19-12 1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5:12.76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208 1417 7083,'-36'-17'3328,"5"1"-2339,0 3 990,7 1-270,-9-2 450,9 1 270,-5-2-2339,55 15 0,-9 2-90,42 13 0,-19-2 0,0 2 90,5 2-353,-2 1 263,-2 2 90,29 18-90,-28-13 0,22 12 0,-35-19 0,-3-1 0,-3-2 0,0-2 0,-5 1 1619,4-2-1439,-15-17 0,-3-3 262,-12-20-352,-3-1 90,-1-7-90,-1-8 0,3-7 0,-2-6 0,4-5-389,0-2 479,1-2-801,4 1 711,0-1 90,3 3-90,2 0 269,1 9 1,1-1-360,5-13-167,-3 16 1,2 2 76,7 2 450,-3 2-340,3 3-110,-1 2 360,1 2-360,-3 3 0,3 1 360,-5 3-450,4 0 1207,2 3-1207,-3 0 450,2 2-450,-4 1 864,9-14-1494,-8 10-657,2-8-3660,-15 15-4704,-11 7 9410,-26 11 1,19 1-1,-13 7 1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48.94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1 104 14459,'58'-9'360,"-6"1"-271,12 3-44,6-2 0,1-1-2655,8 1 2610,-5-1 0,-4 1 0,-15 2 810,-3 0-990,-5 0 0,9-1-372,-11 1-2507,6-2 1081,-55 1-811,-18 3 3152,-50 0 1,33 3-1,1 1 1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49.17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10 135 7982,'-9'-7'4588,"24"1"-4408,31-1 180,16 0-1155,-11 1 885,6-2-775,2 1 775,3-1-90,-1 0 90,0 1-90,-1 0 0,-4 0-90,-3 0 458,-2 1-638,-5 0-661,1 0-149,4-1-671,-5 0 1751,12 2 0,-33 2 0,3 1 0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49.72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99 251 6453,'-45'-7'4588,"11"-5"-3869,14-3-449,23-9 0,9 3-90,13-1 0,3 3 90,26-7-180,-8 5-575,19-4 755,-16 8-270,1 4 0,-1 0 0,0 5 0,1 3 54,14 3 216,-1 6-180,-1 11 0,-10 15 0,-26 1 90,-7 7 0,-18-8 0,-5 0 89,-7 1 1,-3-1 270,-10 10-270,4-11-90,-5 6 180,11-14-91,-4 1 483,6-5-752,6 5 38,16-8 52,16 0 0,15-6-90,9-4 90,1-4-899,6 0-451,-4-4 91,-4-2-1709,-10-2-1,-8-9 2879,-10 0 0,-9 4 0,-4 2 0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50.17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32 67 7173,'-28'-13'4407,"25"-1"-4137,19 3-90,37 0-90,1 3-4251,19 1 4250,-16 5 742,7 4-741,-13 9-90,-20 3 0,-11 6 539,-26 19-449,-1-14 0,-10 15 0,5-21 3557,-6-2-3467,3 1-136,-5-2 136,39-4-180,10-8 0,33-5-90,4 1 180,-12 2-180,-4 5-90,0 6 180,-13-1 90,5 6-90,-17-4 180,-5 2-90,-3 0 270,-8 9-90,-5-5 0,-10 5-91,-5-8 91,-6 0 0,-9 0 0,0-2 0,-8-1-90,4-1 90,-6-2-91,-1 0-89,-4-2 90,-1-1-90,-2-1-272,0-1 272,0 0-270,-18-1-360,6-1-3507,-12-1-2520,10-3 6567,32-6 0,3 2 0,27-2 0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50.36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6 8522,'17'-1'-652,"-5"1"0,40-4 0,-29 3 0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50.72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38 123 6723,'-22'-14'5667,"9"-1"-5307,11-2 179,13 3-359,16 1 180,4 3-270,6-1 180,2 2-270,1 1 90,5 1 90,4 3-90,12 6 0,0 11-289,-14 5 289,-7 13 0,-22-4 90,-4 8 0,-10 1 0,-6 2-2457,-21 37 2546,8-28 1,-13 23-107,15-41 107,3-2-90,6 1-90,11-4-1,22 0 21,6-10 70,18-6-90,-2-6 2539,9-3-2539,4-3-1494,-9-1 1,2 0 1403,26-4 45,-24 3 0,0 0-1594,17-1 1459,-3 0-404,-7 2-766,-5 1-1528,10 0-5577,-19 7 8447,-11 8 1,-23-4 0,-21 4 0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5:18.87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113 308 7982,'-58'6'8546,"4"1"-8277,57-3 1,6-2-90,53-3 90,0-3-4305,13-1 4215,18-2-90,-41 2 0,3 0-758,2 0 1,6-1 727,2-1 0,7 0 0,-4 0-697,15-1 0,1-1 667,-8 1 0,4-1 0,-3 1-30,12-2 0,-4 0 45,5 0 0,1 0-45,-1-1 0,1 1 0,0 0 0,-1 0 0,0 2 0,0-1 0,-5 0 0,-1 0 0,-3 1 0,-1 1-45,-5-1 0,-3 0-446,-5 1 0,-3 1 446,-4 0 0,-3 0 45,-5 2 0,-3 0 789,34-4-699,-14 3 2362,0-1-473,-13 1-7314,2-1 5335,-16-1 0,-20 3 0,-9-1 0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38.44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0 175 16887,'44'-12'90,"1"-3"-90,-2 2 0,3-3 0,-8 4-658,35-11 658,-27 10 0,26-7 0,-38 11-30,12-2-600,-6 2-3148,3-3 2429,-39 5-270,-24 4 899,-31 6-2158,-14 9 2878,3 1 0,26-4 0,5-4 0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38.72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18 140 8252,'-14'-5'4588,"10"0"-4229,46-5 181,-6 1-540,16-5 360,-17 5-360,7-3 180,-12 3-180,6 0 90,-7-1-90,14-2-540,-11 0 540,5-1 0,-18 6 0,-7 3 0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39.05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18 6273,'15'-13'6747,"9"8"-6388,5 9-89,5 6 270,5 4-270,1 4 0,0-1-91,1 5 1,-8-3 0,2 0 90,0 1-90,-1-2 0,1 2 90,-2-1-180,1 0 90,-5-2-90,1 1 0,-5-2 89,2-2-89,4 3-359,-2-3-8367,2 3 8636,-20-19 0,-3 6 0,-14-14 0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39.43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26 117 7083,'-20'-17'4317,"15"-3"-3957,13 2 0,18-2-90,12 5-90,5 2 180,3 3-1,8 6-269,-6 7 90,-6 5 90,-2 13-180,-22-3 90,3 10 270,-7 7-360,-7-6 0,5 9 89,-7-2-89,0-9 90,-1 5-180,-1-6 90,0-5 90,5 3 90,9-7-270,19-10 0,4-6-720,24-14-539,-14 0-450,2-8-630,-16 3-1438,-11-1 3777,-8 1 0,-9 7 0,-3 3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39.62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15 10411,'30'-8'1012,"6"2"0,-7 6 0,-3 1 0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4:39.93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 12300,'47'13'1889,"-6"0"-1349,-14 1-1,1 1 361,-1 2-361,5 2-89,1 2-229,2 3 229,5-1 0,-3 2-1,5-1-3233,-2 0 3234,3 0 0,-2-1-311,-2 0 131,-2-1 90,0-1-180,-3-1-2053,0-1 2053,-2-2-90,-2 0 180,-3-2-76,-1-1-14,4 2 1563,-1-4-11574,6 3 7708,-32-2 0,9-6 0,-28 0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5:22.78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54 889 7982,'-48'6'7556,"43"-5"-7196,43-6-90,17-2-1481,29-3 1571,-31 3-180,7 1 134,11-5 1,4-1-626,-23 4 0,1-1 356,33-6 0,1-1-538,-29 3 1,-3 1 492,5-2 0,2 0 45,-1-1 0,8-2-15,16-6 0,12-4 0,-6 2-1126,-1-1 1,1 0 1095,2-1 0,7-2 0,-9 2 0,-9 2 0,-6 1-568,1 1 1,0-1 567,1 0 0,1 0 117,-6 2 1,3 0-118,-9 2 0,3-1 0,-4 2-290,9-2 0,-1 1 290,19-6 0,-4 2 0,-31 9 0,-4 1 454,-4 2 0,-1 0-454,38-9 1189,-13 4-1189,-12 2 295,-11 4-205,2-1 2867,-11 4-2957,1-2 0,-23 6 0,-7 0 0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5:40.43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1005 268 6363,'-16'-15'5037,"4"-1"-1888,-4 3-3239,28 7 180,8 3 90,37 9-90,3-4-1,7 0 1,-6-3-3392,6-2 3392,11 1 0,8-4-748,-18 2 0,2-1 703,-15 2 0,2-1-33,37-3 1,5-1 77,-18 2 0,-2 1-562,2-1 1,-2 0 426,-4 1 0,-5 0 45,28-1-90,-2 0 90,-2 1 0,-1 1 0,-3 1-45,-27 0 0,1 2 45,31-2 0,-33 2 0,-1 0 270,19 0 1071,-1 1-1161,-3-1-270,-3 2 270,0-1-270,-5 1 270,-1 0-270,-4 1 270,-1-1-360,-1 1 1862,0 0-1772,-1 0 270,2 0-450,26 1 139,-19-1-49,22 0 360,-25-2-270,0 0 1660,-1 0-1749,1-1 358,-2 1-2339,-2-1 2340,3 0-360,-5-1-50,3-2 140,-2 0 180,-4 1-180,2-2 270,-4 1-360,4-1-1149,-2-1 1239,1 0 0,-2-1-782,0-1 783,-3 0 1300,3 1-1301,-5 2 90,2 1 0,-4 0 7,23-1-7,-18 0-90,16-1 90,-24 2 0,16-2 2380,1 2-2380,12-1 0,-6 1 0,-7 1 0,2 1 0,-8 0 0,8 1 1802,-3-1-1802,5 2-90,-3 0 180,-4 2 645,0 0-735,-3-1 519,2 0-519,4-1 0,-4 1 0,-2-2 0,2 0 180,-8-1 1259,9 2-1259,-28 7-90,-10 3 90,-25 12-90,-10 17-90,4-12 0,-2 12 0,6-19 90,-1 1-90,-2 1 0,1 0 90,-14 23-90,10-15 0,-10 17 0,12-21 0,-1 0 0,0 1 0,0 0 0,-3 12 0,6-11 0,0 7 0,7-11 0,0-1 0,3 0-90,-1-1 180,6 11-90,-2-8 0,5 8 0,-4-8-3392,3 0 3392,1 0 0,0 1 0,-1 0-2179,6 16 2179,-5-9 0,3 13 90,-6-14 0,-1 0 0,0 3-90,-3 1 2358,2 1-2088,0 31-180,-1-24-90,2 23 90,-5-35 0,3 0 3392,0 0-3392,6 1 90,-9 23-180,4-22 0,-8 17 90,2-27-90,2 2 90,-2 1-90,5-1 0,-14 15 90,10-10-90,-7 12 0,11-14 0,-3-1 0,2-6 0,-1 2 0,1-5 90,-2 1-180,2 0 90,-2 5 0,1 0 0,3 5 90,-1 2-90,1-6 0,-2 1 0,0-7 0,-4-1 0,3-1 0,-2-1 0,-4 8 90,8-5-90,-7 7 0,10-5 0,-5 1 0,2-2 90,-4 5-90,3-2 0,-3 3 0,4-4 89,-1-2 1,-9-6-90,-15-4 0,-20-2 0,-25-4 0,9 0 0,-11 1-1114,4-3 1114,2 2 0,-10-1 0,6 1 0,-3 0 0,-3-1 0,-1 0 0,3 0 0,-10-1 0,5 0 0,-8-1 0,6 0 0,8-1 0,-6 0 0,4-1 0,16 1 0,-1-1 0,-31 0 0,30 0 0,1 0 0,-22-2-90,0 0 90,0-1 0,-1 1-90,-3-2 90,-4 2-90,-3-1 90,-6 1-825,45 1 1,-1 0 824,-2 1 0,0-1 0,-3 0 0,-1 0-45,-1 1 0,0 0 45,-3 0 0,0 0 0,-1 1 0,0 0 0,-2-1 0,1 1 0,-2 0 0,0 1 0,2-1 0,-1 0-1253,0 1 0,-1-1 1253,7 1 0,0 0 0,-2-1 0,0 0-427,5 1 1,-1 0 426,-1-1 0,-1 0 45,3 0 0,1 0-90,3 2 0,1-1 45,-44 0-706,7 2 706,6-3 0,4 0 1438,5 0-1438,-19-1 0,21-1 469,-11 0-469,25 0 0,-19 1 625,-5-1-625,-17 0 0,20 0 0,-16-1 0,12 1 1921,-2 0-1831,6 0-180,21 0 259,0 1-169,1 0 0,0 1 0,-1 0 0,1 0 0,-4 0 0,-19 0 0,13-1-41,-18 1 41,19-1 0,5 0 0,0 0 0,-12 1-90,-3-1 40,-11 1 140,12-1 672,7 0-762,8 0 266,3-2-266,4-3 803,8-5-893,2-16 377,18 0-287,3-13 0,13 12-90,4-1 90,-2-15 0,4 15 0,-2-17 0,-3 19 0,3 0 0,-5-1 0,4-2 0,-8-12 0,3 9 0,-4-9 90,3 12-90,-2-1 0,0 0 90,0 1-90,-2-1 90,-8-15-90,3 11 90,-7-12-90,9 15 0,4 1 0,0 1 90,5 0-180,1 1 180,5 0-90,2 1 0,2 1 0,4 0 0,1 0 0,3 2 0,2 0 0,-1 1 0,4 0 0,9-8 0,-5 7 90,8-4-90,-13 10 0,2 2 0,1-1 0,0 1 0,-1-1 89,0 1-89,-1 0 0,2-1 90,-2 0-90,0 1 90,-3-1 0,0 0 90,-1-1 0,-2 1-90,-1-7 0,-4 6 90,0-6-90,-3 1 0,-1 1 0,-1-5 0,-3 4-90,-5 2-2429,2 2-1709,-12 2 4138,1 1 0,3 8 0,2 2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5:41.73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64 89 6993,'-25'-13'3148,"4"-3"-1799,7 1 91,12-5 3507,0 3-4767,16 11 0,2 4-1,16 18 1,-2-2 0,8 5 0,0-2-383,2 4 473,7 2-3355,4 4 3265,6 5-531,4 2 530,4 6 1,6 2-90,2 5-811,5 4 811,1 3-391,-38-24 0,0 0 346,0 0 0,0 1 0,2 2 0,0-1 0,0 0 0,0 1 0,2 0 0,0 0 44,1 0 1,1 0-90,1-1 0,0 1 45,1-1 0,1 0 0,-1-1 0,0-1 0,1 1 0,0-1-45,-2-1 0,-1-1 45,-1-1 0,2 0 822,16 9 0,-1 0-822,-16-9 0,0-1-113,12 7 0,-1 0 608,19 9-450,-9-1 0,5-2 0,-11-4 45,-17-12 0,1 0-45,23 11 90,16 6 434,-29-15-524,-7-3 1236,-7-4-1326,-4-3 90,-6-3 380,4 1-7216,-6-1-2888,-8 3 9634,-19-2 0,-3-4 0,-11-3 0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5:42.59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84 45 7083,'-28'-14'5757,"-2"-2"-1080,5 4-4317,24 9 0,15 8-181,39 17 1,-2 1-3392,12 6 3482,-6-2-90,3 5-592,7 3 592,5 4 0,6 2 90,6 2-1247,-40-21 1,2 1 1066,-2-1 0,4 1 45,25 10 0,2 0-773,-21-8 0,0 0 728,21 7 0,-2 0 309,-24-10 1,-3-2-355,-1 1 0,1 0 119,16 7 1,0 0-75,27 14 0,-33-16 0,-2-2 0,11 8 90,-3-3 1308,-7-3-1308,-3-2 0,-5-1-1098,-4-2 1008,-4-3 90,-6-2 270,-3-2-270,-3-2 2118,1 2-2208,0-2 453,1 2-543,-3-1 2942,3-1-5281,0-1-1259,3 4 540,-6 1 180,-8 12-2249,-22 0 5127,-4 1 0,-6-13 0,5-10 0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5:43.44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6960 22 6903,'13'-3'9830,"-13"0"-7787,-43-3-1413,-8 1-270,-5 3 0,0-1-91,-7 3 1,1 1-180,-13-1 0,14 2-3392,-8 0 3392,17 1 0,-4 0-959,-4 0 959,-31 2 0,17-2 0,-24 1-1951,27-1 1951,-1 1 0,-1-1-6,1 1-39,20-1 0,-1 0 1276,-28 1-1321,30 0 0,-1-1 0,-18 1 90,1 0-90,2 0 0,-1 0 804,1 0-804,-31 2 1712,20-2-1712,28-1 0,0 0 90,-22 2-892,-1-1 1072,-2 0-360,-1 1 90,-6 0 0,21-1 0,-2 0-90,-35 2-147,33-2 0,2 1 237,-26 0 0,2 1-814,2-2 814,0 2 0,5-2-1323,-1 0 1323,4 0 0,2-2-11,4 1 101,3-1-90,2-1 0,3 2 416,3-2-416,1 2 0,3-1 0,-1 1 0,6 0 495,0 0-495,0-1 0,2 1 0,-1 1 0,-1 0 0,-25 2 0,14-1 2097,-16 2-2097,21-2 0,2 0 0,1-1 0,-2 1 0,0-1 0,-26 2 0,13-1 270,-12 1-270,19-1 180,5-2-180,-2 1-90,0-2 270,0 0-1991,-28 2 1721,23-2 270,-20 3-1062,27-3 972,3 0-288,0-1 378,2 1-1678,-21 1 1678,0 0-360,-1 1 1309,7-2-1129,19 0 1107,-23 1-1017,-3 0-270,-20 1 311,19-1-41,-14 3 2731,33-3-2776,1 1 0,-1-1 224,-18 2 271,-23 0-577,29-1-2032,64-2-1349,11-2-2428,52 1 5994,-13 3 1,-17-3 0,-14 4 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5:45.19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679 0 7982,'-51'11'3958,"-4"0"-8539,13-2 5031,-19 2-90,21-3 1213,-14 2-1213,14-2-90,0 1 0,1-1 0,3 1 179,0-1 708,-9 3-887,1 2-181,-2 6 1,14 6-90,17 0 90,12 4-90,14-3 90,5 3-90,10 4 2931,-3 3-3111,4 5-90,-2 3-360,-4 3-89,0 2-3321,0 1 2601,-6-1-1349,0-1-1142,-9 1 3930,-1-3 0,-9-1 0,1-1 0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02.8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721 0 7173,'-2'11'5397,"-6"0"-5307,1 22 0,-5-8 0,1-6-90,1 2 90,-2 1-90,-1 2 90,-1 1 0,-1 2-90,-1 0 0,-3 1 89,4-1-89,-3 1 90,5-2-90,-4 2 270,3-1-270,-5 1 180,7 1-180,-1-2-90,4-1 90,2-1 0,-1 0 0,1-3 0,1 0 90,1-1-90,2-1 90,1-1-90,0 1 0,-1-1 90,2 0-90,0 0 90,-1 0-90,1-1 0,-2 1 0,3-1 0,-2-1 90,0 1-90,-2-1 0,0 6 90,-1-4-90,4 11 0,-6-9 0,5 5 90,-7-6 1439,3 0-1529,-3-19 0,3-5 0,-4-16 0,-1-3 0,-2 2 0,-5-2 0,-2-1 0,-3 0 0,-5 0 0,-3 1 0,-1 1 0,-1 2 90,2 2-90,1 4 270,-3 1-540,3 4 180,31 7 90,9 7 0,31 6 0,1 3 0,-6 2 0,3 3-90,-8-1-514,-4 1 604,-6-5 90,-5 0-90,0 2 0,-1-1 270,-4 1-270,4 2-90,-5-1 604,2 7-514,-4 0-90,-1 5 90,-4-2 0,-1-3 0,-1-2 90,1-3 180,16-12 0,19-14-90,3-7-91,6-9 1,-12 8 0,-4-1 90,5 1-90,-4-1 90,0 1 0,-4 1-1619,1-1-4858,-16 0 2430,-22 9 3867,-15 2 0,-1 8 0,9 0 0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05.7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212 428 6183,'5'-17'2969,"-1"-6"-1440,-12 3 270,1-2-1709,8 18 0,-3 15-90,5 12 90,-7 10-90,-4-3 90,-4 2-1547,-1 2 1547,-2 2-418,-8 14 238,-1 1 90,-5 9 0,9-17 0,4-8 0,5-11 1586,1-6-1316,-3 2 198,8-19-378,1-13-90,7-11 0,2-8 90,-4 3-90,8-4 0,-6-2 0,8-3 0,-2-2-90,-4-2-42,4 0 132,-13-2 0,9 1 0,-7-1 0,7 2 0,-1 0-3318,1 2 3318,1 1 0,2 3 0,4 1 0,-9 5 90,11 3-90,-6 4 0,9 1 58,9-8-58,-4 11 3392,15-4-3392,7 20 0,6 9-228,-1 5 228,-6 4 0,-11-3 0,4 1 0,-1 1 0,33 13 0,-25-9 0,21 8 0,-34-13 0,-1-1 0,-3-2 0,-1 1-90,5 4-270,-5 1-359,-2 4 179,-16 3 139,-9-5-1308,-23 9 179,2-11 1530,-30 12 0,34-19 0,-12 3 0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05.9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1 181 8432,'33'-9'2429,"4"-1"-2249,12-2-90,-7 1 90,0-1-91,-9 2 1,-2 0-180,3 0 1,1-1-181,-2 1-90,-1 0-719,-3 0-181,5-3-1168,-5 0 2428,0-2 0,-13 7 0,-8 2 0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06.2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 8072,'21'-3'2879,"3"7"-2519,-1 9-181,2 4 91,-7 1-90,5 2 90,-1 3-90,2 2 90,1 2-180,1 2 90,0 0-90,3 1 89,-1-1-89,1-1 0,-1-1-90,-3 0 90,0-2 0,-3-2-90,-2-1 90,1-2-90,-6-3 90,7 3-450,-7-3-2788,3 3 1799,-41-13 719,-4-6-539,-23-8 0,9-4 1169,11-1 0,13 5 0,4 0 0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06.4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1 261 6094,'5'-26'989,"0"0"-719,6 1 90,2 2-1,3 1-89,2 2 0,2 1 0,2 2-90,3 2 0,1 1 0,2 2 0,0 1 89,3 1 1,14 1-90,7 1 0,14 4 0,-2 6 0,-11 2 90,-4 8-90,-14 3 89,-8 6-89,-14 2-180,-18 3 180,-11-5 0,-16 3-180,3-10-90,-11 3 90,-5-4-270,6-3-269,-10 1-361,-1-4-89,0-4-900,-8-3 1889,17-8 0,19 3 0,12-3 0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06.7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11580,'39'18'900,"-9"-3"-630,-13 6-90,-6-4 449,15 21-539,-10-13 90,11 16 0,-13-18-90,1 1 0,-1-1 0,0 0 0,0-1 0,2 0-90,-1 0 90,2-5-90,-3 2 0,3-4 90,-4 0-90,7 4 0,-2-4-4318,4 2 2609,-24-13-989,-11-5 2698,-30-11 0,18 5 0,1 0 0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07.0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97 6004,'15'-16'1349,"1"0"-720,5-2-89,5 3-90,6-1-180,6 5-90,6 7 89,6 3-89,4 6 0,-1 5 90,-5 4 0,-12 4 90,-13 2 0,-16 1-91,-16-2-89,-12-2-270,-10-4-809,-7-4-900,-13-5-1259,2-7 3058,6-6 0,19 1 0,15 1 0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07.4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0 227 8342,'45'-4'3238,"0"-3"-2968,-5-6 0,-6 1 450,7-9-181,-13 4-89,3-9 0,-18 2 90,-6-2-91,-14 3 181,-8 3 269,-5 1-719,-4 5-270,20 16 90,5 1 90,15 15-180,18 14 90,-11-10 0,13 15 0,-14-17 0,3 1 0,4 7 0,-3-6 0,-2 6 90,-9-10-90,-3-1 90,6 4-90,-2-2 0,4 3-1349,2-3-1349,-5-1-271,-7 2-1168,-9-2 4137,-18 1 0,8-11 0,-2-1 0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08.83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617 1 10501,'-18'16'1259,"3"-2"-1079,7 6 90,1-1-90,-5 0 0,1 3 270,-10 12-360,5-6 89,-7 10 1,4-10-90,-1 1 0,-3 0 0,3 1 0,-2 0 0,-1 0-90,-3 0 90,2-1 180,-2-1-270,2-1 270,4-2-360,-10-1 0,13-2 90,-4-2-90,8-3 90,3 3-90,0-4 0,1 3 90,-3-17-180,4-4 90,-6-18 0,9-3 0,-2 2 90,1-8 0,-1 6 0,-3-5-90,-2 5 180,1 3-180,-2 4 90,3 18 0,2 9-90,2 12 90,6 4 0,2-6 0,-1 1 270,3 1-360,-2 0 360,1 1-360,-7 0 0,4 0 90,-3 0 0,13-2-90,-12-1 90,9 3 450,-11-3 809,5 2-1079,6-18-180,5-6-270,9-12-1079,13 2-720,7 6-3867,3 6 5936,-7 6 0,-17-2 0,-11 1 0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09.7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224 92 7443,'-17'-16'6296,"6"19"-6206,3 9 0,5 14-90,3 5 90,-8-3-90,3 1 90,-15 18-762,4-9 672,-6 10 89,0-15-89,0 10 0,3-12 0,3 5 0,9-14 220,0 1-130,1-3-69,-7-13-21,13-7-90,-1-18 0,16-2 0,-1-5 0,0 0 0,-2-4 90,1 0-90,-3-3 0,1 0 432,-4-2-432,-2 0 90,0 0-90,-4-12 90,1 12 180,-2-8-180,-1 18 180,3 3-90,3 2-90,-5-2-450,6 0 450,12 10 0,7 10 0,13 10 90,-6 7-90,-7-4 90,1 3-90,-2 1 0,4-1 90,-2 2-90,8-3 0,-8 2 0,5-2 0,-8 0 0,3-1 90,-2-1-90,7 2-90,-5-2-2338,7 2 449,-16 1 450,-19-2-270,-14 1 1799,-18-4 0,17-5 0,3-1 0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09.9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80 8252,'27'-11'1799,"5"0"-1439,11 3-270,8 1-360,4 0-449,0 2-631,0-2-898,-5 1 2248,-2-3 0,-23 5 0,-7-1 0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10.2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7892,'19'21'1620,"-1"-2"-1261,-2 0 1,-1 0 90,0 1-180,1 3 90,2 1-91,0 2 1,1 1 0,0 3-90,2 0 0,2 0 0,-1 0 0,-2 0 0,1-2-1,-4 0-89,0-1 90,2-3-90,-5-1-90,3-2 90,-3-3 0,0-1-90,3 2-3148,-5-4 1709,-14-8 0,-14-12-360,-12-8 1799,-3-7 0,17 11 0,3 1 0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10.4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98 4800,'19'-23'1799,"9"-2"-593,6 9-846,18-1 323,-3 7-413,32 4 118,-26 8-118,16 6 90,-27 7 275,-10 6-455,-15 4-90,-12-3 90,-15 0-180,-8-6 179,-4-1-179,-4 0 90,0-2 0,0-1-270,-12 0-719,-1-3-270,-17-3-720,11-7 1889,4-7 0,21 3 0,10-2 0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10.8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31 6094,'8'-15'6386,"-6"1"-5936,0 13-270,-2 5-1,16 11 1,-4 1 0,2 0 0,-3 1-90,3 2 90,-1 3-90,0 1 0,2 2 0,3 0 0,0 2 0,1 1 0,1-1-90,3 0 0,-4 0 90,3-3-90,-8 0 90,1-2-90,0-1 0,-1-2 0,-2-2 0,5 2-1170,-3-4 181,-19-12 359,-7-10-89,-16-10-91,3-3-809,-3-4 270,5 4 1349,-14-18 0,23 24 0,-5-6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11.1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80 6183,'28'-23'1979,"2"2"-1529,6 3 0,3 7 0,16 5-271,-8 9 181,0 5-90,-8 10 360,-9 13-450,-8-5 179,-5 8-89,-16-8 0,-6-2-90,-7 4-180,-4-8-1529,-7-4 90,-15-11-1889,7-8 3328,-6-10 0,23 4 0,6-2 0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11.4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51 6633,'14'-17'3058,"4"3"-2248,18 1-360,15 7-1,8 6-359,5 8 90,-21 2 0,-7 5 90,-15-1-3572,-5 2 3482,-4 4-356,-6 0 356,-4 2 0,-7 2 90,-3 1-90,-6 0 0,-1-2 0,-2-2 89,3-3 1,0 2 3396,1-3-4206,34-8-547,-1-7-1522,36-10 2609,-8 1 0,-19 2 0,-6 4 0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12.74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1067 1 12300,'-28'21'720,"1"0"-6201,3-1 5751,-2 1 0,-4 3 1199,-1 3-1289,-1 1-1,-2 3 1,-1 2 90,-18 18-180,12-11 370,-16 13-370,19-15 0,-6 2 0,-20 14-90,11-12 45,11-9 0,0-2 45,-5 3-90,-10 7-103,20-19 103,5-2 2994,5-3-2814,2-1 318,0-3-498,-11-21 655,13 2-655,2-21 227,20 8-317,7 0 90,5-2-90,1 2 0,8-13 0,-2 10 0,4-10 90,-4 10-90,1 2 0,0 1 90,0 0 180,-1 3-90,-3-1 0,4-3-180,-5 2-90,1-2 90,-15 16 0,-7 5 90,-12 13-90,-3 1 90,-2 1 0,0 1 0,0 1 0,3-1 0,2 1 0,-17 11 0,10-7 0,-11 7 180,17-11 0,20-1 0,3-3-90,20 4 0,2-1 0,5 5-90,-3-4 90,-1 0-360,-3 0-90,3-2-899,3 2-1439,-2-3-2699,5-6 5397,0-11 0,-10 3 0,-5-9 0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13.4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1 103 6453,'13'-21'6387,"2"2"-5848,9 15-269,-2 10-90,3 11 0,-8 7 0,-2-2 360,2 31-450,-7-17-1,2 22 1,-8-25 0,-3-1 180,0 0-270,-5-1 270,-4-1-270,1-2 180,-3-2-270,3-3 270,-1-2-360,0 1 90,-3-4 180,-1 1-450,-2-16 90,4-19 90,3-5 91,6-13-91,2 9 90,2-2-90,0-2 90,0-2 0,1-1 0,-4 0-90,4-2 0,-2-14 360,2 11-270,1-8 180,7 7 0,-3 11-180,4-5 0,-3 14 0,0 2 0,7-1 0,1 2 180,11 1 180,10 9-270,9 6 270,11 10-270,-15 1 270,-1 2-270,-11-1 449,27 15-538,-16-10 89,16 17 0,-14-12 0,-17-1 179,12 2-269,-17-9-719,1 3-1260,-7-2 0,-19-1-1978,-15-1 4047,-26-4 0,17-4 0,-3-3 0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13.6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97 10501,'70'-3'1079,"-2"-4"-1169,-12 1-5840,10-6 5570,-23 4 91,9-1 1048,-15 1-1499,-2 1 1,-1-2 319,-2 0 400,-2-1 0,-12 6 0,-4-1 0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13.8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10321,'40'20'1529,"-8"-4"-6829,-11 6 5570,-1-4 1408,-1 2-1408,4 3-1499,-3 2 1499,5 2-180,-14 1 90,13 2 0,-11 0-90,16 0 0,-13 0 0,7 0 2268,-9-3-2268,10 13-90,-5-13 0,1 9 90,-9-16 3302,-2-2-3662,-1 2-1799,3-2 540,-8-14 90,-3-20 539,-6-6-179,-3-12-180,2 12 1259,-6-1 0,7 10 0,-2 2 0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14.1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63 112 6453,'-3'-28'2519,"7"3"-1800,5 4-269,16 3-90,7 6-90,19 5-90,3 7 90,0 10-91,-12 4 91,-18 8 90,-14 1-180,-24 2 180,-5-6-90,-17 2-90,-2-8-90,-13 1-540,1-3-1259,-4-8-90,11-4 1799,8-8 0,16 4 0,13-1 0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14.4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12300,'42'13'1349,"-9"0"-6559,2 4 5479,0 9 946,6 5-1125,-4 2 1139,-6 1-1229,-10-10 360,-3 0-360,3 0 270,-3 1-270,-3-2 0,-1 1 0,-3-2 3078,0-1-3078,-2-2 828,0 4-738,0-2-2759,-2 3 870,-15-18-89,-1-7 268,-17-19-358,7 3 1978,-5-4 0,14 13 0,1 0 0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14.6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1 107 6543,'25'-25'2609,"5"2"-2070,5 3 1,7 4-90,2 3 180,4 5-271,6 6 1,-6 6-90,-3 9-90,-16 0 180,-11 3-270,-12 7 0,-8-4-3392,-10 6 3391,0-8 91,-5-1-90,-5 3-360,-3-5-1079,-12 1-270,-8-7-899,-10-5 3366,0-6 0,19 0 0,14-1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15.0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14 6633,'38'-8'3328,"8"2"-2878,9 6-270,-4 9-90,-8 5 0,-19 8 0,-11 1-180,-7-1 0,-1 0 90,7-7 90,17-5-90,19-4 90,9-2 90,8 1 0,-10 6 89,-9 0-89,-11 4 450,-14-1-270,-10 9-90,-7-4 89,-8 8-89,-3-8 0,-6-2 0,-1 1 270,-11 1-181,3-3-6385,-9 2 6026,-8-7 0,20-5 0,-7-3 0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22.5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0 546 12840,'68'-21'1349,"-4"3"-6740,27-9 5616,-31 10 0,1-2-135,-5 4 0,0-1-539,13-5 1,1-1 492,-15 6 1,-1-1 164,1 0 1,2 0-120,3 0 0,0 0 0,0 0 0,-1-1-45,2 2 0,0 0 0,-3 0 0,-1 0 44,-2 1 1,-1 1-45,-3 0 0,-2 1 45,43-12 0,-14 5 0,-12 4 0,-11 2 180,-11 4 0,5-1 180,-13 3-2735,7-2 1115,-42 13 2592,-1 0-3581,-36 9-809,5-1 2968,-11 0 0,21-4 0,1-2 0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22.9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195 486 6543,'-54'-3'5937,"-5"1"-1350,1 0-4047,35-3-270,24-5-90,35-2-354,16-3 354,-4-1-3128,7-2 3218,9-2-90,4-2-1,6-1 1,7-3-1003,-2 2 958,-13 6 0,1 0-798,-16 5 0,-1-1 708,19-3 0,0 1 45,24-8 2040,-4 3-2041,-27 7 1,0 0-881,25-6 836,-30 7 0,-1 2-45,11-3 90,-6 2 869,-4 2-870,1-1 2689,-10 1-7275,-1 0 904,-49 3 535,-17 6 252,-31 2 2806,-4 6 0,29-4 0,5 0 0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25.1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0 272 13110,'56'3'2068,"10"-2"-1978,2-3-1749,8-3 1748,-9 0 1,10-1-756,4-2 756,6 0-90,1-1 90,1 1-1162,-25 1 0,2 0 1072,33-2 0,-35 2 0,0 1-199,23-3 199,-29 3 0,1 0 0,31-4-45,-16 1 0,0 1-281,8-2 326,-28 3 0,-1 0-90,15-3 493,-2 0-493,-4 0 90,-2 1 2574,-2 0-2574,-3-1 0,-4 1-77,-3 1-13,-3 0 1422,-5 0-1962,10-1-719,-6 1-3369,6-1 2469,-40 12 2249,-10-1 0,-18 6 0,5-4 0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25.3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64 224 8792,'-61'-5'5847,"58"2"-5308,14 0 1,58 0-1654,1-1 1564,12-1-180,8-2-1121,10 1 986,-48 2 0,0 0 0,1 0 0,0 1-45,0-2 0,0 1-1237,-1 0 1,-1-1 1236,-1 0 0,-1 0-629,48-5 629,-4-2 0,-4 2-180,-5-2-90,-8 2-90,-5-1 308,-9 1-667,-6 0-2015,7-3-4642,-13-1 8027,-2-3 0,-26 8 1,-14 2-1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31.3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30 233 6993,'-28'-14'8275,"28"2"-8005,-1 14 0,31 5-270,-10 9 180,3-2-270,-5-1 270,-1 0-270,1 2 180,-1 0 0,15 6-180,-11-5 270,12 4-360,-14-6 270,0 0-270,4 3 180,-2-1 540,2 1-450,-10-21-90,-4-2 0,-7-19 89,0 1 181,0-2-3752,2-2 3482,1 0-425,0 0 335,2 0 180,0 2-90,-1 0 0,1 3 0,0 1 3272,5-4-3272,-1 6 635,4-6-635,-2 8 0,7-2-629,0 4-2430,10 4-4316,6 7 6527,-9 11 0,-4-2 0,-18 4 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43.0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11 11311,'2'-9'9830,"5"7"-5898,24 9-3932,-6 5-1052,7 15 1052,-9-6 0,10 9 0,8 5 0,-6-6-1438,3 3 1,1 1 1437,5 3 0,20 19-187,-28-24 187,-1-1 0,1 0-90,-1-1 90,12 11-90,-12-11 90,6 7 360,-17-14-450,-1-3 270,-6-1 429,2 1 380,-4-4 2303,-3-11-3292,-9-8 303,-7-15-393,-7-2 90,-1-5 0,3-3 0,-1-3 90,2-2-90,1-1 0,2-1-90,1 1 90,1 0 0,1 1 0,2 0 0,2 2 0,2 2 0,-1 3 0,0 3 0,0-2-90,-1 5-3868,0-2-2428,-5 6 1079,12 14 630,4 8 4677,12 9 0,-8-3 0,-8-5 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43.3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8972,'14'11'8635,"-13"-4"-8275,41 20-90,-26-9 89,5 2-89,-3 1 0,0 1-90,1 2 0,-3 0-90,1 0 0,-2-1 0,-2 0 0,0-1 0,1-2 0,-5-1-180,3-1-180,-4-2-450,1 4-9111,-1-4 9028,-26-12 0,15 1 0,-19-14 1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43.5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52 8612,'-14'-19'4498,"10"0"-8366,22 9 3868,13 6 0,-4 4 0,-6 4 0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43.9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0 149 8792,'13'18'3148,"0"-2"-8268,0 2 5569,1-1 899,2 2-988,4 2 736,-1 1-826,3 2-180,-1 0 269,-4 2-269,1 0 0,-3 1 365,0-2-366,-2 0 91,-4-1-90,2 0 270,-5-2 180,0 3 989,-3-2 810,-3 2 1502,-15-21-3661,2-11 0,-4-14-90,3-9 0,11 3 0,-5-6 0,8-45-90,0 26 0,10-31-90,3 39-388,8 3 209,2 5-271,-1 4-1619,24-12 1170,-16 19-1620,21-8-359,-14 20-2339,3 8 5307,1 10 0,-18-1 0,-8 6 0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44.1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28 50 6723,'-15'-22'8275,"3"0"-8005,30 17 90,-3 5 270,24 13-450,-11 4 89,-1 5 1,5 4-90,-1 4 90,3 3-90,-2 3-90,-2 2-494,-4 2 494,-1 0 0,-1 0 0,0-1 0,-2-1-90,0-1 0,-5-2-90,0-1 31,-2-3-211,-1-2-413,1-1 54,-5-5 89,2-2-1529,-3-3 2069,1 1 0,-4-10 0,-3 0 0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44.3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94 8702,'6'-9'5487,"27"2"-11147,24 1 5660,15 2-270,-15 0-299,1 1 1,1-1-241,17-2 746,-22 1 0,-3 0-926,6-2-720,-14-1-540,10-1 2249,-6 1 0,-21 3 0,-7 1 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44.7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7263,'24'16'2788,"0"3"-2338,-2 1-180,-3 0 0,-5-3-90,2-1-1,-1 0-89,3 0 90,1-2-270,7 2-449,0-3 449,20-5 0,-15-12 90,3-8 0,-17-6 90,-6 1 0,0-2 90,-4-1-1,2-1 451,-4 2 90,0-4 989,-2 4-1619,9 14-3482,-4 9 3482,7 18-90,-8 3 90,1 2-90,-2 0 0,2 1 0,-1-1 0,2-1 0,1-2 0,1-2-180,0-4 3122,3 3-4111,2-6-271,16-10 361,-2-13-900,3-9-539,-7-5 2518,-11 5 0,-6 8 0,-4 1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45.1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674 44 7892,'-27'-13'4138,"1"2"-2519,-19-3-629,-9 9-631,-20 5-89,10 9-4251,0 10 4340,18 2-179,2 6 496,-2 4-586,4 4 0,1 0 0,7 3 0,5-1-90,10 0 90,7-1-90,5-3-90,9-3 0,7-2 3302,6-5-3392,7-2 90,3-3-180,3-3 724,16-2-634,9-9 180,0-3-364,1-9 274,-19-3 0,11-5 90,-7-2-3301,6-4 3211,-5-1 180,-7-2-46,-3 0 46,-4-2 180,-5 2-90,-5 1 272,-5 3 357,-3 1 3729,1 0-4268,-1 4-110,2 13 20,7 26-180,-5 2 0,7 14 0,-5-18 0,2-1 0,2-2-90,1-1-270,11 2-539,2-3-180,11-3-451,0-9 541,4-12 0,-12-4-181,0-8 1,-14 1 0,-2-2-361,-3-3-448,-1-2 1978,-7-2 0,-2 12 0,-6 4 0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45.3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82 6903,'-3'-28'3058,"-5"3"-809,4 2-1349,17 18-361,1 7 1,24 21-90,-6 7-3483,6 8 3483,0 6-90,3 6-392,-1 3 302,-2 3-656,4 2 836,-3 0-360,4-1 0,-2-2-2071,14 18 1981,-13-21-180,8 11 1650,-16-25-2010,-3-6-179,-1-4-91,-1-5 162,-4-6-1870,-2 0-2518,5-7 5036,0-7 0,-8-1 0,-5-5 0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46.5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1 387 8072,'52'-3'3688,"17"0"-3148,-5 1-1988,16 0 1718,-16-1 0,9 0-889,5-2 799,7-2-90,3-2 0,2-1-575,-2-2 575,-1-1 0,-5 0-90,-3-3 0,-5 1 90,-8-3 179,-7 1-500,-13 1 231,-8-2 687,-9 0-597,-10 0 1139,-9 0-1050,-10 0-1761,-11-1 1852,-6 2 227,-6 0-137,-5 1-2179,-4 2 2089,-6 2 90,0 0 180,-2 3-181,-16 0-89,-5 5-180,-13 3 1951,18 8-1951,6 6-90,20 7 90,0 18-90,9-8 0,1 14-18,10-14 18,3 2 0,7 1 3316,7 1-3316,4-1 0,21 13 0,-4-13 90,14 9-90,-9-17 0,0-2 0,4-3-90,-2-1-90,0-4-426,10 3-474,0-6-690,16-4 780,1-14-2158,26-30 2249,-29 4-123,13-18 392,-42 18 270,-1-1 181,-8-2 179,-3 2 90,-4-1 179,-6 2 91,-3 2 90,-3 2 0,-3 3 809,-2 3 0,-3-4 270,9 5-327,8-1-932,22 17 0,-2 5-91,11 14 1,-5 1 0,-1 2 0,6 5 180,-5 1-270,2 3-52,-4 2-38,-2 0 270,-2 0-360,-3-1 270,-2-2-270,-3 0 360,-4-4-180,-1-2 0,0 0 270,-7-2-1,-9-11-359,-10-12 142,-11-12-142,3-18 0,5 9-90,8-11 90,4 9 0,4 1 0,1 0 0,4 2 0,3 3-90,5 2-90,1 3 90,11 0 90,10 5 0,19 6 0,-10 8-274,3 9 274,-16 3 0,0 3 270,0 2-270,-1 1 270,-6 3-360,2-1 270,-7 1-360,1-3 0,-3-2-270,2 1-3508,-5-3 1890,0-15 808,-19-8-85,-2-12-813,-13-2 2158,0 6 0,7 8 0,0 1 0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46.8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27 8882,'14'-5'5937,"8"7"-5578,14 9-5749,3 7 5750,-11-2-91,6 4 1163,14 11-1252,-6-5 180,12 8-360,-14-10 359,-3-2-269,35 14 180,-29-14-360,25 8 180,-38-18 1175,9 1-815,0-5-180,0-8 0,-5-5-90,-12-11 0,-6-1 3247,-1-3-3337,-3-3 526,3-13-526,-8 6-180,2-7-90,-6 10-180,-1 4-180,-1-1-1079,-5 4-899,0-4 2518,-3 4 0,2 4 0,2 7 0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47.0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8972,'26'17'2698,"-3"0"-7279,-7 12 5031,-2-4 1409,5 10-1589,-3-7 89,1 0 681,2 2-770,-1 0-180,3-1 89,0-1-89,2-1-90,-2-3 3662,3-1-3842,-2-4-449,2-1-1350,5-1-180,4-4-2338,0-8 4497,1-14 0,-19 2 0,-2-4 0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47.2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 34 7353,'-27'-16'5307,"20"3"-7376,31 9-2608,9 5 4677,9 12 0,-24-5 0,-8-1 0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47.5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6633,'20'13'2339,"-1"2"-1709,3 2 89,1 1-4341,3 4 4612,18 14-631,-12-6 637,12 12-636,-18-11-181,-3 0 91,-7 0-90,-1-1 0,-5-1 360,3 7 3910,-6-7-1481,4 3-2095,-18-28-514,5-6 0,-11-22-90,7 2-91,11-4 1,-4-2-90,5-1 0,-4 1-270,2 1-179,4 0-271,3 3-270,-1 4-359,3-1-270,2 6-3508,4-1 5037,6 3 0,-13 7 0,1 2 0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47.8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534 70 6993,'-22'-22'7196,"-12"-1"-5127,0 10-720,-15 1-899,-5 14-1,6 6-2380,0 12 2201,8 2-90,2 6 230,-1 5-320,4 3 0,4 3 270,6 2-360,7 1-90,4-1 0,10-1-2739,5-1 2649,8-4-8,8-2-82,3-4 1279,6-4-1368,2-3 359,4-5-810,2-4 540,20-5 360,-10-6-1103,11-5 1103,-13-7 1887,-3-2-2067,-1-5-2,-4-2 182,-2-3 0,-6-3 90,-5-1-1,-4-3 91,-10-1 90,-7-12-180,-7 11 0,-8-6 1193,-1 13-1643,-4 3 252,-9 0-3400,-3 4-947,-14 5 4365,12 11 0,9 2 0,15 5 0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48.1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6 8702,'10'-6'6386,"10"13"-6116,15 8 0,3 11-530,-6-3 440,0 4-90,2 0 89,-2 3-179,-2 0 90,-3-1-90,-5-1 0,-1-3-90,-5-2 90,-1-2-269,-2-2-126,-1-1 305,-13-42 163,-3 13 17,-5-37-3229,3 9 3409,6 10 149,-1-8 31,4 15-91,1 0 1,8 4-180,12 8 0,2 9 0,9 12-90,-1 4 0,0 4 0,2 3 0,-1 4-630,9 13 180,-11-9 2943,7 9-3663,-14-15-179,-2-3-3239,2-2 4498,-3 1 0,-10-10 0,-3 0 0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50.14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24 900 6993,'-14'-18'6566,"6"0"-5217,7-4-449,12 7-360,21 6-360,5 10-1138,6 7 1048,-4 8 0,-6 3-66,-3 4 156,1 4 90,-7 4-270,1 2 0,-5 0 90,7 16-90,-9-14 0,5 8-90,-12-18 0,2-4 270,-1 2 499,-4-4-949,-6-18 165,3-5 15,-9-21 0,6-1 0,-4-3-3302,-1-4 3302,1-3-418,0-1 508,-4-2-135,3 0 135,-2 1 0,2 0 0,3 4 0,0 4 0,4 4-90,-1 5 3208,3 1-3118,16 7 754,5 11-664,8 8-90,-5 13 73,-8 1-73,0 3 0,-3 4 0,-1 0 0,-1 0 0,-5 0 0,3-2 0,-3-3-90,0-3 270,1 0 0,-4-2-90,-3-17-90,-4-12 90,-3-12-3482,7-17 3392,-3 15-43,8-18 43,-10 19 90,6-6-180,-3 7-90,7 4 180,15 3-90,6 14 3417,6 8-3327,-6 11 108,-3-1-198,-5 4 0,6-1 90,-3 3-180,3-1 90,-5-1 0,1-1 0,-5-2 90,4 2 180,-6-5-90,-5-12-90,-12-11-90,-6-29 90,2 10 0,6-10 0,3 19-90,3 1-90,1 2-90,9-1 90,12 8 0,13 3 90,-1 11-1452,3 5 1452,-9 1 180,1 3-360,-1 0 90,1 1 0,-5-1-41,5-2 131,-5 0-179,6-2 89,9 0 90,-2-5 90,-3-6 0,-9-5 270,-17-7-180,-4-1 1356,-13-2-1356,6-3 270,-15-10-90,4 5 47,-7-6-48,-2 9 1,-5 3 450,-1 1-180,-8 1-361,1 4-179,-1 9 0,6 9-179,3 12-1,4 7 0,-2 3-90,6 3-180,7 18 450,9-12-629,15 22 359,2-26 0,10 5 90,-9-16 0,5-3 0,-5-3 0,5-3 180,11-4 180,0-9-90,6-14 90,-13-4 180,-5-19-180,-16 13 0,-3-8-1,-9 8 91,-3 0-90,-4 1 180,-1 0 360,-5-4-361,-2 5-449,-2-4 90,14 27 0,-1 3 0,14 20 0,-3-2 0,2 0-89,3 2 89,1-1 0,1 1-90,14 4 0,-10-7 0,15 4 270,-13-11-90,31-16-1,-20-5-89,21-16 0,-26 3 0,1-2 0,-3-2 0,1 0 90,0-11-90,-6 8 0,-1-6 0,-10 13-269,4-2 89,-2 6 180,9 15 0,-4 10 0,7 17-90,-4 3 90,7 0 0,-2 4-3482,26 14 3482,-12-10-90,21 7-398,-14-15 488,2-4 0,0-5-90,-1-1 180,17-4 0,7-9-498,0-5 498,-4-12 90,-18-7 2439,-1-4-2529,-1-5 0,0-3-2370,-6-4 2370,-2-1 0,-6-4 51,-8-1-51,-3-2 90,-11-1-90,-4-2 0,-9-2-90,-7-2 90,-7-1 0,-8-3-110,-6-1 110,-8-1 90,-4 0 180,-3 5 89,7 6 1,0 7 0,-2 1-90,14 13 16,-10 19-376,31 17 3006,2 25-3006,28 6 0,8 3 90,13 14-1500,-3-8 1,2 0 1409,18 7-90,9 3-467,1 0 378,-3-4-1,2-2-2038,-7-4 1948,2-5-180,2-5-1212,-8-5 1212,1-5 1055,-5-5-1055,-7-5-792,-4-5 252,-8-4 2063,16-10-1343,-24-7 90,7-9 2141,-26-4-2140,-8-4-1527,-7-4 1526,-9-2 270,-9-4-180,-19 0-521,-31-21 791,-1 12 45,27 12 0,-1 1 314,-32-9 91,-2 2 224,26 15 1,0 1-45,-24-7-91,-13-3 451,47 15-1,6-1-809,36 1 0,14 1-181,47 1 91,21 0 251,-28 5 0,4 0-431,5-1 0,2-1-90,4 0 0,4-1-180,-2 1 0,4-2 0,-1 1-180,10-2 0,0-1 154,-9 2 0,2 0 0,-4 0-424,2-1 0,-3 0-494,-1 0 0,-1 0-248,-9 2 1,-1 1-428,-3-1 0,-3 1-3753,25-5 5552,-17 3 0,-29 4 0,-13 3 0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52.1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32 11400,'21'17'3059,"-6"-2"-2520,-2 7-179,-6-1 0,6 5 0,0 3-180,4 3 0,-1 3 0,5 1-3483,3 3 3393,5 0 0,2 2-315,1 0 314,2-1 181,1-2-270,-2-1 270,-5-4-360,-5-3 270,-2-4-180,1-4 360,0-4 4225,-3 1-2606,-7-3-1237,-18-17-473,1-4 1,-15-20-90,8 0 0,2-5-90,2-5 90,6-3-90,0-3 0,7-2-335,2-1 605,5-2-360,5 2 0,3 1 0,1 3 0,2 3 90,-1 4-90,-1 3-90,-2 4-90,-3 4-629,0-1-1980,0 3 540,-1 0-989,7 6-1259,12 4 4558,11 5 0,-15 2 0,-4 2 1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52.5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1 319 6903,'6'21'4228,"-2"-2"-3149,25-4-629,8-6 449,5-6-4790,27-5 4340,-19-4-89,13-1 508,-15-3-598,-1-2 90,-5-2-1,7-3 1,-7 0-90,6-3 0,-5-1 0,-2-2-90,-7 1 89,-5-2-89,-8 1-90,-7-1 270,-4 0-270,-10-4 3488,-4 6-3218,-15-6 435,-5 11-705,-14 0-90,-7 10 0,6 6 0,-3 10 0,11 7 0,-5 6 0,2 7 270,-5 5-755,8 4 485,2 3 0,10 2-90,9 0 90,8 1 0,7-2 0,6-1-90,9-3 90,7-3 0,7-3 0,6-5-90,5-2-90,1-5-90,6-3-89,-1-4-181,1-5-90,-2-2-179,1-6-91,-4-2 1,3-5-1,-7-2-89,-1-3-1,-11-3 1,-1-2-1,-10-1 91,1-2-540,-7-1-270,-4-1 1709,-6-2 0,-3 10 0,-1 2 0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52.8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37 101 6993,'-10'-19'4228,"-3"-4"-1080,4 5-1979,4-4-629,17 16-270,12 7-180,6 12 90,-1 3-3213,-3-1 3123,-2 3 180,3 0-270,-4 1-90,3 1 360,-8 0-360,2 0 180,-7-1-360,5 12 90,-11-10 3662,-21-2-3572,3-26 90,-18-8 0,18-11 0,4 4 180,-1-13-90,7 8 0,1-8 0,5 13 0,0 4-90,7-3 0,6 5 0,12 2 90,14 9-90,13 11-330,-5 4 330,-1 6 270,-14 0-270,-2 3 0,0 2 0,-4 2-270,9 9 360,-10-8-540,8 6-359,-18-12-1620,6 3 2429,-9-4 0,-4-4 0,-4-6 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53.2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0 143 7982,'8'-22'6477,"15"10"-6028,10 15-89,8 9-90,-1 8 90,-5 1-436,-1 4 345,2 3-179,1 2 176,-1 2-176,-3 1 90,-1-1-180,-2 2 90,-2-2-1,0-2-89,-5-2 0,-2-4 90,-2-2-90,-1-4 0,-1-2 720,6-1 1070,-3-3-1250,18-13-3393,-9-3 3303,7-13-119,-7 0 29,-1-3 90,6-3-90,-1-2-1,1-2 361,4-2-540,-2 1 360,3-2-540,1 1 179,0 1-428,-1 1 608,1 1-449,-6 0 45,-1 3-495,-7 0-270,-3 3-539,-4 0-157,-6 1-203,0 0-899,-7 1-1620,-2-2-1636,-4 2 5864,-7-1 0,3 9 0,0 1 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7:25.3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503 226 13110,'47'-4'1439,"7"-2"-1169,1 0 269,3-2-179,-1-3 90,28-3-450,-30 2-1807,24-1 1897,-33 4-90,-1-1 0,4 0 0,-1-1 90,27-3-842,-18 2 752,20-2 0,-26 5 0,-1 0 0,-2 1 0,0 1 0,-4 0 0,0 1 0,8-1 0,-6 2-90,9-1 1826,0 2-1736,-7 1 1349,8 3-809,-20 5 642,-2 7-912,-12 5-90,6 13 0,-11-10-90,4 7-90,-8-10 90,0 1 0,0 2 0,-1 1-90,9 11 90,-6-5-90,8 8 90,-12-9-90,4 1 90,-3 0-90,1 0 0,-1 2 0,-1-1 90,-3 0-90,1-3 0,0-1-3392,-2-1 3482,1-1-90,-1-2 0,0-1 90,0 0 0,0-2-1,0 3 1,2 1 3482,-1 1-3302,0 0 989,5-5-1169,-28-5 0,-8 0-90,-23-5 45,-3 1 0,-2 1-45,-12 0-566,10-1 0,0-1 566,-11 2 0,-7 0 0,-2 1 0,-6-1 90,-4 0-1375,-6 1 1195,-2 0 90,-2 0 0,1 1 0,-3-2 90,2 1-90,3 0 0,-1-2 0,3 0 0,3-2 0,5 1 0,6-2-756,6 0 936,6-2-90,-10-1 270,12 0 2059,-11-1-2329,24-4 1322,18-9-1412,17-8 871,18-1-871,-1-2 0,2 6 0,2-19 0,-4 11 0,0-15 0,-6 5 0,-1 6 0,-3-11 0,0 11 0,-1-1 360,-7-13-450,5 10 90,-9-21 0,8 25 90,-3-8 0,1 7 0,1 8 90,-5-9 89,6 12-89,-3-3-10011,0 5 0,-27 11 9777,6 7 0,-5 3 0,21 2 0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5:55.8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481 88 17067,'53'0'540,"4"-2"-360,-1-1-90,1-2 0,1 1-90,-5-1 90,5 0 0,-8 0 90,-2-1-180,0 1-270,-6-1 450,8 0-90,-5 1-1,3 0 91,-3 0-270,1 0-179,1 0 538,0 1-269,3 0 900,-2 2-810,-18 7 90,1 3-90,-18 7-90,2 0 90,0 2 0,-7 0-90,3 2 90,-4 1 0,-4 2-90,3-2 89,-9 0-89,6-2 0,-4 0 90,2 3-90,0 1 0,1 1 0,-1-1 0,1 1 0,-2-2 0,5-1 90,-7-1-90,5 3 0,-9-3 90,1 3 0,1-2-90,-2 2 0,3 1 0,-10 0 0,12 0 0,-4-1 90,9 0-90,1-2-90,-3 1 900,4 0-630,-19-6-90,-19-5-90,-15-7 90,-18-4-90,4-1-180,-7 1 270,-6 0-90,0 1 90,0 0-90,4 0 0,10 2 0,1-3 0,6 0 0,0 0 0,-1 0 0,0 2 0,-4 0 0,0 2 0,-4 0 0,8 0 0,1 1 0,0 0 0,-3 0-90,-2-1 180,-1-1 539,7 1-269,17-7-360,3-3 90,22-11-90,0-2 0,4 1 0,2-2 0,-2 3 0,3-1 0,-5-2 0,3 1 0,1-1 0,2 2-90,0-3 90,0 2 0,-1-5 0,1 2 0,2-1 90,2 3-90,1 2 90,-1 0-180,-4 1 180,0 1-540,-5 0 450,25 9-90,14 0 90,25 7 0,0-2-90,0-2 90,-10 1 0,1 0 0,-7-1-809,6-1-9022,-10-2 8398,-28 7 1,2-3-1,-29 8 1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5:57.9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52 109 12750,'50'-6'539,"4"-2"-449,-9-2-90,13-2 90,-4 4-90,6-3 90,-3 3-90,-3 0 90,-2 0 0,0 2 0,-3 1 0,1 2-90,6 1 90,-8-1-90,15 3 270,-14-3 0,7 2-180,-6-3 2158,7 1-2068,-29 9-90,4 3 0,-21 10 0,4 0 0,10 9 0,-9-1-90,1 8 90,-6-11 0,-1 5-90,2-3 90,-2-1 0,5 6-90,-8-13 0,6 6 90,-6-7-90,3 0 90,3 8 0,-3-6-90,4 5 90,-5-7 0,3 6-90,-2-6 89,4 5 1,-2-1-90,-1 1 90,0 4 0,-4-1-90,-2-3 90,-1-1 0,-3-2-90,-3 1 90,-1 0 0,-3 1 360,3-1 359,-15-6-629,-13-5-90,-9-8-90,-13-5 0,-5-2 90,-2 0-270,-16-2 270,9 1-90,-7 1 0,10 0-90,-2 1 90,5 1 0,8 0 90,-1 1-180,6 0 0,-15 1 90,4 1 0,-13 1 0,7 1 0,1-1 0,6 1 0,2-2 0,5-1 180,6-2-90,5-2-90,21-6-90,10-2 90,21-6 0,3-1 0,3 3 0,2-8 0,-5 10 0,2-6-90,-4 6 180,-1-1-90,0 2 90,-1-1 0,1-5 90,-1 0-90,-2-6 0,-5 4 0,-2 1-90,-8 1 90,-1 5 0,-11-3-1619,-1 6 1529,-1-3 0,10 9 0,3 0 0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5:59.3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509 63 6363,'-60'2'6926,"5"-1"-6656,34-4-90,26 0-90,41-6 0,18 2 0,-11 1-90,22-1 90,-8 1-90,1 0 0,14 0-485,-14 1 575,12 1-90,-6 1 90,-15 4 90,-6 1 0,-9 2 90,-3 3 90,-6 2-91,-6 1 486,-6 4-395,-8 1-180,-1 5 269,-4 1-89,0 2-360,-1 3 180,-2-5 0,2 10-270,-1-11 270,1 6-270,-1-8 270,0-1-270,1 1-90,-1 0 180,1-1-90,1 0 0,1-1 90,1 0-90,-1 0 90,3 0 0,-2 6 0,-1-4 0,6 4 0,-2 0 0,0 0 0,-3 6 90,-7 9 0,-4-10-90,-6 4 180,-5-11-90,-9-3 90,-6-2-3392,-9-3 3302,-2-2-90,-10-1 90,-3 0-90,-13 0 0,-26 4-145,25-3 235,-14 0-90,20-2 90,-30-2-90,13 1 0,-20-4 0,37 0 0,0-4 3411,-2 1-3501,10-3 90,-14 1 0,5 0 395,2-2-215,2-2-90,17-3-90,9-1 90,5-4-90,6 1 0,-5-3 0,6 0 0,-7-4 90,9-4-90,-7-4 90,11-3 0,-4-2 90,13-1 0,-4 0 0,3 2-90,-3 0 90,2 1-90,-1 2 0,2 1-1,4 2 1,-1 3-539,2-1-9356,-3 2 5668,-27 11 4137,3 7 0,-6 7 0,14 2 0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7:29.0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95 105 8432,'-48'-8'6926,"6"-1"-6386,38 2-270,19-2 269,43-2-1218,-5 2 949,12-1 180,12-1-270,-13 2 297,22 0-207,8 2-1777,-18 4 1597,19 0 0,-18 3 0,-1 1-90,11 3 90,3-1-381,0 3 336,-19-1 0,1 1-574,-18 0 0,0 0 529,19 1 0,-1 1 0,27 6-45,-49-7 0,1 1 45,46 8-90,-1 1-186,-5-1 231,-31-4 0,-1 1 394,29 4-349,-34-5 0,-3-1-89,13 3 89,-9-1-11,-4-1 11,-8-2 0,-4 0 1521,6 1-1431,-10-3 1715,8 1-1625,-23-12 1074,-21-1-1254,-19-10 483,-18 0-483,-38-11 0,29 7 0,-27-8 0,40 12 0,0 3 0,1-1 0,0 0 90,-9-4 0,-1 1 0,-5 1 90,15-1-630,-1 6 450,51 4-90,-9 4 90,50 9 0,-14 2-400,10 1 400,-2 2-3260,2 3 3260,4 2-90,-2 1-551,1 3 551,-3 1-90,-1 2 90,-2 1-90,-1 2 90,-3 1 0,-5-1 0,12 14 0,-18-11 90,8 9-90,-22-13 90,-3 0 250,-7-1-250,-1-1 3154,-8-1-3154,1-2 0,-15-2 808,11 3-628,-11-4 270,9 3-90,-26-13-91,-1-4 1,-39-15-270,27 1-304,-20-6 484,25 5-90,-6-1 90,2 0 0,-1 0 0,-1 1-1,2 1 1,-1 0 90,3 1-90,-11 0-540,9 1-8545,-8-1 6536,45 9 1,10 2-1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7:30.6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0 920 6543,'47'-5'6297,"3"-4"-6027,-8 2-91,1-4-491,-5 1 491,0-1 1,6-2 0,1-1 0,1-2 0,1 0 0,1-2 0,-1 0 0,-1-1 0,-1-1 0,0 0-1,-2-1-89,0 0 90,-1-2-90,1 0 0,2 0 90,-1 0-180,2 1-429,1-1 519,2 1-90,0 0 243,3 0-153,1 1-876,3 0 786,3 1 0,2 3 90,-3 1-180,8 0 90,-6 1 0,3 1 0,-7 0 0,16-4 90,-9 3-90,3-1 217,-17 6-307,-1-1 578,-5 1-488,8 0 90,-10 0 540,-7 2 309,-40 2-849,-14 3-90,-44 3 0,10 3 0,3 0 0,-1 0 90,-8 0-1047,-40 3 957,41-4 0,-1 1 90,-24-3 0,22 0 0,-15 0 180,13-1-180,8-3-180,-5 1 0,39-9 90,24-1 0,25-3-90,13 1 90,1 2 0,3 1 0,7 0-90,3 0 466,2 0-466,-1 1 90,5 1-90,-2 0 90,3 1 0,-1 1-90,-3-1-3200,23 0 3200,-24 2 0,15-1-314,-17 3 314,-4 0 720,8 2-361,-15 3 191,-26 11-370,-13 2 3317,-24 11-3227,-3-1 90,-3 4 0,-4 2-91,-2 0 181,-15 16-270,10-10 131,-8 10-221,17-16 0,5-1-90,1-2-270,5-3-90,2-2-989,4-3-900,3 4 2339,6-4 0,1-4 0,3-6 0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7:32.0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2191 1250 8432,'-24'-19'2339,"1"0"-1710,9 3-89,-2-3-90,4 1-90,-4-4 0,3 2-181,-2-4 1,2-1 0,0-1 0,-3 0-90,4-2 0,-5 0 90,1 1-90,-11-1 90,4 2-90,-6-2 90,4 2 89,-1 0-89,-6 0 90,-2 2 0,-6 0-408,-3 1 318,-3 1 90,-2 1-90,-4 2 90,2 0-90,-4 1 0,1 1 0,-3 2-1,-8 0-1783,6 0 1694,-2 0 90,7 0-510,1-1 510,1 1-180,2-1 89,0 0-89,5-1 0,0-1 0,6 1 90,4-2-90,1 2 0,4-1 0,2 1 0,2 0 317,1 2-317,-1 1 0,-1 0 1761,1 0-1761,-3-4 534,6-1-354,-3 1 540,5 0 449,-1 6-1169,18 11 0,-2 7-90,13 11 180,-2 2-90,-5-1-90,4 0 90,3 18 0,-6-13 0,5 13 0,1-9 0,-8-3-270,3 3-719,-13-5 629,-12-16 270,-2-14-90,0-9 90,1-11-89,5 3-3483,-15-16 3572,7 9 0,-13-12-221,11 14 221,-2-1 0,1 2 70,4 2-70,1 2-2099,2-5 2099,3 10 2279,-5-3-2369,9 9 220,4-1 50,27 11 111,11 3-21,22 15-90,-11-2 3482,1 1-3392,-10-3 0,-1 2 179,18 6-179,-8-3-326,11 4 236,-11-6 0,-1 1-90,4 0 0,1-1-180,1-2-89,-1 0-271,-1-1-180,-1 0-1438,3-3-2700,14 0 4858,4 1 0,-18-4 0,-11 1 0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7:45.9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125 117 6273,'-20'-19'4408,"0"1"-2429,-3-1-450,3-2 450,2 3 1709,2-1-3598,10 17 0,5 5-90,13 17 90,4 4-90,4 8 0,3 5 0,0 5 89,4 5-741,6 2 563,-3 4 178,16 25-89,-15-17-2499,10 18 2589,-13-24-90,0-1-373,-1-1 373,-2-3 90,-4-1-90,-3-2 0,-5-3 0,-1-2 90,-5-5-90,-3-1 456,-1-6-366,-5-1 2529,0-5-2439,-3 1-360,-1-4-1260,-32-8 721,-2-9-630,-15-11-91,7-6 1,13 1-180,-2-3 1619,-33-21 0,41 22 0,-20-14 0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7:46.2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0 296 6453,'15'-30'1889,"-2"1"-1349,9 1 0,2 0-91,10 2 1,5 2-4342,2 2 4342,3 2-270,6 1 649,1 2-739,5 2 180,0 2-270,3 2 180,0 4-881,0 3 791,0 2 0,-3 3 90,-4 4-90,-2 2 0,-7 4 0,-3 4 0,-10 3 2807,-6 2-2807,-10 3-2465,-5 1 2465,-8 2 838,-7-1-838,-7 1 0,-7-2-90,-6-1 90,-3-3-2268,-6-1 2178,-2-3 1617,-25 3-2157,14-7-359,-35 1-540,21-11-1260,-9-4 450,19-13 2249,20 1 0,17 1 0,11 6 0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7:46.71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12660,'30'19'809,"0"3"-719,-9 4 90,5 3-2609,1 1 2519,6 1 0,1 0 260,4-1-260,3-1-180,1-2 90,20 4-90,-14-10-90,11 3 1,-20-12 673,4-1-494,4-9 90,-5-10 0,-11-6 90,-17-9 1299,-11 0-1299,-6-1 90,-1-4-1,-6 0-3106,-2-1 3107,-3 0 90,-4 1 0,-2 2 0,0 2-1,1 3 361,2 4-270,2-1 3032,17 20-3482,5 3-3212,41 52 3212,-16-17 0,20 29-390,-23-27 390,1 2 0,0-1 0,-1 0 90,26 32 0,-22-28-90,20 22 0,-29-35 0,10-3 0,-6-3 0,5-2-450,7 13 90,-16-16-719,9 10-360,-14-15-450,-1 0-2519,3 1 4408,-28-3 0,11-7 0,-20-2 0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7:46.9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 46 6813,'-16'-20'5127,"10"2"-4767,13 12 0,10 5 0,10 15-91,5 3 271,27 16-1132,-13-4 772,22 13 0,-21-9 0,5 1 0,-3 0 0,2 0-46,-8-3 1,0 0-45,8 6 0,26 20-595,-46-32 505,-2-2-90,-5-1-90,-2-4-360,-5-2-1888,1 1 357,-12 0-1437,-44-11 3508,5-3 0,-16-9 0,30 2 0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7:47.1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70 168 6273,'-25'-12'4048,"-2"-1"-3238,10 0-541,28 0-179,6 2 90,29 3-90,-10 1 90,7 1-180,2-1 90,5-1-1870,33-3 1330,-22 2-89,22-1-808,-30 2 627,-3 1-1017,-7-1 1737,-3 0 0,-19 4 0,-5 0 0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7:47.52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5 7173,'3'-4'3778,"3"4"-3508,33 17-91,-3 4 91,2 4-2605,5 5 2515,4 5-90,2 4 205,3 4-205,0 3 0,-1 2-816,1 0 816,-3 1-90,8 18 0,-6-3 0,-6-1 0,-10-16 0,-15-21 0,-5-5 180,0 0 1459,-29-13-1639,7-6 380,-27-14-380,11-7 90,-5-4 0,0-4 89,-12-17 1,10 10-675,-17-9 675,25 16 0,-4 4 0,15 3 0,-10 3-90,20 0 0,2 6-90,32 5 0,6 5-2862,8 9 2952,-5 3 64,24 7-154,-17-1-305,16 4 305,-21-5 0,-4-1-90,2 0 0,-6-1-269,-2-1-361,5 1-2158,-6-2 3325,-20-8-2336,-19-6 2214,-23-10 1,7 4 0,9 3 0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7:47.8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83 6273,'18'-15'1619,"3"1"-629,0 1-181,14-2-89,7 3 0,16 2-540,7 6 179,-10 5-520,0 6 521,-17 2-180,5 2 0,-5 3 0,2 3 14,-10 3-104,-3 5 90,-8 1-3254,-5 3 3164,-7 1 89,-10 1-89,-3-1 90,-10-1 0,3-2 0,-24-3 270,13-2-1755,-32 3 1484,23-8 361,-13 1-227,-4-9-43,-5-5-360,-32-11 0,30-1-360,-7-10-90,36 3 1,4-3 2137,5-1-2228,5-1-146,4 0-1203,9-6-90,5 7 2403,16-9-334,7 14 0,-7 3 0,-3 6 0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7:48.2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91 7533,'11'-24'4047,"7"2"-3417,7 1-180,16 6-180,8 8-180,0 6-318,5 6 318,-14 5 90,7 4-180,-5 5 180,1 3-180,-3 5 90,-6 1-90,-3 3 0,-8 0 90,-6 1-90,-6 0 0,-4-1 212,-3-3-122,-4-3 359,0-4 900,-3 1-269,-3-4-900,-14-14 285,3-5-375,-7-17-90,8-1 90,2-3-90,4-2-3392,2-2 3392,4 1-11,3 2-79,1 3 0,5-3 0,7 4 1,10 1 89,25 12 3252,1 10-3342,5 5-90,-12 6-90,-12-1-180,-7 1-89,2 1 149,-5 0-329,2-2-1080,1 0-450,-1 4 2249,-3-2 0,-6-4 0,-6-5 0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7:48.6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97 7803,'12'-29'4047,"9"5"-3417,7 5-180,16 5-181,18 5-179,7 7 0,-6 5-345,-9 5 345,-22 3-1,-8 3-89,1 3 90,-12 4-90,-4 3 90,-14 1-90,-6 0 90,-6-2-90,0-3 0,-3-2 90,0-3 346,-2 0-526,32-6 90,16-4-90,27-3-515,10-5 516,-8 4 89,2 1 0,0 2-90,3 5 180,-3 4-2020,0 6 2020,-3 3 90,-10 7-109,-7 4 289,-14 4 89,-8 3 181,-14 2 90,-3 1-91,-11 0 91,-5-2-90,-7-2-1,-5-3-2486,-1-5 2307,0-5-90,3-6 494,2-3-1483,-5-2-284,-7-5-2865,-3-7-4590,-6-8 8368,-3-5 0,24 3 0,0 2 0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7:51.5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1 143 6903,'13'-8'9830,"9"0"-8326,33 2-2241,-4-3 737,-5 1-3805,-1-1 3894,4 0-89,-1 0 586,34-6-586,-25 4 180,20-4-3238,-36 5-934,-34 0 3992,-14 3 0,-10 1 0,-3 3 0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7:52.2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26 10681,'24'-2'3058,"-3"3"-2968,9 15 0,-12-3-90,4 6 90,-3-4 0,-3 2-90,4 0 0,-5 2 90,8 7-90,-6-6 0,7 6 0,-9-10 0,4 4 90,-6-3 539,1 4-539,-16-21-90,-1-9 0,-8-13 0,4-4 0,3 4 0,-10 1-90,13-3 180,-8 2-180,14-2 90,-2 2 0,1-4-89,-1 3-181,1-3 180,19 15 90,2 13 0,11 7 0,-6 8 0,-4-2 0,-3 0 0,1 1 0,-6 1 0,-1-1 0,-3 0 90,0 3 0,9-3 179,-7 3-179,-3-18 0,-11-7-90,-15-24 270,7 6-360,-2-8 360,5 13 90,6-5-360,-3 5-360,12-3 270,24 15 0,-3 4 90,22 11 0,-14 1-3392,2 4 3392,3 2 90,2 2-382,-1 2 292,-1 1 0,-4-1 0,-3 0 0,-3 0-90,-5-3-90,-1 0-449,-6-3-1980,-3 0 2348,-17 0 261,-22-2 0,6-4 0,-13-3 0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7:54.1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6 299 8252,'-5'-18'6207,"25"8"-6027,6 7-90,18 9 89,-7 6-179,-6-1 90,0 4 0,0 2 0,0 4 0,-4 1-4161,0 4 4161,-4 0 50,4 16-50,-9-10 0,5 9 90,-8-5-90,-5-12 0,1 11 1979,-2-18 1147,5-11-3036,-1-11 1344,5-18-1254,-3-5-90,1-6 0,1-3 90,15-23-180,-13 14-425,11-17 515,-16 21-90,1 2-114,0 2 114,-1 2 0,0 4-540,8-16-899,-9 20-810,8-13-449,-3 22-1710,8 2 4318,19 4 0,-20 8 0,3 3 0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7:54.9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1 299 6903,'12'17'4138,"3"-3"-3509,20-4-89,9-8-360,19-8 90,-12-3-1078,-2-5 988,-13 0-91,-3-1 91,-2-3-90,-3-1 380,3-2-110,-7-13-180,-2 8 90,-4-9 0,-15 13 58,-2 0 572,-17-5-540,-10 4 359,-6 2 190,-2 5-729,-28 28-90,27-1-90,-23 22 0,31-4 0,8 4 0,2 2 0,9 1 0,3 17 0,3-14 0,8 12 0,6-17-90,1-3 90,4-1 0,0-4-90,-1-2-270,13 3-179,-9-10-361,18 6 91,-6-13-361,29-10 361,-15-6-409,14-12 409,-19-2-1,0-3 270,3-4-179,-4-1 359,-2-4-270,-6-2 270,-3-2 1,-4 0 269,-2 0 270,-5 1-90,-2 1 89,-5 2 181,-5 4-90,-3 2 720,0 2 179,-4-2 270,3 3 0,4 0-761,11 20-498,4 4 0,1 16 0,3-1-90,-8 4 90,5 2-3572,-7 4 3572,-5 1-180,-1 1 0,-1 2 0,-2-3 90,2 0-90,-3-3 0,1-3-360,1 8 180,-1-8 3572,5-10-3482,-4-12 180,4-18-180,-1-1 90,2-4-90,-2-3 90,3-2 0,-1-2 90,-1-1-90,1 1 180,0-7 0,-2 12 0,6-8 0,11 32-180,-5 2 90,12 22-90,-7 3 89,-7 5-89,9 17 0,-13-10-269,12 24 89,-11-29-90,4 7 0,-4-16-629,-1-4-181,5 1-269,0-6 629,12-8 1,-9-8 179,9-11-719,-11-4-180,2-4 1439,0-3 0,-11 10 0,-3 2 0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7:55.1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1 164 6273,'1'-26'2789,"1"3"-1620,-3 1 270,7 5-1079,13 7 0,4 9-90,13 11 0,-5 4-1,-4 5-89,8 3 0,-6 3 0,5 3 0,-10 2-180,4 1 180,-6-1-90,6 1 0,-13-1-90,8-2 90,-8-3 0,10-3 0,-3-4 90,1-3-1,7 1 361,7-6-180,18-8-90,-9-8 180,5-10-91,-9-4 91,-1-4-90,4-3-630,-2-4 630,0-3-180,-2-2 0,-2 0-90,-3 0-90,-3 1-430,-5 1-200,-4 5-449,-8 2-720,-6 3-270,-10 3-4947,-10 4 7016,-43 6 0,31 5 0,-23 5 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25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0 109 24575,'0'-34'0,"0"12"0,0-2 0,0 10 0,0 8 0,0-3 0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36.3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431 0 9602,'-16'17'989,"3"1"-629,8 1-90,0 3 179,0-3-89,-1 6 0,-4-2-90,-2 3 0,-3-1-180,2 0 89,1-4 1,1 4-90,3-3 0,-4 6 90,3 0 0,-1 1-90,-1 1 90,1-6-180,-2 4-718,3-11 898,-1 4-485,-2 1 485,1-5-90,-3 10 0,2-3-90,2-1 90,-1-1 691,5-5-691,-2-1 241,0 1-241,-1 0 0,-3 7 0,2-5-90,-1 10 90,3-4-90,2 5 90,-2 1-90,1-2 90,1-1-90,-3 1 0,5-1 90,-2 4 0,5-2 0,-2 2 0,1-7-90,-1 7 90,-2-5-90,2 7 0,-6-6 90,7-4-90,1-6 0,3 0 0,2 0 90,-6 2-90,1-1 90,0 1-90,1 1 0,0 0 90,1 1-90,0 0 90,0 1 0,-1 1-90,1 2 90,-1 0-90,3 0 0,0-1 0,0 1 89,-1 0-89,0-1 0,-1 1 0,1-1 0,3 1 90,0-1-90,-2 1 0,1-1 0,-1 1 0,-2-1 0,4 1 0,-3 0 0,2 0 90,0 11-90,-2-9 0,1 8 0,0-11 0,1-1 0,-1 0 90,1 1-90,-4-2 0,9 20 90,-7-15 180,6 14-360,-5-20 90,4 11 0,-1-9 0,-1 7 0,-1-10 0,-1 0 0,1 1-90,0-1 180,2-1-90,-2 1 0,2-1 0,-4 1 0,4 10 90,-4-7-90,3 6 0,-2 2 0,0-8 0,0 9 90,-2-10-90,-1 2 0,0-1 0,0 0 0,2 1 0,3-1 90,-2 12-90,0-7 0,-2 8 0,1 3 0,-3-10 0,5 9 90,-5-12-90,2 0 90,-2 2-90,-1-2 0,0 1 90,0-1-90,1 0 0,-4 1 90,4 0-90,-4 0 0,2-2 0,0 0 90,-1 0 0,3 22-90,-2-16 0,4 16 90,-2-22-90,1-1 0,1 1 0,0 0 0,3 14 90,-1-10-90,-1 11 0,0-13 0,-1 1 0,3-1 0,0 1 0,2-1 90,0 13-90,0-10 0,2 11 0,-1-15 89,0 1-178,-1 0 89,0 0 0,1 1 0,4 23 0,-4-17 89,4 17-89,-5-24 0,-1-1 0,3 0 0,-3 1 0,4 10 0,0-9 0,-2 9 0,2-13 0,-4 0-89,1 1 89,1 0 0,0 0-3303,-1 13 3303,1-11 0,-1 9 0,1-12 0,1-1 0,-2 0 90,2 1-90,5 21 0,-5-15 0,6 15 0,-6-20 0,1-2 0,1 3 0,-1-1 0,5 12 0,-3-8 0,2 10 0,-2-12 0,3 1 0,-3 0 0,4 0 0,-8 1 0,3 14 0,-3-10 90,4 11-90,-3-14-266,0 1 266,-1 0 3260,1 1-3260,-4 1 90,8 14-90,-8-11 0,9 12 90,-7-14-90,1 0 0,-1 2 90,0-1-90,0 0 90,0 1-90,1 17 90,-1-13-90,2 14 0,-7-18 0,4 2 90,-2-1-90,0 2 0,2-1 0,-2 18 0,1-13 0,0 12-244,0-17 244,-1-1 0,1 1 388,-1 15-298,1-12-90,5 11 0,-3-15-90,2-2 90,-4 2 0,-2-3 0,3 2 0,-3-2 90,3 2-90,-1 15 0,2-12 0,-3 12 0,0-17 0,-2 2 0,0 0 0,-1 0 0,1 0 90,-1 15-90,0-11 0,-1 11 0,1-17 0,-3 0 0,4 0 0,-2-1 0,1 1 0,0-1 0,-1 0 254,2-1-254,-1-1 0,2-1-90,-2 0 90,1-2 0,-1 1 0,3-1 0,-1 0 0,0-1 0,0 1 0,0-2 0,-1 0 0,2 0-90,-2 1 180,1-2-90,-1 1 0,0-2 0,-3 0 0,3 0 270,-4 0-270,3-1-90,2 2 90,-3-1 0,2 0 0,-3-1-90,4-1 90,-2 0 0,1 1 0,-2 1 0,4 0 0,-4 0 0,-1 0 0,-2 1 0,-2 13 0,3-8 0,-1 9 0,0-11 0,-5 1 0,5 0 0,-2 0 0,5 1 0,1-1 0,-3 1 0,2 0 0,-3 1 0,-1 0 0,0 1 0,-2-1 0,3 1 0,-3 1-90,-4 16 90,2-10-1380,-5 11 1380,5-14 0,-1 0-437,-1 1 437,6 1 0,-4 0 0,-2 18-373,0-12 373,-5 14 0,5-18 0,-1 19 0,2-14 0,-1 15 0,3 2 0,2-15 0,-4 16 0,4-20 0,-2 2 0,3-2-90,-2 2 180,4-1-180,-4 21 90,6 5 0,-4-1 0,3-3 0,-3-20 0,3 2 0,-3 24 90,2-17 516,-2 18-606,0-21 0,-1 1 0,0 0-89,-2 1 178,2 0-178,0 0 89,-1-1 0,0 1 0,1-1 0,-1-1 0,-3 1-90,1-2 180,-2 1 179,5-1-359,-2 23 0,2-17 90,-2 17 0,4-22 0,0 0 0,1 0 0,-2 1 542,1 0-632,-1 0 90,1 0-445,1 0 445,-2-1 0,7 1-2598,-6-2 2598,7 1 0,-8-1 448,2 0-538,-4 44 180,3-34-614,-1 33 524,4-45 0,-1-1 0,4 1 0,-2-1 0,2 22 0,-2-16 0,3 17-3,-2-23 3,3-1 0,-3-1 0,2-1 0,-3-1 0,7 38 0,-5-30 0,1 26 0,-4-37 0,-3-3 2853,3 1-2853,-2-3 0,3 1 0,-5 14 0,4-13 0,-4 14 0,2-19 0,0 1 0,-2-3 90,-1 13-90,2-11-220,-2 10 220,3-16 452,-2-2-452,2-1-154,-1-2-385,6 3-541,0-4 1080,5 1 0,-4-12 0,1-4 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37.70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1465 7263,'-12'10'899,"9"0"-719,32 1 0,4 0 0,-3 0 0,4 0 0,-2-2 90,9 1-180,12-1 0,-3-1 0,6-1-167,23-1 167,-18-2-1001,30 2 1000,-23-5 1,6 1 0,8-1-90,5-1 90,6 0-1618,5-3 1528,-47 2 0,1 0-857,2-1 0,0 0 857,1 0 0,1 1 45,1-1 0,2 0-148,-3 0 1,5 0 192,15-1 0,9 0 0,-5 0-90,-1 0 0,1 0-296,-1-1 0,5 1 0,-7-1 341,-9 1 0,-6 1 0,1-1 0,-1 0-45,3 0 0,0 1 45,2-1 0,0 1-404,0-1 1,0 1 403,0-1 0,0 1-45,2 0 0,-1-1 398,0 1 0,0 0-353,4 1 0,0 0-361,-2-1 0,-1 0 361,3 1 0,1 0-45,-3 0 0,0-1 45,2 0 0,0 1-1,0-1 1,1 1-45,0 0 0,1 0 45,0-1 0,0 1 0,2 0 0,-1 0-45,0 0 0,1 0 72,1-1 0,0 0-27,0 0 0,1 0-45,-3 0 0,7-1 60,12 1 0,11-1 0,-6-1-15,-1 1 0,0-1-45,-24 1 0,6 1 0,0-1 0,-8 0 45,16 0 0,-5-1-446,5 0 1,2 1 445,-1-1 0,1 0-45,0 0 0,4 0-104,-6 1 0,7-1 1,-5 0 133,-18 0 0,-3 1 0,3 0-114,22-1 0,3-1 1,-5 1 128,10-1 0,-4 0-45,-31 2 0,1 0 0,-1 0 0,0 0 0,1 0 0,0-1 30,0 1 0,0 0 0,0-1-30,0 1 0,0-1 0,0 1 110,0-1 0,0 0 0,0 1-110,0-1 0,0 0 0,0 1 58,-1-1 0,0 0 0,1 1-58,0-1 0,1 0 0,-1 0 0,-1 0 0,1 0 0,-1 0 0,1 0 0,0 0 0,0 0 30,1 0 0,-1 0 0,0 0-24,1 0 1,0 0-1,1 0-6,-1-1 0,1 1 0,0 0 0,0 0 0,0-1 0,1 1 0,-1 0 0,1-1 0,0 1 30,0 0 0,0-1 0,-1 1-30,2 0 0,-1-1 0,1 1 0,0-1 0,-1 1 0,0-1 0,0 0 0,-1 1 0,0-1 30,3 1 0,0 0 0,0-1-160,-4 1 1,0 0 0,0-1 129,3 1 0,-1 0 0,1 0 30,-6 0 0,0-1 0,4 1-30,26-2 0,5-1 0,-3 0-24,-21 2 0,-3 0 0,3 0 54,22-1 0,4-1 0,-6 0-36,-23 3 1,-5-1 0,0 1 5,3-1 0,-1 1 0,1-1 92,-1 1 1,0-1 0,1 0-93,1 1 0,1-1 0,-1 0 0,-2 1 0,0 0 0,5-1 22,1 0 1,5-1 0,1 1-1,-5-1-46,5 0 1,-4 1 0,4-1 23,-4 0 0,4 1 0,-1-1 0,-5 1 0,-1-1 0,-4 1 0,-1-1 0,3 2 0,0-1 0,-1 0 168,-2 0 1,0 0 0,1 0-139,0 0 0,1 0 0,-1 0-1,1 0 1,-1 0 0,1-1-30,0 1 0,1 1 0,-1-1 60,1-1 0,0 1 0,0 0-60,0 0 0,1-1 0,0 1 30,-1 0 0,0 1 0,-1-1-60,3 0 0,-1 0 0,1 0-74,-2 0 1,0 1 0,0-1 73,1 0 0,-1 0 0,0 0 148,-1 1 0,-1-1 0,5 1-141,-1-1 1,5 0-1,0 0 1,-4 0-8,5 1 0,-4-1 0,4 1 30,-6 0 0,4-1 0,0 1 0,-6 0 0,0 0 0,-5 0 0,0 0-30,1 0 0,-1 0 0,1 0 30,-1 0 0,0 0 0,1 0-30,-1 1 0,0-1 0,0 0 60,0 0 0,1 0 0,-1 0-30,0 0 0,0 0 0,-1 1 0,1-2 0,0 1 0,0 0 0,-1 0 0,1 1 0,0-1-184,-1 0 0,1 0 0,0 0 184,1 0 0,-1-1 0,1 1 0,-1 0 0,1 0 0,-1-1 0,1 1 0,-1 0 0,1-1 0,-1 1 0,-1 0 0,1 0 0,1 0 0,1 0 0,-2 0 0,30-2 0,0 1 0,-31 1 0,0 1 0,0-1 29,28-2 0,0 1 16,2 0 0,1 0-45,-3-1 0,0 1 0,1-1 0,-1 1 0,-3-1 0,1 0 0,2 1 0,0-1 0,-1 0 0,0 0 0,2 1 0,-1-1 0,1 0 0,0 0 0,-1 1 0,0-1 45,0 0 0,0 0 45,0 0 0,-1 1-90,0-2 0,0 1 90,-2 1 0,3-1-120,-9 1 0,5-1 0,-4 1 0,-19 1 0,-4 0 0,3 0 30,19-2 0,3 1 0,-6 0-45,4 1 0,-4-1 140,1 0 0,0 0-95,-2 1 0,-1 0 0,-4-1 0,0-1-45,0 2 0,0 0 45,-3-1 0,-1 1 0,1 1 0,0 0-31,-1 0 0,0 0 31,-2-1 0,1 1 42,0 0 1,0 0-43,0 0 0,0-1 65,0 1 1,1 1-66,-1-2 0,0 1 135,0 0 0,1 0-180,-2 0 0,0 0 179,1 0 1,0 0-65,-2 1 0,0-1 20,0 0 0,1 1-135,1 0 0,-1-1 135,1 1 0,-1-1-56,1 1 1,-1-1 55,-1 1 0,0 0-135,1-1 0,-1 0 90,-1 1 0,-1-1-90,2 1 0,1-1-193,-4 0 0,1 0 193,4 0 0,0 0 45,-5 0 0,0 0-45,3 0 0,-1 0 45,-5 1 0,-1-1 273,0 0 0,0 0-273,-3 1 0,-1-1 165,0 0 0,-1 1-165,-3-1 0,-2 1 0,2-1 0,-1 0-45,-3 1 0,-2-1 45,48-1 0,-12 0 1532,-11 2-1442,6-1 2406,-19 2-4925,9-1 885,-58-3-2234,-11-1 4177,-44-3 1,19 4-1,2 2 1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40.1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 10051,'5'-4'7376,"-6"10"-7196,23 7-90,-13 10 90,2-4-90,-1 3 90,2 2-90,-1 1 0,3 2-1,-1-2 91,13 11-180,-5-9 90,5 5 0,-6-11-90,-3-2 90,1-2 0,4 2 0,-3-3-6836,5 4 6746,-30-17 0,11 4 0,-22-12 0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40.34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 16 9512,'-11'-11'-3598,"24"6"3598,19 5 0,-2 2 0,-12 4 0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41.1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0 628 7173,'45'14'2518,"-10"-2"-2068,-11 8-90,-8-2 0,2 1-180,1 2 90,4 2-181,3 1 91,3 1-90,0-1 0,-2 2 0,1-1 0,-4-2-90,3-1 0,-6-3 90,-1-3-90,2 1 270,-4-2-270,-6-18 0,-11-8 0,-4-20 0,-7 2 0,11 1-90,-1 3 0,9 5 270,5 1 0,18 10-180,5 11 90,3 9-90,0 7-3302,-8 0 3302,1 3 90,-1 0-90,1 2 0,0-1 0,-1 0 0,-2-2 270,-2-1-450,8 3-270,-4-5-1079,2 2 719,-7-17 450,-14-15 1,-2-8 3481,-9-9-3302,-1 4-90,-1-5 90,-4-2 90,0-4 0,-8-4 0,0-3-90,-13-29-801,5 13 981,-10-23 90,7 22 90,2 1-3037,-1 1 3037,2 4 0,1 3-309,1 6 398,2 4 91,-2 5 90,0 3 665,-10-3-665,9 12 0,-9-2 1203,8 13-754,0-1 3232,-11 4-3771,-7 5-90,-3 13-180,3 6 750,13 9-660,6-1 96,6 5-186,3 3 89,4 4-89,5 2 90,5 6-90,3 1 90,7 3-554,3 2 554,8 2-3328,1 0 3238,4 1 179,23 22-845,-10-18 666,21 17-90,-18-25 90,6 0-90,-1-4 90,1-1-90,-1-1 0,-1-3 0,-1-2 90,16 12 0,-18-14-90,12 9-52,-25-18 52,-1-1 90,-6-3 186,-2-2-366,0 1-3097,-2-3 2017,-16-16-1798,-17-10 719,-14-11 1641,-12-3 1,20 14 0,2 2-1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41.5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1 382 6453,'2'-23'1799,"2"1"-809,11 0-541,-2 6-89,8-6-90,-3 8 0,4-2 0,3 0-90,-1 0 90,20-9-181,-10 6-291,12-7 112,-13 8-90,-1 1-270,15-8 91,-13 7-631,20-9 451,-21 11 179,1-3 540,-32 14-90,-11 9 0,-15 8 292,5 6-292,6-1 90,4 3-90,2 3 0,4 1 0,2 3 0,3-1-1,2 2-89,5-1 90,8 0-90,-6-2 0,6-1 90,-3-2-90,1-3-90,9-2 90,-2-3-90,12 1 90,3-6 0,5-7 90,-1-7 0,-12-9 90,-5-1 0,-11-1 0,-5 0 90,-3-3 90,-3 1-1,-4-1 91,-4 0-90,-3 2 450,-4 1-181,-14-4 1,9 3-8995,-11-2 8365,38 12 0,-11 1 0,20 8 0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41.8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1 128 9961,'11'8'2609,"-9"-3"-2519,42 15-90,-18-6 90,2 1 0,0 1-90,1 2 0,-4 1 0,0 1 0,-4-1 0,-2 0-3392,-2-1 3392,-2-1 0,-2 3 719,-3-2-629,-29-10 0,0-11-90,-21-12 0,15-6 3482,7 0-3482,2-1 0,2-5-90,-1 0-90,7-2-180,-2-2 1,7 1-181,0 1-180,5 3-179,1 2-180,4 3-2609,0 3 3688,6-1 0,-7 10 0,2-1 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42.5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0 355 10591,'17'4'2608,"0"3"-2518,28 12-90,-11-2 90,-10-1-90,-1 1 90,-2 1-90,7 8 0,-9-6 90,6 4-90,-8-4-90,-1-3 90,-9-15 0,-6-4 0,-8-19 0,-2 3 0,-8-13-90,6 6 90,-5-8 0,9 8 0,2 2 0,-1 1 0,2 1-90,5-4 0,-5 4 1,16-4-1,12 13 0,10 8 0,14 13 0,-1 14-90,-15-5 0,8 9 90,-21-14 270,4 4-90,-22-19-90,-6 1 0,-12-16-90,0 3 180,3-2-90,0-1 0,-3-13 0,3 7 0,-1-9 0,4 10 90,1 2-180,5-5 90,3 6 0,10-2 90,21 10-90,10 13 90,4 5-90,14 17 90,-23-4-90,12 7 0,-16-5 0,-2 0 0,-1-1 0,-5-1 0,0-2 90,-1 1-90,-1-3-180,-7-13-270,-8-14 90,-7-11-90,-4-7 91,5 5-271,0-1-90,-1-2 181,2 1-91,-1 0 0,1 1-359,-1 0-90,2 0 1079,-2 2 0,2 9 0,-1 4 0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43.1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173 450 10951,'-34'15'2159,"-1"-2"-1800,21 8 1,-5-1 0,3 2-4432,1 3 4342,0 1-90,4 2 769,3-1-859,2 0 0,6 0 0,2-2-180,3 0 0,4-3-89,4-3 89,2-2 2672,4-3-3481,10 2 89,10-6 450,12-8-90,-8-5 1,7-19 359,-23 3-180,5-10 90,-12 6 0,-9-4 0,-2-2 180,-12-2 0,-1-3 90,-7-1 90,-4 0 0,-1 1 90,-4 3 0,1 2 89,-3 4 1,2 3 360,0 4 179,0-2-539,4 5-270,10 13 0,5 6 0,15 16-90,-2 1 90,4 3-90,0 1 270,5 1-270,-6 0-90,9 1 90,-4-3 0,6 0-90,2-4 90,-4-2-180,12 3 90,-5-5 0,12-1-270,-7-10 90,2-15 91,-11-4-1,-1-11 0,-12 3-90,1-19 180,-9 8-90,-7-29 270,-8 23-478,-11-15 388,-3 14 0,-6-3-3293,-7 0 3383,-2 2 0,-2 0-2,-17-8 182,19 15 90,-13-6 0,24 20 449,2 4 630,2 0-978,26 22-461,1 1 270,28 22 2984,-2 0-3165,30 20-581,-16-8 492,19 14-90,-23-15 90,-2 1-536,1-1 536,-1 2 0,0-5 0,-5-1-208,-1-5 208,-4-2-90,-2-2-90,-7-2-900,8 4-413,-7-6-2195,2 2 2818,-31-18-839,-3-4 1709,-24-15 0,22 5 0,1 1 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43.40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174 291 6903,'-45'-20'2159,"6"1"-1530,7 2-89,8 1 450,3 2-361,9-7-269,14 0-180,6-2 0,16 1 0,0 7 0,7 0-90,-1 2 0,8 0-1,-2 1-89,5 1 90,-3 1-90,3 1 90,0 2-180,14-1-89,4 4-181,10 3 180,-3 7 90,-16 3-90,-10 4 0,-15 0 0,-2 3 90,-4 2-90,0 1 90,-1 1 0,-3 2 90,3-2 90,-4 2 0,3-2 90,1 0 0,1-1 90,5 0-90,-4-1 180,4-2-90,-2 1-1,0-3 1,2 0 0,-1-1 90,0 0-90,6 2 89,-1-4-1078,15-1-450,-8-10 269,-3-9-359,-13-5-810,-12-5-809,-6 0 2878,-9-2 0,5 9 0,-3 2 0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43.5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29 7353,'-16'-17'4227,"28"6"-6295,6 11-1530,23 10 3598,-12 10 0,-13-9 0,-7-1 0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43.9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131 1 7263,'-32'13'2878,"5"2"-1978,10 2-181,0 5-89,5 3-90,-2 4 89,7 1-359,2 1-90,6 1 270,3 1-360,8-2 180,4-1-270,6-2 269,1-3-359,5-1 0,3-3 1,-1-4-91,1-2 0,-3-3 180,12-1-90,1-7 90,0-3 90,-1-10-90,-12-5 90,2-3 0,-6-3 90,0-5-91,-8-1 181,-2-3-90,-9-1 180,-2 1-90,-11-2 180,0 1-91,-10 0 721,-15-9-765,5 12 134,-14-4 1,13 14 360,-1 3-271,-7-1-10370,0 3 8601,18 9 0,2 0 0,23 10 0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44.2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11221,'16'13'1619,"1"2"-1349,0 4-91,4 3-4160,5 3 4071,-1 3 90,3 1 628,0 2-718,3 0 0,-2-1-90,2-1 0,-2-2 0,1-3-270,8 3-180,-8-6 360,23-34 180,-33 3 0,9-34 90,-31 16-90,0-2 90,-3-1 0,-1 0 270,-4-10 89,4 13 3413,-3-11-2963,10 18 122,18 4-841,9 17 90,12 7-270,2 11-1,-3 0-563,4-2 384,4 3-989,45 12 90,-30-12-899,28 10 449,-42-19-2968,-8-2 4407,6-2 0,-24-3 0,1-2 0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48.4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32 207 6363,'-31'-8'7646,"33"5"-7376,14 13-180,21 3 0,1 7-90,-17-5 90,0-3 0,-3 0-90,4 1 90,-1 6-90,17 2 0,-10-1 0,9-2 0,-13-6 0,1 0 90,7 1-90,-1-1 269,5 0 1890,-5-1-1889,-22-12-90,-10-3-180,-26-13 90,-12-10 0,6 7-90,0-8 0,14 12 90,3 0-90,0-1 90,1 0 0,-1 0 0,-3-6 0,1 4 89,0-4-89,4 7 90,2 0 0,-5-6 0,0 1 0,-2-4-90,2 4 0,1 4-720,-2 2-2698,-1 2 3328,2-2 0,7 7 0,5 1 0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49.3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142 242 10141,'-18'3'2159,"6"7"-2069,4 18 0,7-3 0,1 2-90,1-6 90,2 0 0,-2-1-90,4 9 90,-1-7-90,2 5 90,1-4-90,2-1 359,0 5-359,-15-19 0,-4-9 0,-16-17 90,6-2 0,-4-5 0,5 5 0,-2-1-90,0 4 180,60 9-90,-8 7-90,42 7-1819,-24 2 1819,-11-2 0,-1 2-584,18 3 674,-11-4-90,13 4-270,-5-3-449,-2-1-1170,12 0 2855,-14-10-1686,-20-7 988,-24-18-358,-16 5-90,-11-5 180,3 10-90,-1 1 180,-5-1 0,1-1 90,-1 1 0,-1-1 89,4 2 1,-2 2 270,5 1 0,-2-2-1,1 3-269,28-2-90,9 11-90,27 6 0,-1 5 0,-3 3 0,-8 0 0,3 1 0,-4 2 0,1 0 0,-4 1 180,-4-1-1,2 5 271,-6-3 1529,4 3-1799,-35-15-180,-2-6-90,-30-16 90,13 1-180,2-3 0,8 3 0,1-1-180,-3-2-90,-2-9-180,6 7-629,1-7-180,10 7-90,10 0 0,9-3 269,14 4 271,13 4 269,6 3 180,2 5 630,-3 1 810,-1 4-361,7 4 91,-10 3 0,6 7-361,-11 5 1,-5 0 0,-2 1 270,6 3-271,-8-4-89,6 5 0,-7-6 0,-4 0 180,3 0-91,5 3-89,3 0-90,5 1-630,-5-4-809,4-4-270,-9-11-1080,-1-9 631,-10-16 1130,-12 2 0,-1 6 0,-6 9 0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49.4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 34 7173,'-32'-13'2159,"26"2"-5577,25 4 3418,30 5 0,-15 2 0,-5 2 0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50.2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129 234 7173,'-36'12'2159,"4"2"-1620,17 0 1,1 2-90,2 1-90,3 1-91,3 1 1,3 0-90,2-1 0,3 0 0,1 0-90,9 4-180,3-2-360,6 2 180,11-6 180,-1-15 0,-4-8 1,5-10 89,-18-10 0,-5 8-3482,3-8 3482,-19 8 90,11-2-90,-12 2 89,1 0 1,-2 1 180,-2 2 1080,-5-5-991,-9-2 2943,35 28-3302,-13-8-90,39 30 90,-16-12-90,20 11 1,-14-10 89,14 8 0,-11-10-450,-1-3-360,9 1 1,-4-12 539,-1-9-360,-10-6-359,-2-13 629,-15 8 90,1-6 0,-7 7 0,-6-1 180,0 0 1,-6 0-1,-3 0 269,-11-6 1,6 7 270,-6-3 0,2 4 539,4 4-539,-3-3-270,31 14-90,8 4 0,18 10-90,4 8 90,-13-6-90,7 4 270,-11-4-360,1-1 90,4 4-90,2-1 270,-2 3-180,-6-18 0,-15-5 0,-7-19 90,-8-5-90,0 4 90,0 1 89,0 1 1,3 4 360,1-4-270,28 13-90,6 11-90,15 6 180,-6 8-180,-11-3-90,1 1 0,-2 0 179,4 0-179,2 2-90,5 0-899,5-1 90,-3-12-271,-12-9 451,-7-15 89,-15 2 0,-3-3-449,-5 5-90,-1 1 1169,-1-4 0,2 11 0,2-1 0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50.5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 21 5914,'7'-18'5127,"-1"16"-4857,-10 10 89,2 12-4340,-6 4 4161,5-5 949,7 2-949,-5-1-90,7 2 90,-5-1-90,4 0 0,-1-2 0,3-1 3302,2-2-3303,6-1-178,5 2-91,7-1-180,8-2-180,6-10 180,6-11 1,-8-4-181,9-6 0,-21-1-89,6-1-1,-11-3 0,-1-1-539,-2-2-90,-3 0 1259,-7-1 0,-3 11 0,-6 3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50.8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0 216 6633,'12'25'2249,"6"-2"-1799,7-3 179,8-4-359,12-8-90,-1-7 180,21-19-270,-26 2 0,7-11 0,-26 9 0,-2-2 0,-5 0 0,-3-1 89,-7-8 1,-4 6 0,-6-6 0,-2 12 0,-2 0 0,-3 3 270,-2 1-1,-11-1 1,-1 4-360,-14 7-90,14 7 0,-4 10 90,18 3-90,0 4 0,9 3 0,-4 0 0,10 6 90,-2-3-90,10 3 0,4-3 90,2-3-90,3-1 360,8 4-180,-2-8-180,11 5 90,-6-13 0,14-4-90,-10-8 0,7-9-90,-7-5-90,1-4 180,1-2-360,-1-2-180,-3-1-89,-7-1-1170,15-9 629,-25 8-629,10-6 1799,-27 14 0,1 8 0,-2 3 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52.2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166 482 13469,'-43'18'1619,"6"-3"-1439,15 9 90,3-5-90,5 2-500,0 1 500,6 0 33,3-1-213,2-1 90,5-1-90,6-1 0,4-2-180,3-1 17,8 3-287,10-2-269,13-2 359,9-9-90,-9-5 1,-2-7-1,-8-2 0,-2-5-391,1-3 391,2-3 0,-2-3 90,-1-2-150,-3-1 241,-3-2 89,-4-1 0,-2 0 90,-6 0 0,-2 0 0,-3 1 90,-4 0 0,-2 2 90,-2 2 270,-2 2 359,-2-4 1106,-2 5-656,3-4-833,2 23-246,3 4 0,1 18-90,-4 0 90,1 2-90,0 2 0,2-1 90,0 0-180,6 6-180,-2-9-269,5 8-91,-1-11 540,12-10 0,-9-6-90,6-16 90,-10-2 0,-5-5 0,2-2 90,-5-2-89,1-2 89,-6-1-90,-2 2 90,-2 0 0,-3 2 179,1 3 91,-2-2 360,2 6-630,10 14 0,3 7 90,16 27-90,-7-9 0,7 9 0,-8-10 0,5-1-90,-5-1-90,3-1-90,2 1-180,0-3 450,7-9 0,-10-8-89,8-22 89,-24 2 0,10-9 0,-15 7 0,7-1 89,-5 0-89,-1-1 180,-10-9 0,5 9-90,-8-5 360,5 13 360,-1-1-361,3 2-449,16 11 90,3 5-90,13 16 0,8 8 0,-7-3 0,11 7 0,-7-4 0,2 2 0,0 1 90,5 1-90,-2 0 0,15 13 0,-12-9 0,10 10 90,-16-13-1251,-2-1 1161,-1-2 0,-3-1 90,-2-2-270,1 4-180,-4-4-449,-2 1 629,-27-17 1251,-6-12-1161,-16-9 0,4-7 90,4 3-90,-10-16 90,7 5-460,-7-11 370,7 7 0,1-1 0,1-2 0,1-1 0,5 2 0,-3-13 0,12 14 90,-8-8-90,26 14 0,-8 5 0,15-1 90,-2 8-90,2 1 371,11 0-191,2 6 90,10 4-90,0 12 89,-9 5-89,-3 6 90,-12-1 0,-3 0 90,-3 3-90,-1-1 270,-8-1-180,-3 7-1,-12-1-269,-3 3-359,-10-6-1081,0-6-179,-13-11 630,8-9-360,2-7-270,11-7 1619,10 2 0,4 8 0,4 1 0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52.4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 6543,'24'-3'4678,"-7"3"-3959,16 16-359,-11 1 0,7 3-4342,2 2 4342,6 3-90,2 0-543,3 1 543,3 2-631,11-1 541,-14 3-323,12-3 233,-18 0 0,8-3-180,-4-1-90,-1-3-78,-4-3-281,-3-1-403,2-4-2026,-7 2 3028,5-3 0,-19-3 0,-1-3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53.70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1013 25,'2'-13'3778,"11"2"-1222,32 1-2646,6 1 90,10-2 1060,-5-1-1060,-2 0 744,-11 1 426,-4 1 1257,-16 12-2247,-4 3-180,-6 12-180,3-1-179,10-2-181,2-3-3032,25-8 3392,-20-6 180,13-10 90,-24-8 0,-8-5 90,-6-2 360,-7 2 89,-5 2 2763,9 16-3212,-2 12-3572,20 22 2942,-7-5 360,13 7-90,-9-14 1,6 1 269,2-13-270,-8-5 0,-5-18 3482,-12-5-3302,-4 0 0,-2-1 0,3 7 0,-1 0 0,0 1 0,1-5 0,1 4 270,5-3-180,16 17-90,6 8 90,18 15-90,-16 3 0,6 0 0,-19-2 89,7-3-89,-21-15-89,-12-4 89,-6-16 0,-2-3 0,9-4 0,4-2 0,-2 1-90,3 1 90,4 5-90,6 3 90,8 4-90,12 1 90,10 9 0,6-3 90,6 6-90,-8-5 0,-10-3 90,-11-4-90,-17-2 90,-10-3 179,-8 2 361,-3 1 90,-8 4-630,5 11 0,-1 4-90,11 29 0,0-10 0,24 31-90,-7-30 0,18 10-360,-7-18-90,11 1-359,6-4 629,23-4-90,-17-9 0,8-8-89,-23-4 179,-3-3-90,-2-2 0,-2-2 180,-4-2-90,-2-1 90,-5-1 90,-3 0 90,-5 0-89,-4 0 89,-4 0 89,-2 1 181,-13-5 270,6 9 90,-17-7 89,7 14-359,-14 16-180,18 5-90,-1 17 0,20-2 0,3 1-90,-2 3 90,10-2-90,-2 1 0,12-4 0,-5 2 90,9-5-180,-7-1 0,8-3-90,5 1 0,1-3 90,11-11 90,-8-12-90,-5-9 90,-11-6 0,-6 3 180,-12-25 0,-4 16-90,2-20 0,-14 22 90,7-1-90,-14-1 0,-6 0 0,-1-1-1,-6-2-546,-3 1 817,-3-2-91,-2 2 1,2 1 90,2 3-90,3 4 90,2 5 179,4 5-89,-2-1-270,2 5-90,25 14-90,5 4 90,45 25-90,-6-8 175,14 10-175,-6-7 0,-1 1 0,5 2 0,1 1 90,1 1-90,0 0-696,-2-1 696,-1-1-90,-1-1 180,-3-3-360,-3-2-89,-2-3-209,-6-2-422,-3-3-560,0 1-3308,-8-2 4073,-26-10 0,8 0 0,-22-10 0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54.4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181 16 6453,'-35'-13'5757,"-6"10"-10878,4 19 5571,5 6 0,13 12 1389,8-4-1479,6 3 0,4 4 0,7 2 89,5 3 773,9 2-952,4 2 90,11 1-621,3 0 531,10 1 0,5-2-1,9-1 1,3-3 1662,9-2-1752,-3-3 0,-9-12 0,4-1-90,28 9-808,-25-12 0,0-1 808,26 2-45,-45-12 0,-1 0-872,39 7 647,0-3 0,-6-2-180,-7-4-89,-1-2-181,-7-3-90,-5-4-53,-2-3-306,-6-4-270,-2-2-271,-9-4 1620,28-14 0,-45 15 0,20-8 0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4:55.1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0 296 8972,'11'-17'4317,"4"0"-4047,7-1 0,5 3-90,3-3 90,3 4-90,3-1 0,3 0 0,4-1-2400,5-1 2400,5 0 89,2 1-2324,4-1 2325,-1 3 180,31-7-980,-21 8 800,22-4-502,-28 8 502,6 2 270,27 4-271,-18 4 223,22 3-222,-28 5-91,-1 2 1715,2 5-1714,-3 2 90,1 3 0,-1 3 90,-4 3-91,-4 2 91,-5 1 0,-6 2-90,-5-2 90,-4 2 625,-7 0-625,-4 1-90,-5 1 0,-3-1 0,-3-2 793,-4-2-793,-2-2-90,-3-3 1092,-1-2-1093,-3-3 988,1 4-1346,-2-4-1028,1 2-5359,-25 3 2428,-9-4-1978,-25 2 6116,1-4 0,22-10 0,8-1 0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03.33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131 17 8072,'6'-16'8815,"-6"15"-8635,9 6-90,-12 15 0,0 3 0,-4 2-90,7 1 90,0 3 90,0-1 90,-1 3 0,-9 0-1,4 1-89,-10-2 90,7-5 0,-4 1 0,4-4-90,2 2 90,-11-2 0,11 0 89,-10-3 181,8 2-270,4-1-8006,0-1 3509,9 0 4227,3-2 0,1-6 0,-3-5 0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04.52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113 1 15718,'-5'19'1529,"-5"4"-1439,0 1 0,-2-1-90,1-1 90,6-4 0,1 1 0,0 1-3482,1 0 3482,-1 1 0,1-1 180,-1 8-90,2-6 89,-1 12 1,2-11 90,0 4 3842,1-3-14033,-2-4 8758,-10-3 0,7-8 0,-6-3 1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05.59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36 0 13379,'11'25'1799,"0"2"-1079,0-6-540,-1 9 0,-4-10 90,-1 7 179,0 0-269,-3-6 360,-4 15-270,-2-16-90,-4 7 269,-2-10 1,1 7-180,-4-2 0,1 2-8096,1-3 7826,-4-6 0,10-5 0,-2-5 0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06.25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62 1 9512,'-12'25'3238,"-3"2"-2789,4-3-5659,0 0 5660,7-6 179,1 2 1050,1 0-1229,1 1 679,0-1-679,0 1-360,2-2 449,-1 0 3123,5 6-3482,0-2-90,1 3-90,-1-3 0,-3-12 0,0-1 0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07.02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5 21 6273,'-5'-17'9830,"11"13"-8416,-3 11-874,7 15-270,-13 9-91,1-7 181,0 0-180,3 0-3392,2 0 3302,1 4 0,3-3 0,-1-3-360,1-3-1799,3-2-1978,0-1 4047,7-2 0,-10-7 0,4-2 0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07.74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42 0 15358,'8'20'2609,"-1"3"-2249,-17-1-1,4 2 271,0-7-360,2 9 0,-1-4-90,2 6-1,0-9 1,0 0 0,0 0-90,1 0 90,-1-2 0,1 6-90,-4-2-9921,5 4 7640,12-15 1,-7-1-1,12-11 1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09.02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3 21 7533,'-2'-18'9624,"14"15"-9444,-4 8 0,9 20-90,-11 0 0,-2 1 0,0-7-90,1 1 90,-2-1 0,5-1-90,1 7 90,3-1-270,3 3-450,0-4-3328,-5-3 3958,-2-3 0,-6-8 0,-2-1 0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09.71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 16258,'14'18'1529,"-5"7"-1349,-4-2 0,-6 3 0,4-7-91,-3 1 91,0-1-90,1 10 0,-1-8 0,0 7-90,-1-3-90,-1-2-180,1 6-719,-3-6-3418,6-2 1708,17-10-1798,4-8 4497,23-9 0,-26-1 0,0 1 0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10.342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3 0 9691,'-2'21'3419,"3"1"-2970,3 4-179,1-5 360,8 3-450,-3-7-3982,2 1 3892,0 0 1309,8 9-1039,-8-8-360,11 12 0,-10-8-270,2 4-1439,-5-4 1709,-3-3 0,-4-10 0,0-3 0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11.04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37 3 11221,'19'-3'9534,"-8"7"-9264,-3 15 90,-10 0-90,-1 1-1,-4-2-89,4 1 90,-6 1-180,3 0 90,-4-1-90,2 0 90,0-1-90,1 6-90,2 1 90,1 1-180,1 0-1709,5-6 1799,3 0 0,-2-10 0,2-3 0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11.75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1 11760,'20'12'6926,"-4"5"-5756,-7 1-361,-3 4-269,2 0-90,-4 3-181,-2 3 1,-3 2-180,-4 0-90,2-4-180,0-1-989,2-4 1169,0-1 0,1-9 0,-2-3 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19.28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127 342 8522,'-66'-6'9175,"8"0"-8995,55 6-90,29 1-4252,40 1 4162,9 0 90,-11-1 294,6 0-339,-15-1 0,1 1-45,33 0-465,-29 0 0,0-1 465,28 1 0,0 0 0,0 0 0,2 1-90,-2 0 0,0 1 90,-1 1-179,-3 0 89,-3 0-90,-3 1-568,-6 0 568,-3 1 90,-6 0-90,-5 0 1,-4-1 2095,-6 1-2096,-4-1 507,7 0-147,-3 0-90,2-7-90,-24-7 1390,-23-12-1300,-16 0 1127,-11-5-1217,4 6 334,-5-2-334,2-2 90,-6-2 0,2 0 0,-5-1 0,2 1 0,-1 2 90,0 1-90,4 1 90,-1 2 0,6 2 90,2 2-90,1 0-360,5 0 180,36 7 90,8 7 0,44 16-90,-23-1-3303,5 4 3393,-19-3 0,-2-1-92,0 2 2,-5 0 90,0 1 0,-3-2 0,2-1 450,-7 0 269,6 0 181,-12 2 3300,-7 0-4020,-24 4-90,-7-4 3,-16 1-3,6-6-90,-3 2 270,3-2-450,0 0-270,-7 3-3148,-11 6-630,10-2 1170,9 6-3418,35-11 6386,24-4 0,-10-4 0,4-5 0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19.84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1 154 6543,'-1'-20'7286,"18"16"-6926,-7 6 90,14 19-181,-13 1 1,1 5 90,1 3-90,1 2 180,9 19-180,-2-11-91,6 14 271,5 3-935,-6-12 575,8 13 90,-11-16 0,10 30-90,-11-28-90,9 23 90,-17-37-90,-1-2 89,-2-3-268,-9-3-91,6 4-990,-11-6-179,3 3 360,-10-18 629,-5-12-90,-2-11 91,3-9-1,3 0 755,-1-5-664,-2-4-3393,-1-3 3752,-10-2-651,-1-26 471,-2 15 360,4-17-514,7 22 334,-1 2 179,4 0-231,0 2 322,7 3-90,2 1 0,4 5 180,7-11-180,2 13-90,10-8 3146,0 16-3146,7 0 0,1 3-90,3 3 90,2 1-90,-1 3 90,2 2 458,2 4-368,6 0 684,6 7-594,-7 6-90,-5 5 320,-16 7-140,-5-1-90,-10 4 89,-3 0 1,-10 2 450,-16 10-450,2-8-1,-16 6-89,8-11 0,-3-2-90,-1-2 0,2-1 90,1-3-540,-4 1-2069,1-4 630,-10-3-540,18-10-989,9-7 3238,27-6 0,0 6 0,4 2 0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20.13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369 1 8612,'-59'5'3688,"12"4"-8629,2 3 5661,13 6-181,-2 2 1004,4 4-1183,-1 4 821,7 2-911,1 4 0,5 1-90,5 1 0,5 1 0,4 0-90,8 0-1,5-1 1,7-1-90,7-2 90,1-1-90,8-5 0,2-1 0,5-4-90,3-2-315,3-3 225,1-3 0,1-2-90,1-3-359,-2-3 3284,20-4-3105,0-5-90,0-3-1229,-11-3 1050,-19-2-740,8-9 379,-12 4 91,4-8-540,-16 7-270,-6-2 1871,-4 1 0,-5 8 1,-4 3-1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20.64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16 153 10141,'15'-4'4048,"-5"4"-4412,6 16 633,-9 4 208,-1 4-297,0 3 195,-1 4-195,2 1-90,-1 2 90,0 2-3376,-4 1 3376,2 0-90,1-1 126,-1-1-126,3-1 0,-4-2-90,-1-2 90,0-3-90,-1-4-90,2-2-270,-1 1-540,0-3 4202,0-20-3392,0-2 0,1-23 1,0 3-91,-3-2 90,1-7 0,-11-37-90,3 19-683,-8-30 773,1 34 0,0 0-231,-1 0 231,1 4 90,1 4 0,0 2 0,2 5 90,3 4 0,2 3 0,2-2 0,1 5 90,15 0 0,11 12 0,22 13-90,0 6 0,2 8 90,9 8-90,-9-2 200,8 9-290,-14-7 180,-8 0-180,1 0 507,11 11-417,-13-10 0,8 7-90,-19-13 90,-1-2 0,-3-1 0,0-1-180,3 1-9508,-3-3 9598,-8-10 0,-3-2 0,-9-9 0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20.84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36 9781,'36'7'4408,"13"0"-4138,5-5-540,18-3 180,-5-4-1259,-9-1-720,10-4-2698,-19 1 4767,3-1 0,-24 4 0,-12 2 0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28.47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 16 8522,'-2'-14'9830,"4"12"-6168,13 7-3572,-1 17-90,-2-1 90,-2 3-90,-1-3 0,-2 0 90,0 0-90,0 13 90,-3-8-90,1 9 270,-2-11-360,-1-1 360,-4 0-360,2-1 0,-4 10 90,1-9-90,0 6 90,1-4 0,2-1 0,1 3 0,2-4-90,1-4 180,0-1-180,2 0-9741,0-1 8400,-11-14 1,-2-5 0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28.82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1 119 6813,'10'-23'2699,"4"3"-1980,7 1-179,7 3 0,4 1-91,6 3 91,2 4-180,13 3 0,-4 5-1,6 2-89,-6 5 270,-8 2-360,-5 4 90,-5 1-90,-11 3 89,-7 0-89,-11 1-90,-13-2-90,-12-1-360,-15-1-89,-11-5-811,-7-2-359,-2-3-360,4-5 1979,4-1 0,24 0 0,6 0 0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29.252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434 36 8342,'-7'-17'7646,"-11"3"-7196,-16 10-181,-6 7-89,3 6 90,5 3-90,5 0 90,3 2-180,-4 1 180,4 3-180,-2 0 90,2 2-90,3 1-1,-2 0 1,5 1-90,0 0 90,6 0-90,1-1 0,7 0 90,0 0-90,4-1 0,-1 0 0,5-2 0,4 4 0,6-6 0,8 7 0,6-8 0,8 1 0,7-4-270,2-4-269,12-4-1260,-2-4-1619,3-3 3418,-12-4 0,-19 2 0,-13 2 0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29.73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0 239 6363,'22'-13'6836,"-3"-2"-6656,19 2 270,-12 0-180,3-1-90,-2-3 0,-5 4-90,2-5 90,-7 5 179,-1 0 1,3-6 0,0 1 450,-3-3 629,-6 1-270,-11 3-1079,7 16-90,-4 9 90,6 12 0,-3 6-90,-4-6 90,2 5 0,-1-1 0,-1 4-90,-2 0 90,0 1 0,0-3 0,1 2 89,0-2-89,-1 1 90,1 8-90,-2-9 0,2 6 0,0-8-809,0-5 719,-2 4 0,1-12 0,-1-3 0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31.08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86 0 6993,'2'10'9830,"-4"-3"-7247,17 21-2403,-11-9 0,3 3 90,-3 1-180,4 2 89,-5 0-89,-1 1 0,1 1 0,1-2 0,1 12 0,4-1-90,-3 0 0,2-5 90,-2-7 0,2-3-1079,-1 2-720,-17-16-720,-9-6 180,-14-13 450,-1-3-270,10 2-179,1-2 2248,2 0 0,11 7 0,0 0 0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31.40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0 138 6813,'12'-26'2249,"7"0"-1799,6 4 89,9 3 1,0 2-180,8 5 0,0 2 89,10 6-179,6 3 90,-4 4-90,0 5 0,-18 4-1,1 4 1,-26 2 0,2 3-90,-25-1 0,-10-1 180,-12-1-450,-17-4 0,-4-2-450,-4-5-719,-7-3 1259,9-3 0,18-1 0,15-1 0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31.79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411 49 7263,'-10'-15'5667,"-4"1"-3509,-12 1-1708,-11 7-90,-3 6-360,2 7 0,10 6 0,3 2 0,1 0 90,-2 5-90,1 0 0,-1 3 0,5 1 0,1 1-3392,4 1 3482,2 0-90,3-1 0,4 0 0,4-1 0,5-1 0,3-1 0,4-2 0,4-1-90,8 3 90,1-5 0,12 4 0,1-8 3392,9-1-3482,5-6-360,4-6 180,6-6 180,-12-3-359,1-2-2520,6-8 2070,-11 4-1080,7-7-899,-15 3 2878,-16 5 0,-4 3 0,-7 5 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32.20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7 70 8522,'-7'-18'3238,"11"4"-2968,15 0 90,8 4-180,11 0-90,6 7 0,-1 6 0,-9 10-90,-22 10 0,-13-2 90,-12 3-90,-1-6 0,-3-2 90,1 2 0,1-3-3303,-2 1 3393,2-2 180,-6 3 90,2-1 0,-1 2-91,4-1-269,13-3 0,10-1 3392,18-1-3662,16-3-1349,5-3 1529,6-3 0,-23-2 0,-8-2 0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32.78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80 24 7083,'-31'-12'8905,"3"1"-8006,17 15-629,2 7 0,14 10-90,-1 3 0,0-4 0,3 2 0,1 2 0,2 2-91,1 1 1,1 1 0,0 1 0,2-1 0,0 1-90,0-1 90,-1 1 0,2-1 0,-4-1 0,0-1-90,-2-3 90,0 0 0,-1-3 0,2 13-5667,-9-12 2879,1-9-2519,-13-18 5217,-4-21 0,6 13 0,-2 2 0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33.06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55 136 6813,'-2'-23'2789,"4"0"-2430,19 3-89,3 5 90,14 1 0,6 3-90,6 0-91,7 0 91,-3 5 0,-1 4 0,-8 7 0,-6 3 180,-17 4-1,-15 4-269,-20 5 0,-8-4 0,-7 2 90,0-6-180,-14 1 0,5-3-180,-22 2-360,7-5-1439,-5 1-4137,-4-4 6026,8-4 0,19 0 0,11-2 0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33.39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472 6 7982,'-45'-4'5307,"-12"3"-4407,5 3-360,-12 7-759,22 0 669,0 6-180,13-1 180,2 3-81,0 1-10,4 2-269,3 1 180,5 2-174,2 1 174,4 2-270,4-2-90,3 2 383,8-3-383,1 1-3302,7-1 3392,3-1-231,3-1 51,2-2-182,11 5 182,-6-7-450,9 3 90,-4-7 2512,3-3-3321,15-4-239,-10-9-3269,9-16 4858,-21-4 0,-7 4 0,-13 7 0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33.83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64 6813,'16'-16'3058,"8"2"-2518,10 1-90,13 3-90,10 3-91,3 4-4340,-4 7 4251,-10 5 769,-15 8-949,-17 4 90,-16 3 90,-9 0-360,-7-2 0,15-4 3392,28-9-3302,19-2 0,15-6 90,-11 5 180,-8 3 90,-18 7 180,-7 7-180,-19 2 90,-2-1-1,-11-3-89,6-6 360,-4-1-90,-8 4-91,-2-1-89,-8 1-180,0-3-360,-1-2-270,-3-2-899,-1-2-810,-8-1-1169,-6-2 3328,-12 0 0,28-3 0,2-1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34.922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0 13559,'9'28'1619,"-1"-4"-899,11 12-180,-6-10-271,5 11 181,-4-10-270,0 1 0,2 1 0,1-1 0,-1 0 90,-3-1-1,6 0 271,-7 8-270,3-8 0,-9 5 90,-2-11-1,0 4-179,-6-2-90,0 3-7196,-8-6 4588,-19-14-361,3-6 2879,-14-13 0,22 6 0,5-2 0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35.19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1 181 6094,'7'-26'1259,"0"2"-270,4 9-269,7-4-1,9 1-449,14-4 0,-6 6 270,7 3-180,2 3-91,5 2 91,13 1 0,-3 4 90,-7 5-90,-11 5 89,-8 6 181,-15 3-270,-13 5 0,-16 0-1,-11 2-179,-15-3 0,-4-3-180,0-4-1529,-4-3-2519,3-7 4048,12-7 0,5 2 0,19-4 0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35.49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527 10 7173,'-40'-7'5577,"-3"4"-4948,-19 9-980,16 2 890,-5 5-89,15 1 0,-1-1-91,-1 4 1,3-1-3767,2 1 3677,2 2 0,5 0 813,6 1-903,3 0 0,10 0-90,3 0 273,4 0-273,19 7 0,-4-6 3302,15 4-3392,-5-8 0,1-2-450,4-2-180,12 2-269,5-2-540,14-3-450,1-3-540,-2-10-1708,-7-4 4137,-8-6 0,-24 4 0,-6 2 0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36.17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202 23 9062,'13'-3'5667,"-18"10"-5577,-2 10-1,-18 5 1,0-6-90,0 1 90,2-2 0,0 0-3392,2-3 3302,-3 3 180,4-2 0,4 4-180,23-8 90,18 0-90,27-8 0,10-2-90,6-2-180,-3-1 3482,-2 0-3392,-12-1 540,0-1-180,-24-10-450,-5 2 180,-21-9 180,-8 0 90,-4-1 90,-12 0 270,11 1 629,-9 5-180,13 2-629,10 16-90,0 8-90,17 11 0,-4 6 0,1-3-90,1 4 90,9 1-90,-9 2 0,8 1 0,-11 0-1,-1-1-89,0-1-179,-1-2-181,-1-1-180,-2-3-180,-2-1-1528,-4-1-1080,2-1 3328,-13-1 0,10-7 0,-9-2 0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36.71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118 1 9062,'-47'3'5127,"14"4"-4138,8 11-449,17 7-90,3-1 0,7 3-91,2-5 1,4 2-3392,7 3 3572,1 13-361,4-7 1,-3 8 0,-4-11 0,1-2-90,1 1 0,-9-2 90,13 18-90,-19-18-270,14 16-3534,-10-24 2455,-5-17-3688,0-16 4947,-7-13 0,5 6 0,-1 10 0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36.97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91 6723,'5'-24'2968,"6"4"-2248,12 3-90,16 2-181,12 7 91,14 2-90,2 8-902,1 5 632,-17 3 90,-7 2-90,-18 0 269,-7 0 1,-2 7-180,-10 3 270,-7 0-361,-20 3-2579,-3-11 2580,-10 3 90,4-8-360,-16 2-270,-3-2-1709,-13-3-3058,3-4 5127,22-10 0,12 5 0,20-4 0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37.22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545 8 7263,'-58'-6'4587,"-7"4"-3777,11 4-3323,-5 4 3143,18 2-217,-2 1 127,3 2-1759,3 1 1669,1 1-1,6 2-89,2 1-90,7 2 961,5 2-1051,5 1 0,5 1-90,6 1 0,7 0 0,4 0 764,9 0-854,3 0 3392,8-2-3482,0-1 0,4-3-180,1-1-90,-1-1-449,22 1-271,-15-6-359,32 2-450,-17-10-540,11-5-2582,-9-8 5011,-18-1 0,-17 2 0,-16 5 0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37.64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84 4 7803,'7'-3'7825,"-9"11"-7555,6 13 0,-12 5-90,0-5 269,-10 11-359,11-9 0,-11 8-90,14-12 180,-5-2-180,0 5-180,2-5-629,2 5 719,29-14 0,3-5 0,32-8 0,-4-2 90,13 6 180,-10 6-90,5 7 0,-26 2 0,-4 3 90,-17-2-90,-1 1 0,-5 1 89,0 1 1,-5-1 0,-2 6 0,-7 0-270,-5 3-360,-8-4-1528,-6-6-541,-16-6-1079,-4-9 3598,-12-7 0,27 2 0,2-3 0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37.83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1 120 8342,'26'-11'5577,"8"1"-5307,20 0 0,-3 2-90,5-2-180,-12 3-4432,0-1 4252,1 0-539,4-1 455,-5 0-3424,2 1 3688,5-3 0,-25 6 0,2-1 0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6:12.72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39 107 6094,'-4'-12'6026,"3"1"-5846,17-5 0,-1 2 450,-9-4-541,1 2 2430,0-2-2339,-5 16-90,7 8 0,-6 19-90,1-3 90,1 2-90,-2-6 90,-1 2-90,0 0 0,-3 2 90,4-2-90,-3 2 90,-1-1-90,0 0 90,-3 0-90,3 0 0,-2 0-3302,-1-2 3302,-1 4 0,-2-4 359,0 3-359,-6-21 0,6-6 0,-3-19 0,8-6 3392,3-2-3392,1 5-90,0-5 180,0 9-90,0-6 0,-2 7-270,-3 2 270,8 17 0,-4 8 90,8 19-180,-6 6 180,-2-4-90,-5 6 0,1-12 0,-4 5 0,0-1 0,-2-2-90,1 2-89,-11-17 89,12-13 90,-6-11-90,15-5 90,2 2-90,-2 1 90,4 0-90,-2 1 90,7-3 90,0 2 0,5 13 0,-9 12-90,8 19 90,-16-2-90,5 7-360,-12-7-2069,0-1-5396,-3-1 7825,-6-20 0,9 4 0,-1-13 0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6:32.422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186 75 6183,'-12'20'1799,"-2"-1"-989,-2-2 1709,-3-2-1890,-14-10-179,9-7-90,-8-8 179,15-7-269,-2 3-270,22 1 0,-1-2 0,19 1-180,0-2 180,14 8 90,-2 7 2249,2 8-1889,-49-2-270,-4-5-90,-30-9-90,17-4-270,12-1 90,28 4 180,13 3-90,17 8 90,1 5 0,-11 7 180,-7 0 1169,-3 3-629,-51-4-361,8-7 91,-35-6-270,17-8-900,11-1 541,19 9-181,13 5 360,23 10 0,-11-5 0,-2-2 0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51.92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246 167 15898,'-27'-12'90,"8"-2"-90,15-5-90,10 0 90,7 0 0,-1 2-90,13 0-360,-6 1-179,14 4 449,-6 11 180,-5 6 0,-10 12 0,-19 1 0,-8 0 0,-14-4 0,-7-2 90,-8-7-90,-11-1 0,8-9 0,0-1 0,26-7-90,4-1 0,19-3-90,14 3 90,16 6 809,1 8-808,-17-3-1,13 4 0,-18-3 180,28 5 89,-30 9 1,-20-4 270,-31-3-270,-1-6-270,6-6-90,23-6-90,21 3 0,24 1 91,15 9-91,-5 5 180,-1 6 180,-25 4-90,-9 0 90,-28 0 0,-11-5 90,-18-5-91,11-6-89,-8-6 0,27-7-89,8-2-1,24-4 90,10 5-180,16 2 90,5 7-90,3 7 180,0 5 0,-14 6 0,-16 6 0,-18-2 90,-15 1-90,-12-6 180,-11-4 90,0-1-181,-7-6-89,13-6-89,19-7 89,16-4 0,21-3-90,0 6 0,8 1 0,3 3-90,9 5 90,1 4 0,-6 7 0,-13 5 0,-19 5 90,-11 3 0,-3 0 0,-16-4 0,3 0 90,-14-6 0,1 0 90,-5-3 0,-1-4-270,-1-4 0,12-8 0,19-4 0,15-1-90,19 1 0,1 2 90,23 7 0,-14 6 90,8 7 0,-16 6 0,-11 1 0,-6 1 270,-13 0 90,-13-2-180,-7-11-180,-4-7 0,9-10-90,12-3-90,16 2 90,17 5 0,4 8 0,6 5 90,-11 10 0,-8 1 0,-11 4 180,-9-1 0,-15-2 0,-16-9-90,-1-7 0,-1-7-180,12-6 0,12-3 0,12 1-90,25 4 180,15 8-90,9 6 90,-6 7 0,-12 1 0,-13 4 360,-5 2 269,-29 8-179,-4-9 0,-27 0-450,10-17-360,3-5 180,32-4 90,17 7 270,21 3-180,1 12 0,-16-6 0,-7 2 0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54.39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0 14099,'39'8'809,"4"-2"-809,10-2-6206,-3 2 3418,-3-4 2788,-7-3 0,-15-1 0,-10-3 0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54.53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 7803,'50'3'-720,"2"0"720,-3 2 0,-20-2 0,-7-1 0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54.71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18 10411,'50'-3'-450,"3"1"-899,2-1-1349,-4 0 2698,3 0 0,-28 1 0,-4 1 0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54.87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61 2 5914,'-33'-1'0,"6"0"0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55.69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87 0 10231,'-26'6'3868,"4"2"-3778,4 14 180,6-2-360,5 0 0,5 0 90,9-2 0,7 1-90,6-3 90,5-1 0,8-2 0,3 1 0,0-3 0,0 1 90,-2-2 270,-6 1 449,4-1-359,-23 4-180,-8 1 0,-29 2-360,-10-1 180,-8-2 0,2-1-360,4-3-7376,4-1 7646,11-14 0,9 6 0,10-10 0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55.94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1 133 9961,'18'-15'1350,"8"-2"-2852,3 7 1592,6-3 270,17-5-180,-17 6 347,28-8-707,-27 11-983,6-2-2166,-3 4 3329,-8 7 0,-9-1 0,-10 6 0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56.35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110 1 11311,'-31'10'989,"1"5"-809,11 7-90,0 4 0,9 4-90,10-3 90,13 0-90,12-5-90,7-5 90,5-4 0,3-4 0,7-3 90,-4-7 0,2-4 180,-16-8-1,-16-4 181,-15-2-180,-15 0 0,-5 5-90,-6 1 0,-4 1-2429,-4 3-2339,2-2 4588,7 0 0,12 5 0,8-1 0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56.87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5 9332,'17'-5'1799,"-1"7"-1619,10 15-91,-12 1 91,-1 2 90,-10 8-180,2-5 90,-6 9-90,-1-9 90,-2 3 0,-4 0-90,1 0 0,-4 1 0,-2-1 0,2 0 0,-5 6 0,9-8-360,-1 10-270,7-13-1709,5 2 2249,0-3 0,1-11 0,-1-1 0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57.083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15 8792,'7'-9'0,"13"4"-2878,23 6 2878,1 6 0,-19-2 0,-11 0 0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57.25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0 9512,'1'11'-338,"12"-1"1,4-4 0,1-3-1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6:45.20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24 5824,'31'-12'-8,"-17"6"1,7 0 0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6:47.77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202 9358 10411,'-17'-14'2699,"0"-1"-2610,-4 0 91,1-1 0,4 0-90,-2 0 0,6 0 90,-1-1-90,-1-1-90,4 0 90,1-2-90,0-2 0,1-2 0,-1-6 0,4 6 0,2-1 0,5 5 0,1 1 0,1-1 0,2-1 0,2 0 0,-7 0-90,8 0 90,-5 1-3392,8-1 3302,-11-7 90,9 5 0,-10-4 0,9 7 0,1 2 0,-2-1 0,2 2 0,-1 0 0,3-8 3392,2 5-3392,5-6 0,-1 7 0,4-1 90,0 0-90,0-1 0,15-10 90,-6 6-180,10-5 180,-11 7-180,2 1 180,0-2-180,3 1 180,1-1-180,-1 0 180,3-2-90,-3 1-396,5 0 396,3 1 0,-2-1 0,5 0 0,-7-1 0,1 0 0,1-1-3261,-1 2 3261,1-1 0,-2 0-162,-4 1 162,3-1-90,-4 1 90,3 1 0,1-2 0,-4 2-90,4-1 90,-2 1 0,-1 1 0,1 1 0,3 0 0,-6 1 0,4 0 0,-9 1 0,12-9 0,-9 7 0,7-6 0,-12 9 0,-3 1 0,4-1 0,-3 1 259,3 0-259,10 0 0,-11-2 0,9 1 0,-10 0 3308,-3 1-3308,6 1 252,-4-2-252,4 1 0,-2-3 0,0 1 0,3 0 0,-3 0 0,3 0 0,-1 1 0,-3-1 0,3 0 0,7-10 0,4-1 0,0 0 0,-5 2 90,-11 8-180,-1 0 90,-9-1 0,11 1 0,-10 0 90,15 0-90,-9-1 0,5 1 0,-2-1 0,3 1 0,8-4-3392,1-5 3392,-2 3-1248,-4-2 1248,-8 9 0,-1 0 0,0-2 0,2 2 0,-3-2 2773,10-7-2773,1-2 0,-3-1 0,0 4 1867,-10 9-1867,1 0 0,-1-1 270,0 1-360,-4-1 180,10-7-90,-9 6-90,12-8 90,-10 9-90,0 0 90,0-1 0,0 2 0,2-2 0,6-6-90,-6 5 90,4-7 0,-5 7 0,2 0 0,-1 0 0,3 0 0,0 1 0,11-12 0,-7 9 0,7-9 0,-9 11 0,-1 0 0,0-1 0,-2 2 0,2 0 0,7-10 0,-6 7 0,7-7 0,-11 9 0,1 0 0,0 0 0,-3 0 0,4 0 0,10-18 0,-4 14 0,8-15 0,-9 19 0,0-1 0,1 0 0,-1-1 0,3 0 0,2 0 0,2 1 0,3-2 0,-1 1 270,-1-1-608,2 0 608,1 0-360,0 0 270,1 0-270,-1 0 0,2 0 0,-3 0 90,3 2-90,-3-3 90,1 2-90,-3-2 90,2 1 0,-2-1 0,0 2 0,1-2 0,0 1 0,1-1 0,0 1 0,1-1 0,-1 0 0,0 0 0,0-1-90,2 0 90,-1 0 90,1 1-90,1-1 0,-1 1 0,0-1 0,-1 1 0,0-1 0,14-10 0,-11 9 0,10-8 0,-16 12 0,-3 1 0,2 0 0,-2 0 0,1 1 180,16-10-270,-12 8 90,11-8 0,-17 11-90,0-1 90,3 1 0,-1 0 0,30-16 0,-23 12 0,19-12 0,-26 18 0,-1-2 0,-2 2 0,2-1-3310,29-18 3310,-26 14 0,33-13-211,-38 17 211,9 1 349,-4-1-439,-2 0 450,30-19-360,-25 15-90,22-17 0,-27 21 90,-1-1-90,1 0 90,-1 1 0,-1 1 0,0-1 0,3 0 0,-1 1 0,0-2 0,0 1-90,-2-1 90,0 1 0,-1 2 90,0-2-90,-1 1-90,1-1 90,2-1 0,-2 0 0,2 0 0,1 1 0,0-1 90,3 2 90,-1-2 3019,0 0-3019,-2 0-270,2 0 270,1 0-270,1 0 0,0 1 546,0-1-545,-1-1 89,1 2-90,13-7 0,-13 8 90,11-5 0,-16 8 0,1-1 124,0 2-124,-1-1 0,1 2 0,-2-2-90,0 0 180,-1 0-90,3 1 0,-3-1-90,5 0 90,-3 0 0,3 1 0,0 0-3392,0 0 3392,-2-1 0,1 1-7,-1 0 277,0 0-270,0 0 180,1 1-270,-4-1 270,4 3-270,-2-2 270,3 1-270,0-1 180,-3-1-180,3 0 270,-1 1-360,3 0 360,0 0-360,1-1 90,-3 0 0,3 2 270,-4-1-270,3 0 0,1 1 0,-4-1 90,1 2 180,-3-1-270,11 1 3659,-10 0-3659,8 1 270,-14-1-350,2 1 349,-3-1-269,3 1 180,-2 0-180,3 0 180,0 0-90,1 0 90,0-1-270,0 2 360,0 0-360,-1-1 91,2 1-1,-3-1 0,4 0 90,-2 0-597,4 1 507,9-2 90,7-2 0,-4 2 0,1-2-90,-14 4 90,1 0 0,12-5 0,-8 3 0,8-3 0,-13 6 0,0 0 0,-3 0 0,1 0 0,0 0 0,12-3 0,2-1 0,12-4 0,-13 5 0,-2 1 0,-11 0 0,12-2 0,1-3 0,12-1 0,-2-1 0,-11 5 287,-2 0-287,-12 5 0,1-1 0,-2 0 0,4 0 0,-1-1 0,3 0 0,-3 0 0,5-1 0,-2 0-226,7-1 226,3 0 0,0 1 0,0-2 0,0 1 0,1-1 0,43-11 0,-30 8-560,33-9 560,-42 11 0,3 1 0,0-2 0,1 2 0,5-2 0,-3 1-1843,3 0 1843,-4 0 0,1 1-330,0-1 330,4 0 0,-4 0 0,4 0 0,-3 1 0,2-1 0,0 1 0,1-1 0,1 0 0,2 1 0,-1-2 0,1 2 0,1-1 0,1-1 0,3 1-163,3 0 163,0 1 0,3-2 0,0-1 180,-1 1-180,3-2 180,-3 2-135,-19 5 0,1-1-135,29-6-305,-28 6 0,-1 1 305,24-6 270,-1 1 301,-5-1-301,8 0-270,-3 0 90,-16 4 0,1 1-546,33-6 501,-33 5 0,-1 1 135,20-4-180,6 0 180,-12 1 472,7 0-697,-15 2 0,0-1 35,20-3 100,-20 3 0,-2 0-90,1 2 90,-1-2 0,-2 2 818,-3-3-863,-4 5 1,0-1 559,11-5-515,-12 6 0,-2 1 0,-5-1 0,4 0-211,-6 0 211,-4-1 0,39-4 0,-35 4 0,32-3 0,-27 5 1276,0-1-1276,13-1 0,-3 0 0,1-1-90,0 1 90,12-1 0,-11 3 0,1-1 0,-17 3 0,-6 2 0,18-3 90,5 0-90,2 0 0,15-1-612,-30 3 612,16-1 0,-20 1 227,6-2-137,17 1-90,-12-2-564,13 4 564,-18 0 90,1-1-90,1 2 0,-1-2 90,2 1-90,4-1 0,-2-1 0,5 1 0,-5 0 0,4-1 90,-1-1-90,2 0 0,-1 0 0,3 1 0,-3-1 0,2 1 90,-3 0-90,2 0 0,-3-1 0,3 0 0,-1 1 0,-1-1 0,-1 1 0,0 0 0,-1-1 0,0 1 0,0-1 90,-1 0-90,0 1 0,-1 0 90,-7-1-90,0 1 0,7-1 90,-2 1-90,9 1 0,-9 0 0,-2-1 0,0 1 0,2-1 0,-1 2-2545,0-1 2545,-1 0-432,25-3 432,-19 3-381,20-3 381,-21 3 90,2-1-90,5 1 0,3-2 0,-4 1 90,30-3-90,-27 4-176,23-3 176,-28 2 89,4 0-89,0 0 0,3 0 90,0 0-90,4 0 752,1 0-662,3 0-90,-2-1 926,1 0-836,1 1-90,0-1 90,2 0 0,-3-1-90,2 0 90,-3 0-90,-1 1 90,-3 1 0,-5 0 419,-2 1-329,12-2 0,-6 1 630,1 0-1777,-8 2-2181,-36-7-1660,-6 0 4808,-25-12 0,-1 11 0,0 2 0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42.19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95 70 6723,'-42'-5'9830,"0"0"-7337,31 6-2403,32 0-90,39 5 0,31-3 0,-18-2-822,5 0 912,-21-2-90,3 1 0,-1 0 0,0 0 0,-3 0 0,17-3 0,-7 1 90,9-2 540,-9 2 539,-18-4-989,-39 1-90,-20 0-90,-41 0 90,-8 3-90,-9 0 0,-14 2-2570,-5 1 2570,14 1 0,3 0 90,22-1-90,-20 1 180,1 1-180,-7-2-990,9 1 990,61-1 0,49-5-90,33 1 90,-23-1 0,0 0 0,27-2 0,-1 0 0,-6 1 0,-8 0 0,-6 1 720,-11 0-720,-69 1 3482,-7 1-3572,-67 3-865,29 2 955,0 2 0,-24 1 0,33 0 0,-29 1-473,29-2 293,5-1-8635,-10 0 5937,31-12-900,19 3 3778,32-11 0,-4 9 0,0 2 0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42.78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75 27 6903,'-32'-13'9830,"6"0"-6168,13 15-3572,10 6-90,15 10 90,-3 4-90,0-3 90,-4 3-90,1 0 0,-2 1 90,4 1-90,-4 0 0,6 0 0,-13 10 0,9-10 0,-10 7 0,10-12 0,-1 3-90,2-1-7196,-2 2 4588,0-22 629,0-7 2069,2-15 0,-1 8 0,-1 6 0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43.17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138 173 7353,'-23'-19'4767,"1"0"-3508,7-2-719,9 0-90,9 1-180,13 2-90,10 4-91,5-1-89,13 4 0,4 2 0,16 4 0,5 5 0,5 4 0,-18 2-89,-5 3 89,-22 4 0,-3-1-239,-6 4 239,-5-2 0,-3 7 0,-11-4 0,-4 5 0,-14-6 90,-4-1-90,-6 0 418,-4-2-328,-2 0-90,-2-2 180,-1-1 90,-5-2 0,-12 1-90,-7-3 0,-11-2-90,6-5-270,10-3-180,9-4-629,11-5-181,13-4-539,16-5 630,16-5 89,7 4-719,7 2 1709,-6 7 0,-6 7 0,-4 2 0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43.573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119 203 7713,'2'-21'2338,"5"-2"-2068,5 6 0,5-2 0,2 5-180,4 0 90,5 0-90,3-1-447,3 2 447,5 1 0,0 1-90,1 2 0,0 0 0,-2 3 0,15 0 0,-2 6 0,12 4 0,-19 6 90,-8 2-90,-10 6 90,-11-2 180,-1 6-181,-16 0 181,-4-3-90,-9 2 537,-4-6-537,-6-1 179,-6-1 1,0-2-90,-8 2 0,3-5 0,-6 2 0,-2-3 359,-1-2-89,-20 0-90,0-3-180,-16-1-181,14-4-178,5-3-901,15-2-1079,6-4 90,19-3-359,17-1-990,21 0 3328,14 2 0,-11 6 0,-1 4 0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43.94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238 0 11400,'31'19'2249,"-9"5"-1889,-19 5-90,-9 2 90,0-5-91,-6 4 1,-1 1 0,0 2-90,-3 0 0,0-2 0,0 0-90,2-2 0,3 0 90,-1-1-90,2-2 0,-2-1 0,2-3-1,0-1 1,1-3 0,-1 5-359,-1-4-5218,-2 3 2698,-17-14 2789,14-9 0,-8-4 0,20-3 0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44.12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48 13 6993,'-41'-10'8365,"35"8"-9174,6 4-630,39 6-990,-3 3-2338,12-2 4767,-5 1 0,-15-4 0,-11-2 0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5:44.293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74 0 1050,'-17'20'-1050,"-1"-6"1113,1 5 0,7-12 1,-1-1-1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6:16.213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198 149 8252,'-33'-5'4048,"5"-3"-4048,18-8 0,12 0 0,0-3-180,21 6 90,0 1 270,11 10-90,-10 8 0,-14 7 90,-20 2 90,-14 0 359,-9-4-539,-10-5-180,20-12 90,1-6 0,25-6-90,11 1 90,6 2-90,8 3 90,5 8 0,-14 8 90,-6 10 0,-24 5 90,-9-3 90,-8-3 0,-6-4-180,-1-8-90,9-6-90,10-10 90,19-2-90,9 0-180,14 3 270,12 9 0,-15 10 0,-1 8 90,-32 5 90,-6-1-180,-18-7 0,9-11-90,-2-8 90,27-6-90,9-2-90,14 4 90,13 4 0,3 8 90,0 5-90,-6 7 180,-11 3-90,-12 3 90,-6 1 90,-20-4-90,-16-5 0,-10-6-90,0-7 0,9-5 0,11-4 0,10-2-90,4-2 90,8-2 0,8 2-90,4 1-90,11 3 180,13 5 0,-2 9 0,5 6 0,-17 10 90,-8 2 0,-12 3-90,-9 0 90,-8-3 90,-24 3 180,3-7-180,-24-4-270,21-11 90,-1-11 0,23-2 0,11-8 0,10 4-90,14-2 0,6 4 90,9 4-180,2 2 90,10 7 90,-11 7 0,0 5 180,-18 7 180,-11-2 179,-18 3 451,-12-6-5488,-14-4 4498,-2-3 0,15-3 0,7 0 0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6:17.24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81 12480,'52'-12'1079,"-5"2"-899,-2-4-90,-11 1 0,5-2-270,-5 2 180,0 9 0,-8 8 0,-8 11 90,-12 9-90,-11 3 90,1-4 0,-18 21 0,13-22 0,-10 20 0,8-25 90,-4 8-90,1-5 0,-5 4 0,10-4 0,-1-1-6837,12-1 6747,5-17 0,-2 5 0,4-15 0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6:17.46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91 8882,'30'-10'1169,"7"-2"-1259,-3 1-269,5 0-271,-6-1-90,-2 1 720,-4-1 0,-12 6 0,-4 1 0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6:17.83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124 1 8072,'-23'15'1530,"-1"1"-1081,6-1-89,1-1-180,8 3 0,3-1 0,9 4-90,5-2 0,8 0 90,4-2-1,7 0 91,3-2 0,-2 0 360,1 0 359,-8-1-719,-10 3-900,-21-4-809,-19 0-809,-17-5-91,-4-5 2339,6-7 0,19 1 0,10-4 0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6:18.02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0 105 8252,'18'-14'810,"7"0"-720,7 0-180,7 1-270,-2-1-1349,-3 2 1709,-3 0 0,-14 6 0,-4 0 0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6:18.28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69 0 6633,'-3'26'2429,"0"4"-1979,9-6-181,-5 2 91,-1-6 0,0-1-90,-4 3 90,1-1-180,-4 0-1,0 1-89,0-2 90,2-1-90,0-2-90,-2 5-270,1-1-2338,-2 2 2608,3-4 0,2-9 0,0-3 0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6:18.47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 9422,'35'10'-563,"4"0"1,-20-6 0,0 0 0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6:18.64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0 8342,'22'14'420,"-12"-5"0,2-4 0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6:53.08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229 159 6004,'3'-13'8095,"-15"2"-7915,-10 0-180,-9 1 0,10-2 0,5-5 270,8 1-90,9-7-270,5 5-450,10 1 810,6 12-180,5 9-180,-19 9 0,0 6 180,-29-2 180,4 2 89,-12-6-89,-5-2-180,-6-9-90,6-6-90,18-9 0,22-2 90,21-1-180,11 4 180,9 7 90,-2 6 0,-19 9 0,-19 0 0,-27 4 0,-17-7 90,-6-5-180,-1-5-90,2-4 90,16-6-90,24-1 0,10-1 0,25 0 0,1 6 0,15 3 0,4 5 0,5 5 90,-5 4-89,-6 3 89,-9 4 179,-9-1-89,-24 4 90,-16-6 90,-27-1-90,-15-7-90,-1-6-90,0-5 0,11-6 0,8-1-360,7-2 360,29 11 0,3 5-90,25 12-809,-8 3-7646,3-2 8545,11-8 0,-19-1 0,7-7 0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6:54.38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1 227 11131,'11'-16'-360,"7"1"5127,-1 1-4767,-7-2-90,9 1 0,-10-1 0,15 2 0,8 3 0,11 6 90,-1 5 0,-2 10 90,-14 5 0,-18 2 90,-11 0-90,-22-6-90,-18-6 0,3-7-90,1-9 0,18-3 0,16-7 90,7 5-90,15-1 0,10 7 0,16 3 90,-2 6 0,8 5 90,-20 6 0,-14 7 0,-25 1 180,-8 2 90,-11-4-90,1-4 0,-9-4-90,-17-6-180,1-5 0,5-7-90,19-7 0,23-6 0,7 1 0,11 0-270,24-4 270,-9 9-180,20-6 90,-5 11 90,0 4 90,12 3 0,-6 6 0,-4 9 270,-12 5 90,-16 7 180,-14 3-1,-17 0-89,-13-2-90,-16-5-450,-10-4-1169,-3-5-2879,-3-6 4138,16-8 0,14 2 0,18-3 0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6:56.24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649 16 7623,'-17'-14'5217,"11"12"-4947,-1 8-1,8 15 1,-2 7-90,-2 6 90,-2 5 90,-2 4 0,-3 3-1,-1 3 91,-2 1-577,-3 3 577,-4 1 0,-3 1-1,-6-1-831,0 3 742,-3-3 0,0 1-2686,-14 22 2776,10-19-270,-10 18-583,14-27 492,1-2 60,2-1-59,2-3 0,-4-2-90,8-2 0,-3-3 0,9-6 550,3-2-730,2-6 2609,2 2-7467,2-4 4857,29-14-989,-10-9 474,25-15-1643,-17-3-629,-1-2 2968,-2-4 0,-8 13 0,-3 1 0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6:56.633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202 84 6993,'-36'-16'2878,"2"1"-989,2 3-180,-6-1 1080,9 2 3327,-4-2-5666,37 10-90,6 3 90,31 11-1,1 4-89,17 5-314,11 6 224,14 3-847,-36-13 1,0 1 710,4 1 1,1 1-1468,4 0 0,1 0 1423,3 1 0,1 0 45,3 1 0,0 0-580,4-1 1,0 1 534,2 0 0,0 0-602,3 0 1,1-1 601,0 0 0,1 0-90,0 0 0,0 0 45,1-1 0,0 0-45,-2 0 0,-1 0 89,1-2 1,-1 1-135,-4-1 1,0-1 268,-4-1 1,0 0-270,-6-1 0,-1 0-3,-3-2 1,-3 0 47,41 10 1286,-15-4-926,-13-3 569,-13-2-390,-11-3 1688,-1-1-12058,-10 0 8777,-14-10 1,-5 3 0,-18-8 0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7:00.06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613 1 7533,'-26'10'5217,"-9"-2"-3778,-19-2-809,-13 1-1,10 0 271,0 0-271,1 1-269,0-2-540,-7 3-1079,9-3 1259,9-1 0,21-3 0,6 0 0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7:00.262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1288 0 6723,'-62'4'2339,"6"0"-1530,-1-1-1057,6 1 1507,-1-1-809,-15 1-3667,16 0 3576,-15 2-1336,22-2 1247,-4 1-206,7 1 116,-4 0 1,2 1-91,-2 0-90,-24 4-90,19-2 180,-19 4-360,24-6-539,1 0 1741,-10 1-2461,3 0-630,-7 0 2944,-3-2 1,33-4 0,-2 0 0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7:00.42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973 0 6273,'-56'2'2519,"2"0"-1260,-19 1-89,1 0-181,-11-1 360,11 0-449,2 1-540,5 0-91,1 2-359,6-1-719,9 2-540,3-1-1620,2-1-988,-12-1 3957,6-2 0,12-1 0,15 0 0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7:00.60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847 0 6363,'-59'5'3239,"3"0"-1800,-9 0-270,5 1-90,-7 1-359,12-1-270,7 1-270,6 0-630,5 1-270,-2 2-539,0 3-450,0 1 630,-13 0-451,11-3-448,-13-3 1978,8-5 0,21-1 0,2-1 0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7:00.78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350 10 6993,'-53'-2'8905,"3"-1"-10434,-1 0-1260,6 2-899,-3 4 3688,-3 2 0,25 0 0,1-2 0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7:00.94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212 1 6453,'-63'2'6926,"7"-1"-11693,-10 1 4767,58-3 0,-10 1 0,41-2 0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7:01.69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373 286 7533,'-50'-6'6206,"-3"-1"-5306,7 1-361,0-1-89,7-3-450,1-3 180,6-1 0,5-1-90,7-6-90,6-2-90,6-7 0,13 0 180,6 7-90,8 4-180,9 4-90,-2 1 0,16-1 90,1 5 90,8 3 0,22 18 90,-26-1 0,10 14 90,-36-7-90,-3 8 0,-5-3 90,-1 5-90,-11-1 90,3-1-90,-8 3 90,4-1-90,1 0 90,-2-1-90,5-3 90,-6 1-90,4-4-90,-1 8 90,11-8 0,-2 9 0,11-13 0,-4 3-90,4-7 0,6-1 0,14 0-90,12-2 91,13-2-1,9-6-3123,5-4 3393,-13-2-360,-4-3 180,-27-4 180,-20-2 0,-23-4 0,-10 4 0,-13-1 90,3 6 3392,-4-1-3482,-6 2 90,-2-1-3393,-3 1 3303,0 1 0,-3 1-90,-1 0 90,0 1 180,-1 0-270,2 1 0,-14-1-1080,6 1-2338,-11 1 1439,52-4-1349,19 0 3238,48-4 0,-20 5 0,-5 0 0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7:02.186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93 151 7443,'-46'-7'5936,"16"-4"-5756,14-1-90,21-3 0,9-1-90,13 3 0,0-1-90,6 1 0,-6 1-90,12-2 0,-7 2 180,9 0 90,-18 15-90,-11 5-90,-11 10-179,0 0 89,8-3 0,15-3 0,8-2 90,9-4 0,7 2 0,9 0 0,-8 2 90,16 0-90,-14 1 360,8 1 90,-12 4 269,-15 3 91,-20 5-360,-13 3 0,-13-6-1,-6 0 1,-2-8-90,-2 0 180,1-1-180,-7 2-900,7-2-3508,-8 2 4138,21 0 0,-1-6 0,12 0 0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7:02.453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 1 9512,'42'12'2068,"-6"2"-1618,-17 5-90,1 6 0,2 3-90,4 5 269,16 22-1444,-10-9 1174,13 17-179,-16-16 90,-1 1-277,-4 0 186,0-2-2879,1 18 2790,-4-16 90,0 10-239,-6-20 419,-5-3 63,1-2-423,-4-4 137,-1-3-406,-2-3-721,0-3 1689,2 4-609,-8-6 0,5-3 0,-7-7 0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7:02.623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125 40 7892,'-43'-9'6117,"-2"-3"-5667,11 0-1350,32 6 1,29 6-361,27 7-1797,7 4-91,-10 0 3148,0 2 0,-23-5 0,-4-1 0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7:02.77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0 0 8792,'58'10'6836,"-6"-3"-9894,4-1-3598,-21 2 6656,-10 11 0,-18-9 0,-10 6 0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47:07.64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94 2061 6094,'-27'-28'1079,"5"3"-719,10 4-1,2 1 1,2-1 360,1 1-1,3-5 1080,0 2-179,6-1-1351,10 20 1,1 11 0,10 22-799,-2 10 709,2 11 0,0 7-90,-2 7 89,-2 5 1,-1 3-1384,1 4 1384,1 1 180,4 6-181,1 8-683,-13-43 1,0 1 503,-1 2 0,-2 1 0,-1 0 0,0-1 45,-2 0 0,-1-1-865,5 45 910,1-6-1636,3-6 1546,4-4 90,0-3 286,5-6-106,12 18-360,-5-27 270,10 9-450,-10-32-653,0-6 563,0-6 90,2-6 340,0-6-160,19-11 0,-7-10-90,16-17 90,-4-12 270,-12-14 818,20-14-1178,-15-12-292,-18 32 1,1-1 381,-1-4 0,1-2 429,-1-3 0,-1-1-384,2-3 0,0-1-898,0-1 0,-1 0 1033,2-1 0,0 1-135,0 0 0,1 2-45,-1 0 0,1 2 45,-1 2 0,1 1 45,-2 1 0,0 2-45,0 2 0,0 1 26,-2 2 0,-1 0 19,1 3 0,0 2 0,24-34-387,-17 30 0,2 1 387,15-16 0,16-7 515,-26 32-515,1 7 1674,-1 7-1584,3 7 986,3 10-896,36 20-90,-14 7 599,-20-3 1,0 2-600,29 24-90,-39-20 0,0 1-59,1 3 0,0 0 59,1 3 0,0 0 0,1 2 0,1 2-529,1 0 1,-1 0 528,0 3 0,0 0 0,2 0 0,0 1-1006,-1 0 1,0 0 1005,-1 0 0,1 0-45,1 0 0,0-1 364,-2-1 1,0-1-320,2 0 0,1-2 0,-2-1 0,3-1-45,19 10 0,1-1 45,-18-12 0,0-1-233,15 6 1,-1-2 187,-18-14 0,-1-3 0,1-1 0,1-1 0,1-2 0,1-2 0,0-2 0,1-1 45,-2-2 0,0-2-45,1-2 0,0-2 45,0-3 0,0-1 0,2-3 0,0-3 0,0-2 0,1-3 0,0-2 0,0-2 0,1-4 0,-1-2-400,0-2 0,-2-2 400,1-3 0,0-2 704,-1-1 1,1-5-705,20-21 0,0-3-493,-16 12 0,-2-1 463,-7 6 0,2-3 0,-3 2 30,4-9 0,-2 2-194,2-3 1,0 0 193,0-2 0,1 0 0,0 0 0,2 1-11,0-1 1,0 2 10,2 0 0,1 1 0,0 1 0,1 1 0,1 2 0,1 1-320,-1 2 1,1 2 319,0 2 0,0 2 0,0 3 0,1 3 0,-1 1 0,0 2 135,-3 4 0,2 0-90,23-4 0,1 2-142,-22 9 0,1 3 231,17-5 1,1 5-180,-24 10 1,-2 3 119,2 1 1,0 4-121,3 2 0,-1 2 45,3 2 0,0 3 0,3 1 0,-1 2 0,2 3 0,0 1 203,2 3 0,-1 2-68,0 3 0,0 2-180,0 2 0,-1 3 45,-1 1 0,0 1 0,-2 2 0,-1 2 0,-1 1 0,-1 1-252,-1 1 1,0 0 386,-3 1 0,-1 0-180,-1 0 0,-2-1 403,-2-1 1,-2 0-404,-3-1 0,-2-1 45,-1-1 0,-2-1 258,35 30-258,-8-6-544,-3-6 544,-10-6 0,-3-7 969,22 4-969,-19-15 550,16 1-550,-22-18 90,-1-6-90,7-8 90,3-10-90,8-11 45,-8-5 0,-1-4-427,21-26 427,-15 15 0,0-3 362,-21 7 0,-2-1-407,13-3 0,1-2-45,-9-1 0,1-2 90,9-2 0,1-1-45,-10-1 0,1-1 0,7-2 0,2 1-541,0-1 0,0 0 541,1 0 0,1 2 0,1 0 0,0 2-116,0 2 0,0 1 116,-1 2 0,2 2-75,-1 2 0,1 3 75,-3 2 0,0 2 0,2 4 0,-1 2-248,-3 2 0,1 3 293,-1 2 0,1 3 404,-2 3 0,1 1-404,-2 3 0,1 2 179,0 4 1,-1 2-135,2 2 0,0 3 93,1 2 0,0 3-138,3 3 0,0 1 0,1 4 0,0 1 0,4 3 0,0 1 0,-1 2 0,1 2 303,5 2 0,0 0-303,0 3 0,0 0-45,2 1 0,0 1 0,2 1 0,0 0-303,-1 0 0,0 0 303,1 0 0,0 1-45,-2-1 0,0 0-693,0-1 1,0-1 737,-3 1 0,1-1-45,-2-2 0,0-1 153,-3-1 1,-1 0-109,-4-2 0,3 0-45,15 4 0,0-1 0,-20-7 0,1 0 0,30 5 1,-1-3 388,9-5-344,-34-8 0,0-3 0,20-10 90,-3-10-90,3-11 0,5-11 45,-41 15 0,0-3-45,4-2 0,-1-2 0,0-3 0,-2-3 121,0-2 1,-1-1-122,1-3 0,0-1 0,-1-3 0,1-1 0,-1-2 0,1-1 346,0-1 1,-1 0-212,1-1 0,-1 0-180,1 2 0,2 0-596,18-14 0,2 2 641,-19 18 0,0 2 0,15-9 0,-3 4 234,10-3-234,-6 11 0,-10 8 90,-4 8 1061,-5 7-971,50 16-90,-4 22 111,-33-8 1,0 3-202,-9 5 0,-3 1 0,29 12 2002,1 3-2002,0-2 0,1 3-526,1-2 526,0-2 0,1-2-90,-1-4 0,-2-2 90,-2-3-317,-3-4 137,-1-3 642,-4-2-821,-1-4 179,-4-1-2381,2-4 1841,-1-1-269,1-2 7,-2-2-1356,0 0-2145,-3-1 4483,-2 0 0,-26 0 0,-7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75AC5-E448-5E04-3A31-7F1BA19493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B61AE6-14F7-89D7-D007-C8CA3EDED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51096-BDDE-2A21-45A5-2187B5394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CB1C1-0FA9-F94E-C793-837B0C8E6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09CDD-C602-947E-9D2A-61F87F0FC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103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DBC31-0F53-CE1B-296E-1EBC5F890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CFC7C-FB4D-13A0-7646-59B7B5EDE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BB9AC-2001-FCB1-7ED4-6D073F8BC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21DD3-9FED-8B09-5C0A-5A959F120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3506A-DC3A-C545-F453-357351CD6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568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E51B7-3520-F123-204F-2D746C33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B1364-47FF-7ACB-7950-094F42E92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1CEAA-5787-6A11-856F-ED3130384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333F7-E9C1-A6F8-D116-BB8CBFB3A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9BF04-0D76-1C02-4A1A-C33060D3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510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7D516-025F-F14F-E668-C4A64A0B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BD2AB-5D8F-6077-C6DA-C205FB7F5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BFEBD-D5B6-2738-C74A-650E1F53A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F0282-DB7A-B0FF-B0BB-B8A5A9E83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5397F-33DE-F514-007A-0DFA18776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9DE63-1EB6-55D1-7691-1D67849DE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049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048D-2FA6-1BAC-9A7A-5F5EB084D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9D099-0B0F-E02B-B47C-D5BF0B079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8A289C-7CC8-4F1B-647D-5FF642025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EDB5E2-62BB-C325-48F3-E610EA7C5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3739F1-90F8-5743-C2D1-9C0ACE81CA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3D33F7-877A-9B7C-6629-885EE69C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114864-42F3-1F35-3AFE-0F8EE30F8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A5482F-9F36-1CA8-02B5-74E76F412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25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AD86E-2C5E-84C3-E5AA-B78FE28C2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79713E-A3CC-533C-22F9-AE02E6708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ABECE-263A-F720-396B-56A870493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158DEB-B8C4-5E99-C161-1AA9E7E3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361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0DA27C-9C25-5C8B-EE03-F2DF3C0D6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4065C8-9797-4C38-8946-DB293E7B4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C4974-0B0E-AF1C-467C-628B1D45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41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51C72-61F8-C5DB-A55E-47A98730F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8C416-A5D8-17F2-CAA0-0E820C689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A6860-176C-B19E-637A-D756C705A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CE6FF-B7FE-F094-533F-051A39589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7C1EF-1E57-DE2C-1506-2A06E8B3A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6C384-54EB-D795-D999-F6132B53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918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8BBC9-0C5E-0318-7F81-918FF5AD0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775A17-D479-7ED6-98BC-7D16A73259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92B4E0-FAC9-1BAE-9667-0EB1706DE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B64F6-7C71-B4FE-F741-5E7B986DA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F4E53-F668-6FE1-276A-ABA5A89D8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1F39F-3E37-2F10-173A-15947DFE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290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12A3B-0202-1BC9-815A-C27C8FC40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F9E78A-7E39-D987-A6D7-8F3678B73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B3CB6-0FE7-7BA3-D165-D693C1010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336B2-7162-5A11-49D6-C602CEE8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FAC41-BD3A-04D9-4C69-430E73B8E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6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ECE9FF-2800-22F0-4EF3-506080A14D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723B84-EC5B-3F4B-6CDB-0C69EE21F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5081B-2C22-032E-E30D-3308C0ADA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0812F-DB16-61C6-4AAB-DCA1E89FD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2523B-15FF-CB21-553A-C87F472F9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473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191DB5-48C8-4731-518C-D26F4B949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5685B-509C-7B1D-2581-16B53D9F2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DAF7D-5432-C0C3-CB04-5881AE95E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BB3E1E-2B9D-5644-8AD8-A086560F148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9C9CC-C902-26A1-0688-763B42CDA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D807E-6099-ADE1-445A-2F8646F4C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8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33.png"/><Relationship Id="rId3" Type="http://schemas.openxmlformats.org/officeDocument/2006/relationships/image" Target="../media/image2810.png"/><Relationship Id="rId7" Type="http://schemas.openxmlformats.org/officeDocument/2006/relationships/image" Target="../media/image30.png"/><Relationship Id="rId12" Type="http://schemas.openxmlformats.org/officeDocument/2006/relationships/customXml" Target="../ink/ink7.xml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32.png"/><Relationship Id="rId5" Type="http://schemas.openxmlformats.org/officeDocument/2006/relationships/image" Target="../media/image29.png"/><Relationship Id="rId15" Type="http://schemas.openxmlformats.org/officeDocument/2006/relationships/image" Target="../media/image34.png"/><Relationship Id="rId10" Type="http://schemas.openxmlformats.org/officeDocument/2006/relationships/customXml" Target="../ink/ink6.xml"/><Relationship Id="rId4" Type="http://schemas.openxmlformats.org/officeDocument/2006/relationships/customXml" Target="../ink/ink3.xml"/><Relationship Id="rId9" Type="http://schemas.openxmlformats.org/officeDocument/2006/relationships/image" Target="../media/image31.png"/><Relationship Id="rId1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36.png"/><Relationship Id="rId4" Type="http://schemas.openxmlformats.org/officeDocument/2006/relationships/customXml" Target="../ink/ink10.xml"/><Relationship Id="rId9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1.xml"/><Relationship Id="rId21" Type="http://schemas.openxmlformats.org/officeDocument/2006/relationships/customXml" Target="../ink/ink23.xml"/><Relationship Id="rId42" Type="http://schemas.openxmlformats.org/officeDocument/2006/relationships/image" Target="../media/image58.png"/><Relationship Id="rId63" Type="http://schemas.openxmlformats.org/officeDocument/2006/relationships/customXml" Target="../ink/ink44.xml"/><Relationship Id="rId84" Type="http://schemas.openxmlformats.org/officeDocument/2006/relationships/image" Target="../media/image79.png"/><Relationship Id="rId138" Type="http://schemas.openxmlformats.org/officeDocument/2006/relationships/image" Target="../media/image106.png"/><Relationship Id="rId159" Type="http://schemas.openxmlformats.org/officeDocument/2006/relationships/customXml" Target="../ink/ink92.xml"/><Relationship Id="rId170" Type="http://schemas.openxmlformats.org/officeDocument/2006/relationships/image" Target="../media/image122.png"/><Relationship Id="rId191" Type="http://schemas.openxmlformats.org/officeDocument/2006/relationships/customXml" Target="../ink/ink108.xml"/><Relationship Id="rId205" Type="http://schemas.openxmlformats.org/officeDocument/2006/relationships/customXml" Target="../ink/ink115.xml"/><Relationship Id="rId226" Type="http://schemas.openxmlformats.org/officeDocument/2006/relationships/image" Target="../media/image150.png"/><Relationship Id="rId107" Type="http://schemas.openxmlformats.org/officeDocument/2006/relationships/customXml" Target="../ink/ink66.xml"/><Relationship Id="rId11" Type="http://schemas.openxmlformats.org/officeDocument/2006/relationships/customXml" Target="../ink/ink18.xml"/><Relationship Id="rId32" Type="http://schemas.openxmlformats.org/officeDocument/2006/relationships/image" Target="../media/image53.png"/><Relationship Id="rId53" Type="http://schemas.openxmlformats.org/officeDocument/2006/relationships/customXml" Target="../ink/ink39.xml"/><Relationship Id="rId74" Type="http://schemas.openxmlformats.org/officeDocument/2006/relationships/image" Target="../media/image74.png"/><Relationship Id="rId128" Type="http://schemas.openxmlformats.org/officeDocument/2006/relationships/image" Target="../media/image101.png"/><Relationship Id="rId149" Type="http://schemas.openxmlformats.org/officeDocument/2006/relationships/customXml" Target="../ink/ink87.xml"/><Relationship Id="rId5" Type="http://schemas.openxmlformats.org/officeDocument/2006/relationships/image" Target="../media/image40.png"/><Relationship Id="rId95" Type="http://schemas.openxmlformats.org/officeDocument/2006/relationships/customXml" Target="../ink/ink60.xml"/><Relationship Id="rId160" Type="http://schemas.openxmlformats.org/officeDocument/2006/relationships/image" Target="../media/image117.png"/><Relationship Id="rId181" Type="http://schemas.openxmlformats.org/officeDocument/2006/relationships/customXml" Target="../ink/ink103.xml"/><Relationship Id="rId216" Type="http://schemas.openxmlformats.org/officeDocument/2006/relationships/image" Target="../media/image145.png"/><Relationship Id="rId22" Type="http://schemas.openxmlformats.org/officeDocument/2006/relationships/image" Target="../media/image48.png"/><Relationship Id="rId43" Type="http://schemas.openxmlformats.org/officeDocument/2006/relationships/customXml" Target="../ink/ink34.xml"/><Relationship Id="rId64" Type="http://schemas.openxmlformats.org/officeDocument/2006/relationships/image" Target="../media/image69.png"/><Relationship Id="rId118" Type="http://schemas.openxmlformats.org/officeDocument/2006/relationships/image" Target="../media/image96.png"/><Relationship Id="rId139" Type="http://schemas.openxmlformats.org/officeDocument/2006/relationships/customXml" Target="../ink/ink82.xml"/><Relationship Id="rId85" Type="http://schemas.openxmlformats.org/officeDocument/2006/relationships/customXml" Target="../ink/ink55.xml"/><Relationship Id="rId150" Type="http://schemas.openxmlformats.org/officeDocument/2006/relationships/image" Target="../media/image112.png"/><Relationship Id="rId171" Type="http://schemas.openxmlformats.org/officeDocument/2006/relationships/customXml" Target="../ink/ink98.xml"/><Relationship Id="rId192" Type="http://schemas.openxmlformats.org/officeDocument/2006/relationships/image" Target="../media/image133.png"/><Relationship Id="rId206" Type="http://schemas.openxmlformats.org/officeDocument/2006/relationships/image" Target="../media/image140.png"/><Relationship Id="rId227" Type="http://schemas.openxmlformats.org/officeDocument/2006/relationships/customXml" Target="../ink/ink126.xml"/><Relationship Id="rId12" Type="http://schemas.openxmlformats.org/officeDocument/2006/relationships/image" Target="../media/image43.png"/><Relationship Id="rId33" Type="http://schemas.openxmlformats.org/officeDocument/2006/relationships/customXml" Target="../ink/ink29.xml"/><Relationship Id="rId108" Type="http://schemas.openxmlformats.org/officeDocument/2006/relationships/image" Target="../media/image91.png"/><Relationship Id="rId129" Type="http://schemas.openxmlformats.org/officeDocument/2006/relationships/customXml" Target="../ink/ink77.xml"/><Relationship Id="rId54" Type="http://schemas.openxmlformats.org/officeDocument/2006/relationships/image" Target="../media/image64.png"/><Relationship Id="rId75" Type="http://schemas.openxmlformats.org/officeDocument/2006/relationships/customXml" Target="../ink/ink50.xml"/><Relationship Id="rId96" Type="http://schemas.openxmlformats.org/officeDocument/2006/relationships/image" Target="../media/image85.png"/><Relationship Id="rId140" Type="http://schemas.openxmlformats.org/officeDocument/2006/relationships/image" Target="../media/image107.png"/><Relationship Id="rId161" Type="http://schemas.openxmlformats.org/officeDocument/2006/relationships/customXml" Target="../ink/ink93.xml"/><Relationship Id="rId182" Type="http://schemas.openxmlformats.org/officeDocument/2006/relationships/image" Target="../media/image128.png"/><Relationship Id="rId217" Type="http://schemas.openxmlformats.org/officeDocument/2006/relationships/customXml" Target="../ink/ink121.xml"/><Relationship Id="rId6" Type="http://schemas.openxmlformats.org/officeDocument/2006/relationships/customXml" Target="../ink/ink15.xml"/><Relationship Id="rId23" Type="http://schemas.openxmlformats.org/officeDocument/2006/relationships/customXml" Target="../ink/ink24.xml"/><Relationship Id="rId119" Type="http://schemas.openxmlformats.org/officeDocument/2006/relationships/customXml" Target="../ink/ink72.xml"/><Relationship Id="rId44" Type="http://schemas.openxmlformats.org/officeDocument/2006/relationships/image" Target="../media/image59.png"/><Relationship Id="rId65" Type="http://schemas.openxmlformats.org/officeDocument/2006/relationships/customXml" Target="../ink/ink45.xml"/><Relationship Id="rId86" Type="http://schemas.openxmlformats.org/officeDocument/2006/relationships/image" Target="../media/image80.png"/><Relationship Id="rId130" Type="http://schemas.openxmlformats.org/officeDocument/2006/relationships/image" Target="../media/image102.png"/><Relationship Id="rId151" Type="http://schemas.openxmlformats.org/officeDocument/2006/relationships/customXml" Target="../ink/ink88.xml"/><Relationship Id="rId172" Type="http://schemas.openxmlformats.org/officeDocument/2006/relationships/image" Target="../media/image123.png"/><Relationship Id="rId193" Type="http://schemas.openxmlformats.org/officeDocument/2006/relationships/customXml" Target="../ink/ink109.xml"/><Relationship Id="rId207" Type="http://schemas.openxmlformats.org/officeDocument/2006/relationships/customXml" Target="../ink/ink116.xml"/><Relationship Id="rId228" Type="http://schemas.openxmlformats.org/officeDocument/2006/relationships/image" Target="../media/image151.png"/><Relationship Id="rId13" Type="http://schemas.openxmlformats.org/officeDocument/2006/relationships/customXml" Target="../ink/ink19.xml"/><Relationship Id="rId109" Type="http://schemas.openxmlformats.org/officeDocument/2006/relationships/customXml" Target="../ink/ink67.xml"/><Relationship Id="rId34" Type="http://schemas.openxmlformats.org/officeDocument/2006/relationships/image" Target="../media/image54.png"/><Relationship Id="rId55" Type="http://schemas.openxmlformats.org/officeDocument/2006/relationships/customXml" Target="../ink/ink40.xml"/><Relationship Id="rId76" Type="http://schemas.openxmlformats.org/officeDocument/2006/relationships/image" Target="../media/image75.png"/><Relationship Id="rId97" Type="http://schemas.openxmlformats.org/officeDocument/2006/relationships/customXml" Target="../ink/ink61.xml"/><Relationship Id="rId120" Type="http://schemas.openxmlformats.org/officeDocument/2006/relationships/image" Target="../media/image97.png"/><Relationship Id="rId141" Type="http://schemas.openxmlformats.org/officeDocument/2006/relationships/customXml" Target="../ink/ink83.xml"/><Relationship Id="rId7" Type="http://schemas.openxmlformats.org/officeDocument/2006/relationships/image" Target="../media/image41.png"/><Relationship Id="rId162" Type="http://schemas.openxmlformats.org/officeDocument/2006/relationships/image" Target="../media/image118.png"/><Relationship Id="rId183" Type="http://schemas.openxmlformats.org/officeDocument/2006/relationships/customXml" Target="../ink/ink104.xml"/><Relationship Id="rId218" Type="http://schemas.openxmlformats.org/officeDocument/2006/relationships/image" Target="../media/image146.png"/><Relationship Id="rId24" Type="http://schemas.openxmlformats.org/officeDocument/2006/relationships/image" Target="../media/image49.png"/><Relationship Id="rId45" Type="http://schemas.openxmlformats.org/officeDocument/2006/relationships/customXml" Target="../ink/ink35.xml"/><Relationship Id="rId66" Type="http://schemas.openxmlformats.org/officeDocument/2006/relationships/image" Target="../media/image70.png"/><Relationship Id="rId87" Type="http://schemas.openxmlformats.org/officeDocument/2006/relationships/customXml" Target="../ink/ink56.xml"/><Relationship Id="rId110" Type="http://schemas.openxmlformats.org/officeDocument/2006/relationships/image" Target="../media/image92.png"/><Relationship Id="rId131" Type="http://schemas.openxmlformats.org/officeDocument/2006/relationships/customXml" Target="../ink/ink78.xml"/><Relationship Id="rId152" Type="http://schemas.openxmlformats.org/officeDocument/2006/relationships/image" Target="../media/image113.png"/><Relationship Id="rId173" Type="http://schemas.openxmlformats.org/officeDocument/2006/relationships/customXml" Target="../ink/ink99.xml"/><Relationship Id="rId194" Type="http://schemas.openxmlformats.org/officeDocument/2006/relationships/image" Target="../media/image134.png"/><Relationship Id="rId208" Type="http://schemas.openxmlformats.org/officeDocument/2006/relationships/image" Target="../media/image141.png"/><Relationship Id="rId229" Type="http://schemas.openxmlformats.org/officeDocument/2006/relationships/customXml" Target="../ink/ink127.xml"/><Relationship Id="rId14" Type="http://schemas.openxmlformats.org/officeDocument/2006/relationships/image" Target="../media/image44.png"/><Relationship Id="rId35" Type="http://schemas.openxmlformats.org/officeDocument/2006/relationships/customXml" Target="../ink/ink30.xml"/><Relationship Id="rId56" Type="http://schemas.openxmlformats.org/officeDocument/2006/relationships/image" Target="../media/image65.png"/><Relationship Id="rId77" Type="http://schemas.openxmlformats.org/officeDocument/2006/relationships/customXml" Target="../ink/ink51.xml"/><Relationship Id="rId100" Type="http://schemas.openxmlformats.org/officeDocument/2006/relationships/image" Target="../media/image87.png"/><Relationship Id="rId8" Type="http://schemas.openxmlformats.org/officeDocument/2006/relationships/customXml" Target="../ink/ink16.xml"/><Relationship Id="rId98" Type="http://schemas.openxmlformats.org/officeDocument/2006/relationships/image" Target="../media/image86.png"/><Relationship Id="rId121" Type="http://schemas.openxmlformats.org/officeDocument/2006/relationships/customXml" Target="../ink/ink73.xml"/><Relationship Id="rId142" Type="http://schemas.openxmlformats.org/officeDocument/2006/relationships/image" Target="../media/image108.png"/><Relationship Id="rId163" Type="http://schemas.openxmlformats.org/officeDocument/2006/relationships/customXml" Target="../ink/ink94.xml"/><Relationship Id="rId184" Type="http://schemas.openxmlformats.org/officeDocument/2006/relationships/image" Target="../media/image129.png"/><Relationship Id="rId219" Type="http://schemas.openxmlformats.org/officeDocument/2006/relationships/customXml" Target="../ink/ink122.xml"/><Relationship Id="rId230" Type="http://schemas.openxmlformats.org/officeDocument/2006/relationships/image" Target="../media/image152.png"/><Relationship Id="rId25" Type="http://schemas.openxmlformats.org/officeDocument/2006/relationships/customXml" Target="../ink/ink25.xml"/><Relationship Id="rId46" Type="http://schemas.openxmlformats.org/officeDocument/2006/relationships/image" Target="../media/image60.png"/><Relationship Id="rId67" Type="http://schemas.openxmlformats.org/officeDocument/2006/relationships/customXml" Target="../ink/ink46.xml"/><Relationship Id="rId116" Type="http://schemas.openxmlformats.org/officeDocument/2006/relationships/image" Target="../media/image95.png"/><Relationship Id="rId137" Type="http://schemas.openxmlformats.org/officeDocument/2006/relationships/customXml" Target="../ink/ink81.xml"/><Relationship Id="rId158" Type="http://schemas.openxmlformats.org/officeDocument/2006/relationships/image" Target="../media/image116.png"/><Relationship Id="rId20" Type="http://schemas.openxmlformats.org/officeDocument/2006/relationships/image" Target="../media/image47.png"/><Relationship Id="rId41" Type="http://schemas.openxmlformats.org/officeDocument/2006/relationships/customXml" Target="../ink/ink33.xml"/><Relationship Id="rId62" Type="http://schemas.openxmlformats.org/officeDocument/2006/relationships/image" Target="../media/image68.png"/><Relationship Id="rId83" Type="http://schemas.openxmlformats.org/officeDocument/2006/relationships/customXml" Target="../ink/ink54.xml"/><Relationship Id="rId88" Type="http://schemas.openxmlformats.org/officeDocument/2006/relationships/image" Target="../media/image81.png"/><Relationship Id="rId111" Type="http://schemas.openxmlformats.org/officeDocument/2006/relationships/customXml" Target="../ink/ink68.xml"/><Relationship Id="rId132" Type="http://schemas.openxmlformats.org/officeDocument/2006/relationships/image" Target="../media/image103.png"/><Relationship Id="rId153" Type="http://schemas.openxmlformats.org/officeDocument/2006/relationships/customXml" Target="../ink/ink89.xml"/><Relationship Id="rId174" Type="http://schemas.openxmlformats.org/officeDocument/2006/relationships/image" Target="../media/image124.png"/><Relationship Id="rId179" Type="http://schemas.openxmlformats.org/officeDocument/2006/relationships/customXml" Target="../ink/ink102.xml"/><Relationship Id="rId195" Type="http://schemas.openxmlformats.org/officeDocument/2006/relationships/customXml" Target="../ink/ink110.xml"/><Relationship Id="rId209" Type="http://schemas.openxmlformats.org/officeDocument/2006/relationships/customXml" Target="../ink/ink117.xml"/><Relationship Id="rId190" Type="http://schemas.openxmlformats.org/officeDocument/2006/relationships/image" Target="../media/image132.png"/><Relationship Id="rId204" Type="http://schemas.openxmlformats.org/officeDocument/2006/relationships/image" Target="../media/image139.png"/><Relationship Id="rId220" Type="http://schemas.openxmlformats.org/officeDocument/2006/relationships/image" Target="../media/image147.png"/><Relationship Id="rId225" Type="http://schemas.openxmlformats.org/officeDocument/2006/relationships/customXml" Target="../ink/ink125.xml"/><Relationship Id="rId15" Type="http://schemas.openxmlformats.org/officeDocument/2006/relationships/customXml" Target="../ink/ink20.xml"/><Relationship Id="rId36" Type="http://schemas.openxmlformats.org/officeDocument/2006/relationships/image" Target="../media/image55.png"/><Relationship Id="rId57" Type="http://schemas.openxmlformats.org/officeDocument/2006/relationships/customXml" Target="../ink/ink41.xml"/><Relationship Id="rId106" Type="http://schemas.openxmlformats.org/officeDocument/2006/relationships/image" Target="../media/image90.png"/><Relationship Id="rId127" Type="http://schemas.openxmlformats.org/officeDocument/2006/relationships/customXml" Target="../ink/ink76.xml"/><Relationship Id="rId10" Type="http://schemas.openxmlformats.org/officeDocument/2006/relationships/customXml" Target="../ink/ink17.xml"/><Relationship Id="rId31" Type="http://schemas.openxmlformats.org/officeDocument/2006/relationships/customXml" Target="../ink/ink28.xml"/><Relationship Id="rId52" Type="http://schemas.openxmlformats.org/officeDocument/2006/relationships/image" Target="../media/image63.png"/><Relationship Id="rId73" Type="http://schemas.openxmlformats.org/officeDocument/2006/relationships/customXml" Target="../ink/ink49.xml"/><Relationship Id="rId78" Type="http://schemas.openxmlformats.org/officeDocument/2006/relationships/image" Target="../media/image76.png"/><Relationship Id="rId94" Type="http://schemas.openxmlformats.org/officeDocument/2006/relationships/image" Target="../media/image84.png"/><Relationship Id="rId99" Type="http://schemas.openxmlformats.org/officeDocument/2006/relationships/customXml" Target="../ink/ink62.xml"/><Relationship Id="rId101" Type="http://schemas.openxmlformats.org/officeDocument/2006/relationships/customXml" Target="../ink/ink63.xml"/><Relationship Id="rId122" Type="http://schemas.openxmlformats.org/officeDocument/2006/relationships/image" Target="../media/image98.png"/><Relationship Id="rId143" Type="http://schemas.openxmlformats.org/officeDocument/2006/relationships/customXml" Target="../ink/ink84.xml"/><Relationship Id="rId148" Type="http://schemas.openxmlformats.org/officeDocument/2006/relationships/image" Target="../media/image111.png"/><Relationship Id="rId164" Type="http://schemas.openxmlformats.org/officeDocument/2006/relationships/image" Target="../media/image119.png"/><Relationship Id="rId169" Type="http://schemas.openxmlformats.org/officeDocument/2006/relationships/customXml" Target="../ink/ink97.xml"/><Relationship Id="rId185" Type="http://schemas.openxmlformats.org/officeDocument/2006/relationships/customXml" Target="../ink/ink105.xml"/><Relationship Id="rId4" Type="http://schemas.openxmlformats.org/officeDocument/2006/relationships/customXml" Target="../ink/ink14.xml"/><Relationship Id="rId9" Type="http://schemas.openxmlformats.org/officeDocument/2006/relationships/image" Target="../media/image42.png"/><Relationship Id="rId180" Type="http://schemas.openxmlformats.org/officeDocument/2006/relationships/image" Target="../media/image127.png"/><Relationship Id="rId210" Type="http://schemas.openxmlformats.org/officeDocument/2006/relationships/image" Target="../media/image142.png"/><Relationship Id="rId215" Type="http://schemas.openxmlformats.org/officeDocument/2006/relationships/customXml" Target="../ink/ink120.xml"/><Relationship Id="rId26" Type="http://schemas.openxmlformats.org/officeDocument/2006/relationships/image" Target="../media/image50.png"/><Relationship Id="rId47" Type="http://schemas.openxmlformats.org/officeDocument/2006/relationships/customXml" Target="../ink/ink36.xml"/><Relationship Id="rId68" Type="http://schemas.openxmlformats.org/officeDocument/2006/relationships/image" Target="../media/image71.png"/><Relationship Id="rId89" Type="http://schemas.openxmlformats.org/officeDocument/2006/relationships/customXml" Target="../ink/ink57.xml"/><Relationship Id="rId112" Type="http://schemas.openxmlformats.org/officeDocument/2006/relationships/image" Target="../media/image93.png"/><Relationship Id="rId133" Type="http://schemas.openxmlformats.org/officeDocument/2006/relationships/customXml" Target="../ink/ink79.xml"/><Relationship Id="rId154" Type="http://schemas.openxmlformats.org/officeDocument/2006/relationships/image" Target="../media/image114.png"/><Relationship Id="rId175" Type="http://schemas.openxmlformats.org/officeDocument/2006/relationships/customXml" Target="../ink/ink100.xml"/><Relationship Id="rId196" Type="http://schemas.openxmlformats.org/officeDocument/2006/relationships/image" Target="../media/image135.png"/><Relationship Id="rId200" Type="http://schemas.openxmlformats.org/officeDocument/2006/relationships/image" Target="../media/image137.png"/><Relationship Id="rId16" Type="http://schemas.openxmlformats.org/officeDocument/2006/relationships/image" Target="../media/image45.png"/><Relationship Id="rId221" Type="http://schemas.openxmlformats.org/officeDocument/2006/relationships/customXml" Target="../ink/ink123.xml"/><Relationship Id="rId37" Type="http://schemas.openxmlformats.org/officeDocument/2006/relationships/customXml" Target="../ink/ink31.xml"/><Relationship Id="rId58" Type="http://schemas.openxmlformats.org/officeDocument/2006/relationships/image" Target="../media/image66.png"/><Relationship Id="rId79" Type="http://schemas.openxmlformats.org/officeDocument/2006/relationships/customXml" Target="../ink/ink52.xml"/><Relationship Id="rId102" Type="http://schemas.openxmlformats.org/officeDocument/2006/relationships/image" Target="../media/image88.png"/><Relationship Id="rId123" Type="http://schemas.openxmlformats.org/officeDocument/2006/relationships/customXml" Target="../ink/ink74.xml"/><Relationship Id="rId144" Type="http://schemas.openxmlformats.org/officeDocument/2006/relationships/image" Target="../media/image109.png"/><Relationship Id="rId90" Type="http://schemas.openxmlformats.org/officeDocument/2006/relationships/image" Target="../media/image82.png"/><Relationship Id="rId165" Type="http://schemas.openxmlformats.org/officeDocument/2006/relationships/customXml" Target="../ink/ink95.xml"/><Relationship Id="rId186" Type="http://schemas.openxmlformats.org/officeDocument/2006/relationships/image" Target="../media/image130.png"/><Relationship Id="rId211" Type="http://schemas.openxmlformats.org/officeDocument/2006/relationships/customXml" Target="../ink/ink118.xml"/><Relationship Id="rId27" Type="http://schemas.openxmlformats.org/officeDocument/2006/relationships/customXml" Target="../ink/ink26.xml"/><Relationship Id="rId48" Type="http://schemas.openxmlformats.org/officeDocument/2006/relationships/image" Target="../media/image61.png"/><Relationship Id="rId69" Type="http://schemas.openxmlformats.org/officeDocument/2006/relationships/customXml" Target="../ink/ink47.xml"/><Relationship Id="rId113" Type="http://schemas.openxmlformats.org/officeDocument/2006/relationships/customXml" Target="../ink/ink69.xml"/><Relationship Id="rId134" Type="http://schemas.openxmlformats.org/officeDocument/2006/relationships/image" Target="../media/image104.png"/><Relationship Id="rId80" Type="http://schemas.openxmlformats.org/officeDocument/2006/relationships/image" Target="../media/image77.png"/><Relationship Id="rId155" Type="http://schemas.openxmlformats.org/officeDocument/2006/relationships/customXml" Target="../ink/ink90.xml"/><Relationship Id="rId176" Type="http://schemas.openxmlformats.org/officeDocument/2006/relationships/image" Target="../media/image125.png"/><Relationship Id="rId197" Type="http://schemas.openxmlformats.org/officeDocument/2006/relationships/customXml" Target="../ink/ink111.xml"/><Relationship Id="rId201" Type="http://schemas.openxmlformats.org/officeDocument/2006/relationships/customXml" Target="../ink/ink113.xml"/><Relationship Id="rId222" Type="http://schemas.openxmlformats.org/officeDocument/2006/relationships/image" Target="../media/image148.png"/><Relationship Id="rId17" Type="http://schemas.openxmlformats.org/officeDocument/2006/relationships/customXml" Target="../ink/ink21.xml"/><Relationship Id="rId38" Type="http://schemas.openxmlformats.org/officeDocument/2006/relationships/image" Target="../media/image56.png"/><Relationship Id="rId59" Type="http://schemas.openxmlformats.org/officeDocument/2006/relationships/customXml" Target="../ink/ink42.xml"/><Relationship Id="rId103" Type="http://schemas.openxmlformats.org/officeDocument/2006/relationships/customXml" Target="../ink/ink64.xml"/><Relationship Id="rId124" Type="http://schemas.openxmlformats.org/officeDocument/2006/relationships/image" Target="../media/image99.png"/><Relationship Id="rId70" Type="http://schemas.openxmlformats.org/officeDocument/2006/relationships/image" Target="../media/image72.png"/><Relationship Id="rId91" Type="http://schemas.openxmlformats.org/officeDocument/2006/relationships/customXml" Target="../ink/ink58.xml"/><Relationship Id="rId145" Type="http://schemas.openxmlformats.org/officeDocument/2006/relationships/customXml" Target="../ink/ink85.xml"/><Relationship Id="rId166" Type="http://schemas.openxmlformats.org/officeDocument/2006/relationships/image" Target="../media/image120.png"/><Relationship Id="rId187" Type="http://schemas.openxmlformats.org/officeDocument/2006/relationships/customXml" Target="../ink/ink106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43.png"/><Relationship Id="rId28" Type="http://schemas.openxmlformats.org/officeDocument/2006/relationships/image" Target="../media/image51.png"/><Relationship Id="rId49" Type="http://schemas.openxmlformats.org/officeDocument/2006/relationships/customXml" Target="../ink/ink37.xml"/><Relationship Id="rId114" Type="http://schemas.openxmlformats.org/officeDocument/2006/relationships/image" Target="../media/image94.png"/><Relationship Id="rId60" Type="http://schemas.openxmlformats.org/officeDocument/2006/relationships/image" Target="../media/image67.png"/><Relationship Id="rId81" Type="http://schemas.openxmlformats.org/officeDocument/2006/relationships/customXml" Target="../ink/ink53.xml"/><Relationship Id="rId135" Type="http://schemas.openxmlformats.org/officeDocument/2006/relationships/customXml" Target="../ink/ink80.xml"/><Relationship Id="rId156" Type="http://schemas.openxmlformats.org/officeDocument/2006/relationships/image" Target="../media/image115.png"/><Relationship Id="rId177" Type="http://schemas.openxmlformats.org/officeDocument/2006/relationships/customXml" Target="../ink/ink101.xml"/><Relationship Id="rId198" Type="http://schemas.openxmlformats.org/officeDocument/2006/relationships/image" Target="../media/image136.png"/><Relationship Id="rId202" Type="http://schemas.openxmlformats.org/officeDocument/2006/relationships/image" Target="../media/image138.png"/><Relationship Id="rId223" Type="http://schemas.openxmlformats.org/officeDocument/2006/relationships/customXml" Target="../ink/ink124.xml"/><Relationship Id="rId18" Type="http://schemas.openxmlformats.org/officeDocument/2006/relationships/image" Target="../media/image46.png"/><Relationship Id="rId39" Type="http://schemas.openxmlformats.org/officeDocument/2006/relationships/customXml" Target="../ink/ink32.xml"/><Relationship Id="rId50" Type="http://schemas.openxmlformats.org/officeDocument/2006/relationships/image" Target="../media/image62.png"/><Relationship Id="rId104" Type="http://schemas.openxmlformats.org/officeDocument/2006/relationships/image" Target="../media/image89.png"/><Relationship Id="rId125" Type="http://schemas.openxmlformats.org/officeDocument/2006/relationships/customXml" Target="../ink/ink75.xml"/><Relationship Id="rId146" Type="http://schemas.openxmlformats.org/officeDocument/2006/relationships/image" Target="../media/image110.png"/><Relationship Id="rId167" Type="http://schemas.openxmlformats.org/officeDocument/2006/relationships/customXml" Target="../ink/ink96.xml"/><Relationship Id="rId188" Type="http://schemas.openxmlformats.org/officeDocument/2006/relationships/image" Target="../media/image131.png"/><Relationship Id="rId71" Type="http://schemas.openxmlformats.org/officeDocument/2006/relationships/customXml" Target="../ink/ink48.xml"/><Relationship Id="rId92" Type="http://schemas.openxmlformats.org/officeDocument/2006/relationships/image" Target="../media/image83.png"/><Relationship Id="rId213" Type="http://schemas.openxmlformats.org/officeDocument/2006/relationships/customXml" Target="../ink/ink119.xml"/><Relationship Id="rId2" Type="http://schemas.openxmlformats.org/officeDocument/2006/relationships/customXml" Target="../ink/ink13.xml"/><Relationship Id="rId29" Type="http://schemas.openxmlformats.org/officeDocument/2006/relationships/customXml" Target="../ink/ink27.xml"/><Relationship Id="rId40" Type="http://schemas.openxmlformats.org/officeDocument/2006/relationships/image" Target="../media/image57.png"/><Relationship Id="rId115" Type="http://schemas.openxmlformats.org/officeDocument/2006/relationships/customXml" Target="../ink/ink70.xml"/><Relationship Id="rId136" Type="http://schemas.openxmlformats.org/officeDocument/2006/relationships/image" Target="../media/image105.png"/><Relationship Id="rId157" Type="http://schemas.openxmlformats.org/officeDocument/2006/relationships/customXml" Target="../ink/ink91.xml"/><Relationship Id="rId178" Type="http://schemas.openxmlformats.org/officeDocument/2006/relationships/image" Target="../media/image126.png"/><Relationship Id="rId61" Type="http://schemas.openxmlformats.org/officeDocument/2006/relationships/customXml" Target="../ink/ink43.xml"/><Relationship Id="rId82" Type="http://schemas.openxmlformats.org/officeDocument/2006/relationships/image" Target="../media/image78.png"/><Relationship Id="rId199" Type="http://schemas.openxmlformats.org/officeDocument/2006/relationships/customXml" Target="../ink/ink112.xml"/><Relationship Id="rId203" Type="http://schemas.openxmlformats.org/officeDocument/2006/relationships/customXml" Target="../ink/ink114.xml"/><Relationship Id="rId19" Type="http://schemas.openxmlformats.org/officeDocument/2006/relationships/customXml" Target="../ink/ink22.xml"/><Relationship Id="rId224" Type="http://schemas.openxmlformats.org/officeDocument/2006/relationships/image" Target="../media/image149.png"/><Relationship Id="rId30" Type="http://schemas.openxmlformats.org/officeDocument/2006/relationships/image" Target="../media/image52.png"/><Relationship Id="rId105" Type="http://schemas.openxmlformats.org/officeDocument/2006/relationships/customXml" Target="../ink/ink65.xml"/><Relationship Id="rId126" Type="http://schemas.openxmlformats.org/officeDocument/2006/relationships/image" Target="../media/image100.png"/><Relationship Id="rId147" Type="http://schemas.openxmlformats.org/officeDocument/2006/relationships/customXml" Target="../ink/ink86.xml"/><Relationship Id="rId168" Type="http://schemas.openxmlformats.org/officeDocument/2006/relationships/image" Target="../media/image121.png"/><Relationship Id="rId51" Type="http://schemas.openxmlformats.org/officeDocument/2006/relationships/customXml" Target="../ink/ink38.xml"/><Relationship Id="rId72" Type="http://schemas.openxmlformats.org/officeDocument/2006/relationships/image" Target="../media/image73.png"/><Relationship Id="rId93" Type="http://schemas.openxmlformats.org/officeDocument/2006/relationships/customXml" Target="../ink/ink59.xml"/><Relationship Id="rId189" Type="http://schemas.openxmlformats.org/officeDocument/2006/relationships/customXml" Target="../ink/ink107.xml"/><Relationship Id="rId3" Type="http://schemas.openxmlformats.org/officeDocument/2006/relationships/image" Target="../media/image39.png"/><Relationship Id="rId214" Type="http://schemas.openxmlformats.org/officeDocument/2006/relationships/image" Target="../media/image144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9.png"/><Relationship Id="rId21" Type="http://schemas.openxmlformats.org/officeDocument/2006/relationships/image" Target="../media/image162.png"/><Relationship Id="rId42" Type="http://schemas.openxmlformats.org/officeDocument/2006/relationships/customXml" Target="../ink/ink148.xml"/><Relationship Id="rId63" Type="http://schemas.openxmlformats.org/officeDocument/2006/relationships/image" Target="../media/image182.png"/><Relationship Id="rId84" Type="http://schemas.openxmlformats.org/officeDocument/2006/relationships/customXml" Target="../ink/ink169.xml"/><Relationship Id="rId138" Type="http://schemas.openxmlformats.org/officeDocument/2006/relationships/customXml" Target="../ink/ink196.xml"/><Relationship Id="rId159" Type="http://schemas.openxmlformats.org/officeDocument/2006/relationships/image" Target="../media/image230.png"/><Relationship Id="rId170" Type="http://schemas.openxmlformats.org/officeDocument/2006/relationships/customXml" Target="../ink/ink212.xml"/><Relationship Id="rId191" Type="http://schemas.openxmlformats.org/officeDocument/2006/relationships/image" Target="../media/image245.png"/><Relationship Id="rId107" Type="http://schemas.openxmlformats.org/officeDocument/2006/relationships/image" Target="../media/image204.png"/><Relationship Id="rId11" Type="http://schemas.openxmlformats.org/officeDocument/2006/relationships/image" Target="../media/image157.png"/><Relationship Id="rId32" Type="http://schemas.openxmlformats.org/officeDocument/2006/relationships/customXml" Target="../ink/ink143.xml"/><Relationship Id="rId53" Type="http://schemas.openxmlformats.org/officeDocument/2006/relationships/image" Target="../media/image177.png"/><Relationship Id="rId74" Type="http://schemas.openxmlformats.org/officeDocument/2006/relationships/customXml" Target="../ink/ink164.xml"/><Relationship Id="rId128" Type="http://schemas.openxmlformats.org/officeDocument/2006/relationships/customXml" Target="../ink/ink191.xml"/><Relationship Id="rId149" Type="http://schemas.openxmlformats.org/officeDocument/2006/relationships/image" Target="../media/image225.png"/><Relationship Id="rId5" Type="http://schemas.openxmlformats.org/officeDocument/2006/relationships/image" Target="../media/image154.png"/><Relationship Id="rId95" Type="http://schemas.openxmlformats.org/officeDocument/2006/relationships/image" Target="../media/image198.png"/><Relationship Id="rId160" Type="http://schemas.openxmlformats.org/officeDocument/2006/relationships/customXml" Target="../ink/ink207.xml"/><Relationship Id="rId181" Type="http://schemas.openxmlformats.org/officeDocument/2006/relationships/image" Target="../media/image240.png"/><Relationship Id="rId22" Type="http://schemas.openxmlformats.org/officeDocument/2006/relationships/customXml" Target="../ink/ink138.xml"/><Relationship Id="rId43" Type="http://schemas.openxmlformats.org/officeDocument/2006/relationships/image" Target="../media/image173.png"/><Relationship Id="rId64" Type="http://schemas.openxmlformats.org/officeDocument/2006/relationships/customXml" Target="../ink/ink159.xml"/><Relationship Id="rId118" Type="http://schemas.openxmlformats.org/officeDocument/2006/relationships/customXml" Target="../ink/ink186.xml"/><Relationship Id="rId139" Type="http://schemas.openxmlformats.org/officeDocument/2006/relationships/image" Target="../media/image220.png"/><Relationship Id="rId85" Type="http://schemas.openxmlformats.org/officeDocument/2006/relationships/image" Target="../media/image193.png"/><Relationship Id="rId150" Type="http://schemas.openxmlformats.org/officeDocument/2006/relationships/customXml" Target="../ink/ink202.xml"/><Relationship Id="rId171" Type="http://schemas.openxmlformats.org/officeDocument/2006/relationships/image" Target="../media/image236.png"/><Relationship Id="rId192" Type="http://schemas.openxmlformats.org/officeDocument/2006/relationships/customXml" Target="../ink/ink223.xml"/><Relationship Id="rId12" Type="http://schemas.openxmlformats.org/officeDocument/2006/relationships/customXml" Target="../ink/ink133.xml"/><Relationship Id="rId33" Type="http://schemas.openxmlformats.org/officeDocument/2006/relationships/image" Target="../media/image168.png"/><Relationship Id="rId108" Type="http://schemas.openxmlformats.org/officeDocument/2006/relationships/customXml" Target="../ink/ink181.xml"/><Relationship Id="rId129" Type="http://schemas.openxmlformats.org/officeDocument/2006/relationships/image" Target="../media/image215.png"/><Relationship Id="rId54" Type="http://schemas.openxmlformats.org/officeDocument/2006/relationships/customXml" Target="../ink/ink154.xml"/><Relationship Id="rId75" Type="http://schemas.openxmlformats.org/officeDocument/2006/relationships/image" Target="../media/image188.png"/><Relationship Id="rId96" Type="http://schemas.openxmlformats.org/officeDocument/2006/relationships/customXml" Target="../ink/ink175.xml"/><Relationship Id="rId140" Type="http://schemas.openxmlformats.org/officeDocument/2006/relationships/customXml" Target="../ink/ink197.xml"/><Relationship Id="rId161" Type="http://schemas.openxmlformats.org/officeDocument/2006/relationships/image" Target="../media/image231.png"/><Relationship Id="rId182" Type="http://schemas.openxmlformats.org/officeDocument/2006/relationships/customXml" Target="../ink/ink218.xml"/><Relationship Id="rId6" Type="http://schemas.openxmlformats.org/officeDocument/2006/relationships/customXml" Target="../ink/ink130.xml"/><Relationship Id="rId23" Type="http://schemas.openxmlformats.org/officeDocument/2006/relationships/image" Target="../media/image163.png"/><Relationship Id="rId119" Type="http://schemas.openxmlformats.org/officeDocument/2006/relationships/image" Target="../media/image210.png"/><Relationship Id="rId44" Type="http://schemas.openxmlformats.org/officeDocument/2006/relationships/customXml" Target="../ink/ink149.xml"/><Relationship Id="rId65" Type="http://schemas.openxmlformats.org/officeDocument/2006/relationships/image" Target="../media/image183.png"/><Relationship Id="rId86" Type="http://schemas.openxmlformats.org/officeDocument/2006/relationships/customXml" Target="../ink/ink170.xml"/><Relationship Id="rId130" Type="http://schemas.openxmlformats.org/officeDocument/2006/relationships/customXml" Target="../ink/ink192.xml"/><Relationship Id="rId151" Type="http://schemas.openxmlformats.org/officeDocument/2006/relationships/image" Target="../media/image226.png"/><Relationship Id="rId172" Type="http://schemas.openxmlformats.org/officeDocument/2006/relationships/customXml" Target="../ink/ink213.xml"/><Relationship Id="rId193" Type="http://schemas.openxmlformats.org/officeDocument/2006/relationships/image" Target="../media/image246.png"/><Relationship Id="rId13" Type="http://schemas.openxmlformats.org/officeDocument/2006/relationships/image" Target="../media/image158.png"/><Relationship Id="rId109" Type="http://schemas.openxmlformats.org/officeDocument/2006/relationships/image" Target="../media/image205.png"/><Relationship Id="rId34" Type="http://schemas.openxmlformats.org/officeDocument/2006/relationships/customXml" Target="../ink/ink144.xml"/><Relationship Id="rId50" Type="http://schemas.openxmlformats.org/officeDocument/2006/relationships/customXml" Target="../ink/ink152.xml"/><Relationship Id="rId55" Type="http://schemas.openxmlformats.org/officeDocument/2006/relationships/image" Target="../media/image178.png"/><Relationship Id="rId76" Type="http://schemas.openxmlformats.org/officeDocument/2006/relationships/customXml" Target="../ink/ink165.xml"/><Relationship Id="rId97" Type="http://schemas.openxmlformats.org/officeDocument/2006/relationships/image" Target="../media/image199.png"/><Relationship Id="rId104" Type="http://schemas.openxmlformats.org/officeDocument/2006/relationships/customXml" Target="../ink/ink179.xml"/><Relationship Id="rId120" Type="http://schemas.openxmlformats.org/officeDocument/2006/relationships/customXml" Target="../ink/ink187.xml"/><Relationship Id="rId125" Type="http://schemas.openxmlformats.org/officeDocument/2006/relationships/image" Target="../media/image213.png"/><Relationship Id="rId141" Type="http://schemas.openxmlformats.org/officeDocument/2006/relationships/image" Target="../media/image221.png"/><Relationship Id="rId146" Type="http://schemas.openxmlformats.org/officeDocument/2006/relationships/customXml" Target="../ink/ink200.xml"/><Relationship Id="rId167" Type="http://schemas.openxmlformats.org/officeDocument/2006/relationships/image" Target="../media/image234.png"/><Relationship Id="rId188" Type="http://schemas.openxmlformats.org/officeDocument/2006/relationships/customXml" Target="../ink/ink221.xml"/><Relationship Id="rId7" Type="http://schemas.openxmlformats.org/officeDocument/2006/relationships/image" Target="../media/image155.png"/><Relationship Id="rId71" Type="http://schemas.openxmlformats.org/officeDocument/2006/relationships/image" Target="../media/image186.png"/><Relationship Id="rId92" Type="http://schemas.openxmlformats.org/officeDocument/2006/relationships/customXml" Target="../ink/ink173.xml"/><Relationship Id="rId162" Type="http://schemas.openxmlformats.org/officeDocument/2006/relationships/customXml" Target="../ink/ink208.xml"/><Relationship Id="rId183" Type="http://schemas.openxmlformats.org/officeDocument/2006/relationships/image" Target="../media/image241.png"/><Relationship Id="rId2" Type="http://schemas.openxmlformats.org/officeDocument/2006/relationships/customXml" Target="../ink/ink128.xml"/><Relationship Id="rId29" Type="http://schemas.openxmlformats.org/officeDocument/2006/relationships/image" Target="../media/image166.png"/><Relationship Id="rId24" Type="http://schemas.openxmlformats.org/officeDocument/2006/relationships/customXml" Target="../ink/ink139.xml"/><Relationship Id="rId40" Type="http://schemas.openxmlformats.org/officeDocument/2006/relationships/customXml" Target="../ink/ink147.xml"/><Relationship Id="rId45" Type="http://schemas.openxmlformats.org/officeDocument/2006/relationships/image" Target="../media/image120.png"/><Relationship Id="rId66" Type="http://schemas.openxmlformats.org/officeDocument/2006/relationships/customXml" Target="../ink/ink160.xml"/><Relationship Id="rId87" Type="http://schemas.openxmlformats.org/officeDocument/2006/relationships/image" Target="../media/image194.png"/><Relationship Id="rId110" Type="http://schemas.openxmlformats.org/officeDocument/2006/relationships/customXml" Target="../ink/ink182.xml"/><Relationship Id="rId115" Type="http://schemas.openxmlformats.org/officeDocument/2006/relationships/image" Target="../media/image208.png"/><Relationship Id="rId131" Type="http://schemas.openxmlformats.org/officeDocument/2006/relationships/image" Target="../media/image216.png"/><Relationship Id="rId136" Type="http://schemas.openxmlformats.org/officeDocument/2006/relationships/customXml" Target="../ink/ink195.xml"/><Relationship Id="rId157" Type="http://schemas.openxmlformats.org/officeDocument/2006/relationships/image" Target="../media/image229.png"/><Relationship Id="rId178" Type="http://schemas.openxmlformats.org/officeDocument/2006/relationships/customXml" Target="../ink/ink216.xml"/><Relationship Id="rId61" Type="http://schemas.openxmlformats.org/officeDocument/2006/relationships/image" Target="../media/image181.png"/><Relationship Id="rId82" Type="http://schemas.openxmlformats.org/officeDocument/2006/relationships/customXml" Target="../ink/ink168.xml"/><Relationship Id="rId152" Type="http://schemas.openxmlformats.org/officeDocument/2006/relationships/customXml" Target="../ink/ink203.xml"/><Relationship Id="rId173" Type="http://schemas.openxmlformats.org/officeDocument/2006/relationships/image" Target="../media/image237.png"/><Relationship Id="rId194" Type="http://schemas.openxmlformats.org/officeDocument/2006/relationships/customXml" Target="../ink/ink224.xml"/><Relationship Id="rId19" Type="http://schemas.openxmlformats.org/officeDocument/2006/relationships/image" Target="../media/image161.png"/><Relationship Id="rId14" Type="http://schemas.openxmlformats.org/officeDocument/2006/relationships/customXml" Target="../ink/ink134.xml"/><Relationship Id="rId30" Type="http://schemas.openxmlformats.org/officeDocument/2006/relationships/customXml" Target="../ink/ink142.xml"/><Relationship Id="rId35" Type="http://schemas.openxmlformats.org/officeDocument/2006/relationships/image" Target="../media/image169.png"/><Relationship Id="rId56" Type="http://schemas.openxmlformats.org/officeDocument/2006/relationships/customXml" Target="../ink/ink155.xml"/><Relationship Id="rId77" Type="http://schemas.openxmlformats.org/officeDocument/2006/relationships/image" Target="../media/image189.png"/><Relationship Id="rId100" Type="http://schemas.openxmlformats.org/officeDocument/2006/relationships/customXml" Target="../ink/ink177.xml"/><Relationship Id="rId105" Type="http://schemas.openxmlformats.org/officeDocument/2006/relationships/image" Target="../media/image203.png"/><Relationship Id="rId126" Type="http://schemas.openxmlformats.org/officeDocument/2006/relationships/customXml" Target="../ink/ink190.xml"/><Relationship Id="rId147" Type="http://schemas.openxmlformats.org/officeDocument/2006/relationships/image" Target="../media/image224.png"/><Relationship Id="rId168" Type="http://schemas.openxmlformats.org/officeDocument/2006/relationships/customXml" Target="../ink/ink211.xml"/><Relationship Id="rId8" Type="http://schemas.openxmlformats.org/officeDocument/2006/relationships/customXml" Target="../ink/ink131.xml"/><Relationship Id="rId51" Type="http://schemas.openxmlformats.org/officeDocument/2006/relationships/image" Target="../media/image176.png"/><Relationship Id="rId72" Type="http://schemas.openxmlformats.org/officeDocument/2006/relationships/customXml" Target="../ink/ink163.xml"/><Relationship Id="rId93" Type="http://schemas.openxmlformats.org/officeDocument/2006/relationships/image" Target="../media/image197.png"/><Relationship Id="rId98" Type="http://schemas.openxmlformats.org/officeDocument/2006/relationships/customXml" Target="../ink/ink176.xml"/><Relationship Id="rId121" Type="http://schemas.openxmlformats.org/officeDocument/2006/relationships/image" Target="../media/image211.png"/><Relationship Id="rId142" Type="http://schemas.openxmlformats.org/officeDocument/2006/relationships/customXml" Target="../ink/ink198.xml"/><Relationship Id="rId163" Type="http://schemas.openxmlformats.org/officeDocument/2006/relationships/image" Target="../media/image232.png"/><Relationship Id="rId184" Type="http://schemas.openxmlformats.org/officeDocument/2006/relationships/customXml" Target="../ink/ink219.xml"/><Relationship Id="rId189" Type="http://schemas.openxmlformats.org/officeDocument/2006/relationships/image" Target="../media/image244.png"/><Relationship Id="rId3" Type="http://schemas.openxmlformats.org/officeDocument/2006/relationships/image" Target="../media/image153.png"/><Relationship Id="rId25" Type="http://schemas.openxmlformats.org/officeDocument/2006/relationships/image" Target="../media/image164.png"/><Relationship Id="rId46" Type="http://schemas.openxmlformats.org/officeDocument/2006/relationships/customXml" Target="../ink/ink150.xml"/><Relationship Id="rId67" Type="http://schemas.openxmlformats.org/officeDocument/2006/relationships/image" Target="../media/image184.png"/><Relationship Id="rId116" Type="http://schemas.openxmlformats.org/officeDocument/2006/relationships/customXml" Target="../ink/ink185.xml"/><Relationship Id="rId137" Type="http://schemas.openxmlformats.org/officeDocument/2006/relationships/image" Target="../media/image219.png"/><Relationship Id="rId158" Type="http://schemas.openxmlformats.org/officeDocument/2006/relationships/customXml" Target="../ink/ink206.xml"/><Relationship Id="rId20" Type="http://schemas.openxmlformats.org/officeDocument/2006/relationships/customXml" Target="../ink/ink137.xml"/><Relationship Id="rId41" Type="http://schemas.openxmlformats.org/officeDocument/2006/relationships/image" Target="../media/image172.png"/><Relationship Id="rId62" Type="http://schemas.openxmlformats.org/officeDocument/2006/relationships/customXml" Target="../ink/ink158.xml"/><Relationship Id="rId83" Type="http://schemas.openxmlformats.org/officeDocument/2006/relationships/image" Target="../media/image192.png"/><Relationship Id="rId88" Type="http://schemas.openxmlformats.org/officeDocument/2006/relationships/customXml" Target="../ink/ink171.xml"/><Relationship Id="rId111" Type="http://schemas.openxmlformats.org/officeDocument/2006/relationships/image" Target="../media/image206.png"/><Relationship Id="rId132" Type="http://schemas.openxmlformats.org/officeDocument/2006/relationships/customXml" Target="../ink/ink193.xml"/><Relationship Id="rId153" Type="http://schemas.openxmlformats.org/officeDocument/2006/relationships/image" Target="../media/image227.png"/><Relationship Id="rId174" Type="http://schemas.openxmlformats.org/officeDocument/2006/relationships/customXml" Target="../ink/ink214.xml"/><Relationship Id="rId179" Type="http://schemas.openxmlformats.org/officeDocument/2006/relationships/image" Target="../media/image239.png"/><Relationship Id="rId195" Type="http://schemas.openxmlformats.org/officeDocument/2006/relationships/image" Target="../media/image247.png"/><Relationship Id="rId190" Type="http://schemas.openxmlformats.org/officeDocument/2006/relationships/customXml" Target="../ink/ink222.xml"/><Relationship Id="rId15" Type="http://schemas.openxmlformats.org/officeDocument/2006/relationships/image" Target="../media/image159.png"/><Relationship Id="rId36" Type="http://schemas.openxmlformats.org/officeDocument/2006/relationships/customXml" Target="../ink/ink145.xml"/><Relationship Id="rId57" Type="http://schemas.openxmlformats.org/officeDocument/2006/relationships/image" Target="../media/image179.png"/><Relationship Id="rId106" Type="http://schemas.openxmlformats.org/officeDocument/2006/relationships/customXml" Target="../ink/ink180.xml"/><Relationship Id="rId127" Type="http://schemas.openxmlformats.org/officeDocument/2006/relationships/image" Target="../media/image214.png"/><Relationship Id="rId10" Type="http://schemas.openxmlformats.org/officeDocument/2006/relationships/customXml" Target="../ink/ink132.xml"/><Relationship Id="rId31" Type="http://schemas.openxmlformats.org/officeDocument/2006/relationships/image" Target="../media/image167.png"/><Relationship Id="rId52" Type="http://schemas.openxmlformats.org/officeDocument/2006/relationships/customXml" Target="../ink/ink153.xml"/><Relationship Id="rId73" Type="http://schemas.openxmlformats.org/officeDocument/2006/relationships/image" Target="../media/image187.png"/><Relationship Id="rId78" Type="http://schemas.openxmlformats.org/officeDocument/2006/relationships/customXml" Target="../ink/ink166.xml"/><Relationship Id="rId94" Type="http://schemas.openxmlformats.org/officeDocument/2006/relationships/customXml" Target="../ink/ink174.xml"/><Relationship Id="rId99" Type="http://schemas.openxmlformats.org/officeDocument/2006/relationships/image" Target="../media/image200.png"/><Relationship Id="rId101" Type="http://schemas.openxmlformats.org/officeDocument/2006/relationships/image" Target="../media/image201.png"/><Relationship Id="rId122" Type="http://schemas.openxmlformats.org/officeDocument/2006/relationships/customXml" Target="../ink/ink188.xml"/><Relationship Id="rId143" Type="http://schemas.openxmlformats.org/officeDocument/2006/relationships/image" Target="../media/image222.png"/><Relationship Id="rId148" Type="http://schemas.openxmlformats.org/officeDocument/2006/relationships/customXml" Target="../ink/ink201.xml"/><Relationship Id="rId164" Type="http://schemas.openxmlformats.org/officeDocument/2006/relationships/customXml" Target="../ink/ink209.xml"/><Relationship Id="rId169" Type="http://schemas.openxmlformats.org/officeDocument/2006/relationships/image" Target="../media/image235.png"/><Relationship Id="rId185" Type="http://schemas.openxmlformats.org/officeDocument/2006/relationships/image" Target="../media/image242.png"/><Relationship Id="rId4" Type="http://schemas.openxmlformats.org/officeDocument/2006/relationships/customXml" Target="../ink/ink129.xml"/><Relationship Id="rId9" Type="http://schemas.openxmlformats.org/officeDocument/2006/relationships/image" Target="../media/image156.png"/><Relationship Id="rId180" Type="http://schemas.openxmlformats.org/officeDocument/2006/relationships/customXml" Target="../ink/ink217.xml"/><Relationship Id="rId26" Type="http://schemas.openxmlformats.org/officeDocument/2006/relationships/customXml" Target="../ink/ink140.xml"/><Relationship Id="rId47" Type="http://schemas.openxmlformats.org/officeDocument/2006/relationships/image" Target="../media/image174.png"/><Relationship Id="rId68" Type="http://schemas.openxmlformats.org/officeDocument/2006/relationships/customXml" Target="../ink/ink161.xml"/><Relationship Id="rId89" Type="http://schemas.openxmlformats.org/officeDocument/2006/relationships/image" Target="../media/image195.png"/><Relationship Id="rId112" Type="http://schemas.openxmlformats.org/officeDocument/2006/relationships/customXml" Target="../ink/ink183.xml"/><Relationship Id="rId133" Type="http://schemas.openxmlformats.org/officeDocument/2006/relationships/image" Target="../media/image217.png"/><Relationship Id="rId154" Type="http://schemas.openxmlformats.org/officeDocument/2006/relationships/customXml" Target="../ink/ink204.xml"/><Relationship Id="rId175" Type="http://schemas.openxmlformats.org/officeDocument/2006/relationships/image" Target="../media/image238.png"/><Relationship Id="rId16" Type="http://schemas.openxmlformats.org/officeDocument/2006/relationships/customXml" Target="../ink/ink135.xml"/><Relationship Id="rId37" Type="http://schemas.openxmlformats.org/officeDocument/2006/relationships/image" Target="../media/image170.png"/><Relationship Id="rId58" Type="http://schemas.openxmlformats.org/officeDocument/2006/relationships/customXml" Target="../ink/ink156.xml"/><Relationship Id="rId79" Type="http://schemas.openxmlformats.org/officeDocument/2006/relationships/image" Target="../media/image190.png"/><Relationship Id="rId102" Type="http://schemas.openxmlformats.org/officeDocument/2006/relationships/customXml" Target="../ink/ink178.xml"/><Relationship Id="rId123" Type="http://schemas.openxmlformats.org/officeDocument/2006/relationships/image" Target="../media/image212.png"/><Relationship Id="rId144" Type="http://schemas.openxmlformats.org/officeDocument/2006/relationships/customXml" Target="../ink/ink199.xml"/><Relationship Id="rId90" Type="http://schemas.openxmlformats.org/officeDocument/2006/relationships/customXml" Target="../ink/ink172.xml"/><Relationship Id="rId165" Type="http://schemas.openxmlformats.org/officeDocument/2006/relationships/image" Target="../media/image233.png"/><Relationship Id="rId186" Type="http://schemas.openxmlformats.org/officeDocument/2006/relationships/customXml" Target="../ink/ink220.xml"/><Relationship Id="rId27" Type="http://schemas.openxmlformats.org/officeDocument/2006/relationships/image" Target="../media/image165.png"/><Relationship Id="rId48" Type="http://schemas.openxmlformats.org/officeDocument/2006/relationships/customXml" Target="../ink/ink151.xml"/><Relationship Id="rId69" Type="http://schemas.openxmlformats.org/officeDocument/2006/relationships/image" Target="../media/image185.png"/><Relationship Id="rId113" Type="http://schemas.openxmlformats.org/officeDocument/2006/relationships/image" Target="../media/image207.png"/><Relationship Id="rId134" Type="http://schemas.openxmlformats.org/officeDocument/2006/relationships/customXml" Target="../ink/ink194.xml"/><Relationship Id="rId80" Type="http://schemas.openxmlformats.org/officeDocument/2006/relationships/customXml" Target="../ink/ink167.xml"/><Relationship Id="rId155" Type="http://schemas.openxmlformats.org/officeDocument/2006/relationships/image" Target="../media/image228.png"/><Relationship Id="rId176" Type="http://schemas.openxmlformats.org/officeDocument/2006/relationships/customXml" Target="../ink/ink215.xml"/><Relationship Id="rId17" Type="http://schemas.openxmlformats.org/officeDocument/2006/relationships/image" Target="../media/image160.png"/><Relationship Id="rId38" Type="http://schemas.openxmlformats.org/officeDocument/2006/relationships/customXml" Target="../ink/ink146.xml"/><Relationship Id="rId59" Type="http://schemas.openxmlformats.org/officeDocument/2006/relationships/image" Target="../media/image180.png"/><Relationship Id="rId103" Type="http://schemas.openxmlformats.org/officeDocument/2006/relationships/image" Target="../media/image202.png"/><Relationship Id="rId124" Type="http://schemas.openxmlformats.org/officeDocument/2006/relationships/customXml" Target="../ink/ink189.xml"/><Relationship Id="rId70" Type="http://schemas.openxmlformats.org/officeDocument/2006/relationships/customXml" Target="../ink/ink162.xml"/><Relationship Id="rId91" Type="http://schemas.openxmlformats.org/officeDocument/2006/relationships/image" Target="../media/image196.png"/><Relationship Id="rId145" Type="http://schemas.openxmlformats.org/officeDocument/2006/relationships/image" Target="../media/image223.png"/><Relationship Id="rId166" Type="http://schemas.openxmlformats.org/officeDocument/2006/relationships/customXml" Target="../ink/ink210.xml"/><Relationship Id="rId187" Type="http://schemas.openxmlformats.org/officeDocument/2006/relationships/image" Target="../media/image243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41.xml"/><Relationship Id="rId49" Type="http://schemas.openxmlformats.org/officeDocument/2006/relationships/image" Target="../media/image175.png"/><Relationship Id="rId114" Type="http://schemas.openxmlformats.org/officeDocument/2006/relationships/customXml" Target="../ink/ink184.xml"/><Relationship Id="rId60" Type="http://schemas.openxmlformats.org/officeDocument/2006/relationships/customXml" Target="../ink/ink157.xml"/><Relationship Id="rId81" Type="http://schemas.openxmlformats.org/officeDocument/2006/relationships/image" Target="../media/image191.png"/><Relationship Id="rId135" Type="http://schemas.openxmlformats.org/officeDocument/2006/relationships/image" Target="../media/image218.png"/><Relationship Id="rId156" Type="http://schemas.openxmlformats.org/officeDocument/2006/relationships/customXml" Target="../ink/ink205.xml"/><Relationship Id="rId177" Type="http://schemas.openxmlformats.org/officeDocument/2006/relationships/image" Target="../media/image38.png"/><Relationship Id="rId18" Type="http://schemas.openxmlformats.org/officeDocument/2006/relationships/customXml" Target="../ink/ink136.xml"/><Relationship Id="rId39" Type="http://schemas.openxmlformats.org/officeDocument/2006/relationships/image" Target="../media/image17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png"/><Relationship Id="rId2" Type="http://schemas.openxmlformats.org/officeDocument/2006/relationships/customXml" Target="../ink/ink22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84.xml"/><Relationship Id="rId21" Type="http://schemas.openxmlformats.org/officeDocument/2006/relationships/image" Target="../media/image258.png"/><Relationship Id="rId42" Type="http://schemas.openxmlformats.org/officeDocument/2006/relationships/customXml" Target="../ink/ink246.xml"/><Relationship Id="rId63" Type="http://schemas.openxmlformats.org/officeDocument/2006/relationships/customXml" Target="../ink/ink257.xml"/><Relationship Id="rId84" Type="http://schemas.openxmlformats.org/officeDocument/2006/relationships/image" Target="../media/image289.png"/><Relationship Id="rId138" Type="http://schemas.openxmlformats.org/officeDocument/2006/relationships/image" Target="../media/image316.png"/><Relationship Id="rId107" Type="http://schemas.openxmlformats.org/officeDocument/2006/relationships/customXml" Target="../ink/ink279.xml"/><Relationship Id="rId11" Type="http://schemas.openxmlformats.org/officeDocument/2006/relationships/image" Target="../media/image253.png"/><Relationship Id="rId32" Type="http://schemas.openxmlformats.org/officeDocument/2006/relationships/customXml" Target="../ink/ink241.xml"/><Relationship Id="rId37" Type="http://schemas.openxmlformats.org/officeDocument/2006/relationships/image" Target="../media/image266.png"/><Relationship Id="rId53" Type="http://schemas.openxmlformats.org/officeDocument/2006/relationships/customXml" Target="../ink/ink252.xml"/><Relationship Id="rId58" Type="http://schemas.openxmlformats.org/officeDocument/2006/relationships/image" Target="../media/image276.png"/><Relationship Id="rId74" Type="http://schemas.openxmlformats.org/officeDocument/2006/relationships/image" Target="../media/image284.png"/><Relationship Id="rId79" Type="http://schemas.openxmlformats.org/officeDocument/2006/relationships/customXml" Target="../ink/ink265.xml"/><Relationship Id="rId102" Type="http://schemas.openxmlformats.org/officeDocument/2006/relationships/image" Target="../media/image298.png"/><Relationship Id="rId123" Type="http://schemas.openxmlformats.org/officeDocument/2006/relationships/customXml" Target="../ink/ink287.xml"/><Relationship Id="rId128" Type="http://schemas.openxmlformats.org/officeDocument/2006/relationships/image" Target="../media/image311.png"/><Relationship Id="rId5" Type="http://schemas.openxmlformats.org/officeDocument/2006/relationships/image" Target="../media/image250.png"/><Relationship Id="rId90" Type="http://schemas.openxmlformats.org/officeDocument/2006/relationships/image" Target="../media/image292.png"/><Relationship Id="rId95" Type="http://schemas.openxmlformats.org/officeDocument/2006/relationships/customXml" Target="../ink/ink273.xml"/><Relationship Id="rId22" Type="http://schemas.openxmlformats.org/officeDocument/2006/relationships/customXml" Target="../ink/ink236.xml"/><Relationship Id="rId27" Type="http://schemas.openxmlformats.org/officeDocument/2006/relationships/image" Target="../media/image261.png"/><Relationship Id="rId43" Type="http://schemas.openxmlformats.org/officeDocument/2006/relationships/customXml" Target="../ink/ink247.xml"/><Relationship Id="rId48" Type="http://schemas.openxmlformats.org/officeDocument/2006/relationships/image" Target="../media/image271.png"/><Relationship Id="rId64" Type="http://schemas.openxmlformats.org/officeDocument/2006/relationships/image" Target="../media/image279.png"/><Relationship Id="rId69" Type="http://schemas.openxmlformats.org/officeDocument/2006/relationships/customXml" Target="../ink/ink260.xml"/><Relationship Id="rId113" Type="http://schemas.openxmlformats.org/officeDocument/2006/relationships/customXml" Target="../ink/ink282.xml"/><Relationship Id="rId118" Type="http://schemas.openxmlformats.org/officeDocument/2006/relationships/image" Target="../media/image306.png"/><Relationship Id="rId134" Type="http://schemas.openxmlformats.org/officeDocument/2006/relationships/image" Target="../media/image314.png"/><Relationship Id="rId139" Type="http://schemas.openxmlformats.org/officeDocument/2006/relationships/customXml" Target="../ink/ink295.xml"/><Relationship Id="rId80" Type="http://schemas.openxmlformats.org/officeDocument/2006/relationships/image" Target="../media/image287.png"/><Relationship Id="rId85" Type="http://schemas.openxmlformats.org/officeDocument/2006/relationships/customXml" Target="../ink/ink268.xml"/><Relationship Id="rId12" Type="http://schemas.openxmlformats.org/officeDocument/2006/relationships/customXml" Target="../ink/ink231.xml"/><Relationship Id="rId17" Type="http://schemas.openxmlformats.org/officeDocument/2006/relationships/image" Target="../media/image256.png"/><Relationship Id="rId33" Type="http://schemas.openxmlformats.org/officeDocument/2006/relationships/image" Target="../media/image264.png"/><Relationship Id="rId38" Type="http://schemas.openxmlformats.org/officeDocument/2006/relationships/customXml" Target="../ink/ink244.xml"/><Relationship Id="rId59" Type="http://schemas.openxmlformats.org/officeDocument/2006/relationships/customXml" Target="../ink/ink255.xml"/><Relationship Id="rId103" Type="http://schemas.openxmlformats.org/officeDocument/2006/relationships/customXml" Target="../ink/ink277.xml"/><Relationship Id="rId108" Type="http://schemas.openxmlformats.org/officeDocument/2006/relationships/image" Target="../media/image301.png"/><Relationship Id="rId124" Type="http://schemas.openxmlformats.org/officeDocument/2006/relationships/image" Target="../media/image309.png"/><Relationship Id="rId129" Type="http://schemas.openxmlformats.org/officeDocument/2006/relationships/customXml" Target="../ink/ink290.xml"/><Relationship Id="rId54" Type="http://schemas.openxmlformats.org/officeDocument/2006/relationships/image" Target="../media/image274.png"/><Relationship Id="rId70" Type="http://schemas.openxmlformats.org/officeDocument/2006/relationships/image" Target="../media/image282.png"/><Relationship Id="rId75" Type="http://schemas.openxmlformats.org/officeDocument/2006/relationships/customXml" Target="../ink/ink263.xml"/><Relationship Id="rId91" Type="http://schemas.openxmlformats.org/officeDocument/2006/relationships/customXml" Target="../ink/ink271.xml"/><Relationship Id="rId96" Type="http://schemas.openxmlformats.org/officeDocument/2006/relationships/image" Target="../media/image295.png"/><Relationship Id="rId140" Type="http://schemas.openxmlformats.org/officeDocument/2006/relationships/image" Target="../media/image31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8.xml"/><Relationship Id="rId23" Type="http://schemas.openxmlformats.org/officeDocument/2006/relationships/image" Target="../media/image259.png"/><Relationship Id="rId28" Type="http://schemas.openxmlformats.org/officeDocument/2006/relationships/customXml" Target="../ink/ink239.xml"/><Relationship Id="rId49" Type="http://schemas.openxmlformats.org/officeDocument/2006/relationships/customXml" Target="../ink/ink250.xml"/><Relationship Id="rId114" Type="http://schemas.openxmlformats.org/officeDocument/2006/relationships/image" Target="../media/image304.png"/><Relationship Id="rId119" Type="http://schemas.openxmlformats.org/officeDocument/2006/relationships/customXml" Target="../ink/ink285.xml"/><Relationship Id="rId44" Type="http://schemas.openxmlformats.org/officeDocument/2006/relationships/image" Target="../media/image269.png"/><Relationship Id="rId60" Type="http://schemas.openxmlformats.org/officeDocument/2006/relationships/image" Target="../media/image277.png"/><Relationship Id="rId65" Type="http://schemas.openxmlformats.org/officeDocument/2006/relationships/customXml" Target="../ink/ink258.xml"/><Relationship Id="rId81" Type="http://schemas.openxmlformats.org/officeDocument/2006/relationships/customXml" Target="../ink/ink266.xml"/><Relationship Id="rId86" Type="http://schemas.openxmlformats.org/officeDocument/2006/relationships/image" Target="../media/image290.png"/><Relationship Id="rId130" Type="http://schemas.openxmlformats.org/officeDocument/2006/relationships/image" Target="../media/image312.png"/><Relationship Id="rId135" Type="http://schemas.openxmlformats.org/officeDocument/2006/relationships/customXml" Target="../ink/ink293.xml"/><Relationship Id="rId13" Type="http://schemas.openxmlformats.org/officeDocument/2006/relationships/image" Target="../media/image254.png"/><Relationship Id="rId18" Type="http://schemas.openxmlformats.org/officeDocument/2006/relationships/customXml" Target="../ink/ink234.xml"/><Relationship Id="rId39" Type="http://schemas.openxmlformats.org/officeDocument/2006/relationships/image" Target="../media/image267.png"/><Relationship Id="rId109" Type="http://schemas.openxmlformats.org/officeDocument/2006/relationships/customXml" Target="../ink/ink280.xml"/><Relationship Id="rId34" Type="http://schemas.openxmlformats.org/officeDocument/2006/relationships/customXml" Target="../ink/ink242.xml"/><Relationship Id="rId50" Type="http://schemas.openxmlformats.org/officeDocument/2006/relationships/image" Target="../media/image272.png"/><Relationship Id="rId55" Type="http://schemas.openxmlformats.org/officeDocument/2006/relationships/customXml" Target="../ink/ink253.xml"/><Relationship Id="rId76" Type="http://schemas.openxmlformats.org/officeDocument/2006/relationships/image" Target="../media/image285.png"/><Relationship Id="rId97" Type="http://schemas.openxmlformats.org/officeDocument/2006/relationships/customXml" Target="../ink/ink274.xml"/><Relationship Id="rId104" Type="http://schemas.openxmlformats.org/officeDocument/2006/relationships/image" Target="../media/image299.png"/><Relationship Id="rId120" Type="http://schemas.openxmlformats.org/officeDocument/2006/relationships/image" Target="../media/image307.png"/><Relationship Id="rId125" Type="http://schemas.openxmlformats.org/officeDocument/2006/relationships/customXml" Target="../ink/ink288.xml"/><Relationship Id="rId141" Type="http://schemas.openxmlformats.org/officeDocument/2006/relationships/customXml" Target="../ink/ink296.xml"/><Relationship Id="rId7" Type="http://schemas.openxmlformats.org/officeDocument/2006/relationships/image" Target="../media/image251.png"/><Relationship Id="rId71" Type="http://schemas.openxmlformats.org/officeDocument/2006/relationships/customXml" Target="../ink/ink261.xml"/><Relationship Id="rId92" Type="http://schemas.openxmlformats.org/officeDocument/2006/relationships/image" Target="../media/image293.png"/><Relationship Id="rId2" Type="http://schemas.openxmlformats.org/officeDocument/2006/relationships/customXml" Target="../ink/ink226.xml"/><Relationship Id="rId29" Type="http://schemas.openxmlformats.org/officeDocument/2006/relationships/image" Target="../media/image262.png"/><Relationship Id="rId24" Type="http://schemas.openxmlformats.org/officeDocument/2006/relationships/customXml" Target="../ink/ink237.xml"/><Relationship Id="rId40" Type="http://schemas.openxmlformats.org/officeDocument/2006/relationships/customXml" Target="../ink/ink245.xml"/><Relationship Id="rId45" Type="http://schemas.openxmlformats.org/officeDocument/2006/relationships/customXml" Target="../ink/ink248.xml"/><Relationship Id="rId66" Type="http://schemas.openxmlformats.org/officeDocument/2006/relationships/image" Target="../media/image280.png"/><Relationship Id="rId87" Type="http://schemas.openxmlformats.org/officeDocument/2006/relationships/customXml" Target="../ink/ink269.xml"/><Relationship Id="rId110" Type="http://schemas.openxmlformats.org/officeDocument/2006/relationships/image" Target="../media/image302.png"/><Relationship Id="rId115" Type="http://schemas.openxmlformats.org/officeDocument/2006/relationships/customXml" Target="../ink/ink283.xml"/><Relationship Id="rId131" Type="http://schemas.openxmlformats.org/officeDocument/2006/relationships/customXml" Target="../ink/ink291.xml"/><Relationship Id="rId136" Type="http://schemas.openxmlformats.org/officeDocument/2006/relationships/image" Target="../media/image315.png"/><Relationship Id="rId61" Type="http://schemas.openxmlformats.org/officeDocument/2006/relationships/customXml" Target="../ink/ink256.xml"/><Relationship Id="rId82" Type="http://schemas.openxmlformats.org/officeDocument/2006/relationships/image" Target="../media/image288.png"/><Relationship Id="rId19" Type="http://schemas.openxmlformats.org/officeDocument/2006/relationships/image" Target="../media/image257.png"/><Relationship Id="rId14" Type="http://schemas.openxmlformats.org/officeDocument/2006/relationships/customXml" Target="../ink/ink232.xml"/><Relationship Id="rId30" Type="http://schemas.openxmlformats.org/officeDocument/2006/relationships/customXml" Target="../ink/ink240.xml"/><Relationship Id="rId35" Type="http://schemas.openxmlformats.org/officeDocument/2006/relationships/image" Target="../media/image265.png"/><Relationship Id="rId56" Type="http://schemas.openxmlformats.org/officeDocument/2006/relationships/image" Target="../media/image275.png"/><Relationship Id="rId77" Type="http://schemas.openxmlformats.org/officeDocument/2006/relationships/customXml" Target="../ink/ink264.xml"/><Relationship Id="rId100" Type="http://schemas.openxmlformats.org/officeDocument/2006/relationships/image" Target="../media/image297.png"/><Relationship Id="rId105" Type="http://schemas.openxmlformats.org/officeDocument/2006/relationships/customXml" Target="../ink/ink278.xml"/><Relationship Id="rId126" Type="http://schemas.openxmlformats.org/officeDocument/2006/relationships/image" Target="../media/image310.png"/><Relationship Id="rId8" Type="http://schemas.openxmlformats.org/officeDocument/2006/relationships/customXml" Target="../ink/ink229.xml"/><Relationship Id="rId51" Type="http://schemas.openxmlformats.org/officeDocument/2006/relationships/customXml" Target="../ink/ink251.xml"/><Relationship Id="rId72" Type="http://schemas.openxmlformats.org/officeDocument/2006/relationships/image" Target="../media/image283.png"/><Relationship Id="rId93" Type="http://schemas.openxmlformats.org/officeDocument/2006/relationships/customXml" Target="../ink/ink272.xml"/><Relationship Id="rId98" Type="http://schemas.openxmlformats.org/officeDocument/2006/relationships/image" Target="../media/image296.png"/><Relationship Id="rId121" Type="http://schemas.openxmlformats.org/officeDocument/2006/relationships/customXml" Target="../ink/ink286.xml"/><Relationship Id="rId142" Type="http://schemas.openxmlformats.org/officeDocument/2006/relationships/customXml" Target="../ink/ink297.xml"/><Relationship Id="rId3" Type="http://schemas.openxmlformats.org/officeDocument/2006/relationships/image" Target="../media/image249.png"/><Relationship Id="rId25" Type="http://schemas.openxmlformats.org/officeDocument/2006/relationships/image" Target="../media/image260.png"/><Relationship Id="rId46" Type="http://schemas.openxmlformats.org/officeDocument/2006/relationships/image" Target="../media/image270.png"/><Relationship Id="rId67" Type="http://schemas.openxmlformats.org/officeDocument/2006/relationships/customXml" Target="../ink/ink259.xml"/><Relationship Id="rId116" Type="http://schemas.openxmlformats.org/officeDocument/2006/relationships/image" Target="../media/image305.png"/><Relationship Id="rId137" Type="http://schemas.openxmlformats.org/officeDocument/2006/relationships/customXml" Target="../ink/ink294.xml"/><Relationship Id="rId20" Type="http://schemas.openxmlformats.org/officeDocument/2006/relationships/customXml" Target="../ink/ink235.xml"/><Relationship Id="rId41" Type="http://schemas.openxmlformats.org/officeDocument/2006/relationships/image" Target="../media/image268.png"/><Relationship Id="rId62" Type="http://schemas.openxmlformats.org/officeDocument/2006/relationships/image" Target="../media/image278.png"/><Relationship Id="rId83" Type="http://schemas.openxmlformats.org/officeDocument/2006/relationships/customXml" Target="../ink/ink267.xml"/><Relationship Id="rId88" Type="http://schemas.openxmlformats.org/officeDocument/2006/relationships/image" Target="../media/image291.png"/><Relationship Id="rId111" Type="http://schemas.openxmlformats.org/officeDocument/2006/relationships/customXml" Target="../ink/ink281.xml"/><Relationship Id="rId132" Type="http://schemas.openxmlformats.org/officeDocument/2006/relationships/image" Target="../media/image313.png"/><Relationship Id="rId15" Type="http://schemas.openxmlformats.org/officeDocument/2006/relationships/image" Target="../media/image255.png"/><Relationship Id="rId36" Type="http://schemas.openxmlformats.org/officeDocument/2006/relationships/customXml" Target="../ink/ink243.xml"/><Relationship Id="rId57" Type="http://schemas.openxmlformats.org/officeDocument/2006/relationships/customXml" Target="../ink/ink254.xml"/><Relationship Id="rId106" Type="http://schemas.openxmlformats.org/officeDocument/2006/relationships/image" Target="../media/image300.png"/><Relationship Id="rId127" Type="http://schemas.openxmlformats.org/officeDocument/2006/relationships/customXml" Target="../ink/ink289.xml"/><Relationship Id="rId10" Type="http://schemas.openxmlformats.org/officeDocument/2006/relationships/customXml" Target="../ink/ink230.xml"/><Relationship Id="rId31" Type="http://schemas.openxmlformats.org/officeDocument/2006/relationships/image" Target="../media/image263.png"/><Relationship Id="rId52" Type="http://schemas.openxmlformats.org/officeDocument/2006/relationships/image" Target="../media/image273.png"/><Relationship Id="rId73" Type="http://schemas.openxmlformats.org/officeDocument/2006/relationships/customXml" Target="../ink/ink262.xml"/><Relationship Id="rId78" Type="http://schemas.openxmlformats.org/officeDocument/2006/relationships/image" Target="../media/image286.png"/><Relationship Id="rId94" Type="http://schemas.openxmlformats.org/officeDocument/2006/relationships/image" Target="../media/image294.png"/><Relationship Id="rId99" Type="http://schemas.openxmlformats.org/officeDocument/2006/relationships/customXml" Target="../ink/ink275.xml"/><Relationship Id="rId101" Type="http://schemas.openxmlformats.org/officeDocument/2006/relationships/customXml" Target="../ink/ink276.xml"/><Relationship Id="rId122" Type="http://schemas.openxmlformats.org/officeDocument/2006/relationships/image" Target="../media/image308.png"/><Relationship Id="rId143" Type="http://schemas.openxmlformats.org/officeDocument/2006/relationships/image" Target="../media/image318.png"/><Relationship Id="rId4" Type="http://schemas.openxmlformats.org/officeDocument/2006/relationships/customXml" Target="../ink/ink227.xml"/><Relationship Id="rId9" Type="http://schemas.openxmlformats.org/officeDocument/2006/relationships/image" Target="../media/image252.png"/><Relationship Id="rId26" Type="http://schemas.openxmlformats.org/officeDocument/2006/relationships/customXml" Target="../ink/ink238.xml"/><Relationship Id="rId47" Type="http://schemas.openxmlformats.org/officeDocument/2006/relationships/customXml" Target="../ink/ink249.xml"/><Relationship Id="rId68" Type="http://schemas.openxmlformats.org/officeDocument/2006/relationships/image" Target="../media/image281.png"/><Relationship Id="rId89" Type="http://schemas.openxmlformats.org/officeDocument/2006/relationships/customXml" Target="../ink/ink270.xml"/><Relationship Id="rId112" Type="http://schemas.openxmlformats.org/officeDocument/2006/relationships/image" Target="../media/image303.png"/><Relationship Id="rId133" Type="http://schemas.openxmlformats.org/officeDocument/2006/relationships/customXml" Target="../ink/ink292.xml"/><Relationship Id="rId16" Type="http://schemas.openxmlformats.org/officeDocument/2006/relationships/customXml" Target="../ink/ink233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76.png"/><Relationship Id="rId21" Type="http://schemas.openxmlformats.org/officeDocument/2006/relationships/image" Target="../media/image328.png"/><Relationship Id="rId42" Type="http://schemas.openxmlformats.org/officeDocument/2006/relationships/customXml" Target="../ink/ink318.xml"/><Relationship Id="rId63" Type="http://schemas.openxmlformats.org/officeDocument/2006/relationships/image" Target="../media/image349.png"/><Relationship Id="rId84" Type="http://schemas.openxmlformats.org/officeDocument/2006/relationships/customXml" Target="../ink/ink339.xml"/><Relationship Id="rId16" Type="http://schemas.openxmlformats.org/officeDocument/2006/relationships/customXml" Target="../ink/ink305.xml"/><Relationship Id="rId107" Type="http://schemas.openxmlformats.org/officeDocument/2006/relationships/image" Target="../media/image371.png"/><Relationship Id="rId11" Type="http://schemas.openxmlformats.org/officeDocument/2006/relationships/image" Target="../media/image323.png"/><Relationship Id="rId32" Type="http://schemas.openxmlformats.org/officeDocument/2006/relationships/customXml" Target="../ink/ink313.xml"/><Relationship Id="rId37" Type="http://schemas.openxmlformats.org/officeDocument/2006/relationships/image" Target="../media/image336.png"/><Relationship Id="rId53" Type="http://schemas.openxmlformats.org/officeDocument/2006/relationships/image" Target="../media/image344.png"/><Relationship Id="rId58" Type="http://schemas.openxmlformats.org/officeDocument/2006/relationships/customXml" Target="../ink/ink326.xml"/><Relationship Id="rId74" Type="http://schemas.openxmlformats.org/officeDocument/2006/relationships/customXml" Target="../ink/ink334.xml"/><Relationship Id="rId79" Type="http://schemas.openxmlformats.org/officeDocument/2006/relationships/image" Target="../media/image357.png"/><Relationship Id="rId102" Type="http://schemas.openxmlformats.org/officeDocument/2006/relationships/customXml" Target="../ink/ink348.xml"/><Relationship Id="rId123" Type="http://schemas.openxmlformats.org/officeDocument/2006/relationships/image" Target="../media/image379.png"/><Relationship Id="rId128" Type="http://schemas.openxmlformats.org/officeDocument/2006/relationships/customXml" Target="../ink/ink361.xml"/><Relationship Id="rId5" Type="http://schemas.openxmlformats.org/officeDocument/2006/relationships/image" Target="../media/image320.png"/><Relationship Id="rId90" Type="http://schemas.openxmlformats.org/officeDocument/2006/relationships/customXml" Target="../ink/ink342.xml"/><Relationship Id="rId95" Type="http://schemas.openxmlformats.org/officeDocument/2006/relationships/image" Target="../media/image365.png"/><Relationship Id="rId22" Type="http://schemas.openxmlformats.org/officeDocument/2006/relationships/customXml" Target="../ink/ink308.xml"/><Relationship Id="rId27" Type="http://schemas.openxmlformats.org/officeDocument/2006/relationships/image" Target="../media/image331.png"/><Relationship Id="rId43" Type="http://schemas.openxmlformats.org/officeDocument/2006/relationships/image" Target="../media/image339.png"/><Relationship Id="rId48" Type="http://schemas.openxmlformats.org/officeDocument/2006/relationships/customXml" Target="../ink/ink321.xml"/><Relationship Id="rId64" Type="http://schemas.openxmlformats.org/officeDocument/2006/relationships/customXml" Target="../ink/ink329.xml"/><Relationship Id="rId69" Type="http://schemas.openxmlformats.org/officeDocument/2006/relationships/image" Target="../media/image352.png"/><Relationship Id="rId113" Type="http://schemas.openxmlformats.org/officeDocument/2006/relationships/image" Target="../media/image374.png"/><Relationship Id="rId118" Type="http://schemas.openxmlformats.org/officeDocument/2006/relationships/customXml" Target="../ink/ink356.xml"/><Relationship Id="rId134" Type="http://schemas.openxmlformats.org/officeDocument/2006/relationships/customXml" Target="../ink/ink364.xml"/><Relationship Id="rId80" Type="http://schemas.openxmlformats.org/officeDocument/2006/relationships/customXml" Target="../ink/ink337.xml"/><Relationship Id="rId85" Type="http://schemas.openxmlformats.org/officeDocument/2006/relationships/image" Target="../media/image360.png"/><Relationship Id="rId12" Type="http://schemas.openxmlformats.org/officeDocument/2006/relationships/customXml" Target="../ink/ink303.xml"/><Relationship Id="rId17" Type="http://schemas.openxmlformats.org/officeDocument/2006/relationships/image" Target="../media/image326.png"/><Relationship Id="rId33" Type="http://schemas.openxmlformats.org/officeDocument/2006/relationships/image" Target="../media/image334.png"/><Relationship Id="rId38" Type="http://schemas.openxmlformats.org/officeDocument/2006/relationships/customXml" Target="../ink/ink316.xml"/><Relationship Id="rId59" Type="http://schemas.openxmlformats.org/officeDocument/2006/relationships/image" Target="../media/image347.png"/><Relationship Id="rId103" Type="http://schemas.openxmlformats.org/officeDocument/2006/relationships/image" Target="../media/image369.png"/><Relationship Id="rId108" Type="http://schemas.openxmlformats.org/officeDocument/2006/relationships/customXml" Target="../ink/ink351.xml"/><Relationship Id="rId124" Type="http://schemas.openxmlformats.org/officeDocument/2006/relationships/customXml" Target="../ink/ink359.xml"/><Relationship Id="rId129" Type="http://schemas.openxmlformats.org/officeDocument/2006/relationships/image" Target="../media/image382.png"/><Relationship Id="rId54" Type="http://schemas.openxmlformats.org/officeDocument/2006/relationships/customXml" Target="../ink/ink324.xml"/><Relationship Id="rId70" Type="http://schemas.openxmlformats.org/officeDocument/2006/relationships/customXml" Target="../ink/ink332.xml"/><Relationship Id="rId75" Type="http://schemas.openxmlformats.org/officeDocument/2006/relationships/image" Target="../media/image355.png"/><Relationship Id="rId91" Type="http://schemas.openxmlformats.org/officeDocument/2006/relationships/image" Target="../media/image363.png"/><Relationship Id="rId96" Type="http://schemas.openxmlformats.org/officeDocument/2006/relationships/customXml" Target="../ink/ink34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0.xml"/><Relationship Id="rId23" Type="http://schemas.openxmlformats.org/officeDocument/2006/relationships/image" Target="../media/image329.png"/><Relationship Id="rId28" Type="http://schemas.openxmlformats.org/officeDocument/2006/relationships/customXml" Target="../ink/ink311.xml"/><Relationship Id="rId49" Type="http://schemas.openxmlformats.org/officeDocument/2006/relationships/image" Target="../media/image342.png"/><Relationship Id="rId114" Type="http://schemas.openxmlformats.org/officeDocument/2006/relationships/customXml" Target="../ink/ink354.xml"/><Relationship Id="rId119" Type="http://schemas.openxmlformats.org/officeDocument/2006/relationships/image" Target="../media/image377.png"/><Relationship Id="rId44" Type="http://schemas.openxmlformats.org/officeDocument/2006/relationships/customXml" Target="../ink/ink319.xml"/><Relationship Id="rId60" Type="http://schemas.openxmlformats.org/officeDocument/2006/relationships/customXml" Target="../ink/ink327.xml"/><Relationship Id="rId65" Type="http://schemas.openxmlformats.org/officeDocument/2006/relationships/image" Target="../media/image350.png"/><Relationship Id="rId81" Type="http://schemas.openxmlformats.org/officeDocument/2006/relationships/image" Target="../media/image358.png"/><Relationship Id="rId86" Type="http://schemas.openxmlformats.org/officeDocument/2006/relationships/customXml" Target="../ink/ink340.xml"/><Relationship Id="rId130" Type="http://schemas.openxmlformats.org/officeDocument/2006/relationships/customXml" Target="../ink/ink362.xml"/><Relationship Id="rId135" Type="http://schemas.openxmlformats.org/officeDocument/2006/relationships/image" Target="../media/image385.png"/><Relationship Id="rId13" Type="http://schemas.openxmlformats.org/officeDocument/2006/relationships/image" Target="../media/image324.png"/><Relationship Id="rId18" Type="http://schemas.openxmlformats.org/officeDocument/2006/relationships/customXml" Target="../ink/ink306.xml"/><Relationship Id="rId39" Type="http://schemas.openxmlformats.org/officeDocument/2006/relationships/image" Target="../media/image337.png"/><Relationship Id="rId109" Type="http://schemas.openxmlformats.org/officeDocument/2006/relationships/image" Target="../media/image372.png"/><Relationship Id="rId34" Type="http://schemas.openxmlformats.org/officeDocument/2006/relationships/customXml" Target="../ink/ink314.xml"/><Relationship Id="rId50" Type="http://schemas.openxmlformats.org/officeDocument/2006/relationships/customXml" Target="../ink/ink322.xml"/><Relationship Id="rId55" Type="http://schemas.openxmlformats.org/officeDocument/2006/relationships/image" Target="../media/image345.png"/><Relationship Id="rId76" Type="http://schemas.openxmlformats.org/officeDocument/2006/relationships/customXml" Target="../ink/ink335.xml"/><Relationship Id="rId97" Type="http://schemas.openxmlformats.org/officeDocument/2006/relationships/image" Target="../media/image366.png"/><Relationship Id="rId104" Type="http://schemas.openxmlformats.org/officeDocument/2006/relationships/customXml" Target="../ink/ink349.xml"/><Relationship Id="rId120" Type="http://schemas.openxmlformats.org/officeDocument/2006/relationships/customXml" Target="../ink/ink357.xml"/><Relationship Id="rId125" Type="http://schemas.openxmlformats.org/officeDocument/2006/relationships/image" Target="../media/image380.png"/><Relationship Id="rId7" Type="http://schemas.openxmlformats.org/officeDocument/2006/relationships/image" Target="../media/image321.png"/><Relationship Id="rId71" Type="http://schemas.openxmlformats.org/officeDocument/2006/relationships/image" Target="../media/image353.png"/><Relationship Id="rId92" Type="http://schemas.openxmlformats.org/officeDocument/2006/relationships/customXml" Target="../ink/ink343.xml"/><Relationship Id="rId2" Type="http://schemas.openxmlformats.org/officeDocument/2006/relationships/customXml" Target="../ink/ink298.xml"/><Relationship Id="rId29" Type="http://schemas.openxmlformats.org/officeDocument/2006/relationships/image" Target="../media/image332.png"/><Relationship Id="rId24" Type="http://schemas.openxmlformats.org/officeDocument/2006/relationships/customXml" Target="../ink/ink309.xml"/><Relationship Id="rId40" Type="http://schemas.openxmlformats.org/officeDocument/2006/relationships/customXml" Target="../ink/ink317.xml"/><Relationship Id="rId45" Type="http://schemas.openxmlformats.org/officeDocument/2006/relationships/image" Target="../media/image340.png"/><Relationship Id="rId66" Type="http://schemas.openxmlformats.org/officeDocument/2006/relationships/customXml" Target="../ink/ink330.xml"/><Relationship Id="rId87" Type="http://schemas.openxmlformats.org/officeDocument/2006/relationships/image" Target="../media/image361.png"/><Relationship Id="rId110" Type="http://schemas.openxmlformats.org/officeDocument/2006/relationships/customXml" Target="../ink/ink352.xml"/><Relationship Id="rId115" Type="http://schemas.openxmlformats.org/officeDocument/2006/relationships/image" Target="../media/image375.png"/><Relationship Id="rId131" Type="http://schemas.openxmlformats.org/officeDocument/2006/relationships/image" Target="../media/image383.png"/><Relationship Id="rId136" Type="http://schemas.openxmlformats.org/officeDocument/2006/relationships/customXml" Target="../ink/ink365.xml"/><Relationship Id="rId61" Type="http://schemas.openxmlformats.org/officeDocument/2006/relationships/image" Target="../media/image348.png"/><Relationship Id="rId82" Type="http://schemas.openxmlformats.org/officeDocument/2006/relationships/customXml" Target="../ink/ink338.xml"/><Relationship Id="rId19" Type="http://schemas.openxmlformats.org/officeDocument/2006/relationships/image" Target="../media/image327.png"/><Relationship Id="rId14" Type="http://schemas.openxmlformats.org/officeDocument/2006/relationships/customXml" Target="../ink/ink304.xml"/><Relationship Id="rId30" Type="http://schemas.openxmlformats.org/officeDocument/2006/relationships/customXml" Target="../ink/ink312.xml"/><Relationship Id="rId35" Type="http://schemas.openxmlformats.org/officeDocument/2006/relationships/image" Target="../media/image335.png"/><Relationship Id="rId56" Type="http://schemas.openxmlformats.org/officeDocument/2006/relationships/customXml" Target="../ink/ink325.xml"/><Relationship Id="rId77" Type="http://schemas.openxmlformats.org/officeDocument/2006/relationships/image" Target="../media/image356.png"/><Relationship Id="rId100" Type="http://schemas.openxmlformats.org/officeDocument/2006/relationships/customXml" Target="../ink/ink347.xml"/><Relationship Id="rId105" Type="http://schemas.openxmlformats.org/officeDocument/2006/relationships/image" Target="../media/image370.png"/><Relationship Id="rId126" Type="http://schemas.openxmlformats.org/officeDocument/2006/relationships/customXml" Target="../ink/ink360.xml"/><Relationship Id="rId8" Type="http://schemas.openxmlformats.org/officeDocument/2006/relationships/customXml" Target="../ink/ink301.xml"/><Relationship Id="rId51" Type="http://schemas.openxmlformats.org/officeDocument/2006/relationships/image" Target="../media/image343.png"/><Relationship Id="rId72" Type="http://schemas.openxmlformats.org/officeDocument/2006/relationships/customXml" Target="../ink/ink333.xml"/><Relationship Id="rId93" Type="http://schemas.openxmlformats.org/officeDocument/2006/relationships/image" Target="../media/image364.png"/><Relationship Id="rId98" Type="http://schemas.openxmlformats.org/officeDocument/2006/relationships/customXml" Target="../ink/ink346.xml"/><Relationship Id="rId121" Type="http://schemas.openxmlformats.org/officeDocument/2006/relationships/image" Target="../media/image378.png"/><Relationship Id="rId3" Type="http://schemas.openxmlformats.org/officeDocument/2006/relationships/image" Target="../media/image319.png"/><Relationship Id="rId25" Type="http://schemas.openxmlformats.org/officeDocument/2006/relationships/image" Target="../media/image330.png"/><Relationship Id="rId46" Type="http://schemas.openxmlformats.org/officeDocument/2006/relationships/customXml" Target="../ink/ink320.xml"/><Relationship Id="rId67" Type="http://schemas.openxmlformats.org/officeDocument/2006/relationships/image" Target="../media/image351.png"/><Relationship Id="rId116" Type="http://schemas.openxmlformats.org/officeDocument/2006/relationships/customXml" Target="../ink/ink355.xml"/><Relationship Id="rId137" Type="http://schemas.openxmlformats.org/officeDocument/2006/relationships/image" Target="../media/image386.png"/><Relationship Id="rId20" Type="http://schemas.openxmlformats.org/officeDocument/2006/relationships/customXml" Target="../ink/ink307.xml"/><Relationship Id="rId41" Type="http://schemas.openxmlformats.org/officeDocument/2006/relationships/image" Target="../media/image338.png"/><Relationship Id="rId62" Type="http://schemas.openxmlformats.org/officeDocument/2006/relationships/customXml" Target="../ink/ink328.xml"/><Relationship Id="rId83" Type="http://schemas.openxmlformats.org/officeDocument/2006/relationships/image" Target="../media/image359.png"/><Relationship Id="rId88" Type="http://schemas.openxmlformats.org/officeDocument/2006/relationships/customXml" Target="../ink/ink341.xml"/><Relationship Id="rId111" Type="http://schemas.openxmlformats.org/officeDocument/2006/relationships/image" Target="../media/image373.png"/><Relationship Id="rId132" Type="http://schemas.openxmlformats.org/officeDocument/2006/relationships/customXml" Target="../ink/ink363.xml"/><Relationship Id="rId15" Type="http://schemas.openxmlformats.org/officeDocument/2006/relationships/image" Target="../media/image325.png"/><Relationship Id="rId36" Type="http://schemas.openxmlformats.org/officeDocument/2006/relationships/customXml" Target="../ink/ink315.xml"/><Relationship Id="rId57" Type="http://schemas.openxmlformats.org/officeDocument/2006/relationships/image" Target="../media/image346.png"/><Relationship Id="rId106" Type="http://schemas.openxmlformats.org/officeDocument/2006/relationships/customXml" Target="../ink/ink350.xml"/><Relationship Id="rId127" Type="http://schemas.openxmlformats.org/officeDocument/2006/relationships/image" Target="../media/image381.png"/><Relationship Id="rId10" Type="http://schemas.openxmlformats.org/officeDocument/2006/relationships/customXml" Target="../ink/ink302.xml"/><Relationship Id="rId31" Type="http://schemas.openxmlformats.org/officeDocument/2006/relationships/image" Target="../media/image333.png"/><Relationship Id="rId52" Type="http://schemas.openxmlformats.org/officeDocument/2006/relationships/customXml" Target="../ink/ink323.xml"/><Relationship Id="rId73" Type="http://schemas.openxmlformats.org/officeDocument/2006/relationships/image" Target="../media/image354.png"/><Relationship Id="rId78" Type="http://schemas.openxmlformats.org/officeDocument/2006/relationships/customXml" Target="../ink/ink336.xml"/><Relationship Id="rId94" Type="http://schemas.openxmlformats.org/officeDocument/2006/relationships/customXml" Target="../ink/ink344.xml"/><Relationship Id="rId99" Type="http://schemas.openxmlformats.org/officeDocument/2006/relationships/image" Target="../media/image367.png"/><Relationship Id="rId101" Type="http://schemas.openxmlformats.org/officeDocument/2006/relationships/image" Target="../media/image368.png"/><Relationship Id="rId122" Type="http://schemas.openxmlformats.org/officeDocument/2006/relationships/customXml" Target="../ink/ink358.xml"/><Relationship Id="rId4" Type="http://schemas.openxmlformats.org/officeDocument/2006/relationships/customXml" Target="../ink/ink299.xml"/><Relationship Id="rId9" Type="http://schemas.openxmlformats.org/officeDocument/2006/relationships/image" Target="../media/image322.png"/><Relationship Id="rId26" Type="http://schemas.openxmlformats.org/officeDocument/2006/relationships/customXml" Target="../ink/ink310.xml"/><Relationship Id="rId47" Type="http://schemas.openxmlformats.org/officeDocument/2006/relationships/image" Target="../media/image341.png"/><Relationship Id="rId68" Type="http://schemas.openxmlformats.org/officeDocument/2006/relationships/customXml" Target="../ink/ink331.xml"/><Relationship Id="rId89" Type="http://schemas.openxmlformats.org/officeDocument/2006/relationships/image" Target="../media/image362.png"/><Relationship Id="rId112" Type="http://schemas.openxmlformats.org/officeDocument/2006/relationships/customXml" Target="../ink/ink353.xml"/><Relationship Id="rId133" Type="http://schemas.openxmlformats.org/officeDocument/2006/relationships/image" Target="../media/image38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36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customXml" Target="../ink/ink375.xml"/><Relationship Id="rId26" Type="http://schemas.openxmlformats.org/officeDocument/2006/relationships/customXml" Target="../ink/ink379.xml"/><Relationship Id="rId3" Type="http://schemas.openxmlformats.org/officeDocument/2006/relationships/image" Target="../media/image3.png"/><Relationship Id="rId21" Type="http://schemas.openxmlformats.org/officeDocument/2006/relationships/image" Target="../media/image12.png"/><Relationship Id="rId7" Type="http://schemas.openxmlformats.org/officeDocument/2006/relationships/image" Target="../media/image5.png"/><Relationship Id="rId12" Type="http://schemas.openxmlformats.org/officeDocument/2006/relationships/customXml" Target="../ink/ink372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2" Type="http://schemas.openxmlformats.org/officeDocument/2006/relationships/customXml" Target="../ink/ink367.xml"/><Relationship Id="rId16" Type="http://schemas.openxmlformats.org/officeDocument/2006/relationships/customXml" Target="../ink/ink374.xml"/><Relationship Id="rId20" Type="http://schemas.openxmlformats.org/officeDocument/2006/relationships/customXml" Target="../ink/ink376.xml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9.xml"/><Relationship Id="rId11" Type="http://schemas.openxmlformats.org/officeDocument/2006/relationships/image" Target="../media/image7.png"/><Relationship Id="rId24" Type="http://schemas.openxmlformats.org/officeDocument/2006/relationships/customXml" Target="../ink/ink378.xml"/><Relationship Id="rId32" Type="http://schemas.openxmlformats.org/officeDocument/2006/relationships/customXml" Target="../ink/ink382.xm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380.xml"/><Relationship Id="rId10" Type="http://schemas.openxmlformats.org/officeDocument/2006/relationships/customXml" Target="../ink/ink371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" Type="http://schemas.openxmlformats.org/officeDocument/2006/relationships/customXml" Target="../ink/ink368.xml"/><Relationship Id="rId9" Type="http://schemas.openxmlformats.org/officeDocument/2006/relationships/image" Target="../media/image6.png"/><Relationship Id="rId14" Type="http://schemas.openxmlformats.org/officeDocument/2006/relationships/customXml" Target="../ink/ink373.xml"/><Relationship Id="rId22" Type="http://schemas.openxmlformats.org/officeDocument/2006/relationships/customXml" Target="../ink/ink377.xml"/><Relationship Id="rId27" Type="http://schemas.openxmlformats.org/officeDocument/2006/relationships/image" Target="../media/image15.png"/><Relationship Id="rId30" Type="http://schemas.openxmlformats.org/officeDocument/2006/relationships/customXml" Target="../ink/ink381.xml"/><Relationship Id="rId8" Type="http://schemas.openxmlformats.org/officeDocument/2006/relationships/customXml" Target="../ink/ink370.xml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95.xml"/><Relationship Id="rId117" Type="http://schemas.openxmlformats.org/officeDocument/2006/relationships/image" Target="../media/image435.png"/><Relationship Id="rId21" Type="http://schemas.openxmlformats.org/officeDocument/2006/relationships/image" Target="../media/image387.png"/><Relationship Id="rId42" Type="http://schemas.openxmlformats.org/officeDocument/2006/relationships/customXml" Target="../ink/ink403.xml"/><Relationship Id="rId47" Type="http://schemas.openxmlformats.org/officeDocument/2006/relationships/image" Target="../media/image400.png"/><Relationship Id="rId63" Type="http://schemas.openxmlformats.org/officeDocument/2006/relationships/image" Target="../media/image408.png"/><Relationship Id="rId68" Type="http://schemas.openxmlformats.org/officeDocument/2006/relationships/customXml" Target="../ink/ink416.xml"/><Relationship Id="rId84" Type="http://schemas.openxmlformats.org/officeDocument/2006/relationships/customXml" Target="../ink/ink424.xml"/><Relationship Id="rId89" Type="http://schemas.openxmlformats.org/officeDocument/2006/relationships/image" Target="../media/image421.png"/><Relationship Id="rId112" Type="http://schemas.openxmlformats.org/officeDocument/2006/relationships/customXml" Target="../ink/ink438.xml"/><Relationship Id="rId16" Type="http://schemas.openxmlformats.org/officeDocument/2006/relationships/customXml" Target="../ink/ink390.xml"/><Relationship Id="rId107" Type="http://schemas.openxmlformats.org/officeDocument/2006/relationships/image" Target="../media/image430.png"/><Relationship Id="rId11" Type="http://schemas.openxmlformats.org/officeDocument/2006/relationships/image" Target="../media/image23.png"/><Relationship Id="rId32" Type="http://schemas.openxmlformats.org/officeDocument/2006/relationships/customXml" Target="../ink/ink398.xml"/><Relationship Id="rId37" Type="http://schemas.openxmlformats.org/officeDocument/2006/relationships/image" Target="../media/image395.png"/><Relationship Id="rId53" Type="http://schemas.openxmlformats.org/officeDocument/2006/relationships/image" Target="../media/image403.png"/><Relationship Id="rId58" Type="http://schemas.openxmlformats.org/officeDocument/2006/relationships/customXml" Target="../ink/ink411.xml"/><Relationship Id="rId74" Type="http://schemas.openxmlformats.org/officeDocument/2006/relationships/customXml" Target="../ink/ink419.xml"/><Relationship Id="rId79" Type="http://schemas.openxmlformats.org/officeDocument/2006/relationships/image" Target="../media/image416.png"/><Relationship Id="rId102" Type="http://schemas.openxmlformats.org/officeDocument/2006/relationships/customXml" Target="../ink/ink433.xml"/><Relationship Id="rId5" Type="http://schemas.openxmlformats.org/officeDocument/2006/relationships/image" Target="../media/image20.png"/><Relationship Id="rId90" Type="http://schemas.openxmlformats.org/officeDocument/2006/relationships/customXml" Target="../ink/ink427.xml"/><Relationship Id="rId95" Type="http://schemas.openxmlformats.org/officeDocument/2006/relationships/image" Target="../media/image424.png"/><Relationship Id="rId22" Type="http://schemas.openxmlformats.org/officeDocument/2006/relationships/customXml" Target="../ink/ink393.xml"/><Relationship Id="rId27" Type="http://schemas.openxmlformats.org/officeDocument/2006/relationships/image" Target="../media/image390.png"/><Relationship Id="rId43" Type="http://schemas.openxmlformats.org/officeDocument/2006/relationships/image" Target="../media/image398.png"/><Relationship Id="rId48" Type="http://schemas.openxmlformats.org/officeDocument/2006/relationships/customXml" Target="../ink/ink406.xml"/><Relationship Id="rId64" Type="http://schemas.openxmlformats.org/officeDocument/2006/relationships/customXml" Target="../ink/ink414.xml"/><Relationship Id="rId69" Type="http://schemas.openxmlformats.org/officeDocument/2006/relationships/image" Target="../media/image411.png"/><Relationship Id="rId113" Type="http://schemas.openxmlformats.org/officeDocument/2006/relationships/image" Target="../media/image433.png"/><Relationship Id="rId118" Type="http://schemas.openxmlformats.org/officeDocument/2006/relationships/customXml" Target="../ink/ink441.xml"/><Relationship Id="rId80" Type="http://schemas.openxmlformats.org/officeDocument/2006/relationships/customXml" Target="../ink/ink422.xml"/><Relationship Id="rId85" Type="http://schemas.openxmlformats.org/officeDocument/2006/relationships/image" Target="../media/image419.png"/><Relationship Id="rId12" Type="http://schemas.openxmlformats.org/officeDocument/2006/relationships/customXml" Target="../ink/ink388.xml"/><Relationship Id="rId17" Type="http://schemas.openxmlformats.org/officeDocument/2006/relationships/image" Target="../media/image26.png"/><Relationship Id="rId33" Type="http://schemas.openxmlformats.org/officeDocument/2006/relationships/image" Target="../media/image393.png"/><Relationship Id="rId38" Type="http://schemas.openxmlformats.org/officeDocument/2006/relationships/customXml" Target="../ink/ink401.xml"/><Relationship Id="rId59" Type="http://schemas.openxmlformats.org/officeDocument/2006/relationships/image" Target="../media/image406.png"/><Relationship Id="rId103" Type="http://schemas.openxmlformats.org/officeDocument/2006/relationships/image" Target="../media/image428.png"/><Relationship Id="rId108" Type="http://schemas.openxmlformats.org/officeDocument/2006/relationships/customXml" Target="../ink/ink436.xml"/><Relationship Id="rId54" Type="http://schemas.openxmlformats.org/officeDocument/2006/relationships/customXml" Target="../ink/ink409.xml"/><Relationship Id="rId70" Type="http://schemas.openxmlformats.org/officeDocument/2006/relationships/customXml" Target="../ink/ink417.xml"/><Relationship Id="rId75" Type="http://schemas.openxmlformats.org/officeDocument/2006/relationships/image" Target="../media/image414.png"/><Relationship Id="rId91" Type="http://schemas.openxmlformats.org/officeDocument/2006/relationships/image" Target="../media/image422.png"/><Relationship Id="rId96" Type="http://schemas.openxmlformats.org/officeDocument/2006/relationships/customXml" Target="../ink/ink43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85.xml"/><Relationship Id="rId23" Type="http://schemas.openxmlformats.org/officeDocument/2006/relationships/image" Target="../media/image388.png"/><Relationship Id="rId28" Type="http://schemas.openxmlformats.org/officeDocument/2006/relationships/customXml" Target="../ink/ink396.xml"/><Relationship Id="rId49" Type="http://schemas.openxmlformats.org/officeDocument/2006/relationships/image" Target="../media/image401.png"/><Relationship Id="rId114" Type="http://schemas.openxmlformats.org/officeDocument/2006/relationships/customXml" Target="../ink/ink439.xml"/><Relationship Id="rId119" Type="http://schemas.openxmlformats.org/officeDocument/2006/relationships/image" Target="../media/image436.png"/><Relationship Id="rId44" Type="http://schemas.openxmlformats.org/officeDocument/2006/relationships/customXml" Target="../ink/ink404.xml"/><Relationship Id="rId60" Type="http://schemas.openxmlformats.org/officeDocument/2006/relationships/customXml" Target="../ink/ink412.xml"/><Relationship Id="rId65" Type="http://schemas.openxmlformats.org/officeDocument/2006/relationships/image" Target="../media/image409.png"/><Relationship Id="rId81" Type="http://schemas.openxmlformats.org/officeDocument/2006/relationships/image" Target="../media/image417.png"/><Relationship Id="rId86" Type="http://schemas.openxmlformats.org/officeDocument/2006/relationships/customXml" Target="../ink/ink425.xml"/><Relationship Id="rId4" Type="http://schemas.openxmlformats.org/officeDocument/2006/relationships/customXml" Target="../ink/ink384.xml"/><Relationship Id="rId9" Type="http://schemas.openxmlformats.org/officeDocument/2006/relationships/image" Target="../media/image22.png"/><Relationship Id="rId13" Type="http://schemas.openxmlformats.org/officeDocument/2006/relationships/image" Target="../media/image24.png"/><Relationship Id="rId18" Type="http://schemas.openxmlformats.org/officeDocument/2006/relationships/customXml" Target="../ink/ink391.xml"/><Relationship Id="rId39" Type="http://schemas.openxmlformats.org/officeDocument/2006/relationships/image" Target="../media/image396.png"/><Relationship Id="rId109" Type="http://schemas.openxmlformats.org/officeDocument/2006/relationships/image" Target="../media/image431.png"/><Relationship Id="rId34" Type="http://schemas.openxmlformats.org/officeDocument/2006/relationships/customXml" Target="../ink/ink399.xml"/><Relationship Id="rId50" Type="http://schemas.openxmlformats.org/officeDocument/2006/relationships/customXml" Target="../ink/ink407.xml"/><Relationship Id="rId55" Type="http://schemas.openxmlformats.org/officeDocument/2006/relationships/image" Target="../media/image404.png"/><Relationship Id="rId76" Type="http://schemas.openxmlformats.org/officeDocument/2006/relationships/customXml" Target="../ink/ink420.xml"/><Relationship Id="rId97" Type="http://schemas.openxmlformats.org/officeDocument/2006/relationships/image" Target="../media/image425.png"/><Relationship Id="rId104" Type="http://schemas.openxmlformats.org/officeDocument/2006/relationships/customXml" Target="../ink/ink434.xml"/><Relationship Id="rId120" Type="http://schemas.openxmlformats.org/officeDocument/2006/relationships/customXml" Target="../ink/ink442.xml"/><Relationship Id="rId7" Type="http://schemas.openxmlformats.org/officeDocument/2006/relationships/image" Target="../media/image21.png"/><Relationship Id="rId71" Type="http://schemas.openxmlformats.org/officeDocument/2006/relationships/image" Target="../media/image412.png"/><Relationship Id="rId92" Type="http://schemas.openxmlformats.org/officeDocument/2006/relationships/customXml" Target="../ink/ink428.xml"/><Relationship Id="rId2" Type="http://schemas.openxmlformats.org/officeDocument/2006/relationships/customXml" Target="../ink/ink383.xml"/><Relationship Id="rId29" Type="http://schemas.openxmlformats.org/officeDocument/2006/relationships/image" Target="../media/image391.png"/><Relationship Id="rId24" Type="http://schemas.openxmlformats.org/officeDocument/2006/relationships/customXml" Target="../ink/ink394.xml"/><Relationship Id="rId40" Type="http://schemas.openxmlformats.org/officeDocument/2006/relationships/customXml" Target="../ink/ink402.xml"/><Relationship Id="rId45" Type="http://schemas.openxmlformats.org/officeDocument/2006/relationships/image" Target="../media/image399.png"/><Relationship Id="rId66" Type="http://schemas.openxmlformats.org/officeDocument/2006/relationships/customXml" Target="../ink/ink415.xml"/><Relationship Id="rId87" Type="http://schemas.openxmlformats.org/officeDocument/2006/relationships/image" Target="../media/image420.png"/><Relationship Id="rId110" Type="http://schemas.openxmlformats.org/officeDocument/2006/relationships/customXml" Target="../ink/ink437.xml"/><Relationship Id="rId115" Type="http://schemas.openxmlformats.org/officeDocument/2006/relationships/image" Target="../media/image434.png"/><Relationship Id="rId61" Type="http://schemas.openxmlformats.org/officeDocument/2006/relationships/image" Target="../media/image407.png"/><Relationship Id="rId82" Type="http://schemas.openxmlformats.org/officeDocument/2006/relationships/customXml" Target="../ink/ink423.xml"/><Relationship Id="rId19" Type="http://schemas.openxmlformats.org/officeDocument/2006/relationships/image" Target="../media/image28.png"/><Relationship Id="rId14" Type="http://schemas.openxmlformats.org/officeDocument/2006/relationships/customXml" Target="../ink/ink389.xml"/><Relationship Id="rId30" Type="http://schemas.openxmlformats.org/officeDocument/2006/relationships/customXml" Target="../ink/ink397.xml"/><Relationship Id="rId35" Type="http://schemas.openxmlformats.org/officeDocument/2006/relationships/image" Target="../media/image394.png"/><Relationship Id="rId56" Type="http://schemas.openxmlformats.org/officeDocument/2006/relationships/customXml" Target="../ink/ink410.xml"/><Relationship Id="rId77" Type="http://schemas.openxmlformats.org/officeDocument/2006/relationships/image" Target="../media/image415.png"/><Relationship Id="rId100" Type="http://schemas.openxmlformats.org/officeDocument/2006/relationships/customXml" Target="../ink/ink432.xml"/><Relationship Id="rId105" Type="http://schemas.openxmlformats.org/officeDocument/2006/relationships/image" Target="../media/image429.png"/><Relationship Id="rId8" Type="http://schemas.openxmlformats.org/officeDocument/2006/relationships/customXml" Target="../ink/ink386.xml"/><Relationship Id="rId51" Type="http://schemas.openxmlformats.org/officeDocument/2006/relationships/image" Target="../media/image402.png"/><Relationship Id="rId72" Type="http://schemas.openxmlformats.org/officeDocument/2006/relationships/customXml" Target="../ink/ink418.xml"/><Relationship Id="rId93" Type="http://schemas.openxmlformats.org/officeDocument/2006/relationships/image" Target="../media/image423.png"/><Relationship Id="rId98" Type="http://schemas.openxmlformats.org/officeDocument/2006/relationships/customXml" Target="../ink/ink431.xml"/><Relationship Id="rId121" Type="http://schemas.openxmlformats.org/officeDocument/2006/relationships/image" Target="../media/image437.png"/><Relationship Id="rId3" Type="http://schemas.openxmlformats.org/officeDocument/2006/relationships/image" Target="../media/image19.png"/><Relationship Id="rId25" Type="http://schemas.openxmlformats.org/officeDocument/2006/relationships/image" Target="../media/image389.png"/><Relationship Id="rId46" Type="http://schemas.openxmlformats.org/officeDocument/2006/relationships/customXml" Target="../ink/ink405.xml"/><Relationship Id="rId67" Type="http://schemas.openxmlformats.org/officeDocument/2006/relationships/image" Target="../media/image410.png"/><Relationship Id="rId116" Type="http://schemas.openxmlformats.org/officeDocument/2006/relationships/customXml" Target="../ink/ink440.xml"/><Relationship Id="rId20" Type="http://schemas.openxmlformats.org/officeDocument/2006/relationships/customXml" Target="../ink/ink392.xml"/><Relationship Id="rId41" Type="http://schemas.openxmlformats.org/officeDocument/2006/relationships/image" Target="../media/image397.png"/><Relationship Id="rId62" Type="http://schemas.openxmlformats.org/officeDocument/2006/relationships/customXml" Target="../ink/ink413.xml"/><Relationship Id="rId83" Type="http://schemas.openxmlformats.org/officeDocument/2006/relationships/image" Target="../media/image418.png"/><Relationship Id="rId88" Type="http://schemas.openxmlformats.org/officeDocument/2006/relationships/customXml" Target="../ink/ink426.xml"/><Relationship Id="rId111" Type="http://schemas.openxmlformats.org/officeDocument/2006/relationships/image" Target="../media/image432.png"/><Relationship Id="rId15" Type="http://schemas.openxmlformats.org/officeDocument/2006/relationships/image" Target="../media/image25.png"/><Relationship Id="rId36" Type="http://schemas.openxmlformats.org/officeDocument/2006/relationships/customXml" Target="../ink/ink400.xml"/><Relationship Id="rId57" Type="http://schemas.openxmlformats.org/officeDocument/2006/relationships/image" Target="../media/image405.png"/><Relationship Id="rId106" Type="http://schemas.openxmlformats.org/officeDocument/2006/relationships/customXml" Target="../ink/ink435.xml"/><Relationship Id="rId10" Type="http://schemas.openxmlformats.org/officeDocument/2006/relationships/customXml" Target="../ink/ink387.xml"/><Relationship Id="rId31" Type="http://schemas.openxmlformats.org/officeDocument/2006/relationships/image" Target="../media/image392.png"/><Relationship Id="rId52" Type="http://schemas.openxmlformats.org/officeDocument/2006/relationships/customXml" Target="../ink/ink408.xml"/><Relationship Id="rId73" Type="http://schemas.openxmlformats.org/officeDocument/2006/relationships/image" Target="../media/image413.png"/><Relationship Id="rId78" Type="http://schemas.openxmlformats.org/officeDocument/2006/relationships/customXml" Target="../ink/ink421.xml"/><Relationship Id="rId94" Type="http://schemas.openxmlformats.org/officeDocument/2006/relationships/customXml" Target="../ink/ink429.xml"/><Relationship Id="rId99" Type="http://schemas.openxmlformats.org/officeDocument/2006/relationships/image" Target="../media/image426.png"/><Relationship Id="rId101" Type="http://schemas.openxmlformats.org/officeDocument/2006/relationships/image" Target="../media/image427.png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95.png"/><Relationship Id="rId21" Type="http://schemas.openxmlformats.org/officeDocument/2006/relationships/image" Target="../media/image447.png"/><Relationship Id="rId42" Type="http://schemas.openxmlformats.org/officeDocument/2006/relationships/customXml" Target="../ink/ink463.xml"/><Relationship Id="rId63" Type="http://schemas.openxmlformats.org/officeDocument/2006/relationships/image" Target="../media/image468.png"/><Relationship Id="rId84" Type="http://schemas.openxmlformats.org/officeDocument/2006/relationships/customXml" Target="../ink/ink484.xml"/><Relationship Id="rId138" Type="http://schemas.openxmlformats.org/officeDocument/2006/relationships/customXml" Target="../ink/ink511.xml"/><Relationship Id="rId159" Type="http://schemas.openxmlformats.org/officeDocument/2006/relationships/image" Target="../media/image516.png"/><Relationship Id="rId170" Type="http://schemas.openxmlformats.org/officeDocument/2006/relationships/customXml" Target="../ink/ink527.xml"/><Relationship Id="rId191" Type="http://schemas.openxmlformats.org/officeDocument/2006/relationships/image" Target="../media/image532.png"/><Relationship Id="rId205" Type="http://schemas.openxmlformats.org/officeDocument/2006/relationships/image" Target="../media/image539.png"/><Relationship Id="rId226" Type="http://schemas.openxmlformats.org/officeDocument/2006/relationships/customXml" Target="../ink/ink555.xml"/><Relationship Id="rId247" Type="http://schemas.openxmlformats.org/officeDocument/2006/relationships/image" Target="../media/image560.png"/><Relationship Id="rId107" Type="http://schemas.openxmlformats.org/officeDocument/2006/relationships/image" Target="../media/image490.png"/><Relationship Id="rId11" Type="http://schemas.openxmlformats.org/officeDocument/2006/relationships/image" Target="../media/image442.png"/><Relationship Id="rId32" Type="http://schemas.openxmlformats.org/officeDocument/2006/relationships/customXml" Target="../ink/ink458.xml"/><Relationship Id="rId53" Type="http://schemas.openxmlformats.org/officeDocument/2006/relationships/image" Target="../media/image463.png"/><Relationship Id="rId74" Type="http://schemas.openxmlformats.org/officeDocument/2006/relationships/customXml" Target="../ink/ink479.xml"/><Relationship Id="rId128" Type="http://schemas.openxmlformats.org/officeDocument/2006/relationships/customXml" Target="../ink/ink506.xml"/><Relationship Id="rId149" Type="http://schemas.openxmlformats.org/officeDocument/2006/relationships/image" Target="../media/image511.png"/><Relationship Id="rId5" Type="http://schemas.openxmlformats.org/officeDocument/2006/relationships/image" Target="../media/image439.png"/><Relationship Id="rId95" Type="http://schemas.openxmlformats.org/officeDocument/2006/relationships/image" Target="../media/image484.png"/><Relationship Id="rId160" Type="http://schemas.openxmlformats.org/officeDocument/2006/relationships/customXml" Target="../ink/ink522.xml"/><Relationship Id="rId181" Type="http://schemas.openxmlformats.org/officeDocument/2006/relationships/image" Target="../media/image527.png"/><Relationship Id="rId216" Type="http://schemas.openxmlformats.org/officeDocument/2006/relationships/customXml" Target="../ink/ink550.xml"/><Relationship Id="rId237" Type="http://schemas.openxmlformats.org/officeDocument/2006/relationships/image" Target="../media/image555.png"/><Relationship Id="rId22" Type="http://schemas.openxmlformats.org/officeDocument/2006/relationships/customXml" Target="../ink/ink453.xml"/><Relationship Id="rId43" Type="http://schemas.openxmlformats.org/officeDocument/2006/relationships/image" Target="../media/image458.png"/><Relationship Id="rId64" Type="http://schemas.openxmlformats.org/officeDocument/2006/relationships/customXml" Target="../ink/ink474.xml"/><Relationship Id="rId118" Type="http://schemas.openxmlformats.org/officeDocument/2006/relationships/customXml" Target="../ink/ink501.xml"/><Relationship Id="rId139" Type="http://schemas.openxmlformats.org/officeDocument/2006/relationships/image" Target="../media/image506.png"/><Relationship Id="rId85" Type="http://schemas.openxmlformats.org/officeDocument/2006/relationships/image" Target="../media/image479.png"/><Relationship Id="rId150" Type="http://schemas.openxmlformats.org/officeDocument/2006/relationships/customXml" Target="../ink/ink517.xml"/><Relationship Id="rId171" Type="http://schemas.openxmlformats.org/officeDocument/2006/relationships/image" Target="../media/image522.png"/><Relationship Id="rId192" Type="http://schemas.openxmlformats.org/officeDocument/2006/relationships/customXml" Target="../ink/ink538.xml"/><Relationship Id="rId206" Type="http://schemas.openxmlformats.org/officeDocument/2006/relationships/customXml" Target="../ink/ink545.xml"/><Relationship Id="rId227" Type="http://schemas.openxmlformats.org/officeDocument/2006/relationships/image" Target="../media/image550.png"/><Relationship Id="rId248" Type="http://schemas.openxmlformats.org/officeDocument/2006/relationships/customXml" Target="../ink/ink566.xml"/><Relationship Id="rId12" Type="http://schemas.openxmlformats.org/officeDocument/2006/relationships/customXml" Target="../ink/ink448.xml"/><Relationship Id="rId33" Type="http://schemas.openxmlformats.org/officeDocument/2006/relationships/image" Target="../media/image453.png"/><Relationship Id="rId108" Type="http://schemas.openxmlformats.org/officeDocument/2006/relationships/customXml" Target="../ink/ink496.xml"/><Relationship Id="rId129" Type="http://schemas.openxmlformats.org/officeDocument/2006/relationships/image" Target="../media/image501.png"/><Relationship Id="rId54" Type="http://schemas.openxmlformats.org/officeDocument/2006/relationships/customXml" Target="../ink/ink469.xml"/><Relationship Id="rId75" Type="http://schemas.openxmlformats.org/officeDocument/2006/relationships/image" Target="../media/image474.png"/><Relationship Id="rId96" Type="http://schemas.openxmlformats.org/officeDocument/2006/relationships/customXml" Target="../ink/ink490.xml"/><Relationship Id="rId140" Type="http://schemas.openxmlformats.org/officeDocument/2006/relationships/customXml" Target="../ink/ink512.xml"/><Relationship Id="rId161" Type="http://schemas.openxmlformats.org/officeDocument/2006/relationships/image" Target="../media/image517.png"/><Relationship Id="rId182" Type="http://schemas.openxmlformats.org/officeDocument/2006/relationships/customXml" Target="../ink/ink533.xml"/><Relationship Id="rId217" Type="http://schemas.openxmlformats.org/officeDocument/2006/relationships/image" Target="../media/image545.png"/><Relationship Id="rId6" Type="http://schemas.openxmlformats.org/officeDocument/2006/relationships/customXml" Target="../ink/ink445.xml"/><Relationship Id="rId238" Type="http://schemas.openxmlformats.org/officeDocument/2006/relationships/customXml" Target="../ink/ink561.xml"/><Relationship Id="rId23" Type="http://schemas.openxmlformats.org/officeDocument/2006/relationships/image" Target="../media/image448.png"/><Relationship Id="rId119" Type="http://schemas.openxmlformats.org/officeDocument/2006/relationships/image" Target="../media/image496.png"/><Relationship Id="rId44" Type="http://schemas.openxmlformats.org/officeDocument/2006/relationships/customXml" Target="../ink/ink464.xml"/><Relationship Id="rId65" Type="http://schemas.openxmlformats.org/officeDocument/2006/relationships/image" Target="../media/image469.png"/><Relationship Id="rId86" Type="http://schemas.openxmlformats.org/officeDocument/2006/relationships/customXml" Target="../ink/ink485.xml"/><Relationship Id="rId130" Type="http://schemas.openxmlformats.org/officeDocument/2006/relationships/customXml" Target="../ink/ink507.xml"/><Relationship Id="rId151" Type="http://schemas.openxmlformats.org/officeDocument/2006/relationships/image" Target="../media/image512.png"/><Relationship Id="rId172" Type="http://schemas.openxmlformats.org/officeDocument/2006/relationships/customXml" Target="../ink/ink528.xml"/><Relationship Id="rId193" Type="http://schemas.openxmlformats.org/officeDocument/2006/relationships/image" Target="../media/image533.png"/><Relationship Id="rId207" Type="http://schemas.openxmlformats.org/officeDocument/2006/relationships/image" Target="../media/image540.png"/><Relationship Id="rId228" Type="http://schemas.openxmlformats.org/officeDocument/2006/relationships/customXml" Target="../ink/ink556.xml"/><Relationship Id="rId249" Type="http://schemas.openxmlformats.org/officeDocument/2006/relationships/image" Target="../media/image561.png"/><Relationship Id="rId13" Type="http://schemas.openxmlformats.org/officeDocument/2006/relationships/image" Target="../media/image443.png"/><Relationship Id="rId109" Type="http://schemas.openxmlformats.org/officeDocument/2006/relationships/image" Target="../media/image491.png"/><Relationship Id="rId34" Type="http://schemas.openxmlformats.org/officeDocument/2006/relationships/customXml" Target="../ink/ink459.xml"/><Relationship Id="rId55" Type="http://schemas.openxmlformats.org/officeDocument/2006/relationships/image" Target="../media/image464.png"/><Relationship Id="rId76" Type="http://schemas.openxmlformats.org/officeDocument/2006/relationships/customXml" Target="../ink/ink480.xml"/><Relationship Id="rId97" Type="http://schemas.openxmlformats.org/officeDocument/2006/relationships/image" Target="../media/image485.png"/><Relationship Id="rId120" Type="http://schemas.openxmlformats.org/officeDocument/2006/relationships/customXml" Target="../ink/ink502.xml"/><Relationship Id="rId141" Type="http://schemas.openxmlformats.org/officeDocument/2006/relationships/image" Target="../media/image507.png"/><Relationship Id="rId7" Type="http://schemas.openxmlformats.org/officeDocument/2006/relationships/image" Target="../media/image440.png"/><Relationship Id="rId162" Type="http://schemas.openxmlformats.org/officeDocument/2006/relationships/customXml" Target="../ink/ink523.xml"/><Relationship Id="rId183" Type="http://schemas.openxmlformats.org/officeDocument/2006/relationships/image" Target="../media/image528.png"/><Relationship Id="rId218" Type="http://schemas.openxmlformats.org/officeDocument/2006/relationships/customXml" Target="../ink/ink551.xml"/><Relationship Id="rId239" Type="http://schemas.openxmlformats.org/officeDocument/2006/relationships/image" Target="../media/image556.png"/><Relationship Id="rId250" Type="http://schemas.openxmlformats.org/officeDocument/2006/relationships/customXml" Target="../ink/ink567.xml"/><Relationship Id="rId24" Type="http://schemas.openxmlformats.org/officeDocument/2006/relationships/customXml" Target="../ink/ink454.xml"/><Relationship Id="rId45" Type="http://schemas.openxmlformats.org/officeDocument/2006/relationships/image" Target="../media/image459.png"/><Relationship Id="rId66" Type="http://schemas.openxmlformats.org/officeDocument/2006/relationships/customXml" Target="../ink/ink475.xml"/><Relationship Id="rId87" Type="http://schemas.openxmlformats.org/officeDocument/2006/relationships/image" Target="../media/image480.png"/><Relationship Id="rId110" Type="http://schemas.openxmlformats.org/officeDocument/2006/relationships/customXml" Target="../ink/ink497.xml"/><Relationship Id="rId131" Type="http://schemas.openxmlformats.org/officeDocument/2006/relationships/image" Target="../media/image502.png"/><Relationship Id="rId152" Type="http://schemas.openxmlformats.org/officeDocument/2006/relationships/customXml" Target="../ink/ink518.xml"/><Relationship Id="rId173" Type="http://schemas.openxmlformats.org/officeDocument/2006/relationships/image" Target="../media/image523.png"/><Relationship Id="rId194" Type="http://schemas.openxmlformats.org/officeDocument/2006/relationships/customXml" Target="../ink/ink539.xml"/><Relationship Id="rId208" Type="http://schemas.openxmlformats.org/officeDocument/2006/relationships/customXml" Target="../ink/ink546.xml"/><Relationship Id="rId229" Type="http://schemas.openxmlformats.org/officeDocument/2006/relationships/image" Target="../media/image551.png"/><Relationship Id="rId240" Type="http://schemas.openxmlformats.org/officeDocument/2006/relationships/customXml" Target="../ink/ink562.xml"/><Relationship Id="rId14" Type="http://schemas.openxmlformats.org/officeDocument/2006/relationships/customXml" Target="../ink/ink449.xml"/><Relationship Id="rId35" Type="http://schemas.openxmlformats.org/officeDocument/2006/relationships/image" Target="../media/image454.png"/><Relationship Id="rId56" Type="http://schemas.openxmlformats.org/officeDocument/2006/relationships/customXml" Target="../ink/ink470.xml"/><Relationship Id="rId77" Type="http://schemas.openxmlformats.org/officeDocument/2006/relationships/image" Target="../media/image475.png"/><Relationship Id="rId100" Type="http://schemas.openxmlformats.org/officeDocument/2006/relationships/customXml" Target="../ink/ink492.xml"/><Relationship Id="rId8" Type="http://schemas.openxmlformats.org/officeDocument/2006/relationships/customXml" Target="../ink/ink446.xml"/><Relationship Id="rId98" Type="http://schemas.openxmlformats.org/officeDocument/2006/relationships/customXml" Target="../ink/ink491.xml"/><Relationship Id="rId121" Type="http://schemas.openxmlformats.org/officeDocument/2006/relationships/image" Target="../media/image497.png"/><Relationship Id="rId142" Type="http://schemas.openxmlformats.org/officeDocument/2006/relationships/customXml" Target="../ink/ink513.xml"/><Relationship Id="rId163" Type="http://schemas.openxmlformats.org/officeDocument/2006/relationships/image" Target="../media/image518.png"/><Relationship Id="rId184" Type="http://schemas.openxmlformats.org/officeDocument/2006/relationships/customXml" Target="../ink/ink534.xml"/><Relationship Id="rId219" Type="http://schemas.openxmlformats.org/officeDocument/2006/relationships/image" Target="../media/image546.png"/><Relationship Id="rId230" Type="http://schemas.openxmlformats.org/officeDocument/2006/relationships/customXml" Target="../ink/ink557.xml"/><Relationship Id="rId251" Type="http://schemas.openxmlformats.org/officeDocument/2006/relationships/image" Target="../media/image562.png"/><Relationship Id="rId25" Type="http://schemas.openxmlformats.org/officeDocument/2006/relationships/image" Target="../media/image449.png"/><Relationship Id="rId46" Type="http://schemas.openxmlformats.org/officeDocument/2006/relationships/customXml" Target="../ink/ink465.xml"/><Relationship Id="rId67" Type="http://schemas.openxmlformats.org/officeDocument/2006/relationships/image" Target="../media/image470.png"/><Relationship Id="rId88" Type="http://schemas.openxmlformats.org/officeDocument/2006/relationships/customXml" Target="../ink/ink486.xml"/><Relationship Id="rId111" Type="http://schemas.openxmlformats.org/officeDocument/2006/relationships/image" Target="../media/image492.png"/><Relationship Id="rId132" Type="http://schemas.openxmlformats.org/officeDocument/2006/relationships/customXml" Target="../ink/ink508.xml"/><Relationship Id="rId153" Type="http://schemas.openxmlformats.org/officeDocument/2006/relationships/image" Target="../media/image513.png"/><Relationship Id="rId174" Type="http://schemas.openxmlformats.org/officeDocument/2006/relationships/customXml" Target="../ink/ink529.xml"/><Relationship Id="rId195" Type="http://schemas.openxmlformats.org/officeDocument/2006/relationships/image" Target="../media/image534.png"/><Relationship Id="rId209" Type="http://schemas.openxmlformats.org/officeDocument/2006/relationships/image" Target="../media/image541.png"/><Relationship Id="rId220" Type="http://schemas.openxmlformats.org/officeDocument/2006/relationships/customXml" Target="../ink/ink552.xml"/><Relationship Id="rId241" Type="http://schemas.openxmlformats.org/officeDocument/2006/relationships/image" Target="../media/image557.png"/><Relationship Id="rId15" Type="http://schemas.openxmlformats.org/officeDocument/2006/relationships/image" Target="../media/image444.png"/><Relationship Id="rId36" Type="http://schemas.openxmlformats.org/officeDocument/2006/relationships/customXml" Target="../ink/ink460.xml"/><Relationship Id="rId57" Type="http://schemas.openxmlformats.org/officeDocument/2006/relationships/image" Target="../media/image465.png"/><Relationship Id="rId78" Type="http://schemas.openxmlformats.org/officeDocument/2006/relationships/customXml" Target="../ink/ink481.xml"/><Relationship Id="rId99" Type="http://schemas.openxmlformats.org/officeDocument/2006/relationships/image" Target="../media/image486.png"/><Relationship Id="rId101" Type="http://schemas.openxmlformats.org/officeDocument/2006/relationships/image" Target="../media/image487.png"/><Relationship Id="rId122" Type="http://schemas.openxmlformats.org/officeDocument/2006/relationships/customXml" Target="../ink/ink503.xml"/><Relationship Id="rId143" Type="http://schemas.openxmlformats.org/officeDocument/2006/relationships/image" Target="../media/image508.png"/><Relationship Id="rId164" Type="http://schemas.openxmlformats.org/officeDocument/2006/relationships/customXml" Target="../ink/ink524.xml"/><Relationship Id="rId185" Type="http://schemas.openxmlformats.org/officeDocument/2006/relationships/image" Target="../media/image529.png"/><Relationship Id="rId4" Type="http://schemas.openxmlformats.org/officeDocument/2006/relationships/customXml" Target="../ink/ink444.xml"/><Relationship Id="rId9" Type="http://schemas.openxmlformats.org/officeDocument/2006/relationships/image" Target="../media/image441.png"/><Relationship Id="rId180" Type="http://schemas.openxmlformats.org/officeDocument/2006/relationships/customXml" Target="../ink/ink532.xml"/><Relationship Id="rId210" Type="http://schemas.openxmlformats.org/officeDocument/2006/relationships/customXml" Target="../ink/ink547.xml"/><Relationship Id="rId215" Type="http://schemas.openxmlformats.org/officeDocument/2006/relationships/image" Target="../media/image544.png"/><Relationship Id="rId236" Type="http://schemas.openxmlformats.org/officeDocument/2006/relationships/customXml" Target="../ink/ink560.xml"/><Relationship Id="rId26" Type="http://schemas.openxmlformats.org/officeDocument/2006/relationships/customXml" Target="../ink/ink455.xml"/><Relationship Id="rId231" Type="http://schemas.openxmlformats.org/officeDocument/2006/relationships/image" Target="../media/image552.png"/><Relationship Id="rId47" Type="http://schemas.openxmlformats.org/officeDocument/2006/relationships/image" Target="../media/image460.png"/><Relationship Id="rId68" Type="http://schemas.openxmlformats.org/officeDocument/2006/relationships/customXml" Target="../ink/ink476.xml"/><Relationship Id="rId89" Type="http://schemas.openxmlformats.org/officeDocument/2006/relationships/image" Target="../media/image481.png"/><Relationship Id="rId112" Type="http://schemas.openxmlformats.org/officeDocument/2006/relationships/customXml" Target="../ink/ink498.xml"/><Relationship Id="rId133" Type="http://schemas.openxmlformats.org/officeDocument/2006/relationships/image" Target="../media/image503.png"/><Relationship Id="rId154" Type="http://schemas.openxmlformats.org/officeDocument/2006/relationships/customXml" Target="../ink/ink519.xml"/><Relationship Id="rId175" Type="http://schemas.openxmlformats.org/officeDocument/2006/relationships/image" Target="../media/image524.png"/><Relationship Id="rId196" Type="http://schemas.openxmlformats.org/officeDocument/2006/relationships/customXml" Target="../ink/ink540.xml"/><Relationship Id="rId200" Type="http://schemas.openxmlformats.org/officeDocument/2006/relationships/customXml" Target="../ink/ink542.xml"/><Relationship Id="rId16" Type="http://schemas.openxmlformats.org/officeDocument/2006/relationships/customXml" Target="../ink/ink450.xml"/><Relationship Id="rId221" Type="http://schemas.openxmlformats.org/officeDocument/2006/relationships/image" Target="../media/image547.png"/><Relationship Id="rId242" Type="http://schemas.openxmlformats.org/officeDocument/2006/relationships/customXml" Target="../ink/ink563.xml"/><Relationship Id="rId37" Type="http://schemas.openxmlformats.org/officeDocument/2006/relationships/image" Target="../media/image455.png"/><Relationship Id="rId58" Type="http://schemas.openxmlformats.org/officeDocument/2006/relationships/customXml" Target="../ink/ink471.xml"/><Relationship Id="rId79" Type="http://schemas.openxmlformats.org/officeDocument/2006/relationships/image" Target="../media/image476.png"/><Relationship Id="rId102" Type="http://schemas.openxmlformats.org/officeDocument/2006/relationships/customXml" Target="../ink/ink493.xml"/><Relationship Id="rId123" Type="http://schemas.openxmlformats.org/officeDocument/2006/relationships/image" Target="../media/image498.png"/><Relationship Id="rId144" Type="http://schemas.openxmlformats.org/officeDocument/2006/relationships/customXml" Target="../ink/ink514.xml"/><Relationship Id="rId90" Type="http://schemas.openxmlformats.org/officeDocument/2006/relationships/customXml" Target="../ink/ink487.xml"/><Relationship Id="rId165" Type="http://schemas.openxmlformats.org/officeDocument/2006/relationships/image" Target="../media/image519.png"/><Relationship Id="rId186" Type="http://schemas.openxmlformats.org/officeDocument/2006/relationships/customXml" Target="../ink/ink535.xml"/><Relationship Id="rId211" Type="http://schemas.openxmlformats.org/officeDocument/2006/relationships/image" Target="../media/image542.png"/><Relationship Id="rId232" Type="http://schemas.openxmlformats.org/officeDocument/2006/relationships/customXml" Target="../ink/ink558.xml"/><Relationship Id="rId27" Type="http://schemas.openxmlformats.org/officeDocument/2006/relationships/image" Target="../media/image450.png"/><Relationship Id="rId48" Type="http://schemas.openxmlformats.org/officeDocument/2006/relationships/customXml" Target="../ink/ink466.xml"/><Relationship Id="rId69" Type="http://schemas.openxmlformats.org/officeDocument/2006/relationships/image" Target="../media/image471.png"/><Relationship Id="rId113" Type="http://schemas.openxmlformats.org/officeDocument/2006/relationships/image" Target="../media/image493.png"/><Relationship Id="rId134" Type="http://schemas.openxmlformats.org/officeDocument/2006/relationships/customXml" Target="../ink/ink509.xml"/><Relationship Id="rId80" Type="http://schemas.openxmlformats.org/officeDocument/2006/relationships/customXml" Target="../ink/ink482.xml"/><Relationship Id="rId155" Type="http://schemas.openxmlformats.org/officeDocument/2006/relationships/image" Target="../media/image514.png"/><Relationship Id="rId176" Type="http://schemas.openxmlformats.org/officeDocument/2006/relationships/customXml" Target="../ink/ink530.xml"/><Relationship Id="rId197" Type="http://schemas.openxmlformats.org/officeDocument/2006/relationships/image" Target="../media/image535.png"/><Relationship Id="rId201" Type="http://schemas.openxmlformats.org/officeDocument/2006/relationships/image" Target="../media/image537.png"/><Relationship Id="rId222" Type="http://schemas.openxmlformats.org/officeDocument/2006/relationships/customXml" Target="../ink/ink553.xml"/><Relationship Id="rId243" Type="http://schemas.openxmlformats.org/officeDocument/2006/relationships/image" Target="../media/image558.png"/><Relationship Id="rId17" Type="http://schemas.openxmlformats.org/officeDocument/2006/relationships/image" Target="../media/image445.png"/><Relationship Id="rId38" Type="http://schemas.openxmlformats.org/officeDocument/2006/relationships/customXml" Target="../ink/ink461.xml"/><Relationship Id="rId59" Type="http://schemas.openxmlformats.org/officeDocument/2006/relationships/image" Target="../media/image466.png"/><Relationship Id="rId103" Type="http://schemas.openxmlformats.org/officeDocument/2006/relationships/image" Target="../media/image488.png"/><Relationship Id="rId124" Type="http://schemas.openxmlformats.org/officeDocument/2006/relationships/customXml" Target="../ink/ink504.xml"/><Relationship Id="rId70" Type="http://schemas.openxmlformats.org/officeDocument/2006/relationships/customXml" Target="../ink/ink477.xml"/><Relationship Id="rId91" Type="http://schemas.openxmlformats.org/officeDocument/2006/relationships/image" Target="../media/image482.png"/><Relationship Id="rId145" Type="http://schemas.openxmlformats.org/officeDocument/2006/relationships/image" Target="../media/image509.png"/><Relationship Id="rId166" Type="http://schemas.openxmlformats.org/officeDocument/2006/relationships/customXml" Target="../ink/ink525.xml"/><Relationship Id="rId187" Type="http://schemas.openxmlformats.org/officeDocument/2006/relationships/image" Target="../media/image53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548.xml"/><Relationship Id="rId233" Type="http://schemas.openxmlformats.org/officeDocument/2006/relationships/image" Target="../media/image553.png"/><Relationship Id="rId28" Type="http://schemas.openxmlformats.org/officeDocument/2006/relationships/customXml" Target="../ink/ink456.xml"/><Relationship Id="rId49" Type="http://schemas.openxmlformats.org/officeDocument/2006/relationships/image" Target="../media/image461.png"/><Relationship Id="rId114" Type="http://schemas.openxmlformats.org/officeDocument/2006/relationships/customXml" Target="../ink/ink499.xml"/><Relationship Id="rId60" Type="http://schemas.openxmlformats.org/officeDocument/2006/relationships/customXml" Target="../ink/ink472.xml"/><Relationship Id="rId81" Type="http://schemas.openxmlformats.org/officeDocument/2006/relationships/image" Target="../media/image477.png"/><Relationship Id="rId135" Type="http://schemas.openxmlformats.org/officeDocument/2006/relationships/image" Target="../media/image504.png"/><Relationship Id="rId156" Type="http://schemas.openxmlformats.org/officeDocument/2006/relationships/customXml" Target="../ink/ink520.xml"/><Relationship Id="rId177" Type="http://schemas.openxmlformats.org/officeDocument/2006/relationships/image" Target="../media/image525.png"/><Relationship Id="rId198" Type="http://schemas.openxmlformats.org/officeDocument/2006/relationships/customXml" Target="../ink/ink541.xml"/><Relationship Id="rId202" Type="http://schemas.openxmlformats.org/officeDocument/2006/relationships/customXml" Target="../ink/ink543.xml"/><Relationship Id="rId223" Type="http://schemas.openxmlformats.org/officeDocument/2006/relationships/image" Target="../media/image548.png"/><Relationship Id="rId244" Type="http://schemas.openxmlformats.org/officeDocument/2006/relationships/customXml" Target="../ink/ink564.xml"/><Relationship Id="rId18" Type="http://schemas.openxmlformats.org/officeDocument/2006/relationships/customXml" Target="../ink/ink451.xml"/><Relationship Id="rId39" Type="http://schemas.openxmlformats.org/officeDocument/2006/relationships/image" Target="../media/image456.png"/><Relationship Id="rId50" Type="http://schemas.openxmlformats.org/officeDocument/2006/relationships/customXml" Target="../ink/ink467.xml"/><Relationship Id="rId104" Type="http://schemas.openxmlformats.org/officeDocument/2006/relationships/customXml" Target="../ink/ink494.xml"/><Relationship Id="rId125" Type="http://schemas.openxmlformats.org/officeDocument/2006/relationships/image" Target="../media/image499.png"/><Relationship Id="rId146" Type="http://schemas.openxmlformats.org/officeDocument/2006/relationships/customXml" Target="../ink/ink515.xml"/><Relationship Id="rId167" Type="http://schemas.openxmlformats.org/officeDocument/2006/relationships/image" Target="../media/image520.png"/><Relationship Id="rId188" Type="http://schemas.openxmlformats.org/officeDocument/2006/relationships/customXml" Target="../ink/ink536.xml"/><Relationship Id="rId71" Type="http://schemas.openxmlformats.org/officeDocument/2006/relationships/image" Target="../media/image472.png"/><Relationship Id="rId92" Type="http://schemas.openxmlformats.org/officeDocument/2006/relationships/customXml" Target="../ink/ink488.xml"/><Relationship Id="rId213" Type="http://schemas.openxmlformats.org/officeDocument/2006/relationships/image" Target="../media/image543.png"/><Relationship Id="rId234" Type="http://schemas.openxmlformats.org/officeDocument/2006/relationships/customXml" Target="../ink/ink559.xml"/><Relationship Id="rId2" Type="http://schemas.openxmlformats.org/officeDocument/2006/relationships/customXml" Target="../ink/ink443.xml"/><Relationship Id="rId29" Type="http://schemas.openxmlformats.org/officeDocument/2006/relationships/image" Target="../media/image451.png"/><Relationship Id="rId40" Type="http://schemas.openxmlformats.org/officeDocument/2006/relationships/customXml" Target="../ink/ink462.xml"/><Relationship Id="rId115" Type="http://schemas.openxmlformats.org/officeDocument/2006/relationships/image" Target="../media/image494.png"/><Relationship Id="rId136" Type="http://schemas.openxmlformats.org/officeDocument/2006/relationships/customXml" Target="../ink/ink510.xml"/><Relationship Id="rId157" Type="http://schemas.openxmlformats.org/officeDocument/2006/relationships/image" Target="../media/image515.png"/><Relationship Id="rId178" Type="http://schemas.openxmlformats.org/officeDocument/2006/relationships/customXml" Target="../ink/ink531.xml"/><Relationship Id="rId61" Type="http://schemas.openxmlformats.org/officeDocument/2006/relationships/image" Target="../media/image467.png"/><Relationship Id="rId82" Type="http://schemas.openxmlformats.org/officeDocument/2006/relationships/customXml" Target="../ink/ink483.xml"/><Relationship Id="rId199" Type="http://schemas.openxmlformats.org/officeDocument/2006/relationships/image" Target="../media/image536.png"/><Relationship Id="rId203" Type="http://schemas.openxmlformats.org/officeDocument/2006/relationships/image" Target="../media/image538.png"/><Relationship Id="rId19" Type="http://schemas.openxmlformats.org/officeDocument/2006/relationships/image" Target="../media/image446.png"/><Relationship Id="rId224" Type="http://schemas.openxmlformats.org/officeDocument/2006/relationships/customXml" Target="../ink/ink554.xml"/><Relationship Id="rId245" Type="http://schemas.openxmlformats.org/officeDocument/2006/relationships/image" Target="../media/image559.png"/><Relationship Id="rId30" Type="http://schemas.openxmlformats.org/officeDocument/2006/relationships/customXml" Target="../ink/ink457.xml"/><Relationship Id="rId105" Type="http://schemas.openxmlformats.org/officeDocument/2006/relationships/image" Target="../media/image489.png"/><Relationship Id="rId126" Type="http://schemas.openxmlformats.org/officeDocument/2006/relationships/customXml" Target="../ink/ink505.xml"/><Relationship Id="rId147" Type="http://schemas.openxmlformats.org/officeDocument/2006/relationships/image" Target="../media/image510.png"/><Relationship Id="rId168" Type="http://schemas.openxmlformats.org/officeDocument/2006/relationships/customXml" Target="../ink/ink526.xml"/><Relationship Id="rId51" Type="http://schemas.openxmlformats.org/officeDocument/2006/relationships/image" Target="../media/image462.png"/><Relationship Id="rId72" Type="http://schemas.openxmlformats.org/officeDocument/2006/relationships/customXml" Target="../ink/ink478.xml"/><Relationship Id="rId93" Type="http://schemas.openxmlformats.org/officeDocument/2006/relationships/image" Target="../media/image483.png"/><Relationship Id="rId189" Type="http://schemas.openxmlformats.org/officeDocument/2006/relationships/image" Target="../media/image531.png"/><Relationship Id="rId3" Type="http://schemas.openxmlformats.org/officeDocument/2006/relationships/image" Target="../media/image438.png"/><Relationship Id="rId214" Type="http://schemas.openxmlformats.org/officeDocument/2006/relationships/customXml" Target="../ink/ink549.xml"/><Relationship Id="rId235" Type="http://schemas.openxmlformats.org/officeDocument/2006/relationships/image" Target="../media/image554.png"/><Relationship Id="rId116" Type="http://schemas.openxmlformats.org/officeDocument/2006/relationships/customXml" Target="../ink/ink500.xml"/><Relationship Id="rId137" Type="http://schemas.openxmlformats.org/officeDocument/2006/relationships/image" Target="../media/image505.png"/><Relationship Id="rId158" Type="http://schemas.openxmlformats.org/officeDocument/2006/relationships/customXml" Target="../ink/ink521.xml"/><Relationship Id="rId20" Type="http://schemas.openxmlformats.org/officeDocument/2006/relationships/customXml" Target="../ink/ink452.xml"/><Relationship Id="rId41" Type="http://schemas.openxmlformats.org/officeDocument/2006/relationships/image" Target="../media/image457.png"/><Relationship Id="rId62" Type="http://schemas.openxmlformats.org/officeDocument/2006/relationships/customXml" Target="../ink/ink473.xml"/><Relationship Id="rId83" Type="http://schemas.openxmlformats.org/officeDocument/2006/relationships/image" Target="../media/image478.png"/><Relationship Id="rId179" Type="http://schemas.openxmlformats.org/officeDocument/2006/relationships/image" Target="../media/image526.png"/><Relationship Id="rId190" Type="http://schemas.openxmlformats.org/officeDocument/2006/relationships/customXml" Target="../ink/ink537.xml"/><Relationship Id="rId204" Type="http://schemas.openxmlformats.org/officeDocument/2006/relationships/customXml" Target="../ink/ink544.xml"/><Relationship Id="rId225" Type="http://schemas.openxmlformats.org/officeDocument/2006/relationships/image" Target="../media/image549.png"/><Relationship Id="rId246" Type="http://schemas.openxmlformats.org/officeDocument/2006/relationships/customXml" Target="../ink/ink565.xml"/><Relationship Id="rId106" Type="http://schemas.openxmlformats.org/officeDocument/2006/relationships/customXml" Target="../ink/ink495.xml"/><Relationship Id="rId127" Type="http://schemas.openxmlformats.org/officeDocument/2006/relationships/image" Target="../media/image500.png"/><Relationship Id="rId10" Type="http://schemas.openxmlformats.org/officeDocument/2006/relationships/customXml" Target="../ink/ink447.xml"/><Relationship Id="rId31" Type="http://schemas.openxmlformats.org/officeDocument/2006/relationships/image" Target="../media/image452.png"/><Relationship Id="rId52" Type="http://schemas.openxmlformats.org/officeDocument/2006/relationships/customXml" Target="../ink/ink468.xml"/><Relationship Id="rId73" Type="http://schemas.openxmlformats.org/officeDocument/2006/relationships/image" Target="../media/image473.png"/><Relationship Id="rId94" Type="http://schemas.openxmlformats.org/officeDocument/2006/relationships/customXml" Target="../ink/ink489.xml"/><Relationship Id="rId148" Type="http://schemas.openxmlformats.org/officeDocument/2006/relationships/customXml" Target="../ink/ink516.xml"/><Relationship Id="rId169" Type="http://schemas.openxmlformats.org/officeDocument/2006/relationships/image" Target="../media/image521.png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20.png"/><Relationship Id="rId21" Type="http://schemas.openxmlformats.org/officeDocument/2006/relationships/image" Target="../media/image572.png"/><Relationship Id="rId42" Type="http://schemas.openxmlformats.org/officeDocument/2006/relationships/customXml" Target="../ink/ink588.xml"/><Relationship Id="rId63" Type="http://schemas.openxmlformats.org/officeDocument/2006/relationships/image" Target="../media/image593.png"/><Relationship Id="rId84" Type="http://schemas.openxmlformats.org/officeDocument/2006/relationships/customXml" Target="../ink/ink609.xml"/><Relationship Id="rId138" Type="http://schemas.openxmlformats.org/officeDocument/2006/relationships/customXml" Target="../ink/ink636.xml"/><Relationship Id="rId159" Type="http://schemas.openxmlformats.org/officeDocument/2006/relationships/image" Target="../media/image641.png"/><Relationship Id="rId170" Type="http://schemas.openxmlformats.org/officeDocument/2006/relationships/customXml" Target="../ink/ink652.xml"/><Relationship Id="rId191" Type="http://schemas.openxmlformats.org/officeDocument/2006/relationships/image" Target="../media/image657.png"/><Relationship Id="rId205" Type="http://schemas.openxmlformats.org/officeDocument/2006/relationships/image" Target="../media/image664.png"/><Relationship Id="rId226" Type="http://schemas.openxmlformats.org/officeDocument/2006/relationships/customXml" Target="../ink/ink680.xml"/><Relationship Id="rId247" Type="http://schemas.openxmlformats.org/officeDocument/2006/relationships/image" Target="../media/image685.png"/><Relationship Id="rId107" Type="http://schemas.openxmlformats.org/officeDocument/2006/relationships/image" Target="../media/image615.png"/><Relationship Id="rId11" Type="http://schemas.openxmlformats.org/officeDocument/2006/relationships/image" Target="../media/image567.png"/><Relationship Id="rId32" Type="http://schemas.openxmlformats.org/officeDocument/2006/relationships/customXml" Target="../ink/ink583.xml"/><Relationship Id="rId53" Type="http://schemas.openxmlformats.org/officeDocument/2006/relationships/image" Target="../media/image588.png"/><Relationship Id="rId74" Type="http://schemas.openxmlformats.org/officeDocument/2006/relationships/customXml" Target="../ink/ink604.xml"/><Relationship Id="rId128" Type="http://schemas.openxmlformats.org/officeDocument/2006/relationships/customXml" Target="../ink/ink631.xml"/><Relationship Id="rId149" Type="http://schemas.openxmlformats.org/officeDocument/2006/relationships/image" Target="../media/image636.png"/><Relationship Id="rId5" Type="http://schemas.openxmlformats.org/officeDocument/2006/relationships/image" Target="../media/image564.png"/><Relationship Id="rId95" Type="http://schemas.openxmlformats.org/officeDocument/2006/relationships/image" Target="../media/image609.png"/><Relationship Id="rId160" Type="http://schemas.openxmlformats.org/officeDocument/2006/relationships/customXml" Target="../ink/ink647.xml"/><Relationship Id="rId181" Type="http://schemas.openxmlformats.org/officeDocument/2006/relationships/image" Target="../media/image652.png"/><Relationship Id="rId216" Type="http://schemas.openxmlformats.org/officeDocument/2006/relationships/customXml" Target="../ink/ink675.xml"/><Relationship Id="rId237" Type="http://schemas.openxmlformats.org/officeDocument/2006/relationships/image" Target="../media/image680.png"/><Relationship Id="rId22" Type="http://schemas.openxmlformats.org/officeDocument/2006/relationships/customXml" Target="../ink/ink578.xml"/><Relationship Id="rId43" Type="http://schemas.openxmlformats.org/officeDocument/2006/relationships/image" Target="../media/image583.png"/><Relationship Id="rId64" Type="http://schemas.openxmlformats.org/officeDocument/2006/relationships/customXml" Target="../ink/ink599.xml"/><Relationship Id="rId118" Type="http://schemas.openxmlformats.org/officeDocument/2006/relationships/customXml" Target="../ink/ink626.xml"/><Relationship Id="rId139" Type="http://schemas.openxmlformats.org/officeDocument/2006/relationships/image" Target="../media/image631.png"/><Relationship Id="rId85" Type="http://schemas.openxmlformats.org/officeDocument/2006/relationships/image" Target="../media/image604.png"/><Relationship Id="rId150" Type="http://schemas.openxmlformats.org/officeDocument/2006/relationships/customXml" Target="../ink/ink642.xml"/><Relationship Id="rId171" Type="http://schemas.openxmlformats.org/officeDocument/2006/relationships/image" Target="../media/image647.png"/><Relationship Id="rId192" Type="http://schemas.openxmlformats.org/officeDocument/2006/relationships/customXml" Target="../ink/ink663.xml"/><Relationship Id="rId206" Type="http://schemas.openxmlformats.org/officeDocument/2006/relationships/customXml" Target="../ink/ink670.xml"/><Relationship Id="rId227" Type="http://schemas.openxmlformats.org/officeDocument/2006/relationships/image" Target="../media/image675.png"/><Relationship Id="rId248" Type="http://schemas.openxmlformats.org/officeDocument/2006/relationships/customXml" Target="../ink/ink691.xml"/><Relationship Id="rId12" Type="http://schemas.openxmlformats.org/officeDocument/2006/relationships/customXml" Target="../ink/ink573.xml"/><Relationship Id="rId33" Type="http://schemas.openxmlformats.org/officeDocument/2006/relationships/image" Target="../media/image578.png"/><Relationship Id="rId108" Type="http://schemas.openxmlformats.org/officeDocument/2006/relationships/customXml" Target="../ink/ink621.xml"/><Relationship Id="rId129" Type="http://schemas.openxmlformats.org/officeDocument/2006/relationships/image" Target="../media/image626.png"/><Relationship Id="rId54" Type="http://schemas.openxmlformats.org/officeDocument/2006/relationships/customXml" Target="../ink/ink594.xml"/><Relationship Id="rId75" Type="http://schemas.openxmlformats.org/officeDocument/2006/relationships/image" Target="../media/image599.png"/><Relationship Id="rId96" Type="http://schemas.openxmlformats.org/officeDocument/2006/relationships/customXml" Target="../ink/ink615.xml"/><Relationship Id="rId140" Type="http://schemas.openxmlformats.org/officeDocument/2006/relationships/customXml" Target="../ink/ink637.xml"/><Relationship Id="rId161" Type="http://schemas.openxmlformats.org/officeDocument/2006/relationships/image" Target="../media/image642.png"/><Relationship Id="rId182" Type="http://schemas.openxmlformats.org/officeDocument/2006/relationships/customXml" Target="../ink/ink658.xml"/><Relationship Id="rId217" Type="http://schemas.openxmlformats.org/officeDocument/2006/relationships/image" Target="../media/image670.png"/><Relationship Id="rId6" Type="http://schemas.openxmlformats.org/officeDocument/2006/relationships/customXml" Target="../ink/ink570.xml"/><Relationship Id="rId238" Type="http://schemas.openxmlformats.org/officeDocument/2006/relationships/customXml" Target="../ink/ink686.xml"/><Relationship Id="rId23" Type="http://schemas.openxmlformats.org/officeDocument/2006/relationships/image" Target="../media/image573.png"/><Relationship Id="rId119" Type="http://schemas.openxmlformats.org/officeDocument/2006/relationships/image" Target="../media/image621.png"/><Relationship Id="rId44" Type="http://schemas.openxmlformats.org/officeDocument/2006/relationships/customXml" Target="../ink/ink589.xml"/><Relationship Id="rId65" Type="http://schemas.openxmlformats.org/officeDocument/2006/relationships/image" Target="../media/image594.png"/><Relationship Id="rId86" Type="http://schemas.openxmlformats.org/officeDocument/2006/relationships/customXml" Target="../ink/ink610.xml"/><Relationship Id="rId130" Type="http://schemas.openxmlformats.org/officeDocument/2006/relationships/customXml" Target="../ink/ink632.xml"/><Relationship Id="rId151" Type="http://schemas.openxmlformats.org/officeDocument/2006/relationships/image" Target="../media/image637.png"/><Relationship Id="rId172" Type="http://schemas.openxmlformats.org/officeDocument/2006/relationships/customXml" Target="../ink/ink653.xml"/><Relationship Id="rId193" Type="http://schemas.openxmlformats.org/officeDocument/2006/relationships/image" Target="../media/image658.png"/><Relationship Id="rId207" Type="http://schemas.openxmlformats.org/officeDocument/2006/relationships/image" Target="../media/image665.png"/><Relationship Id="rId228" Type="http://schemas.openxmlformats.org/officeDocument/2006/relationships/customXml" Target="../ink/ink681.xml"/><Relationship Id="rId249" Type="http://schemas.openxmlformats.org/officeDocument/2006/relationships/image" Target="../media/image686.png"/><Relationship Id="rId13" Type="http://schemas.openxmlformats.org/officeDocument/2006/relationships/image" Target="../media/image568.png"/><Relationship Id="rId109" Type="http://schemas.openxmlformats.org/officeDocument/2006/relationships/image" Target="../media/image616.png"/><Relationship Id="rId34" Type="http://schemas.openxmlformats.org/officeDocument/2006/relationships/customXml" Target="../ink/ink584.xml"/><Relationship Id="rId55" Type="http://schemas.openxmlformats.org/officeDocument/2006/relationships/image" Target="../media/image589.png"/><Relationship Id="rId76" Type="http://schemas.openxmlformats.org/officeDocument/2006/relationships/customXml" Target="../ink/ink605.xml"/><Relationship Id="rId97" Type="http://schemas.openxmlformats.org/officeDocument/2006/relationships/image" Target="../media/image610.png"/><Relationship Id="rId120" Type="http://schemas.openxmlformats.org/officeDocument/2006/relationships/customXml" Target="../ink/ink627.xml"/><Relationship Id="rId141" Type="http://schemas.openxmlformats.org/officeDocument/2006/relationships/image" Target="../media/image632.png"/><Relationship Id="rId7" Type="http://schemas.openxmlformats.org/officeDocument/2006/relationships/image" Target="../media/image565.png"/><Relationship Id="rId162" Type="http://schemas.openxmlformats.org/officeDocument/2006/relationships/customXml" Target="../ink/ink648.xml"/><Relationship Id="rId183" Type="http://schemas.openxmlformats.org/officeDocument/2006/relationships/image" Target="../media/image653.png"/><Relationship Id="rId218" Type="http://schemas.openxmlformats.org/officeDocument/2006/relationships/customXml" Target="../ink/ink676.xml"/><Relationship Id="rId239" Type="http://schemas.openxmlformats.org/officeDocument/2006/relationships/image" Target="../media/image681.png"/><Relationship Id="rId250" Type="http://schemas.openxmlformats.org/officeDocument/2006/relationships/customXml" Target="../ink/ink692.xml"/><Relationship Id="rId24" Type="http://schemas.openxmlformats.org/officeDocument/2006/relationships/customXml" Target="../ink/ink579.xml"/><Relationship Id="rId45" Type="http://schemas.openxmlformats.org/officeDocument/2006/relationships/image" Target="../media/image584.png"/><Relationship Id="rId66" Type="http://schemas.openxmlformats.org/officeDocument/2006/relationships/customXml" Target="../ink/ink600.xml"/><Relationship Id="rId87" Type="http://schemas.openxmlformats.org/officeDocument/2006/relationships/image" Target="../media/image605.png"/><Relationship Id="rId110" Type="http://schemas.openxmlformats.org/officeDocument/2006/relationships/customXml" Target="../ink/ink622.xml"/><Relationship Id="rId131" Type="http://schemas.openxmlformats.org/officeDocument/2006/relationships/image" Target="../media/image627.png"/><Relationship Id="rId152" Type="http://schemas.openxmlformats.org/officeDocument/2006/relationships/customXml" Target="../ink/ink643.xml"/><Relationship Id="rId173" Type="http://schemas.openxmlformats.org/officeDocument/2006/relationships/image" Target="../media/image648.png"/><Relationship Id="rId194" Type="http://schemas.openxmlformats.org/officeDocument/2006/relationships/customXml" Target="../ink/ink664.xml"/><Relationship Id="rId208" Type="http://schemas.openxmlformats.org/officeDocument/2006/relationships/customXml" Target="../ink/ink671.xml"/><Relationship Id="rId229" Type="http://schemas.openxmlformats.org/officeDocument/2006/relationships/image" Target="../media/image676.png"/><Relationship Id="rId240" Type="http://schemas.openxmlformats.org/officeDocument/2006/relationships/customXml" Target="../ink/ink687.xml"/><Relationship Id="rId14" Type="http://schemas.openxmlformats.org/officeDocument/2006/relationships/customXml" Target="../ink/ink574.xml"/><Relationship Id="rId35" Type="http://schemas.openxmlformats.org/officeDocument/2006/relationships/image" Target="../media/image579.png"/><Relationship Id="rId56" Type="http://schemas.openxmlformats.org/officeDocument/2006/relationships/customXml" Target="../ink/ink595.xml"/><Relationship Id="rId77" Type="http://schemas.openxmlformats.org/officeDocument/2006/relationships/image" Target="../media/image600.png"/><Relationship Id="rId100" Type="http://schemas.openxmlformats.org/officeDocument/2006/relationships/customXml" Target="../ink/ink617.xml"/><Relationship Id="rId8" Type="http://schemas.openxmlformats.org/officeDocument/2006/relationships/customXml" Target="../ink/ink571.xml"/><Relationship Id="rId98" Type="http://schemas.openxmlformats.org/officeDocument/2006/relationships/customXml" Target="../ink/ink616.xml"/><Relationship Id="rId121" Type="http://schemas.openxmlformats.org/officeDocument/2006/relationships/image" Target="../media/image622.png"/><Relationship Id="rId142" Type="http://schemas.openxmlformats.org/officeDocument/2006/relationships/customXml" Target="../ink/ink638.xml"/><Relationship Id="rId163" Type="http://schemas.openxmlformats.org/officeDocument/2006/relationships/image" Target="../media/image643.png"/><Relationship Id="rId184" Type="http://schemas.openxmlformats.org/officeDocument/2006/relationships/customXml" Target="../ink/ink659.xml"/><Relationship Id="rId219" Type="http://schemas.openxmlformats.org/officeDocument/2006/relationships/image" Target="../media/image671.png"/><Relationship Id="rId230" Type="http://schemas.openxmlformats.org/officeDocument/2006/relationships/customXml" Target="../ink/ink682.xml"/><Relationship Id="rId251" Type="http://schemas.openxmlformats.org/officeDocument/2006/relationships/image" Target="../media/image687.png"/><Relationship Id="rId25" Type="http://schemas.openxmlformats.org/officeDocument/2006/relationships/image" Target="../media/image574.png"/><Relationship Id="rId46" Type="http://schemas.openxmlformats.org/officeDocument/2006/relationships/customXml" Target="../ink/ink590.xml"/><Relationship Id="rId67" Type="http://schemas.openxmlformats.org/officeDocument/2006/relationships/image" Target="../media/image595.png"/><Relationship Id="rId88" Type="http://schemas.openxmlformats.org/officeDocument/2006/relationships/customXml" Target="../ink/ink611.xml"/><Relationship Id="rId111" Type="http://schemas.openxmlformats.org/officeDocument/2006/relationships/image" Target="../media/image617.png"/><Relationship Id="rId132" Type="http://schemas.openxmlformats.org/officeDocument/2006/relationships/customXml" Target="../ink/ink633.xml"/><Relationship Id="rId153" Type="http://schemas.openxmlformats.org/officeDocument/2006/relationships/image" Target="../media/image638.png"/><Relationship Id="rId174" Type="http://schemas.openxmlformats.org/officeDocument/2006/relationships/customXml" Target="../ink/ink654.xml"/><Relationship Id="rId195" Type="http://schemas.openxmlformats.org/officeDocument/2006/relationships/image" Target="../media/image659.png"/><Relationship Id="rId209" Type="http://schemas.openxmlformats.org/officeDocument/2006/relationships/image" Target="../media/image666.png"/><Relationship Id="rId220" Type="http://schemas.openxmlformats.org/officeDocument/2006/relationships/customXml" Target="../ink/ink677.xml"/><Relationship Id="rId241" Type="http://schemas.openxmlformats.org/officeDocument/2006/relationships/image" Target="../media/image682.png"/><Relationship Id="rId15" Type="http://schemas.openxmlformats.org/officeDocument/2006/relationships/image" Target="../media/image569.png"/><Relationship Id="rId36" Type="http://schemas.openxmlformats.org/officeDocument/2006/relationships/customXml" Target="../ink/ink585.xml"/><Relationship Id="rId57" Type="http://schemas.openxmlformats.org/officeDocument/2006/relationships/image" Target="../media/image590.png"/><Relationship Id="rId78" Type="http://schemas.openxmlformats.org/officeDocument/2006/relationships/customXml" Target="../ink/ink606.xml"/><Relationship Id="rId99" Type="http://schemas.openxmlformats.org/officeDocument/2006/relationships/image" Target="../media/image611.png"/><Relationship Id="rId101" Type="http://schemas.openxmlformats.org/officeDocument/2006/relationships/image" Target="../media/image612.png"/><Relationship Id="rId122" Type="http://schemas.openxmlformats.org/officeDocument/2006/relationships/customXml" Target="../ink/ink628.xml"/><Relationship Id="rId143" Type="http://schemas.openxmlformats.org/officeDocument/2006/relationships/image" Target="../media/image633.png"/><Relationship Id="rId164" Type="http://schemas.openxmlformats.org/officeDocument/2006/relationships/customXml" Target="../ink/ink649.xml"/><Relationship Id="rId185" Type="http://schemas.openxmlformats.org/officeDocument/2006/relationships/image" Target="../media/image654.png"/><Relationship Id="rId4" Type="http://schemas.openxmlformats.org/officeDocument/2006/relationships/customXml" Target="../ink/ink569.xml"/><Relationship Id="rId9" Type="http://schemas.openxmlformats.org/officeDocument/2006/relationships/image" Target="../media/image566.png"/><Relationship Id="rId180" Type="http://schemas.openxmlformats.org/officeDocument/2006/relationships/customXml" Target="../ink/ink657.xml"/><Relationship Id="rId210" Type="http://schemas.openxmlformats.org/officeDocument/2006/relationships/customXml" Target="../ink/ink672.xml"/><Relationship Id="rId215" Type="http://schemas.openxmlformats.org/officeDocument/2006/relationships/image" Target="../media/image669.png"/><Relationship Id="rId236" Type="http://schemas.openxmlformats.org/officeDocument/2006/relationships/customXml" Target="../ink/ink685.xml"/><Relationship Id="rId26" Type="http://schemas.openxmlformats.org/officeDocument/2006/relationships/customXml" Target="../ink/ink580.xml"/><Relationship Id="rId231" Type="http://schemas.openxmlformats.org/officeDocument/2006/relationships/image" Target="../media/image677.png"/><Relationship Id="rId47" Type="http://schemas.openxmlformats.org/officeDocument/2006/relationships/image" Target="../media/image585.png"/><Relationship Id="rId68" Type="http://schemas.openxmlformats.org/officeDocument/2006/relationships/customXml" Target="../ink/ink601.xml"/><Relationship Id="rId89" Type="http://schemas.openxmlformats.org/officeDocument/2006/relationships/image" Target="../media/image606.png"/><Relationship Id="rId112" Type="http://schemas.openxmlformats.org/officeDocument/2006/relationships/customXml" Target="../ink/ink623.xml"/><Relationship Id="rId133" Type="http://schemas.openxmlformats.org/officeDocument/2006/relationships/image" Target="../media/image628.png"/><Relationship Id="rId154" Type="http://schemas.openxmlformats.org/officeDocument/2006/relationships/customXml" Target="../ink/ink644.xml"/><Relationship Id="rId175" Type="http://schemas.openxmlformats.org/officeDocument/2006/relationships/image" Target="../media/image649.png"/><Relationship Id="rId196" Type="http://schemas.openxmlformats.org/officeDocument/2006/relationships/customXml" Target="../ink/ink665.xml"/><Relationship Id="rId200" Type="http://schemas.openxmlformats.org/officeDocument/2006/relationships/customXml" Target="../ink/ink667.xml"/><Relationship Id="rId16" Type="http://schemas.openxmlformats.org/officeDocument/2006/relationships/customXml" Target="../ink/ink575.xml"/><Relationship Id="rId221" Type="http://schemas.openxmlformats.org/officeDocument/2006/relationships/image" Target="../media/image672.png"/><Relationship Id="rId242" Type="http://schemas.openxmlformats.org/officeDocument/2006/relationships/customXml" Target="../ink/ink688.xml"/><Relationship Id="rId37" Type="http://schemas.openxmlformats.org/officeDocument/2006/relationships/image" Target="../media/image580.png"/><Relationship Id="rId58" Type="http://schemas.openxmlformats.org/officeDocument/2006/relationships/customXml" Target="../ink/ink596.xml"/><Relationship Id="rId79" Type="http://schemas.openxmlformats.org/officeDocument/2006/relationships/image" Target="../media/image601.png"/><Relationship Id="rId102" Type="http://schemas.openxmlformats.org/officeDocument/2006/relationships/customXml" Target="../ink/ink618.xml"/><Relationship Id="rId123" Type="http://schemas.openxmlformats.org/officeDocument/2006/relationships/image" Target="../media/image623.png"/><Relationship Id="rId144" Type="http://schemas.openxmlformats.org/officeDocument/2006/relationships/customXml" Target="../ink/ink639.xml"/><Relationship Id="rId90" Type="http://schemas.openxmlformats.org/officeDocument/2006/relationships/customXml" Target="../ink/ink612.xml"/><Relationship Id="rId165" Type="http://schemas.openxmlformats.org/officeDocument/2006/relationships/image" Target="../media/image644.png"/><Relationship Id="rId186" Type="http://schemas.openxmlformats.org/officeDocument/2006/relationships/customXml" Target="../ink/ink660.xml"/><Relationship Id="rId211" Type="http://schemas.openxmlformats.org/officeDocument/2006/relationships/image" Target="../media/image667.png"/><Relationship Id="rId232" Type="http://schemas.openxmlformats.org/officeDocument/2006/relationships/customXml" Target="../ink/ink683.xml"/><Relationship Id="rId27" Type="http://schemas.openxmlformats.org/officeDocument/2006/relationships/image" Target="../media/image575.png"/><Relationship Id="rId48" Type="http://schemas.openxmlformats.org/officeDocument/2006/relationships/customXml" Target="../ink/ink591.xml"/><Relationship Id="rId69" Type="http://schemas.openxmlformats.org/officeDocument/2006/relationships/image" Target="../media/image596.png"/><Relationship Id="rId113" Type="http://schemas.openxmlformats.org/officeDocument/2006/relationships/image" Target="../media/image618.png"/><Relationship Id="rId134" Type="http://schemas.openxmlformats.org/officeDocument/2006/relationships/customXml" Target="../ink/ink634.xml"/><Relationship Id="rId80" Type="http://schemas.openxmlformats.org/officeDocument/2006/relationships/customXml" Target="../ink/ink607.xml"/><Relationship Id="rId155" Type="http://schemas.openxmlformats.org/officeDocument/2006/relationships/image" Target="../media/image639.png"/><Relationship Id="rId176" Type="http://schemas.openxmlformats.org/officeDocument/2006/relationships/customXml" Target="../ink/ink655.xml"/><Relationship Id="rId197" Type="http://schemas.openxmlformats.org/officeDocument/2006/relationships/image" Target="../media/image660.png"/><Relationship Id="rId201" Type="http://schemas.openxmlformats.org/officeDocument/2006/relationships/image" Target="../media/image662.png"/><Relationship Id="rId222" Type="http://schemas.openxmlformats.org/officeDocument/2006/relationships/customXml" Target="../ink/ink678.xml"/><Relationship Id="rId243" Type="http://schemas.openxmlformats.org/officeDocument/2006/relationships/image" Target="../media/image683.png"/><Relationship Id="rId17" Type="http://schemas.openxmlformats.org/officeDocument/2006/relationships/image" Target="../media/image570.png"/><Relationship Id="rId38" Type="http://schemas.openxmlformats.org/officeDocument/2006/relationships/customXml" Target="../ink/ink586.xml"/><Relationship Id="rId59" Type="http://schemas.openxmlformats.org/officeDocument/2006/relationships/image" Target="../media/image591.png"/><Relationship Id="rId103" Type="http://schemas.openxmlformats.org/officeDocument/2006/relationships/image" Target="../media/image613.png"/><Relationship Id="rId124" Type="http://schemas.openxmlformats.org/officeDocument/2006/relationships/customXml" Target="../ink/ink629.xml"/><Relationship Id="rId70" Type="http://schemas.openxmlformats.org/officeDocument/2006/relationships/customXml" Target="../ink/ink602.xml"/><Relationship Id="rId91" Type="http://schemas.openxmlformats.org/officeDocument/2006/relationships/image" Target="../media/image607.png"/><Relationship Id="rId145" Type="http://schemas.openxmlformats.org/officeDocument/2006/relationships/image" Target="../media/image634.png"/><Relationship Id="rId166" Type="http://schemas.openxmlformats.org/officeDocument/2006/relationships/customXml" Target="../ink/ink650.xml"/><Relationship Id="rId187" Type="http://schemas.openxmlformats.org/officeDocument/2006/relationships/image" Target="../media/image655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673.xml"/><Relationship Id="rId233" Type="http://schemas.openxmlformats.org/officeDocument/2006/relationships/image" Target="../media/image678.png"/><Relationship Id="rId28" Type="http://schemas.openxmlformats.org/officeDocument/2006/relationships/customXml" Target="../ink/ink581.xml"/><Relationship Id="rId49" Type="http://schemas.openxmlformats.org/officeDocument/2006/relationships/image" Target="../media/image586.png"/><Relationship Id="rId114" Type="http://schemas.openxmlformats.org/officeDocument/2006/relationships/customXml" Target="../ink/ink624.xml"/><Relationship Id="rId60" Type="http://schemas.openxmlformats.org/officeDocument/2006/relationships/customXml" Target="../ink/ink597.xml"/><Relationship Id="rId81" Type="http://schemas.openxmlformats.org/officeDocument/2006/relationships/image" Target="../media/image602.png"/><Relationship Id="rId135" Type="http://schemas.openxmlformats.org/officeDocument/2006/relationships/image" Target="../media/image629.png"/><Relationship Id="rId156" Type="http://schemas.openxmlformats.org/officeDocument/2006/relationships/customXml" Target="../ink/ink645.xml"/><Relationship Id="rId177" Type="http://schemas.openxmlformats.org/officeDocument/2006/relationships/image" Target="../media/image650.png"/><Relationship Id="rId198" Type="http://schemas.openxmlformats.org/officeDocument/2006/relationships/customXml" Target="../ink/ink666.xml"/><Relationship Id="rId202" Type="http://schemas.openxmlformats.org/officeDocument/2006/relationships/customXml" Target="../ink/ink668.xml"/><Relationship Id="rId223" Type="http://schemas.openxmlformats.org/officeDocument/2006/relationships/image" Target="../media/image673.png"/><Relationship Id="rId244" Type="http://schemas.openxmlformats.org/officeDocument/2006/relationships/customXml" Target="../ink/ink689.xml"/><Relationship Id="rId18" Type="http://schemas.openxmlformats.org/officeDocument/2006/relationships/customXml" Target="../ink/ink576.xml"/><Relationship Id="rId39" Type="http://schemas.openxmlformats.org/officeDocument/2006/relationships/image" Target="../media/image581.png"/><Relationship Id="rId50" Type="http://schemas.openxmlformats.org/officeDocument/2006/relationships/customXml" Target="../ink/ink592.xml"/><Relationship Id="rId104" Type="http://schemas.openxmlformats.org/officeDocument/2006/relationships/customXml" Target="../ink/ink619.xml"/><Relationship Id="rId125" Type="http://schemas.openxmlformats.org/officeDocument/2006/relationships/image" Target="../media/image624.png"/><Relationship Id="rId146" Type="http://schemas.openxmlformats.org/officeDocument/2006/relationships/customXml" Target="../ink/ink640.xml"/><Relationship Id="rId167" Type="http://schemas.openxmlformats.org/officeDocument/2006/relationships/image" Target="../media/image645.png"/><Relationship Id="rId188" Type="http://schemas.openxmlformats.org/officeDocument/2006/relationships/customXml" Target="../ink/ink661.xml"/><Relationship Id="rId71" Type="http://schemas.openxmlformats.org/officeDocument/2006/relationships/image" Target="../media/image597.png"/><Relationship Id="rId92" Type="http://schemas.openxmlformats.org/officeDocument/2006/relationships/customXml" Target="../ink/ink613.xml"/><Relationship Id="rId213" Type="http://schemas.openxmlformats.org/officeDocument/2006/relationships/image" Target="../media/image668.png"/><Relationship Id="rId234" Type="http://schemas.openxmlformats.org/officeDocument/2006/relationships/customXml" Target="../ink/ink684.xml"/><Relationship Id="rId2" Type="http://schemas.openxmlformats.org/officeDocument/2006/relationships/customXml" Target="../ink/ink568.xml"/><Relationship Id="rId29" Type="http://schemas.openxmlformats.org/officeDocument/2006/relationships/image" Target="../media/image576.png"/><Relationship Id="rId40" Type="http://schemas.openxmlformats.org/officeDocument/2006/relationships/customXml" Target="../ink/ink587.xml"/><Relationship Id="rId115" Type="http://schemas.openxmlformats.org/officeDocument/2006/relationships/image" Target="../media/image619.png"/><Relationship Id="rId136" Type="http://schemas.openxmlformats.org/officeDocument/2006/relationships/customXml" Target="../ink/ink635.xml"/><Relationship Id="rId157" Type="http://schemas.openxmlformats.org/officeDocument/2006/relationships/image" Target="../media/image640.png"/><Relationship Id="rId178" Type="http://schemas.openxmlformats.org/officeDocument/2006/relationships/customXml" Target="../ink/ink656.xml"/><Relationship Id="rId61" Type="http://schemas.openxmlformats.org/officeDocument/2006/relationships/image" Target="../media/image592.png"/><Relationship Id="rId82" Type="http://schemas.openxmlformats.org/officeDocument/2006/relationships/customXml" Target="../ink/ink608.xml"/><Relationship Id="rId199" Type="http://schemas.openxmlformats.org/officeDocument/2006/relationships/image" Target="../media/image661.png"/><Relationship Id="rId203" Type="http://schemas.openxmlformats.org/officeDocument/2006/relationships/image" Target="../media/image663.png"/><Relationship Id="rId19" Type="http://schemas.openxmlformats.org/officeDocument/2006/relationships/image" Target="../media/image571.png"/><Relationship Id="rId224" Type="http://schemas.openxmlformats.org/officeDocument/2006/relationships/customXml" Target="../ink/ink679.xml"/><Relationship Id="rId245" Type="http://schemas.openxmlformats.org/officeDocument/2006/relationships/image" Target="../media/image684.png"/><Relationship Id="rId30" Type="http://schemas.openxmlformats.org/officeDocument/2006/relationships/customXml" Target="../ink/ink582.xml"/><Relationship Id="rId105" Type="http://schemas.openxmlformats.org/officeDocument/2006/relationships/image" Target="../media/image614.png"/><Relationship Id="rId126" Type="http://schemas.openxmlformats.org/officeDocument/2006/relationships/customXml" Target="../ink/ink630.xml"/><Relationship Id="rId147" Type="http://schemas.openxmlformats.org/officeDocument/2006/relationships/image" Target="../media/image635.png"/><Relationship Id="rId168" Type="http://schemas.openxmlformats.org/officeDocument/2006/relationships/customXml" Target="../ink/ink651.xml"/><Relationship Id="rId51" Type="http://schemas.openxmlformats.org/officeDocument/2006/relationships/image" Target="../media/image587.png"/><Relationship Id="rId72" Type="http://schemas.openxmlformats.org/officeDocument/2006/relationships/customXml" Target="../ink/ink603.xml"/><Relationship Id="rId93" Type="http://schemas.openxmlformats.org/officeDocument/2006/relationships/image" Target="../media/image608.png"/><Relationship Id="rId189" Type="http://schemas.openxmlformats.org/officeDocument/2006/relationships/image" Target="../media/image656.png"/><Relationship Id="rId3" Type="http://schemas.openxmlformats.org/officeDocument/2006/relationships/image" Target="../media/image563.png"/><Relationship Id="rId214" Type="http://schemas.openxmlformats.org/officeDocument/2006/relationships/customXml" Target="../ink/ink674.xml"/><Relationship Id="rId235" Type="http://schemas.openxmlformats.org/officeDocument/2006/relationships/image" Target="../media/image679.png"/><Relationship Id="rId116" Type="http://schemas.openxmlformats.org/officeDocument/2006/relationships/customXml" Target="../ink/ink625.xml"/><Relationship Id="rId137" Type="http://schemas.openxmlformats.org/officeDocument/2006/relationships/image" Target="../media/image630.png"/><Relationship Id="rId158" Type="http://schemas.openxmlformats.org/officeDocument/2006/relationships/customXml" Target="../ink/ink646.xml"/><Relationship Id="rId20" Type="http://schemas.openxmlformats.org/officeDocument/2006/relationships/customXml" Target="../ink/ink577.xml"/><Relationship Id="rId41" Type="http://schemas.openxmlformats.org/officeDocument/2006/relationships/image" Target="../media/image582.png"/><Relationship Id="rId62" Type="http://schemas.openxmlformats.org/officeDocument/2006/relationships/customXml" Target="../ink/ink598.xml"/><Relationship Id="rId83" Type="http://schemas.openxmlformats.org/officeDocument/2006/relationships/image" Target="../media/image603.png"/><Relationship Id="rId179" Type="http://schemas.openxmlformats.org/officeDocument/2006/relationships/image" Target="../media/image651.png"/><Relationship Id="rId190" Type="http://schemas.openxmlformats.org/officeDocument/2006/relationships/customXml" Target="../ink/ink662.xml"/><Relationship Id="rId204" Type="http://schemas.openxmlformats.org/officeDocument/2006/relationships/customXml" Target="../ink/ink669.xml"/><Relationship Id="rId225" Type="http://schemas.openxmlformats.org/officeDocument/2006/relationships/image" Target="../media/image674.png"/><Relationship Id="rId246" Type="http://schemas.openxmlformats.org/officeDocument/2006/relationships/customXml" Target="../ink/ink690.xml"/><Relationship Id="rId106" Type="http://schemas.openxmlformats.org/officeDocument/2006/relationships/customXml" Target="../ink/ink620.xml"/><Relationship Id="rId127" Type="http://schemas.openxmlformats.org/officeDocument/2006/relationships/image" Target="../media/image625.png"/><Relationship Id="rId10" Type="http://schemas.openxmlformats.org/officeDocument/2006/relationships/customXml" Target="../ink/ink572.xml"/><Relationship Id="rId31" Type="http://schemas.openxmlformats.org/officeDocument/2006/relationships/image" Target="../media/image577.png"/><Relationship Id="rId52" Type="http://schemas.openxmlformats.org/officeDocument/2006/relationships/customXml" Target="../ink/ink593.xml"/><Relationship Id="rId73" Type="http://schemas.openxmlformats.org/officeDocument/2006/relationships/image" Target="../media/image598.png"/><Relationship Id="rId94" Type="http://schemas.openxmlformats.org/officeDocument/2006/relationships/customXml" Target="../ink/ink614.xml"/><Relationship Id="rId148" Type="http://schemas.openxmlformats.org/officeDocument/2006/relationships/customXml" Target="../ink/ink641.xml"/><Relationship Id="rId169" Type="http://schemas.openxmlformats.org/officeDocument/2006/relationships/image" Target="../media/image646.png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51.xml"/><Relationship Id="rId21" Type="http://schemas.openxmlformats.org/officeDocument/2006/relationships/image" Target="../media/image697.png"/><Relationship Id="rId42" Type="http://schemas.openxmlformats.org/officeDocument/2006/relationships/customXml" Target="../ink/ink713.xml"/><Relationship Id="rId63" Type="http://schemas.openxmlformats.org/officeDocument/2006/relationships/image" Target="../media/image718.png"/><Relationship Id="rId84" Type="http://schemas.openxmlformats.org/officeDocument/2006/relationships/customXml" Target="../ink/ink734.xml"/><Relationship Id="rId138" Type="http://schemas.openxmlformats.org/officeDocument/2006/relationships/image" Target="../media/image755.png"/><Relationship Id="rId159" Type="http://schemas.openxmlformats.org/officeDocument/2006/relationships/customXml" Target="../ink/ink772.xml"/><Relationship Id="rId170" Type="http://schemas.openxmlformats.org/officeDocument/2006/relationships/image" Target="../media/image771.png"/><Relationship Id="rId107" Type="http://schemas.openxmlformats.org/officeDocument/2006/relationships/customXml" Target="../ink/ink746.xml"/><Relationship Id="rId11" Type="http://schemas.openxmlformats.org/officeDocument/2006/relationships/image" Target="../media/image692.png"/><Relationship Id="rId32" Type="http://schemas.openxmlformats.org/officeDocument/2006/relationships/customXml" Target="../ink/ink708.xml"/><Relationship Id="rId53" Type="http://schemas.openxmlformats.org/officeDocument/2006/relationships/image" Target="../media/image713.png"/><Relationship Id="rId74" Type="http://schemas.openxmlformats.org/officeDocument/2006/relationships/customXml" Target="../ink/ink729.xml"/><Relationship Id="rId128" Type="http://schemas.openxmlformats.org/officeDocument/2006/relationships/image" Target="../media/image750.png"/><Relationship Id="rId149" Type="http://schemas.openxmlformats.org/officeDocument/2006/relationships/customXml" Target="../ink/ink767.xml"/><Relationship Id="rId5" Type="http://schemas.openxmlformats.org/officeDocument/2006/relationships/image" Target="../media/image689.png"/><Relationship Id="rId95" Type="http://schemas.openxmlformats.org/officeDocument/2006/relationships/image" Target="../media/image734.png"/><Relationship Id="rId160" Type="http://schemas.openxmlformats.org/officeDocument/2006/relationships/image" Target="../media/image766.png"/><Relationship Id="rId181" Type="http://schemas.openxmlformats.org/officeDocument/2006/relationships/customXml" Target="../ink/ink783.xml"/><Relationship Id="rId22" Type="http://schemas.openxmlformats.org/officeDocument/2006/relationships/customXml" Target="../ink/ink703.xml"/><Relationship Id="rId43" Type="http://schemas.openxmlformats.org/officeDocument/2006/relationships/image" Target="../media/image708.png"/><Relationship Id="rId64" Type="http://schemas.openxmlformats.org/officeDocument/2006/relationships/customXml" Target="../ink/ink724.xml"/><Relationship Id="rId118" Type="http://schemas.openxmlformats.org/officeDocument/2006/relationships/image" Target="../media/image745.png"/><Relationship Id="rId139" Type="http://schemas.openxmlformats.org/officeDocument/2006/relationships/customXml" Target="../ink/ink762.xml"/><Relationship Id="rId85" Type="http://schemas.openxmlformats.org/officeDocument/2006/relationships/image" Target="../media/image729.png"/><Relationship Id="rId150" Type="http://schemas.openxmlformats.org/officeDocument/2006/relationships/image" Target="../media/image761.png"/><Relationship Id="rId171" Type="http://schemas.openxmlformats.org/officeDocument/2006/relationships/customXml" Target="../ink/ink778.xml"/><Relationship Id="rId12" Type="http://schemas.openxmlformats.org/officeDocument/2006/relationships/customXml" Target="../ink/ink698.xml"/><Relationship Id="rId33" Type="http://schemas.openxmlformats.org/officeDocument/2006/relationships/image" Target="../media/image703.png"/><Relationship Id="rId108" Type="http://schemas.openxmlformats.org/officeDocument/2006/relationships/image" Target="../media/image740.png"/><Relationship Id="rId129" Type="http://schemas.openxmlformats.org/officeDocument/2006/relationships/customXml" Target="../ink/ink757.xml"/><Relationship Id="rId54" Type="http://schemas.openxmlformats.org/officeDocument/2006/relationships/customXml" Target="../ink/ink719.xml"/><Relationship Id="rId75" Type="http://schemas.openxmlformats.org/officeDocument/2006/relationships/image" Target="../media/image724.png"/><Relationship Id="rId96" Type="http://schemas.openxmlformats.org/officeDocument/2006/relationships/customXml" Target="../ink/ink740.xml"/><Relationship Id="rId140" Type="http://schemas.openxmlformats.org/officeDocument/2006/relationships/image" Target="../media/image756.png"/><Relationship Id="rId161" Type="http://schemas.openxmlformats.org/officeDocument/2006/relationships/customXml" Target="../ink/ink773.xml"/><Relationship Id="rId182" Type="http://schemas.openxmlformats.org/officeDocument/2006/relationships/image" Target="../media/image777.png"/><Relationship Id="rId6" Type="http://schemas.openxmlformats.org/officeDocument/2006/relationships/customXml" Target="../ink/ink695.xml"/><Relationship Id="rId23" Type="http://schemas.openxmlformats.org/officeDocument/2006/relationships/image" Target="../media/image698.png"/><Relationship Id="rId119" Type="http://schemas.openxmlformats.org/officeDocument/2006/relationships/customXml" Target="../ink/ink752.xml"/><Relationship Id="rId44" Type="http://schemas.openxmlformats.org/officeDocument/2006/relationships/customXml" Target="../ink/ink714.xml"/><Relationship Id="rId65" Type="http://schemas.openxmlformats.org/officeDocument/2006/relationships/image" Target="../media/image719.png"/><Relationship Id="rId86" Type="http://schemas.openxmlformats.org/officeDocument/2006/relationships/customXml" Target="../ink/ink735.xml"/><Relationship Id="rId130" Type="http://schemas.openxmlformats.org/officeDocument/2006/relationships/image" Target="../media/image751.png"/><Relationship Id="rId151" Type="http://schemas.openxmlformats.org/officeDocument/2006/relationships/customXml" Target="../ink/ink768.xml"/><Relationship Id="rId172" Type="http://schemas.openxmlformats.org/officeDocument/2006/relationships/image" Target="../media/image772.png"/><Relationship Id="rId13" Type="http://schemas.openxmlformats.org/officeDocument/2006/relationships/image" Target="../media/image693.png"/><Relationship Id="rId18" Type="http://schemas.openxmlformats.org/officeDocument/2006/relationships/customXml" Target="../ink/ink701.xml"/><Relationship Id="rId39" Type="http://schemas.openxmlformats.org/officeDocument/2006/relationships/image" Target="../media/image706.png"/><Relationship Id="rId109" Type="http://schemas.openxmlformats.org/officeDocument/2006/relationships/customXml" Target="../ink/ink747.xml"/><Relationship Id="rId34" Type="http://schemas.openxmlformats.org/officeDocument/2006/relationships/customXml" Target="../ink/ink709.xml"/><Relationship Id="rId50" Type="http://schemas.openxmlformats.org/officeDocument/2006/relationships/customXml" Target="../ink/ink717.xml"/><Relationship Id="rId55" Type="http://schemas.openxmlformats.org/officeDocument/2006/relationships/image" Target="../media/image714.png"/><Relationship Id="rId76" Type="http://schemas.openxmlformats.org/officeDocument/2006/relationships/customXml" Target="../ink/ink730.xml"/><Relationship Id="rId97" Type="http://schemas.openxmlformats.org/officeDocument/2006/relationships/image" Target="../media/image735.png"/><Relationship Id="rId104" Type="http://schemas.openxmlformats.org/officeDocument/2006/relationships/image" Target="../media/image738.png"/><Relationship Id="rId120" Type="http://schemas.openxmlformats.org/officeDocument/2006/relationships/image" Target="../media/image746.png"/><Relationship Id="rId125" Type="http://schemas.openxmlformats.org/officeDocument/2006/relationships/customXml" Target="../ink/ink755.xml"/><Relationship Id="rId141" Type="http://schemas.openxmlformats.org/officeDocument/2006/relationships/customXml" Target="../ink/ink763.xml"/><Relationship Id="rId146" Type="http://schemas.openxmlformats.org/officeDocument/2006/relationships/image" Target="../media/image759.png"/><Relationship Id="rId167" Type="http://schemas.openxmlformats.org/officeDocument/2006/relationships/customXml" Target="../ink/ink776.xml"/><Relationship Id="rId7" Type="http://schemas.openxmlformats.org/officeDocument/2006/relationships/image" Target="../media/image690.png"/><Relationship Id="rId71" Type="http://schemas.openxmlformats.org/officeDocument/2006/relationships/image" Target="../media/image722.png"/><Relationship Id="rId92" Type="http://schemas.openxmlformats.org/officeDocument/2006/relationships/customXml" Target="../ink/ink738.xml"/><Relationship Id="rId162" Type="http://schemas.openxmlformats.org/officeDocument/2006/relationships/image" Target="../media/image767.png"/><Relationship Id="rId183" Type="http://schemas.openxmlformats.org/officeDocument/2006/relationships/customXml" Target="../ink/ink784.xml"/><Relationship Id="rId2" Type="http://schemas.openxmlformats.org/officeDocument/2006/relationships/customXml" Target="../ink/ink693.xml"/><Relationship Id="rId29" Type="http://schemas.openxmlformats.org/officeDocument/2006/relationships/image" Target="../media/image701.png"/><Relationship Id="rId24" Type="http://schemas.openxmlformats.org/officeDocument/2006/relationships/customXml" Target="../ink/ink704.xml"/><Relationship Id="rId40" Type="http://schemas.openxmlformats.org/officeDocument/2006/relationships/customXml" Target="../ink/ink712.xml"/><Relationship Id="rId45" Type="http://schemas.openxmlformats.org/officeDocument/2006/relationships/image" Target="../media/image709.png"/><Relationship Id="rId66" Type="http://schemas.openxmlformats.org/officeDocument/2006/relationships/customXml" Target="../ink/ink725.xml"/><Relationship Id="rId87" Type="http://schemas.openxmlformats.org/officeDocument/2006/relationships/image" Target="../media/image730.png"/><Relationship Id="rId110" Type="http://schemas.openxmlformats.org/officeDocument/2006/relationships/image" Target="../media/image741.png"/><Relationship Id="rId115" Type="http://schemas.openxmlformats.org/officeDocument/2006/relationships/customXml" Target="../ink/ink750.xml"/><Relationship Id="rId131" Type="http://schemas.openxmlformats.org/officeDocument/2006/relationships/customXml" Target="../ink/ink758.xml"/><Relationship Id="rId136" Type="http://schemas.openxmlformats.org/officeDocument/2006/relationships/image" Target="../media/image754.png"/><Relationship Id="rId157" Type="http://schemas.openxmlformats.org/officeDocument/2006/relationships/customXml" Target="../ink/ink771.xml"/><Relationship Id="rId178" Type="http://schemas.openxmlformats.org/officeDocument/2006/relationships/image" Target="../media/image775.png"/><Relationship Id="rId61" Type="http://schemas.openxmlformats.org/officeDocument/2006/relationships/image" Target="../media/image717.png"/><Relationship Id="rId82" Type="http://schemas.openxmlformats.org/officeDocument/2006/relationships/customXml" Target="../ink/ink733.xml"/><Relationship Id="rId152" Type="http://schemas.openxmlformats.org/officeDocument/2006/relationships/image" Target="../media/image762.png"/><Relationship Id="rId173" Type="http://schemas.openxmlformats.org/officeDocument/2006/relationships/customXml" Target="../ink/ink779.xml"/><Relationship Id="rId19" Type="http://schemas.openxmlformats.org/officeDocument/2006/relationships/image" Target="../media/image696.png"/><Relationship Id="rId14" Type="http://schemas.openxmlformats.org/officeDocument/2006/relationships/customXml" Target="../ink/ink699.xml"/><Relationship Id="rId30" Type="http://schemas.openxmlformats.org/officeDocument/2006/relationships/customXml" Target="../ink/ink707.xml"/><Relationship Id="rId35" Type="http://schemas.openxmlformats.org/officeDocument/2006/relationships/image" Target="../media/image704.png"/><Relationship Id="rId56" Type="http://schemas.openxmlformats.org/officeDocument/2006/relationships/customXml" Target="../ink/ink720.xml"/><Relationship Id="rId77" Type="http://schemas.openxmlformats.org/officeDocument/2006/relationships/image" Target="../media/image725.png"/><Relationship Id="rId100" Type="http://schemas.openxmlformats.org/officeDocument/2006/relationships/customXml" Target="../ink/ink742.xml"/><Relationship Id="rId105" Type="http://schemas.openxmlformats.org/officeDocument/2006/relationships/customXml" Target="../ink/ink745.xml"/><Relationship Id="rId126" Type="http://schemas.openxmlformats.org/officeDocument/2006/relationships/image" Target="../media/image749.png"/><Relationship Id="rId147" Type="http://schemas.openxmlformats.org/officeDocument/2006/relationships/customXml" Target="../ink/ink766.xml"/><Relationship Id="rId168" Type="http://schemas.openxmlformats.org/officeDocument/2006/relationships/image" Target="../media/image770.png"/><Relationship Id="rId8" Type="http://schemas.openxmlformats.org/officeDocument/2006/relationships/customXml" Target="../ink/ink696.xml"/><Relationship Id="rId51" Type="http://schemas.openxmlformats.org/officeDocument/2006/relationships/image" Target="../media/image712.png"/><Relationship Id="rId72" Type="http://schemas.openxmlformats.org/officeDocument/2006/relationships/customXml" Target="../ink/ink728.xml"/><Relationship Id="rId93" Type="http://schemas.openxmlformats.org/officeDocument/2006/relationships/image" Target="../media/image733.png"/><Relationship Id="rId98" Type="http://schemas.openxmlformats.org/officeDocument/2006/relationships/customXml" Target="../ink/ink741.xml"/><Relationship Id="rId121" Type="http://schemas.openxmlformats.org/officeDocument/2006/relationships/customXml" Target="../ink/ink753.xml"/><Relationship Id="rId142" Type="http://schemas.openxmlformats.org/officeDocument/2006/relationships/image" Target="../media/image757.png"/><Relationship Id="rId163" Type="http://schemas.openxmlformats.org/officeDocument/2006/relationships/customXml" Target="../ink/ink774.xml"/><Relationship Id="rId184" Type="http://schemas.openxmlformats.org/officeDocument/2006/relationships/image" Target="../media/image778.png"/><Relationship Id="rId3" Type="http://schemas.openxmlformats.org/officeDocument/2006/relationships/image" Target="../media/image688.png"/><Relationship Id="rId25" Type="http://schemas.openxmlformats.org/officeDocument/2006/relationships/image" Target="../media/image699.png"/><Relationship Id="rId46" Type="http://schemas.openxmlformats.org/officeDocument/2006/relationships/customXml" Target="../ink/ink715.xml"/><Relationship Id="rId67" Type="http://schemas.openxmlformats.org/officeDocument/2006/relationships/image" Target="../media/image720.png"/><Relationship Id="rId116" Type="http://schemas.openxmlformats.org/officeDocument/2006/relationships/image" Target="../media/image744.png"/><Relationship Id="rId137" Type="http://schemas.openxmlformats.org/officeDocument/2006/relationships/customXml" Target="../ink/ink761.xml"/><Relationship Id="rId158" Type="http://schemas.openxmlformats.org/officeDocument/2006/relationships/image" Target="../media/image765.png"/><Relationship Id="rId20" Type="http://schemas.openxmlformats.org/officeDocument/2006/relationships/customXml" Target="../ink/ink702.xml"/><Relationship Id="rId41" Type="http://schemas.openxmlformats.org/officeDocument/2006/relationships/image" Target="../media/image707.png"/><Relationship Id="rId62" Type="http://schemas.openxmlformats.org/officeDocument/2006/relationships/customXml" Target="../ink/ink723.xml"/><Relationship Id="rId83" Type="http://schemas.openxmlformats.org/officeDocument/2006/relationships/image" Target="../media/image728.png"/><Relationship Id="rId88" Type="http://schemas.openxmlformats.org/officeDocument/2006/relationships/customXml" Target="../ink/ink736.xml"/><Relationship Id="rId111" Type="http://schemas.openxmlformats.org/officeDocument/2006/relationships/customXml" Target="../ink/ink748.xml"/><Relationship Id="rId132" Type="http://schemas.openxmlformats.org/officeDocument/2006/relationships/image" Target="../media/image752.png"/><Relationship Id="rId153" Type="http://schemas.openxmlformats.org/officeDocument/2006/relationships/customXml" Target="../ink/ink769.xml"/><Relationship Id="rId174" Type="http://schemas.openxmlformats.org/officeDocument/2006/relationships/image" Target="../media/image773.png"/><Relationship Id="rId179" Type="http://schemas.openxmlformats.org/officeDocument/2006/relationships/customXml" Target="../ink/ink782.xml"/><Relationship Id="rId15" Type="http://schemas.openxmlformats.org/officeDocument/2006/relationships/image" Target="../media/image694.png"/><Relationship Id="rId36" Type="http://schemas.openxmlformats.org/officeDocument/2006/relationships/customXml" Target="../ink/ink710.xml"/><Relationship Id="rId57" Type="http://schemas.openxmlformats.org/officeDocument/2006/relationships/image" Target="../media/image715.png"/><Relationship Id="rId106" Type="http://schemas.openxmlformats.org/officeDocument/2006/relationships/image" Target="../media/image739.png"/><Relationship Id="rId127" Type="http://schemas.openxmlformats.org/officeDocument/2006/relationships/customXml" Target="../ink/ink756.xml"/><Relationship Id="rId10" Type="http://schemas.openxmlformats.org/officeDocument/2006/relationships/customXml" Target="../ink/ink697.xml"/><Relationship Id="rId31" Type="http://schemas.openxmlformats.org/officeDocument/2006/relationships/image" Target="../media/image702.png"/><Relationship Id="rId52" Type="http://schemas.openxmlformats.org/officeDocument/2006/relationships/customXml" Target="../ink/ink718.xml"/><Relationship Id="rId73" Type="http://schemas.openxmlformats.org/officeDocument/2006/relationships/image" Target="../media/image723.png"/><Relationship Id="rId78" Type="http://schemas.openxmlformats.org/officeDocument/2006/relationships/customXml" Target="../ink/ink731.xml"/><Relationship Id="rId94" Type="http://schemas.openxmlformats.org/officeDocument/2006/relationships/customXml" Target="../ink/ink739.xml"/><Relationship Id="rId99" Type="http://schemas.openxmlformats.org/officeDocument/2006/relationships/image" Target="../media/image736.png"/><Relationship Id="rId101" Type="http://schemas.openxmlformats.org/officeDocument/2006/relationships/image" Target="../media/image737.png"/><Relationship Id="rId122" Type="http://schemas.openxmlformats.org/officeDocument/2006/relationships/image" Target="../media/image747.png"/><Relationship Id="rId143" Type="http://schemas.openxmlformats.org/officeDocument/2006/relationships/customXml" Target="../ink/ink764.xml"/><Relationship Id="rId148" Type="http://schemas.openxmlformats.org/officeDocument/2006/relationships/image" Target="../media/image760.png"/><Relationship Id="rId164" Type="http://schemas.openxmlformats.org/officeDocument/2006/relationships/image" Target="../media/image768.png"/><Relationship Id="rId169" Type="http://schemas.openxmlformats.org/officeDocument/2006/relationships/customXml" Target="../ink/ink777.xml"/><Relationship Id="rId185" Type="http://schemas.openxmlformats.org/officeDocument/2006/relationships/customXml" Target="../ink/ink785.xml"/><Relationship Id="rId4" Type="http://schemas.openxmlformats.org/officeDocument/2006/relationships/customXml" Target="../ink/ink694.xml"/><Relationship Id="rId9" Type="http://schemas.openxmlformats.org/officeDocument/2006/relationships/image" Target="../media/image691.png"/><Relationship Id="rId180" Type="http://schemas.openxmlformats.org/officeDocument/2006/relationships/image" Target="../media/image776.png"/><Relationship Id="rId26" Type="http://schemas.openxmlformats.org/officeDocument/2006/relationships/customXml" Target="../ink/ink705.xml"/><Relationship Id="rId47" Type="http://schemas.openxmlformats.org/officeDocument/2006/relationships/image" Target="../media/image710.png"/><Relationship Id="rId68" Type="http://schemas.openxmlformats.org/officeDocument/2006/relationships/customXml" Target="../ink/ink726.xml"/><Relationship Id="rId89" Type="http://schemas.openxmlformats.org/officeDocument/2006/relationships/image" Target="../media/image731.png"/><Relationship Id="rId112" Type="http://schemas.openxmlformats.org/officeDocument/2006/relationships/image" Target="../media/image742.png"/><Relationship Id="rId133" Type="http://schemas.openxmlformats.org/officeDocument/2006/relationships/customXml" Target="../ink/ink759.xml"/><Relationship Id="rId154" Type="http://schemas.openxmlformats.org/officeDocument/2006/relationships/image" Target="../media/image763.png"/><Relationship Id="rId175" Type="http://schemas.openxmlformats.org/officeDocument/2006/relationships/customXml" Target="../ink/ink780.xml"/><Relationship Id="rId16" Type="http://schemas.openxmlformats.org/officeDocument/2006/relationships/customXml" Target="../ink/ink700.xml"/><Relationship Id="rId37" Type="http://schemas.openxmlformats.org/officeDocument/2006/relationships/image" Target="../media/image705.png"/><Relationship Id="rId58" Type="http://schemas.openxmlformats.org/officeDocument/2006/relationships/customXml" Target="../ink/ink721.xml"/><Relationship Id="rId79" Type="http://schemas.openxmlformats.org/officeDocument/2006/relationships/image" Target="../media/image726.png"/><Relationship Id="rId102" Type="http://schemas.openxmlformats.org/officeDocument/2006/relationships/customXml" Target="../ink/ink743.xml"/><Relationship Id="rId123" Type="http://schemas.openxmlformats.org/officeDocument/2006/relationships/customXml" Target="../ink/ink754.xml"/><Relationship Id="rId144" Type="http://schemas.openxmlformats.org/officeDocument/2006/relationships/image" Target="../media/image758.png"/><Relationship Id="rId90" Type="http://schemas.openxmlformats.org/officeDocument/2006/relationships/customXml" Target="../ink/ink737.xml"/><Relationship Id="rId165" Type="http://schemas.openxmlformats.org/officeDocument/2006/relationships/customXml" Target="../ink/ink775.xml"/><Relationship Id="rId27" Type="http://schemas.openxmlformats.org/officeDocument/2006/relationships/image" Target="../media/image700.png"/><Relationship Id="rId48" Type="http://schemas.openxmlformats.org/officeDocument/2006/relationships/customXml" Target="../ink/ink716.xml"/><Relationship Id="rId69" Type="http://schemas.openxmlformats.org/officeDocument/2006/relationships/image" Target="../media/image721.png"/><Relationship Id="rId113" Type="http://schemas.openxmlformats.org/officeDocument/2006/relationships/customXml" Target="../ink/ink749.xml"/><Relationship Id="rId134" Type="http://schemas.openxmlformats.org/officeDocument/2006/relationships/image" Target="../media/image753.png"/><Relationship Id="rId80" Type="http://schemas.openxmlformats.org/officeDocument/2006/relationships/customXml" Target="../ink/ink732.xml"/><Relationship Id="rId155" Type="http://schemas.openxmlformats.org/officeDocument/2006/relationships/customXml" Target="../ink/ink770.xml"/><Relationship Id="rId176" Type="http://schemas.openxmlformats.org/officeDocument/2006/relationships/image" Target="../media/image774.png"/><Relationship Id="rId17" Type="http://schemas.openxmlformats.org/officeDocument/2006/relationships/image" Target="../media/image695.png"/><Relationship Id="rId38" Type="http://schemas.openxmlformats.org/officeDocument/2006/relationships/customXml" Target="../ink/ink711.xml"/><Relationship Id="rId59" Type="http://schemas.openxmlformats.org/officeDocument/2006/relationships/image" Target="../media/image716.png"/><Relationship Id="rId103" Type="http://schemas.openxmlformats.org/officeDocument/2006/relationships/customXml" Target="../ink/ink744.xml"/><Relationship Id="rId124" Type="http://schemas.openxmlformats.org/officeDocument/2006/relationships/image" Target="../media/image748.png"/><Relationship Id="rId70" Type="http://schemas.openxmlformats.org/officeDocument/2006/relationships/customXml" Target="../ink/ink727.xml"/><Relationship Id="rId91" Type="http://schemas.openxmlformats.org/officeDocument/2006/relationships/image" Target="../media/image732.png"/><Relationship Id="rId145" Type="http://schemas.openxmlformats.org/officeDocument/2006/relationships/customXml" Target="../ink/ink765.xml"/><Relationship Id="rId166" Type="http://schemas.openxmlformats.org/officeDocument/2006/relationships/image" Target="../media/image769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706.xml"/><Relationship Id="rId49" Type="http://schemas.openxmlformats.org/officeDocument/2006/relationships/image" Target="../media/image711.png"/><Relationship Id="rId114" Type="http://schemas.openxmlformats.org/officeDocument/2006/relationships/image" Target="../media/image743.png"/><Relationship Id="rId60" Type="http://schemas.openxmlformats.org/officeDocument/2006/relationships/customXml" Target="../ink/ink722.xml"/><Relationship Id="rId81" Type="http://schemas.openxmlformats.org/officeDocument/2006/relationships/image" Target="../media/image727.png"/><Relationship Id="rId135" Type="http://schemas.openxmlformats.org/officeDocument/2006/relationships/customXml" Target="../ink/ink760.xml"/><Relationship Id="rId156" Type="http://schemas.openxmlformats.org/officeDocument/2006/relationships/image" Target="../media/image764.png"/><Relationship Id="rId177" Type="http://schemas.openxmlformats.org/officeDocument/2006/relationships/customXml" Target="../ink/ink781.xml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98.xml"/><Relationship Id="rId21" Type="http://schemas.openxmlformats.org/officeDocument/2006/relationships/image" Target="../media/image788.png"/><Relationship Id="rId42" Type="http://schemas.openxmlformats.org/officeDocument/2006/relationships/customXml" Target="../ink/ink806.xml"/><Relationship Id="rId47" Type="http://schemas.openxmlformats.org/officeDocument/2006/relationships/image" Target="../media/image801.png"/><Relationship Id="rId63" Type="http://schemas.openxmlformats.org/officeDocument/2006/relationships/image" Target="../media/image809.png"/><Relationship Id="rId68" Type="http://schemas.openxmlformats.org/officeDocument/2006/relationships/customXml" Target="../ink/ink819.xml"/><Relationship Id="rId84" Type="http://schemas.openxmlformats.org/officeDocument/2006/relationships/customXml" Target="../ink/ink827.xml"/><Relationship Id="rId89" Type="http://schemas.openxmlformats.org/officeDocument/2006/relationships/image" Target="../media/image822.png"/><Relationship Id="rId16" Type="http://schemas.openxmlformats.org/officeDocument/2006/relationships/customXml" Target="../ink/ink793.xml"/><Relationship Id="rId11" Type="http://schemas.openxmlformats.org/officeDocument/2006/relationships/image" Target="../media/image783.png"/><Relationship Id="rId32" Type="http://schemas.openxmlformats.org/officeDocument/2006/relationships/customXml" Target="../ink/ink801.xml"/><Relationship Id="rId37" Type="http://schemas.openxmlformats.org/officeDocument/2006/relationships/image" Target="../media/image796.png"/><Relationship Id="rId53" Type="http://schemas.openxmlformats.org/officeDocument/2006/relationships/image" Target="../media/image804.png"/><Relationship Id="rId58" Type="http://schemas.openxmlformats.org/officeDocument/2006/relationships/customXml" Target="../ink/ink814.xml"/><Relationship Id="rId74" Type="http://schemas.openxmlformats.org/officeDocument/2006/relationships/customXml" Target="../ink/ink822.xml"/><Relationship Id="rId79" Type="http://schemas.openxmlformats.org/officeDocument/2006/relationships/image" Target="../media/image817.png"/><Relationship Id="rId5" Type="http://schemas.openxmlformats.org/officeDocument/2006/relationships/image" Target="../media/image780.png"/><Relationship Id="rId14" Type="http://schemas.openxmlformats.org/officeDocument/2006/relationships/customXml" Target="../ink/ink792.xml"/><Relationship Id="rId22" Type="http://schemas.openxmlformats.org/officeDocument/2006/relationships/customXml" Target="../ink/ink796.xml"/><Relationship Id="rId27" Type="http://schemas.openxmlformats.org/officeDocument/2006/relationships/image" Target="../media/image791.png"/><Relationship Id="rId30" Type="http://schemas.openxmlformats.org/officeDocument/2006/relationships/customXml" Target="../ink/ink800.xml"/><Relationship Id="rId35" Type="http://schemas.openxmlformats.org/officeDocument/2006/relationships/image" Target="../media/image795.png"/><Relationship Id="rId43" Type="http://schemas.openxmlformats.org/officeDocument/2006/relationships/image" Target="../media/image799.png"/><Relationship Id="rId48" Type="http://schemas.openxmlformats.org/officeDocument/2006/relationships/customXml" Target="../ink/ink809.xml"/><Relationship Id="rId56" Type="http://schemas.openxmlformats.org/officeDocument/2006/relationships/customXml" Target="../ink/ink813.xml"/><Relationship Id="rId64" Type="http://schemas.openxmlformats.org/officeDocument/2006/relationships/customXml" Target="../ink/ink817.xml"/><Relationship Id="rId69" Type="http://schemas.openxmlformats.org/officeDocument/2006/relationships/image" Target="../media/image812.png"/><Relationship Id="rId77" Type="http://schemas.openxmlformats.org/officeDocument/2006/relationships/image" Target="../media/image816.png"/><Relationship Id="rId8" Type="http://schemas.openxmlformats.org/officeDocument/2006/relationships/customXml" Target="../ink/ink789.xml"/><Relationship Id="rId51" Type="http://schemas.openxmlformats.org/officeDocument/2006/relationships/image" Target="../media/image803.png"/><Relationship Id="rId72" Type="http://schemas.openxmlformats.org/officeDocument/2006/relationships/customXml" Target="../ink/ink821.xml"/><Relationship Id="rId80" Type="http://schemas.openxmlformats.org/officeDocument/2006/relationships/customXml" Target="../ink/ink825.xml"/><Relationship Id="rId85" Type="http://schemas.openxmlformats.org/officeDocument/2006/relationships/image" Target="../media/image820.png"/><Relationship Id="rId3" Type="http://schemas.openxmlformats.org/officeDocument/2006/relationships/image" Target="../media/image779.png"/><Relationship Id="rId12" Type="http://schemas.openxmlformats.org/officeDocument/2006/relationships/customXml" Target="../ink/ink791.xml"/><Relationship Id="rId17" Type="http://schemas.openxmlformats.org/officeDocument/2006/relationships/image" Target="../media/image786.png"/><Relationship Id="rId25" Type="http://schemas.openxmlformats.org/officeDocument/2006/relationships/image" Target="../media/image790.png"/><Relationship Id="rId33" Type="http://schemas.openxmlformats.org/officeDocument/2006/relationships/image" Target="../media/image794.png"/><Relationship Id="rId38" Type="http://schemas.openxmlformats.org/officeDocument/2006/relationships/customXml" Target="../ink/ink804.xml"/><Relationship Id="rId46" Type="http://schemas.openxmlformats.org/officeDocument/2006/relationships/customXml" Target="../ink/ink808.xml"/><Relationship Id="rId59" Type="http://schemas.openxmlformats.org/officeDocument/2006/relationships/image" Target="../media/image807.png"/><Relationship Id="rId67" Type="http://schemas.openxmlformats.org/officeDocument/2006/relationships/image" Target="../media/image811.png"/><Relationship Id="rId20" Type="http://schemas.openxmlformats.org/officeDocument/2006/relationships/customXml" Target="../ink/ink795.xml"/><Relationship Id="rId41" Type="http://schemas.openxmlformats.org/officeDocument/2006/relationships/image" Target="../media/image798.png"/><Relationship Id="rId54" Type="http://schemas.openxmlformats.org/officeDocument/2006/relationships/customXml" Target="../ink/ink812.xml"/><Relationship Id="rId62" Type="http://schemas.openxmlformats.org/officeDocument/2006/relationships/customXml" Target="../ink/ink816.xml"/><Relationship Id="rId70" Type="http://schemas.openxmlformats.org/officeDocument/2006/relationships/customXml" Target="../ink/ink820.xml"/><Relationship Id="rId75" Type="http://schemas.openxmlformats.org/officeDocument/2006/relationships/image" Target="../media/image815.png"/><Relationship Id="rId83" Type="http://schemas.openxmlformats.org/officeDocument/2006/relationships/image" Target="../media/image819.png"/><Relationship Id="rId88" Type="http://schemas.openxmlformats.org/officeDocument/2006/relationships/customXml" Target="../ink/ink82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88.xml"/><Relationship Id="rId15" Type="http://schemas.openxmlformats.org/officeDocument/2006/relationships/image" Target="../media/image785.png"/><Relationship Id="rId23" Type="http://schemas.openxmlformats.org/officeDocument/2006/relationships/image" Target="../media/image789.png"/><Relationship Id="rId28" Type="http://schemas.openxmlformats.org/officeDocument/2006/relationships/customXml" Target="../ink/ink799.xml"/><Relationship Id="rId36" Type="http://schemas.openxmlformats.org/officeDocument/2006/relationships/customXml" Target="../ink/ink803.xml"/><Relationship Id="rId49" Type="http://schemas.openxmlformats.org/officeDocument/2006/relationships/image" Target="../media/image802.png"/><Relationship Id="rId57" Type="http://schemas.openxmlformats.org/officeDocument/2006/relationships/image" Target="../media/image806.png"/><Relationship Id="rId10" Type="http://schemas.openxmlformats.org/officeDocument/2006/relationships/customXml" Target="../ink/ink790.xml"/><Relationship Id="rId31" Type="http://schemas.openxmlformats.org/officeDocument/2006/relationships/image" Target="../media/image793.png"/><Relationship Id="rId44" Type="http://schemas.openxmlformats.org/officeDocument/2006/relationships/customXml" Target="../ink/ink807.xml"/><Relationship Id="rId52" Type="http://schemas.openxmlformats.org/officeDocument/2006/relationships/customXml" Target="../ink/ink811.xml"/><Relationship Id="rId60" Type="http://schemas.openxmlformats.org/officeDocument/2006/relationships/customXml" Target="../ink/ink815.xml"/><Relationship Id="rId65" Type="http://schemas.openxmlformats.org/officeDocument/2006/relationships/image" Target="../media/image810.png"/><Relationship Id="rId73" Type="http://schemas.openxmlformats.org/officeDocument/2006/relationships/image" Target="../media/image814.png"/><Relationship Id="rId78" Type="http://schemas.openxmlformats.org/officeDocument/2006/relationships/customXml" Target="../ink/ink824.xml"/><Relationship Id="rId81" Type="http://schemas.openxmlformats.org/officeDocument/2006/relationships/image" Target="../media/image818.png"/><Relationship Id="rId86" Type="http://schemas.openxmlformats.org/officeDocument/2006/relationships/customXml" Target="../ink/ink828.xml"/><Relationship Id="rId4" Type="http://schemas.openxmlformats.org/officeDocument/2006/relationships/customXml" Target="../ink/ink787.xml"/><Relationship Id="rId9" Type="http://schemas.openxmlformats.org/officeDocument/2006/relationships/image" Target="../media/image782.png"/><Relationship Id="rId13" Type="http://schemas.openxmlformats.org/officeDocument/2006/relationships/image" Target="../media/image784.png"/><Relationship Id="rId18" Type="http://schemas.openxmlformats.org/officeDocument/2006/relationships/customXml" Target="../ink/ink794.xml"/><Relationship Id="rId39" Type="http://schemas.openxmlformats.org/officeDocument/2006/relationships/image" Target="../media/image797.png"/><Relationship Id="rId34" Type="http://schemas.openxmlformats.org/officeDocument/2006/relationships/customXml" Target="../ink/ink802.xml"/><Relationship Id="rId50" Type="http://schemas.openxmlformats.org/officeDocument/2006/relationships/customXml" Target="../ink/ink810.xml"/><Relationship Id="rId55" Type="http://schemas.openxmlformats.org/officeDocument/2006/relationships/image" Target="../media/image805.png"/><Relationship Id="rId76" Type="http://schemas.openxmlformats.org/officeDocument/2006/relationships/customXml" Target="../ink/ink823.xml"/><Relationship Id="rId7" Type="http://schemas.openxmlformats.org/officeDocument/2006/relationships/image" Target="../media/image781.png"/><Relationship Id="rId71" Type="http://schemas.openxmlformats.org/officeDocument/2006/relationships/image" Target="../media/image813.png"/><Relationship Id="rId2" Type="http://schemas.openxmlformats.org/officeDocument/2006/relationships/customXml" Target="../ink/ink786.xml"/><Relationship Id="rId29" Type="http://schemas.openxmlformats.org/officeDocument/2006/relationships/image" Target="../media/image792.png"/><Relationship Id="rId24" Type="http://schemas.openxmlformats.org/officeDocument/2006/relationships/customXml" Target="../ink/ink797.xml"/><Relationship Id="rId40" Type="http://schemas.openxmlformats.org/officeDocument/2006/relationships/customXml" Target="../ink/ink805.xml"/><Relationship Id="rId45" Type="http://schemas.openxmlformats.org/officeDocument/2006/relationships/image" Target="../media/image800.png"/><Relationship Id="rId66" Type="http://schemas.openxmlformats.org/officeDocument/2006/relationships/customXml" Target="../ink/ink818.xml"/><Relationship Id="rId87" Type="http://schemas.openxmlformats.org/officeDocument/2006/relationships/image" Target="../media/image821.png"/><Relationship Id="rId61" Type="http://schemas.openxmlformats.org/officeDocument/2006/relationships/image" Target="../media/image808.png"/><Relationship Id="rId82" Type="http://schemas.openxmlformats.org/officeDocument/2006/relationships/customXml" Target="../ink/ink826.xml"/><Relationship Id="rId19" Type="http://schemas.openxmlformats.org/officeDocument/2006/relationships/image" Target="../media/image787.png"/></Relationships>
</file>

<file path=ppt/slides/_rels/slide2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79.png"/><Relationship Id="rId299" Type="http://schemas.openxmlformats.org/officeDocument/2006/relationships/image" Target="../media/image970.png"/><Relationship Id="rId21" Type="http://schemas.openxmlformats.org/officeDocument/2006/relationships/image" Target="../media/image831.png"/><Relationship Id="rId63" Type="http://schemas.openxmlformats.org/officeDocument/2006/relationships/image" Target="../media/image852.png"/><Relationship Id="rId159" Type="http://schemas.openxmlformats.org/officeDocument/2006/relationships/image" Target="../media/image900.png"/><Relationship Id="rId170" Type="http://schemas.openxmlformats.org/officeDocument/2006/relationships/customXml" Target="../ink/ink914.xml"/><Relationship Id="rId226" Type="http://schemas.openxmlformats.org/officeDocument/2006/relationships/customXml" Target="../ink/ink942.xml"/><Relationship Id="rId268" Type="http://schemas.openxmlformats.org/officeDocument/2006/relationships/customXml" Target="../ink/ink963.xml"/><Relationship Id="rId32" Type="http://schemas.openxmlformats.org/officeDocument/2006/relationships/customXml" Target="../ink/ink845.xml"/><Relationship Id="rId74" Type="http://schemas.openxmlformats.org/officeDocument/2006/relationships/customXml" Target="../ink/ink866.xml"/><Relationship Id="rId128" Type="http://schemas.openxmlformats.org/officeDocument/2006/relationships/customXml" Target="../ink/ink893.xml"/><Relationship Id="rId5" Type="http://schemas.openxmlformats.org/officeDocument/2006/relationships/image" Target="../media/image823.png"/><Relationship Id="rId181" Type="http://schemas.openxmlformats.org/officeDocument/2006/relationships/image" Target="../media/image911.png"/><Relationship Id="rId237" Type="http://schemas.openxmlformats.org/officeDocument/2006/relationships/image" Target="../media/image939.png"/><Relationship Id="rId279" Type="http://schemas.openxmlformats.org/officeDocument/2006/relationships/image" Target="../media/image960.png"/><Relationship Id="rId43" Type="http://schemas.openxmlformats.org/officeDocument/2006/relationships/image" Target="../media/image842.png"/><Relationship Id="rId139" Type="http://schemas.openxmlformats.org/officeDocument/2006/relationships/image" Target="../media/image890.png"/><Relationship Id="rId290" Type="http://schemas.openxmlformats.org/officeDocument/2006/relationships/customXml" Target="../ink/ink974.xml"/><Relationship Id="rId304" Type="http://schemas.openxmlformats.org/officeDocument/2006/relationships/customXml" Target="../ink/ink981.xml"/><Relationship Id="rId85" Type="http://schemas.openxmlformats.org/officeDocument/2006/relationships/image" Target="../media/image863.png"/><Relationship Id="rId150" Type="http://schemas.openxmlformats.org/officeDocument/2006/relationships/customXml" Target="../ink/ink904.xml"/><Relationship Id="rId192" Type="http://schemas.openxmlformats.org/officeDocument/2006/relationships/customXml" Target="../ink/ink925.xml"/><Relationship Id="rId206" Type="http://schemas.openxmlformats.org/officeDocument/2006/relationships/customXml" Target="../ink/ink932.xml"/><Relationship Id="rId248" Type="http://schemas.openxmlformats.org/officeDocument/2006/relationships/customXml" Target="../ink/ink953.xml"/><Relationship Id="rId12" Type="http://schemas.openxmlformats.org/officeDocument/2006/relationships/customXml" Target="../ink/ink835.xml"/><Relationship Id="rId108" Type="http://schemas.openxmlformats.org/officeDocument/2006/relationships/customXml" Target="../ink/ink883.xml"/><Relationship Id="rId315" Type="http://schemas.openxmlformats.org/officeDocument/2006/relationships/image" Target="../media/image978.png"/><Relationship Id="rId54" Type="http://schemas.openxmlformats.org/officeDocument/2006/relationships/customXml" Target="../ink/ink856.xml"/><Relationship Id="rId96" Type="http://schemas.openxmlformats.org/officeDocument/2006/relationships/customXml" Target="../ink/ink877.xml"/><Relationship Id="rId161" Type="http://schemas.openxmlformats.org/officeDocument/2006/relationships/image" Target="../media/image901.png"/><Relationship Id="rId217" Type="http://schemas.openxmlformats.org/officeDocument/2006/relationships/image" Target="../media/image929.png"/><Relationship Id="rId259" Type="http://schemas.openxmlformats.org/officeDocument/2006/relationships/image" Target="../media/image950.png"/><Relationship Id="rId23" Type="http://schemas.openxmlformats.org/officeDocument/2006/relationships/image" Target="../media/image832.png"/><Relationship Id="rId119" Type="http://schemas.openxmlformats.org/officeDocument/2006/relationships/image" Target="../media/image880.png"/><Relationship Id="rId270" Type="http://schemas.openxmlformats.org/officeDocument/2006/relationships/customXml" Target="../ink/ink964.xml"/><Relationship Id="rId65" Type="http://schemas.openxmlformats.org/officeDocument/2006/relationships/image" Target="../media/image853.png"/><Relationship Id="rId130" Type="http://schemas.openxmlformats.org/officeDocument/2006/relationships/customXml" Target="../ink/ink894.xml"/><Relationship Id="rId172" Type="http://schemas.openxmlformats.org/officeDocument/2006/relationships/customXml" Target="../ink/ink915.xml"/><Relationship Id="rId228" Type="http://schemas.openxmlformats.org/officeDocument/2006/relationships/customXml" Target="../ink/ink943.xml"/><Relationship Id="rId281" Type="http://schemas.openxmlformats.org/officeDocument/2006/relationships/image" Target="../media/image961.png"/><Relationship Id="rId34" Type="http://schemas.openxmlformats.org/officeDocument/2006/relationships/customXml" Target="../ink/ink846.xml"/><Relationship Id="rId55" Type="http://schemas.openxmlformats.org/officeDocument/2006/relationships/image" Target="../media/image848.png"/><Relationship Id="rId76" Type="http://schemas.openxmlformats.org/officeDocument/2006/relationships/customXml" Target="../ink/ink867.xml"/><Relationship Id="rId97" Type="http://schemas.openxmlformats.org/officeDocument/2006/relationships/image" Target="../media/image869.png"/><Relationship Id="rId120" Type="http://schemas.openxmlformats.org/officeDocument/2006/relationships/customXml" Target="../ink/ink889.xml"/><Relationship Id="rId141" Type="http://schemas.openxmlformats.org/officeDocument/2006/relationships/image" Target="../media/image891.png"/><Relationship Id="rId7" Type="http://schemas.openxmlformats.org/officeDocument/2006/relationships/image" Target="../media/image824.png"/><Relationship Id="rId162" Type="http://schemas.openxmlformats.org/officeDocument/2006/relationships/customXml" Target="../ink/ink910.xml"/><Relationship Id="rId183" Type="http://schemas.openxmlformats.org/officeDocument/2006/relationships/image" Target="../media/image912.png"/><Relationship Id="rId218" Type="http://schemas.openxmlformats.org/officeDocument/2006/relationships/customXml" Target="../ink/ink938.xml"/><Relationship Id="rId239" Type="http://schemas.openxmlformats.org/officeDocument/2006/relationships/image" Target="../media/image940.png"/><Relationship Id="rId250" Type="http://schemas.openxmlformats.org/officeDocument/2006/relationships/customXml" Target="../ink/ink954.xml"/><Relationship Id="rId271" Type="http://schemas.openxmlformats.org/officeDocument/2006/relationships/image" Target="../media/image956.png"/><Relationship Id="rId292" Type="http://schemas.openxmlformats.org/officeDocument/2006/relationships/customXml" Target="../ink/ink975.xml"/><Relationship Id="rId306" Type="http://schemas.openxmlformats.org/officeDocument/2006/relationships/customXml" Target="../ink/ink982.xml"/><Relationship Id="rId24" Type="http://schemas.openxmlformats.org/officeDocument/2006/relationships/customXml" Target="../ink/ink841.xml"/><Relationship Id="rId45" Type="http://schemas.openxmlformats.org/officeDocument/2006/relationships/image" Target="../media/image843.png"/><Relationship Id="rId66" Type="http://schemas.openxmlformats.org/officeDocument/2006/relationships/customXml" Target="../ink/ink862.xml"/><Relationship Id="rId87" Type="http://schemas.openxmlformats.org/officeDocument/2006/relationships/image" Target="../media/image864.png"/><Relationship Id="rId110" Type="http://schemas.openxmlformats.org/officeDocument/2006/relationships/customXml" Target="../ink/ink884.xml"/><Relationship Id="rId131" Type="http://schemas.openxmlformats.org/officeDocument/2006/relationships/image" Target="../media/image886.png"/><Relationship Id="rId152" Type="http://schemas.openxmlformats.org/officeDocument/2006/relationships/customXml" Target="../ink/ink905.xml"/><Relationship Id="rId173" Type="http://schemas.openxmlformats.org/officeDocument/2006/relationships/image" Target="../media/image907.png"/><Relationship Id="rId194" Type="http://schemas.openxmlformats.org/officeDocument/2006/relationships/customXml" Target="../ink/ink926.xml"/><Relationship Id="rId208" Type="http://schemas.openxmlformats.org/officeDocument/2006/relationships/customXml" Target="../ink/ink933.xml"/><Relationship Id="rId229" Type="http://schemas.openxmlformats.org/officeDocument/2006/relationships/image" Target="../media/image935.png"/><Relationship Id="rId240" Type="http://schemas.openxmlformats.org/officeDocument/2006/relationships/customXml" Target="../ink/ink949.xml"/><Relationship Id="rId261" Type="http://schemas.openxmlformats.org/officeDocument/2006/relationships/image" Target="../media/image951.png"/><Relationship Id="rId14" Type="http://schemas.openxmlformats.org/officeDocument/2006/relationships/customXml" Target="../ink/ink836.xml"/><Relationship Id="rId35" Type="http://schemas.openxmlformats.org/officeDocument/2006/relationships/image" Target="../media/image838.png"/><Relationship Id="rId56" Type="http://schemas.openxmlformats.org/officeDocument/2006/relationships/customXml" Target="../ink/ink857.xml"/><Relationship Id="rId77" Type="http://schemas.openxmlformats.org/officeDocument/2006/relationships/image" Target="../media/image859.png"/><Relationship Id="rId100" Type="http://schemas.openxmlformats.org/officeDocument/2006/relationships/customXml" Target="../ink/ink879.xml"/><Relationship Id="rId282" Type="http://schemas.openxmlformats.org/officeDocument/2006/relationships/customXml" Target="../ink/ink970.xml"/><Relationship Id="rId317" Type="http://schemas.openxmlformats.org/officeDocument/2006/relationships/image" Target="../media/image979.png"/><Relationship Id="rId8" Type="http://schemas.openxmlformats.org/officeDocument/2006/relationships/customXml" Target="../ink/ink833.xml"/><Relationship Id="rId98" Type="http://schemas.openxmlformats.org/officeDocument/2006/relationships/customXml" Target="../ink/ink878.xml"/><Relationship Id="rId121" Type="http://schemas.openxmlformats.org/officeDocument/2006/relationships/image" Target="../media/image881.png"/><Relationship Id="rId142" Type="http://schemas.openxmlformats.org/officeDocument/2006/relationships/customXml" Target="../ink/ink900.xml"/><Relationship Id="rId163" Type="http://schemas.openxmlformats.org/officeDocument/2006/relationships/image" Target="../media/image902.png"/><Relationship Id="rId184" Type="http://schemas.openxmlformats.org/officeDocument/2006/relationships/customXml" Target="../ink/ink921.xml"/><Relationship Id="rId219" Type="http://schemas.openxmlformats.org/officeDocument/2006/relationships/image" Target="../media/image930.png"/><Relationship Id="rId230" Type="http://schemas.openxmlformats.org/officeDocument/2006/relationships/customXml" Target="../ink/ink944.xml"/><Relationship Id="rId251" Type="http://schemas.openxmlformats.org/officeDocument/2006/relationships/image" Target="../media/image946.png"/><Relationship Id="rId25" Type="http://schemas.openxmlformats.org/officeDocument/2006/relationships/image" Target="../media/image833.png"/><Relationship Id="rId46" Type="http://schemas.openxmlformats.org/officeDocument/2006/relationships/customXml" Target="../ink/ink852.xml"/><Relationship Id="rId67" Type="http://schemas.openxmlformats.org/officeDocument/2006/relationships/image" Target="../media/image854.png"/><Relationship Id="rId272" Type="http://schemas.openxmlformats.org/officeDocument/2006/relationships/customXml" Target="../ink/ink965.xml"/><Relationship Id="rId293" Type="http://schemas.openxmlformats.org/officeDocument/2006/relationships/image" Target="../media/image967.png"/><Relationship Id="rId307" Type="http://schemas.openxmlformats.org/officeDocument/2006/relationships/image" Target="../media/image974.png"/><Relationship Id="rId88" Type="http://schemas.openxmlformats.org/officeDocument/2006/relationships/customXml" Target="../ink/ink873.xml"/><Relationship Id="rId111" Type="http://schemas.openxmlformats.org/officeDocument/2006/relationships/image" Target="../media/image876.png"/><Relationship Id="rId132" Type="http://schemas.openxmlformats.org/officeDocument/2006/relationships/customXml" Target="../ink/ink895.xml"/><Relationship Id="rId153" Type="http://schemas.openxmlformats.org/officeDocument/2006/relationships/image" Target="../media/image897.png"/><Relationship Id="rId174" Type="http://schemas.openxmlformats.org/officeDocument/2006/relationships/customXml" Target="../ink/ink916.xml"/><Relationship Id="rId195" Type="http://schemas.openxmlformats.org/officeDocument/2006/relationships/image" Target="../media/image918.png"/><Relationship Id="rId209" Type="http://schemas.openxmlformats.org/officeDocument/2006/relationships/image" Target="../media/image925.png"/><Relationship Id="rId220" Type="http://schemas.openxmlformats.org/officeDocument/2006/relationships/customXml" Target="../ink/ink939.xml"/><Relationship Id="rId241" Type="http://schemas.openxmlformats.org/officeDocument/2006/relationships/image" Target="../media/image941.png"/><Relationship Id="rId15" Type="http://schemas.openxmlformats.org/officeDocument/2006/relationships/image" Target="../media/image828.png"/><Relationship Id="rId36" Type="http://schemas.openxmlformats.org/officeDocument/2006/relationships/customXml" Target="../ink/ink847.xml"/><Relationship Id="rId57" Type="http://schemas.openxmlformats.org/officeDocument/2006/relationships/image" Target="../media/image849.png"/><Relationship Id="rId262" Type="http://schemas.openxmlformats.org/officeDocument/2006/relationships/customXml" Target="../ink/ink960.xml"/><Relationship Id="rId283" Type="http://schemas.openxmlformats.org/officeDocument/2006/relationships/image" Target="../media/image962.png"/><Relationship Id="rId318" Type="http://schemas.openxmlformats.org/officeDocument/2006/relationships/customXml" Target="../ink/ink988.xml"/><Relationship Id="rId78" Type="http://schemas.openxmlformats.org/officeDocument/2006/relationships/customXml" Target="../ink/ink868.xml"/><Relationship Id="rId99" Type="http://schemas.openxmlformats.org/officeDocument/2006/relationships/image" Target="../media/image870.png"/><Relationship Id="rId101" Type="http://schemas.openxmlformats.org/officeDocument/2006/relationships/image" Target="../media/image871.png"/><Relationship Id="rId122" Type="http://schemas.openxmlformats.org/officeDocument/2006/relationships/customXml" Target="../ink/ink890.xml"/><Relationship Id="rId143" Type="http://schemas.openxmlformats.org/officeDocument/2006/relationships/image" Target="../media/image892.png"/><Relationship Id="rId164" Type="http://schemas.openxmlformats.org/officeDocument/2006/relationships/customXml" Target="../ink/ink911.xml"/><Relationship Id="rId185" Type="http://schemas.openxmlformats.org/officeDocument/2006/relationships/image" Target="../media/image913.png"/><Relationship Id="rId9" Type="http://schemas.openxmlformats.org/officeDocument/2006/relationships/image" Target="../media/image825.png"/><Relationship Id="rId210" Type="http://schemas.openxmlformats.org/officeDocument/2006/relationships/customXml" Target="../ink/ink934.xml"/><Relationship Id="rId26" Type="http://schemas.openxmlformats.org/officeDocument/2006/relationships/customXml" Target="../ink/ink842.xml"/><Relationship Id="rId231" Type="http://schemas.openxmlformats.org/officeDocument/2006/relationships/image" Target="../media/image936.png"/><Relationship Id="rId252" Type="http://schemas.openxmlformats.org/officeDocument/2006/relationships/customXml" Target="../ink/ink955.xml"/><Relationship Id="rId273" Type="http://schemas.openxmlformats.org/officeDocument/2006/relationships/image" Target="../media/image957.png"/><Relationship Id="rId294" Type="http://schemas.openxmlformats.org/officeDocument/2006/relationships/customXml" Target="../ink/ink976.xml"/><Relationship Id="rId308" Type="http://schemas.openxmlformats.org/officeDocument/2006/relationships/customXml" Target="../ink/ink983.xml"/><Relationship Id="rId47" Type="http://schemas.openxmlformats.org/officeDocument/2006/relationships/image" Target="../media/image844.png"/><Relationship Id="rId68" Type="http://schemas.openxmlformats.org/officeDocument/2006/relationships/customXml" Target="../ink/ink863.xml"/><Relationship Id="rId89" Type="http://schemas.openxmlformats.org/officeDocument/2006/relationships/image" Target="../media/image865.png"/><Relationship Id="rId112" Type="http://schemas.openxmlformats.org/officeDocument/2006/relationships/customXml" Target="../ink/ink885.xml"/><Relationship Id="rId133" Type="http://schemas.openxmlformats.org/officeDocument/2006/relationships/image" Target="../media/image887.png"/><Relationship Id="rId154" Type="http://schemas.openxmlformats.org/officeDocument/2006/relationships/customXml" Target="../ink/ink906.xml"/><Relationship Id="rId175" Type="http://schemas.openxmlformats.org/officeDocument/2006/relationships/image" Target="../media/image908.png"/><Relationship Id="rId196" Type="http://schemas.openxmlformats.org/officeDocument/2006/relationships/customXml" Target="../ink/ink927.xml"/><Relationship Id="rId200" Type="http://schemas.openxmlformats.org/officeDocument/2006/relationships/customXml" Target="../ink/ink929.xml"/><Relationship Id="rId16" Type="http://schemas.openxmlformats.org/officeDocument/2006/relationships/customXml" Target="../ink/ink837.xml"/><Relationship Id="rId221" Type="http://schemas.openxmlformats.org/officeDocument/2006/relationships/image" Target="../media/image931.png"/><Relationship Id="rId242" Type="http://schemas.openxmlformats.org/officeDocument/2006/relationships/customXml" Target="../ink/ink950.xml"/><Relationship Id="rId263" Type="http://schemas.openxmlformats.org/officeDocument/2006/relationships/image" Target="../media/image952.png"/><Relationship Id="rId284" Type="http://schemas.openxmlformats.org/officeDocument/2006/relationships/customXml" Target="../ink/ink971.xml"/><Relationship Id="rId319" Type="http://schemas.openxmlformats.org/officeDocument/2006/relationships/image" Target="../media/image980.png"/><Relationship Id="rId37" Type="http://schemas.openxmlformats.org/officeDocument/2006/relationships/image" Target="../media/image839.png"/><Relationship Id="rId58" Type="http://schemas.openxmlformats.org/officeDocument/2006/relationships/customXml" Target="../ink/ink858.xml"/><Relationship Id="rId79" Type="http://schemas.openxmlformats.org/officeDocument/2006/relationships/image" Target="../media/image860.png"/><Relationship Id="rId102" Type="http://schemas.openxmlformats.org/officeDocument/2006/relationships/customXml" Target="../ink/ink880.xml"/><Relationship Id="rId123" Type="http://schemas.openxmlformats.org/officeDocument/2006/relationships/image" Target="../media/image882.png"/><Relationship Id="rId144" Type="http://schemas.openxmlformats.org/officeDocument/2006/relationships/customXml" Target="../ink/ink901.xml"/><Relationship Id="rId90" Type="http://schemas.openxmlformats.org/officeDocument/2006/relationships/customXml" Target="../ink/ink874.xml"/><Relationship Id="rId165" Type="http://schemas.openxmlformats.org/officeDocument/2006/relationships/image" Target="../media/image903.png"/><Relationship Id="rId186" Type="http://schemas.openxmlformats.org/officeDocument/2006/relationships/customXml" Target="../ink/ink922.xml"/><Relationship Id="rId211" Type="http://schemas.openxmlformats.org/officeDocument/2006/relationships/image" Target="../media/image926.png"/><Relationship Id="rId232" Type="http://schemas.openxmlformats.org/officeDocument/2006/relationships/customXml" Target="../ink/ink945.xml"/><Relationship Id="rId253" Type="http://schemas.openxmlformats.org/officeDocument/2006/relationships/image" Target="../media/image947.png"/><Relationship Id="rId274" Type="http://schemas.openxmlformats.org/officeDocument/2006/relationships/customXml" Target="../ink/ink966.xml"/><Relationship Id="rId295" Type="http://schemas.openxmlformats.org/officeDocument/2006/relationships/image" Target="../media/image968.png"/><Relationship Id="rId309" Type="http://schemas.openxmlformats.org/officeDocument/2006/relationships/image" Target="../media/image975.png"/><Relationship Id="rId27" Type="http://schemas.openxmlformats.org/officeDocument/2006/relationships/image" Target="../media/image834.png"/><Relationship Id="rId48" Type="http://schemas.openxmlformats.org/officeDocument/2006/relationships/customXml" Target="../ink/ink853.xml"/><Relationship Id="rId69" Type="http://schemas.openxmlformats.org/officeDocument/2006/relationships/image" Target="../media/image855.png"/><Relationship Id="rId113" Type="http://schemas.openxmlformats.org/officeDocument/2006/relationships/image" Target="../media/image877.png"/><Relationship Id="rId134" Type="http://schemas.openxmlformats.org/officeDocument/2006/relationships/customXml" Target="../ink/ink896.xml"/><Relationship Id="rId320" Type="http://schemas.openxmlformats.org/officeDocument/2006/relationships/customXml" Target="../ink/ink989.xml"/><Relationship Id="rId80" Type="http://schemas.openxmlformats.org/officeDocument/2006/relationships/customXml" Target="../ink/ink869.xml"/><Relationship Id="rId155" Type="http://schemas.openxmlformats.org/officeDocument/2006/relationships/image" Target="../media/image898.png"/><Relationship Id="rId176" Type="http://schemas.openxmlformats.org/officeDocument/2006/relationships/customXml" Target="../ink/ink917.xml"/><Relationship Id="rId197" Type="http://schemas.openxmlformats.org/officeDocument/2006/relationships/image" Target="../media/image919.png"/><Relationship Id="rId201" Type="http://schemas.openxmlformats.org/officeDocument/2006/relationships/image" Target="../media/image921.png"/><Relationship Id="rId222" Type="http://schemas.openxmlformats.org/officeDocument/2006/relationships/customXml" Target="../ink/ink940.xml"/><Relationship Id="rId243" Type="http://schemas.openxmlformats.org/officeDocument/2006/relationships/image" Target="../media/image942.png"/><Relationship Id="rId264" Type="http://schemas.openxmlformats.org/officeDocument/2006/relationships/customXml" Target="../ink/ink961.xml"/><Relationship Id="rId285" Type="http://schemas.openxmlformats.org/officeDocument/2006/relationships/image" Target="../media/image963.png"/><Relationship Id="rId17" Type="http://schemas.openxmlformats.org/officeDocument/2006/relationships/image" Target="../media/image829.png"/><Relationship Id="rId38" Type="http://schemas.openxmlformats.org/officeDocument/2006/relationships/customXml" Target="../ink/ink848.xml"/><Relationship Id="rId59" Type="http://schemas.openxmlformats.org/officeDocument/2006/relationships/image" Target="../media/image850.png"/><Relationship Id="rId103" Type="http://schemas.openxmlformats.org/officeDocument/2006/relationships/image" Target="../media/image872.png"/><Relationship Id="rId124" Type="http://schemas.openxmlformats.org/officeDocument/2006/relationships/customXml" Target="../ink/ink891.xml"/><Relationship Id="rId310" Type="http://schemas.openxmlformats.org/officeDocument/2006/relationships/customXml" Target="../ink/ink984.xml"/><Relationship Id="rId70" Type="http://schemas.openxmlformats.org/officeDocument/2006/relationships/customXml" Target="../ink/ink864.xml"/><Relationship Id="rId91" Type="http://schemas.openxmlformats.org/officeDocument/2006/relationships/image" Target="../media/image866.png"/><Relationship Id="rId145" Type="http://schemas.openxmlformats.org/officeDocument/2006/relationships/image" Target="../media/image893.png"/><Relationship Id="rId166" Type="http://schemas.openxmlformats.org/officeDocument/2006/relationships/customXml" Target="../ink/ink912.xml"/><Relationship Id="rId187" Type="http://schemas.openxmlformats.org/officeDocument/2006/relationships/image" Target="../media/image914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935.xml"/><Relationship Id="rId233" Type="http://schemas.openxmlformats.org/officeDocument/2006/relationships/image" Target="../media/image937.png"/><Relationship Id="rId254" Type="http://schemas.openxmlformats.org/officeDocument/2006/relationships/customXml" Target="../ink/ink956.xml"/><Relationship Id="rId28" Type="http://schemas.openxmlformats.org/officeDocument/2006/relationships/customXml" Target="../ink/ink843.xml"/><Relationship Id="rId49" Type="http://schemas.openxmlformats.org/officeDocument/2006/relationships/image" Target="../media/image845.png"/><Relationship Id="rId114" Type="http://schemas.openxmlformats.org/officeDocument/2006/relationships/customXml" Target="../ink/ink886.xml"/><Relationship Id="rId275" Type="http://schemas.openxmlformats.org/officeDocument/2006/relationships/image" Target="../media/image958.png"/><Relationship Id="rId296" Type="http://schemas.openxmlformats.org/officeDocument/2006/relationships/customXml" Target="../ink/ink977.xml"/><Relationship Id="rId300" Type="http://schemas.openxmlformats.org/officeDocument/2006/relationships/customXml" Target="../ink/ink979.xml"/><Relationship Id="rId60" Type="http://schemas.openxmlformats.org/officeDocument/2006/relationships/customXml" Target="../ink/ink859.xml"/><Relationship Id="rId81" Type="http://schemas.openxmlformats.org/officeDocument/2006/relationships/image" Target="../media/image861.png"/><Relationship Id="rId135" Type="http://schemas.openxmlformats.org/officeDocument/2006/relationships/image" Target="../media/image888.png"/><Relationship Id="rId156" Type="http://schemas.openxmlformats.org/officeDocument/2006/relationships/customXml" Target="../ink/ink907.xml"/><Relationship Id="rId177" Type="http://schemas.openxmlformats.org/officeDocument/2006/relationships/image" Target="../media/image909.png"/><Relationship Id="rId198" Type="http://schemas.openxmlformats.org/officeDocument/2006/relationships/customXml" Target="../ink/ink928.xml"/><Relationship Id="rId321" Type="http://schemas.openxmlformats.org/officeDocument/2006/relationships/image" Target="../media/image981.png"/><Relationship Id="rId202" Type="http://schemas.openxmlformats.org/officeDocument/2006/relationships/customXml" Target="../ink/ink930.xml"/><Relationship Id="rId223" Type="http://schemas.openxmlformats.org/officeDocument/2006/relationships/image" Target="../media/image932.png"/><Relationship Id="rId244" Type="http://schemas.openxmlformats.org/officeDocument/2006/relationships/customXml" Target="../ink/ink951.xml"/><Relationship Id="rId18" Type="http://schemas.openxmlformats.org/officeDocument/2006/relationships/customXml" Target="../ink/ink838.xml"/><Relationship Id="rId39" Type="http://schemas.openxmlformats.org/officeDocument/2006/relationships/image" Target="../media/image840.png"/><Relationship Id="rId265" Type="http://schemas.openxmlformats.org/officeDocument/2006/relationships/image" Target="../media/image953.png"/><Relationship Id="rId286" Type="http://schemas.openxmlformats.org/officeDocument/2006/relationships/customXml" Target="../ink/ink972.xml"/><Relationship Id="rId50" Type="http://schemas.openxmlformats.org/officeDocument/2006/relationships/customXml" Target="../ink/ink854.xml"/><Relationship Id="rId104" Type="http://schemas.openxmlformats.org/officeDocument/2006/relationships/customXml" Target="../ink/ink881.xml"/><Relationship Id="rId125" Type="http://schemas.openxmlformats.org/officeDocument/2006/relationships/image" Target="../media/image883.png"/><Relationship Id="rId146" Type="http://schemas.openxmlformats.org/officeDocument/2006/relationships/customXml" Target="../ink/ink902.xml"/><Relationship Id="rId167" Type="http://schemas.openxmlformats.org/officeDocument/2006/relationships/image" Target="../media/image904.png"/><Relationship Id="rId188" Type="http://schemas.openxmlformats.org/officeDocument/2006/relationships/customXml" Target="../ink/ink923.xml"/><Relationship Id="rId311" Type="http://schemas.openxmlformats.org/officeDocument/2006/relationships/image" Target="../media/image976.png"/><Relationship Id="rId71" Type="http://schemas.openxmlformats.org/officeDocument/2006/relationships/image" Target="../media/image856.png"/><Relationship Id="rId92" Type="http://schemas.openxmlformats.org/officeDocument/2006/relationships/customXml" Target="../ink/ink875.xml"/><Relationship Id="rId213" Type="http://schemas.openxmlformats.org/officeDocument/2006/relationships/image" Target="../media/image927.png"/><Relationship Id="rId234" Type="http://schemas.openxmlformats.org/officeDocument/2006/relationships/customXml" Target="../ink/ink946.xml"/><Relationship Id="rId2" Type="http://schemas.openxmlformats.org/officeDocument/2006/relationships/customXml" Target="../ink/ink830.xml"/><Relationship Id="rId29" Type="http://schemas.openxmlformats.org/officeDocument/2006/relationships/image" Target="../media/image835.png"/><Relationship Id="rId255" Type="http://schemas.openxmlformats.org/officeDocument/2006/relationships/image" Target="../media/image948.png"/><Relationship Id="rId276" Type="http://schemas.openxmlformats.org/officeDocument/2006/relationships/customXml" Target="../ink/ink967.xml"/><Relationship Id="rId297" Type="http://schemas.openxmlformats.org/officeDocument/2006/relationships/image" Target="../media/image969.png"/><Relationship Id="rId40" Type="http://schemas.openxmlformats.org/officeDocument/2006/relationships/customXml" Target="../ink/ink849.xml"/><Relationship Id="rId115" Type="http://schemas.openxmlformats.org/officeDocument/2006/relationships/image" Target="../media/image878.png"/><Relationship Id="rId136" Type="http://schemas.openxmlformats.org/officeDocument/2006/relationships/customXml" Target="../ink/ink897.xml"/><Relationship Id="rId157" Type="http://schemas.openxmlformats.org/officeDocument/2006/relationships/image" Target="../media/image899.png"/><Relationship Id="rId178" Type="http://schemas.openxmlformats.org/officeDocument/2006/relationships/customXml" Target="../ink/ink918.xml"/><Relationship Id="rId301" Type="http://schemas.openxmlformats.org/officeDocument/2006/relationships/image" Target="../media/image971.png"/><Relationship Id="rId322" Type="http://schemas.openxmlformats.org/officeDocument/2006/relationships/customXml" Target="../ink/ink990.xml"/><Relationship Id="rId61" Type="http://schemas.openxmlformats.org/officeDocument/2006/relationships/image" Target="../media/image851.png"/><Relationship Id="rId82" Type="http://schemas.openxmlformats.org/officeDocument/2006/relationships/customXml" Target="../ink/ink870.xml"/><Relationship Id="rId199" Type="http://schemas.openxmlformats.org/officeDocument/2006/relationships/image" Target="../media/image920.png"/><Relationship Id="rId203" Type="http://schemas.openxmlformats.org/officeDocument/2006/relationships/image" Target="../media/image922.png"/><Relationship Id="rId19" Type="http://schemas.openxmlformats.org/officeDocument/2006/relationships/image" Target="../media/image830.png"/><Relationship Id="rId224" Type="http://schemas.openxmlformats.org/officeDocument/2006/relationships/customXml" Target="../ink/ink941.xml"/><Relationship Id="rId245" Type="http://schemas.openxmlformats.org/officeDocument/2006/relationships/image" Target="../media/image943.png"/><Relationship Id="rId266" Type="http://schemas.openxmlformats.org/officeDocument/2006/relationships/customXml" Target="../ink/ink962.xml"/><Relationship Id="rId287" Type="http://schemas.openxmlformats.org/officeDocument/2006/relationships/image" Target="../media/image964.png"/><Relationship Id="rId30" Type="http://schemas.openxmlformats.org/officeDocument/2006/relationships/customXml" Target="../ink/ink844.xml"/><Relationship Id="rId105" Type="http://schemas.openxmlformats.org/officeDocument/2006/relationships/image" Target="../media/image873.png"/><Relationship Id="rId126" Type="http://schemas.openxmlformats.org/officeDocument/2006/relationships/customXml" Target="../ink/ink892.xml"/><Relationship Id="rId147" Type="http://schemas.openxmlformats.org/officeDocument/2006/relationships/image" Target="../media/image894.png"/><Relationship Id="rId168" Type="http://schemas.openxmlformats.org/officeDocument/2006/relationships/customXml" Target="../ink/ink913.xml"/><Relationship Id="rId312" Type="http://schemas.openxmlformats.org/officeDocument/2006/relationships/customXml" Target="../ink/ink985.xml"/><Relationship Id="rId51" Type="http://schemas.openxmlformats.org/officeDocument/2006/relationships/image" Target="../media/image846.png"/><Relationship Id="rId72" Type="http://schemas.openxmlformats.org/officeDocument/2006/relationships/customXml" Target="../ink/ink865.xml"/><Relationship Id="rId93" Type="http://schemas.openxmlformats.org/officeDocument/2006/relationships/image" Target="../media/image867.png"/><Relationship Id="rId189" Type="http://schemas.openxmlformats.org/officeDocument/2006/relationships/image" Target="../media/image915.png"/><Relationship Id="rId3" Type="http://schemas.openxmlformats.org/officeDocument/2006/relationships/image" Target="../media/image8220.png"/><Relationship Id="rId214" Type="http://schemas.openxmlformats.org/officeDocument/2006/relationships/customXml" Target="../ink/ink936.xml"/><Relationship Id="rId235" Type="http://schemas.openxmlformats.org/officeDocument/2006/relationships/image" Target="../media/image938.png"/><Relationship Id="rId256" Type="http://schemas.openxmlformats.org/officeDocument/2006/relationships/customXml" Target="../ink/ink957.xml"/><Relationship Id="rId277" Type="http://schemas.openxmlformats.org/officeDocument/2006/relationships/image" Target="../media/image959.png"/><Relationship Id="rId298" Type="http://schemas.openxmlformats.org/officeDocument/2006/relationships/customXml" Target="../ink/ink978.xml"/><Relationship Id="rId116" Type="http://schemas.openxmlformats.org/officeDocument/2006/relationships/customXml" Target="../ink/ink887.xml"/><Relationship Id="rId137" Type="http://schemas.openxmlformats.org/officeDocument/2006/relationships/image" Target="../media/image889.png"/><Relationship Id="rId158" Type="http://schemas.openxmlformats.org/officeDocument/2006/relationships/customXml" Target="../ink/ink908.xml"/><Relationship Id="rId302" Type="http://schemas.openxmlformats.org/officeDocument/2006/relationships/customXml" Target="../ink/ink980.xml"/><Relationship Id="rId323" Type="http://schemas.openxmlformats.org/officeDocument/2006/relationships/image" Target="../media/image982.png"/><Relationship Id="rId20" Type="http://schemas.openxmlformats.org/officeDocument/2006/relationships/customXml" Target="../ink/ink839.xml"/><Relationship Id="rId41" Type="http://schemas.openxmlformats.org/officeDocument/2006/relationships/image" Target="../media/image841.png"/><Relationship Id="rId62" Type="http://schemas.openxmlformats.org/officeDocument/2006/relationships/customXml" Target="../ink/ink860.xml"/><Relationship Id="rId83" Type="http://schemas.openxmlformats.org/officeDocument/2006/relationships/image" Target="../media/image862.png"/><Relationship Id="rId179" Type="http://schemas.openxmlformats.org/officeDocument/2006/relationships/image" Target="../media/image910.png"/><Relationship Id="rId190" Type="http://schemas.openxmlformats.org/officeDocument/2006/relationships/customXml" Target="../ink/ink924.xml"/><Relationship Id="rId204" Type="http://schemas.openxmlformats.org/officeDocument/2006/relationships/customXml" Target="../ink/ink931.xml"/><Relationship Id="rId225" Type="http://schemas.openxmlformats.org/officeDocument/2006/relationships/image" Target="../media/image933.png"/><Relationship Id="rId246" Type="http://schemas.openxmlformats.org/officeDocument/2006/relationships/customXml" Target="../ink/ink952.xml"/><Relationship Id="rId267" Type="http://schemas.openxmlformats.org/officeDocument/2006/relationships/image" Target="../media/image954.png"/><Relationship Id="rId288" Type="http://schemas.openxmlformats.org/officeDocument/2006/relationships/customXml" Target="../ink/ink973.xml"/><Relationship Id="rId106" Type="http://schemas.openxmlformats.org/officeDocument/2006/relationships/customXml" Target="../ink/ink882.xml"/><Relationship Id="rId127" Type="http://schemas.openxmlformats.org/officeDocument/2006/relationships/image" Target="../media/image884.png"/><Relationship Id="rId313" Type="http://schemas.openxmlformats.org/officeDocument/2006/relationships/image" Target="../media/image977.png"/><Relationship Id="rId10" Type="http://schemas.openxmlformats.org/officeDocument/2006/relationships/customXml" Target="../ink/ink834.xml"/><Relationship Id="rId31" Type="http://schemas.openxmlformats.org/officeDocument/2006/relationships/image" Target="../media/image836.png"/><Relationship Id="rId52" Type="http://schemas.openxmlformats.org/officeDocument/2006/relationships/customXml" Target="../ink/ink855.xml"/><Relationship Id="rId73" Type="http://schemas.openxmlformats.org/officeDocument/2006/relationships/image" Target="../media/image857.png"/><Relationship Id="rId94" Type="http://schemas.openxmlformats.org/officeDocument/2006/relationships/customXml" Target="../ink/ink876.xml"/><Relationship Id="rId148" Type="http://schemas.openxmlformats.org/officeDocument/2006/relationships/customXml" Target="../ink/ink903.xml"/><Relationship Id="rId169" Type="http://schemas.openxmlformats.org/officeDocument/2006/relationships/image" Target="../media/image905.png"/><Relationship Id="rId4" Type="http://schemas.openxmlformats.org/officeDocument/2006/relationships/customXml" Target="../ink/ink831.xml"/><Relationship Id="rId180" Type="http://schemas.openxmlformats.org/officeDocument/2006/relationships/customXml" Target="../ink/ink919.xml"/><Relationship Id="rId215" Type="http://schemas.openxmlformats.org/officeDocument/2006/relationships/image" Target="../media/image928.png"/><Relationship Id="rId236" Type="http://schemas.openxmlformats.org/officeDocument/2006/relationships/customXml" Target="../ink/ink947.xml"/><Relationship Id="rId257" Type="http://schemas.openxmlformats.org/officeDocument/2006/relationships/image" Target="../media/image949.png"/><Relationship Id="rId278" Type="http://schemas.openxmlformats.org/officeDocument/2006/relationships/customXml" Target="../ink/ink968.xml"/><Relationship Id="rId303" Type="http://schemas.openxmlformats.org/officeDocument/2006/relationships/image" Target="../media/image972.png"/><Relationship Id="rId42" Type="http://schemas.openxmlformats.org/officeDocument/2006/relationships/customXml" Target="../ink/ink850.xml"/><Relationship Id="rId84" Type="http://schemas.openxmlformats.org/officeDocument/2006/relationships/customXml" Target="../ink/ink871.xml"/><Relationship Id="rId138" Type="http://schemas.openxmlformats.org/officeDocument/2006/relationships/customXml" Target="../ink/ink898.xml"/><Relationship Id="rId191" Type="http://schemas.openxmlformats.org/officeDocument/2006/relationships/image" Target="../media/image916.png"/><Relationship Id="rId205" Type="http://schemas.openxmlformats.org/officeDocument/2006/relationships/image" Target="../media/image923.png"/><Relationship Id="rId247" Type="http://schemas.openxmlformats.org/officeDocument/2006/relationships/image" Target="../media/image944.png"/><Relationship Id="rId107" Type="http://schemas.openxmlformats.org/officeDocument/2006/relationships/image" Target="../media/image874.png"/><Relationship Id="rId289" Type="http://schemas.openxmlformats.org/officeDocument/2006/relationships/image" Target="../media/image965.png"/><Relationship Id="rId11" Type="http://schemas.openxmlformats.org/officeDocument/2006/relationships/image" Target="../media/image826.png"/><Relationship Id="rId53" Type="http://schemas.openxmlformats.org/officeDocument/2006/relationships/image" Target="../media/image847.png"/><Relationship Id="rId149" Type="http://schemas.openxmlformats.org/officeDocument/2006/relationships/image" Target="../media/image895.png"/><Relationship Id="rId314" Type="http://schemas.openxmlformats.org/officeDocument/2006/relationships/customXml" Target="../ink/ink986.xml"/><Relationship Id="rId95" Type="http://schemas.openxmlformats.org/officeDocument/2006/relationships/image" Target="../media/image868.png"/><Relationship Id="rId160" Type="http://schemas.openxmlformats.org/officeDocument/2006/relationships/customXml" Target="../ink/ink909.xml"/><Relationship Id="rId216" Type="http://schemas.openxmlformats.org/officeDocument/2006/relationships/customXml" Target="../ink/ink937.xml"/><Relationship Id="rId258" Type="http://schemas.openxmlformats.org/officeDocument/2006/relationships/customXml" Target="../ink/ink958.xml"/><Relationship Id="rId22" Type="http://schemas.openxmlformats.org/officeDocument/2006/relationships/customXml" Target="../ink/ink840.xml"/><Relationship Id="rId64" Type="http://schemas.openxmlformats.org/officeDocument/2006/relationships/customXml" Target="../ink/ink861.xml"/><Relationship Id="rId118" Type="http://schemas.openxmlformats.org/officeDocument/2006/relationships/customXml" Target="../ink/ink888.xml"/><Relationship Id="rId171" Type="http://schemas.openxmlformats.org/officeDocument/2006/relationships/image" Target="../media/image906.png"/><Relationship Id="rId227" Type="http://schemas.openxmlformats.org/officeDocument/2006/relationships/image" Target="../media/image934.png"/><Relationship Id="rId269" Type="http://schemas.openxmlformats.org/officeDocument/2006/relationships/image" Target="../media/image955.png"/><Relationship Id="rId33" Type="http://schemas.openxmlformats.org/officeDocument/2006/relationships/image" Target="../media/image837.png"/><Relationship Id="rId129" Type="http://schemas.openxmlformats.org/officeDocument/2006/relationships/image" Target="../media/image885.png"/><Relationship Id="rId280" Type="http://schemas.openxmlformats.org/officeDocument/2006/relationships/customXml" Target="../ink/ink969.xml"/><Relationship Id="rId75" Type="http://schemas.openxmlformats.org/officeDocument/2006/relationships/image" Target="../media/image858.png"/><Relationship Id="rId140" Type="http://schemas.openxmlformats.org/officeDocument/2006/relationships/customXml" Target="../ink/ink899.xml"/><Relationship Id="rId182" Type="http://schemas.openxmlformats.org/officeDocument/2006/relationships/customXml" Target="../ink/ink920.xml"/><Relationship Id="rId6" Type="http://schemas.openxmlformats.org/officeDocument/2006/relationships/customXml" Target="../ink/ink832.xml"/><Relationship Id="rId238" Type="http://schemas.openxmlformats.org/officeDocument/2006/relationships/customXml" Target="../ink/ink948.xml"/><Relationship Id="rId291" Type="http://schemas.openxmlformats.org/officeDocument/2006/relationships/image" Target="../media/image966.png"/><Relationship Id="rId305" Type="http://schemas.openxmlformats.org/officeDocument/2006/relationships/image" Target="../media/image973.png"/><Relationship Id="rId44" Type="http://schemas.openxmlformats.org/officeDocument/2006/relationships/customXml" Target="../ink/ink851.xml"/><Relationship Id="rId86" Type="http://schemas.openxmlformats.org/officeDocument/2006/relationships/customXml" Target="../ink/ink872.xml"/><Relationship Id="rId151" Type="http://schemas.openxmlformats.org/officeDocument/2006/relationships/image" Target="../media/image896.png"/><Relationship Id="rId193" Type="http://schemas.openxmlformats.org/officeDocument/2006/relationships/image" Target="../media/image917.png"/><Relationship Id="rId207" Type="http://schemas.openxmlformats.org/officeDocument/2006/relationships/image" Target="../media/image924.png"/><Relationship Id="rId249" Type="http://schemas.openxmlformats.org/officeDocument/2006/relationships/image" Target="../media/image945.png"/><Relationship Id="rId13" Type="http://schemas.openxmlformats.org/officeDocument/2006/relationships/image" Target="../media/image827.png"/><Relationship Id="rId109" Type="http://schemas.openxmlformats.org/officeDocument/2006/relationships/image" Target="../media/image875.png"/><Relationship Id="rId260" Type="http://schemas.openxmlformats.org/officeDocument/2006/relationships/customXml" Target="../ink/ink959.xml"/><Relationship Id="rId316" Type="http://schemas.openxmlformats.org/officeDocument/2006/relationships/customXml" Target="../ink/ink987.xml"/></Relationships>
</file>

<file path=ppt/slides/_rels/slide3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40.png"/><Relationship Id="rId21" Type="http://schemas.openxmlformats.org/officeDocument/2006/relationships/image" Target="../media/image992.png"/><Relationship Id="rId42" Type="http://schemas.openxmlformats.org/officeDocument/2006/relationships/customXml" Target="../ink/ink1011.xml"/><Relationship Id="rId63" Type="http://schemas.openxmlformats.org/officeDocument/2006/relationships/image" Target="../media/image1013.png"/><Relationship Id="rId84" Type="http://schemas.openxmlformats.org/officeDocument/2006/relationships/customXml" Target="../ink/ink1032.xml"/><Relationship Id="rId138" Type="http://schemas.openxmlformats.org/officeDocument/2006/relationships/customXml" Target="../ink/ink1059.xml"/><Relationship Id="rId107" Type="http://schemas.openxmlformats.org/officeDocument/2006/relationships/image" Target="../media/image1035.png"/><Relationship Id="rId11" Type="http://schemas.openxmlformats.org/officeDocument/2006/relationships/image" Target="../media/image987.png"/><Relationship Id="rId32" Type="http://schemas.openxmlformats.org/officeDocument/2006/relationships/customXml" Target="../ink/ink1006.xml"/><Relationship Id="rId53" Type="http://schemas.openxmlformats.org/officeDocument/2006/relationships/image" Target="../media/image1008.png"/><Relationship Id="rId74" Type="http://schemas.openxmlformats.org/officeDocument/2006/relationships/customXml" Target="../ink/ink1027.xml"/><Relationship Id="rId128" Type="http://schemas.openxmlformats.org/officeDocument/2006/relationships/customXml" Target="../ink/ink1054.xml"/><Relationship Id="rId5" Type="http://schemas.openxmlformats.org/officeDocument/2006/relationships/image" Target="../media/image984.png"/><Relationship Id="rId90" Type="http://schemas.openxmlformats.org/officeDocument/2006/relationships/customXml" Target="../ink/ink1035.xml"/><Relationship Id="rId95" Type="http://schemas.openxmlformats.org/officeDocument/2006/relationships/image" Target="../media/image1029.png"/><Relationship Id="rId22" Type="http://schemas.openxmlformats.org/officeDocument/2006/relationships/customXml" Target="../ink/ink1001.xml"/><Relationship Id="rId27" Type="http://schemas.openxmlformats.org/officeDocument/2006/relationships/image" Target="../media/image995.png"/><Relationship Id="rId43" Type="http://schemas.openxmlformats.org/officeDocument/2006/relationships/image" Target="../media/image1003.png"/><Relationship Id="rId48" Type="http://schemas.openxmlformats.org/officeDocument/2006/relationships/customXml" Target="../ink/ink1014.xml"/><Relationship Id="rId64" Type="http://schemas.openxmlformats.org/officeDocument/2006/relationships/customXml" Target="../ink/ink1022.xml"/><Relationship Id="rId69" Type="http://schemas.openxmlformats.org/officeDocument/2006/relationships/image" Target="../media/image1016.png"/><Relationship Id="rId113" Type="http://schemas.openxmlformats.org/officeDocument/2006/relationships/image" Target="../media/image1038.png"/><Relationship Id="rId118" Type="http://schemas.openxmlformats.org/officeDocument/2006/relationships/customXml" Target="../ink/ink1049.xml"/><Relationship Id="rId134" Type="http://schemas.openxmlformats.org/officeDocument/2006/relationships/customXml" Target="../ink/ink1057.xml"/><Relationship Id="rId139" Type="http://schemas.openxmlformats.org/officeDocument/2006/relationships/image" Target="../media/image1051.png"/><Relationship Id="rId80" Type="http://schemas.openxmlformats.org/officeDocument/2006/relationships/customXml" Target="../ink/ink1030.xml"/><Relationship Id="rId85" Type="http://schemas.openxmlformats.org/officeDocument/2006/relationships/image" Target="../media/image1024.png"/><Relationship Id="rId12" Type="http://schemas.openxmlformats.org/officeDocument/2006/relationships/customXml" Target="../ink/ink996.xml"/><Relationship Id="rId17" Type="http://schemas.openxmlformats.org/officeDocument/2006/relationships/image" Target="../media/image990.png"/><Relationship Id="rId33" Type="http://schemas.openxmlformats.org/officeDocument/2006/relationships/image" Target="../media/image998.png"/><Relationship Id="rId38" Type="http://schemas.openxmlformats.org/officeDocument/2006/relationships/customXml" Target="../ink/ink1009.xml"/><Relationship Id="rId59" Type="http://schemas.openxmlformats.org/officeDocument/2006/relationships/image" Target="../media/image1011.png"/><Relationship Id="rId103" Type="http://schemas.openxmlformats.org/officeDocument/2006/relationships/image" Target="../media/image1033.png"/><Relationship Id="rId108" Type="http://schemas.openxmlformats.org/officeDocument/2006/relationships/customXml" Target="../ink/ink1044.xml"/><Relationship Id="rId124" Type="http://schemas.openxmlformats.org/officeDocument/2006/relationships/customXml" Target="../ink/ink1052.xml"/><Relationship Id="rId129" Type="http://schemas.openxmlformats.org/officeDocument/2006/relationships/image" Target="../media/image1046.png"/><Relationship Id="rId54" Type="http://schemas.openxmlformats.org/officeDocument/2006/relationships/customXml" Target="../ink/ink1017.xml"/><Relationship Id="rId70" Type="http://schemas.openxmlformats.org/officeDocument/2006/relationships/customXml" Target="../ink/ink1025.xml"/><Relationship Id="rId75" Type="http://schemas.openxmlformats.org/officeDocument/2006/relationships/image" Target="../media/image1019.png"/><Relationship Id="rId91" Type="http://schemas.openxmlformats.org/officeDocument/2006/relationships/image" Target="../media/image1027.png"/><Relationship Id="rId96" Type="http://schemas.openxmlformats.org/officeDocument/2006/relationships/customXml" Target="../ink/ink1038.xml"/><Relationship Id="rId140" Type="http://schemas.openxmlformats.org/officeDocument/2006/relationships/customXml" Target="../ink/ink1060.xml"/><Relationship Id="rId145" Type="http://schemas.openxmlformats.org/officeDocument/2006/relationships/image" Target="../media/image105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93.xml"/><Relationship Id="rId23" Type="http://schemas.openxmlformats.org/officeDocument/2006/relationships/image" Target="../media/image993.png"/><Relationship Id="rId28" Type="http://schemas.openxmlformats.org/officeDocument/2006/relationships/customXml" Target="../ink/ink1004.xml"/><Relationship Id="rId49" Type="http://schemas.openxmlformats.org/officeDocument/2006/relationships/image" Target="../media/image1006.png"/><Relationship Id="rId114" Type="http://schemas.openxmlformats.org/officeDocument/2006/relationships/customXml" Target="../ink/ink1047.xml"/><Relationship Id="rId119" Type="http://schemas.openxmlformats.org/officeDocument/2006/relationships/image" Target="../media/image1041.png"/><Relationship Id="rId44" Type="http://schemas.openxmlformats.org/officeDocument/2006/relationships/customXml" Target="../ink/ink1012.xml"/><Relationship Id="rId60" Type="http://schemas.openxmlformats.org/officeDocument/2006/relationships/customXml" Target="../ink/ink1020.xml"/><Relationship Id="rId65" Type="http://schemas.openxmlformats.org/officeDocument/2006/relationships/image" Target="../media/image1014.png"/><Relationship Id="rId81" Type="http://schemas.openxmlformats.org/officeDocument/2006/relationships/image" Target="../media/image1022.png"/><Relationship Id="rId86" Type="http://schemas.openxmlformats.org/officeDocument/2006/relationships/customXml" Target="../ink/ink1033.xml"/><Relationship Id="rId130" Type="http://schemas.openxmlformats.org/officeDocument/2006/relationships/customXml" Target="../ink/ink1055.xml"/><Relationship Id="rId135" Type="http://schemas.openxmlformats.org/officeDocument/2006/relationships/image" Target="../media/image1049.png"/><Relationship Id="rId13" Type="http://schemas.openxmlformats.org/officeDocument/2006/relationships/image" Target="../media/image988.png"/><Relationship Id="rId18" Type="http://schemas.openxmlformats.org/officeDocument/2006/relationships/customXml" Target="../ink/ink999.xml"/><Relationship Id="rId39" Type="http://schemas.openxmlformats.org/officeDocument/2006/relationships/image" Target="../media/image1001.png"/><Relationship Id="rId109" Type="http://schemas.openxmlformats.org/officeDocument/2006/relationships/image" Target="../media/image1036.png"/><Relationship Id="rId34" Type="http://schemas.openxmlformats.org/officeDocument/2006/relationships/customXml" Target="../ink/ink1007.xml"/><Relationship Id="rId50" Type="http://schemas.openxmlformats.org/officeDocument/2006/relationships/customXml" Target="../ink/ink1015.xml"/><Relationship Id="rId55" Type="http://schemas.openxmlformats.org/officeDocument/2006/relationships/image" Target="../media/image1009.png"/><Relationship Id="rId76" Type="http://schemas.openxmlformats.org/officeDocument/2006/relationships/customXml" Target="../ink/ink1028.xml"/><Relationship Id="rId97" Type="http://schemas.openxmlformats.org/officeDocument/2006/relationships/image" Target="../media/image1030.png"/><Relationship Id="rId104" Type="http://schemas.openxmlformats.org/officeDocument/2006/relationships/customXml" Target="../ink/ink1042.xml"/><Relationship Id="rId120" Type="http://schemas.openxmlformats.org/officeDocument/2006/relationships/customXml" Target="../ink/ink1050.xml"/><Relationship Id="rId125" Type="http://schemas.openxmlformats.org/officeDocument/2006/relationships/image" Target="../media/image1044.png"/><Relationship Id="rId141" Type="http://schemas.openxmlformats.org/officeDocument/2006/relationships/image" Target="../media/image1052.png"/><Relationship Id="rId146" Type="http://schemas.openxmlformats.org/officeDocument/2006/relationships/customXml" Target="../ink/ink1063.xml"/><Relationship Id="rId7" Type="http://schemas.openxmlformats.org/officeDocument/2006/relationships/image" Target="../media/image985.png"/><Relationship Id="rId71" Type="http://schemas.openxmlformats.org/officeDocument/2006/relationships/image" Target="../media/image1017.png"/><Relationship Id="rId92" Type="http://schemas.openxmlformats.org/officeDocument/2006/relationships/customXml" Target="../ink/ink1036.xml"/><Relationship Id="rId2" Type="http://schemas.openxmlformats.org/officeDocument/2006/relationships/customXml" Target="../ink/ink991.xml"/><Relationship Id="rId29" Type="http://schemas.openxmlformats.org/officeDocument/2006/relationships/image" Target="../media/image996.png"/><Relationship Id="rId24" Type="http://schemas.openxmlformats.org/officeDocument/2006/relationships/customXml" Target="../ink/ink1002.xml"/><Relationship Id="rId40" Type="http://schemas.openxmlformats.org/officeDocument/2006/relationships/customXml" Target="../ink/ink1010.xml"/><Relationship Id="rId45" Type="http://schemas.openxmlformats.org/officeDocument/2006/relationships/image" Target="../media/image1004.png"/><Relationship Id="rId66" Type="http://schemas.openxmlformats.org/officeDocument/2006/relationships/customXml" Target="../ink/ink1023.xml"/><Relationship Id="rId87" Type="http://schemas.openxmlformats.org/officeDocument/2006/relationships/image" Target="../media/image1025.png"/><Relationship Id="rId110" Type="http://schemas.openxmlformats.org/officeDocument/2006/relationships/customXml" Target="../ink/ink1045.xml"/><Relationship Id="rId115" Type="http://schemas.openxmlformats.org/officeDocument/2006/relationships/image" Target="../media/image1039.png"/><Relationship Id="rId131" Type="http://schemas.openxmlformats.org/officeDocument/2006/relationships/image" Target="../media/image1047.png"/><Relationship Id="rId136" Type="http://schemas.openxmlformats.org/officeDocument/2006/relationships/customXml" Target="../ink/ink1058.xml"/><Relationship Id="rId61" Type="http://schemas.openxmlformats.org/officeDocument/2006/relationships/image" Target="../media/image1012.png"/><Relationship Id="rId82" Type="http://schemas.openxmlformats.org/officeDocument/2006/relationships/customXml" Target="../ink/ink1031.xml"/><Relationship Id="rId19" Type="http://schemas.openxmlformats.org/officeDocument/2006/relationships/image" Target="../media/image991.png"/><Relationship Id="rId14" Type="http://schemas.openxmlformats.org/officeDocument/2006/relationships/customXml" Target="../ink/ink997.xml"/><Relationship Id="rId30" Type="http://schemas.openxmlformats.org/officeDocument/2006/relationships/customXml" Target="../ink/ink1005.xml"/><Relationship Id="rId35" Type="http://schemas.openxmlformats.org/officeDocument/2006/relationships/image" Target="../media/image999.png"/><Relationship Id="rId56" Type="http://schemas.openxmlformats.org/officeDocument/2006/relationships/customXml" Target="../ink/ink1018.xml"/><Relationship Id="rId77" Type="http://schemas.openxmlformats.org/officeDocument/2006/relationships/image" Target="../media/image1020.png"/><Relationship Id="rId100" Type="http://schemas.openxmlformats.org/officeDocument/2006/relationships/customXml" Target="../ink/ink1040.xml"/><Relationship Id="rId105" Type="http://schemas.openxmlformats.org/officeDocument/2006/relationships/image" Target="../media/image1034.png"/><Relationship Id="rId126" Type="http://schemas.openxmlformats.org/officeDocument/2006/relationships/customXml" Target="../ink/ink1053.xml"/><Relationship Id="rId147" Type="http://schemas.openxmlformats.org/officeDocument/2006/relationships/image" Target="../media/image1055.png"/><Relationship Id="rId8" Type="http://schemas.openxmlformats.org/officeDocument/2006/relationships/customXml" Target="../ink/ink994.xml"/><Relationship Id="rId51" Type="http://schemas.openxmlformats.org/officeDocument/2006/relationships/image" Target="../media/image1007.png"/><Relationship Id="rId72" Type="http://schemas.openxmlformats.org/officeDocument/2006/relationships/customXml" Target="../ink/ink1026.xml"/><Relationship Id="rId93" Type="http://schemas.openxmlformats.org/officeDocument/2006/relationships/image" Target="../media/image1028.png"/><Relationship Id="rId98" Type="http://schemas.openxmlformats.org/officeDocument/2006/relationships/customXml" Target="../ink/ink1039.xml"/><Relationship Id="rId121" Type="http://schemas.openxmlformats.org/officeDocument/2006/relationships/image" Target="../media/image1042.png"/><Relationship Id="rId142" Type="http://schemas.openxmlformats.org/officeDocument/2006/relationships/customXml" Target="../ink/ink1061.xml"/><Relationship Id="rId3" Type="http://schemas.openxmlformats.org/officeDocument/2006/relationships/image" Target="../media/image983.png"/><Relationship Id="rId25" Type="http://schemas.openxmlformats.org/officeDocument/2006/relationships/image" Target="../media/image994.png"/><Relationship Id="rId46" Type="http://schemas.openxmlformats.org/officeDocument/2006/relationships/customXml" Target="../ink/ink1013.xml"/><Relationship Id="rId67" Type="http://schemas.openxmlformats.org/officeDocument/2006/relationships/image" Target="../media/image1015.png"/><Relationship Id="rId116" Type="http://schemas.openxmlformats.org/officeDocument/2006/relationships/customXml" Target="../ink/ink1048.xml"/><Relationship Id="rId137" Type="http://schemas.openxmlformats.org/officeDocument/2006/relationships/image" Target="../media/image1050.png"/><Relationship Id="rId20" Type="http://schemas.openxmlformats.org/officeDocument/2006/relationships/customXml" Target="../ink/ink1000.xml"/><Relationship Id="rId41" Type="http://schemas.openxmlformats.org/officeDocument/2006/relationships/image" Target="../media/image1002.png"/><Relationship Id="rId62" Type="http://schemas.openxmlformats.org/officeDocument/2006/relationships/customXml" Target="../ink/ink1021.xml"/><Relationship Id="rId83" Type="http://schemas.openxmlformats.org/officeDocument/2006/relationships/image" Target="../media/image1023.png"/><Relationship Id="rId88" Type="http://schemas.openxmlformats.org/officeDocument/2006/relationships/customXml" Target="../ink/ink1034.xml"/><Relationship Id="rId111" Type="http://schemas.openxmlformats.org/officeDocument/2006/relationships/image" Target="../media/image1037.png"/><Relationship Id="rId132" Type="http://schemas.openxmlformats.org/officeDocument/2006/relationships/customXml" Target="../ink/ink1056.xml"/><Relationship Id="rId15" Type="http://schemas.openxmlformats.org/officeDocument/2006/relationships/image" Target="../media/image989.png"/><Relationship Id="rId36" Type="http://schemas.openxmlformats.org/officeDocument/2006/relationships/customXml" Target="../ink/ink1008.xml"/><Relationship Id="rId57" Type="http://schemas.openxmlformats.org/officeDocument/2006/relationships/image" Target="../media/image1010.png"/><Relationship Id="rId106" Type="http://schemas.openxmlformats.org/officeDocument/2006/relationships/customXml" Target="../ink/ink1043.xml"/><Relationship Id="rId127" Type="http://schemas.openxmlformats.org/officeDocument/2006/relationships/image" Target="../media/image1045.png"/><Relationship Id="rId10" Type="http://schemas.openxmlformats.org/officeDocument/2006/relationships/customXml" Target="../ink/ink995.xml"/><Relationship Id="rId31" Type="http://schemas.openxmlformats.org/officeDocument/2006/relationships/image" Target="../media/image997.png"/><Relationship Id="rId52" Type="http://schemas.openxmlformats.org/officeDocument/2006/relationships/customXml" Target="../ink/ink1016.xml"/><Relationship Id="rId73" Type="http://schemas.openxmlformats.org/officeDocument/2006/relationships/image" Target="../media/image1018.png"/><Relationship Id="rId78" Type="http://schemas.openxmlformats.org/officeDocument/2006/relationships/customXml" Target="../ink/ink1029.xml"/><Relationship Id="rId94" Type="http://schemas.openxmlformats.org/officeDocument/2006/relationships/customXml" Target="../ink/ink1037.xml"/><Relationship Id="rId99" Type="http://schemas.openxmlformats.org/officeDocument/2006/relationships/image" Target="../media/image1031.png"/><Relationship Id="rId101" Type="http://schemas.openxmlformats.org/officeDocument/2006/relationships/image" Target="../media/image1032.png"/><Relationship Id="rId122" Type="http://schemas.openxmlformats.org/officeDocument/2006/relationships/customXml" Target="../ink/ink1051.xml"/><Relationship Id="rId143" Type="http://schemas.openxmlformats.org/officeDocument/2006/relationships/image" Target="../media/image1053.png"/><Relationship Id="rId4" Type="http://schemas.openxmlformats.org/officeDocument/2006/relationships/customXml" Target="../ink/ink992.xml"/><Relationship Id="rId9" Type="http://schemas.openxmlformats.org/officeDocument/2006/relationships/image" Target="../media/image986.png"/><Relationship Id="rId26" Type="http://schemas.openxmlformats.org/officeDocument/2006/relationships/customXml" Target="../ink/ink1003.xml"/><Relationship Id="rId47" Type="http://schemas.openxmlformats.org/officeDocument/2006/relationships/image" Target="../media/image1005.png"/><Relationship Id="rId68" Type="http://schemas.openxmlformats.org/officeDocument/2006/relationships/customXml" Target="../ink/ink1024.xml"/><Relationship Id="rId89" Type="http://schemas.openxmlformats.org/officeDocument/2006/relationships/image" Target="../media/image1026.png"/><Relationship Id="rId112" Type="http://schemas.openxmlformats.org/officeDocument/2006/relationships/customXml" Target="../ink/ink1046.xml"/><Relationship Id="rId133" Type="http://schemas.openxmlformats.org/officeDocument/2006/relationships/image" Target="../media/image1048.png"/><Relationship Id="rId16" Type="http://schemas.openxmlformats.org/officeDocument/2006/relationships/customXml" Target="../ink/ink998.xml"/><Relationship Id="rId37" Type="http://schemas.openxmlformats.org/officeDocument/2006/relationships/image" Target="../media/image1000.png"/><Relationship Id="rId58" Type="http://schemas.openxmlformats.org/officeDocument/2006/relationships/customXml" Target="../ink/ink1019.xml"/><Relationship Id="rId79" Type="http://schemas.openxmlformats.org/officeDocument/2006/relationships/image" Target="../media/image1021.png"/><Relationship Id="rId102" Type="http://schemas.openxmlformats.org/officeDocument/2006/relationships/customXml" Target="../ink/ink1041.xml"/><Relationship Id="rId123" Type="http://schemas.openxmlformats.org/officeDocument/2006/relationships/image" Target="../media/image1043.png"/><Relationship Id="rId144" Type="http://schemas.openxmlformats.org/officeDocument/2006/relationships/customXml" Target="../ink/ink1062.xml"/></Relationships>
</file>

<file path=ppt/slides/_rels/slide3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13.png"/><Relationship Id="rId21" Type="http://schemas.openxmlformats.org/officeDocument/2006/relationships/image" Target="../media/image1065.png"/><Relationship Id="rId63" Type="http://schemas.openxmlformats.org/officeDocument/2006/relationships/image" Target="../media/image1086.png"/><Relationship Id="rId159" Type="http://schemas.openxmlformats.org/officeDocument/2006/relationships/image" Target="../media/image1134.png"/><Relationship Id="rId170" Type="http://schemas.openxmlformats.org/officeDocument/2006/relationships/customXml" Target="../ink/ink1148.xml"/><Relationship Id="rId226" Type="http://schemas.openxmlformats.org/officeDocument/2006/relationships/customXml" Target="../ink/ink1176.xml"/><Relationship Id="rId268" Type="http://schemas.openxmlformats.org/officeDocument/2006/relationships/customXml" Target="../ink/ink1197.xml"/><Relationship Id="rId32" Type="http://schemas.openxmlformats.org/officeDocument/2006/relationships/customXml" Target="../ink/ink1079.xml"/><Relationship Id="rId74" Type="http://schemas.openxmlformats.org/officeDocument/2006/relationships/customXml" Target="../ink/ink1100.xml"/><Relationship Id="rId128" Type="http://schemas.openxmlformats.org/officeDocument/2006/relationships/customXml" Target="../ink/ink1127.xml"/><Relationship Id="rId5" Type="http://schemas.openxmlformats.org/officeDocument/2006/relationships/image" Target="../media/image1057.png"/><Relationship Id="rId181" Type="http://schemas.openxmlformats.org/officeDocument/2006/relationships/image" Target="../media/image1145.png"/><Relationship Id="rId237" Type="http://schemas.openxmlformats.org/officeDocument/2006/relationships/image" Target="../media/image1173.png"/><Relationship Id="rId279" Type="http://schemas.openxmlformats.org/officeDocument/2006/relationships/image" Target="../media/image1194.png"/><Relationship Id="rId22" Type="http://schemas.openxmlformats.org/officeDocument/2006/relationships/customXml" Target="../ink/ink1074.xml"/><Relationship Id="rId43" Type="http://schemas.openxmlformats.org/officeDocument/2006/relationships/image" Target="../media/image1076.png"/><Relationship Id="rId64" Type="http://schemas.openxmlformats.org/officeDocument/2006/relationships/customXml" Target="../ink/ink1095.xml"/><Relationship Id="rId118" Type="http://schemas.openxmlformats.org/officeDocument/2006/relationships/customXml" Target="../ink/ink1122.xml"/><Relationship Id="rId139" Type="http://schemas.openxmlformats.org/officeDocument/2006/relationships/image" Target="../media/image1124.png"/><Relationship Id="rId85" Type="http://schemas.openxmlformats.org/officeDocument/2006/relationships/image" Target="../media/image1097.png"/><Relationship Id="rId150" Type="http://schemas.openxmlformats.org/officeDocument/2006/relationships/customXml" Target="../ink/ink1138.xml"/><Relationship Id="rId171" Type="http://schemas.openxmlformats.org/officeDocument/2006/relationships/image" Target="../media/image1140.png"/><Relationship Id="rId192" Type="http://schemas.openxmlformats.org/officeDocument/2006/relationships/customXml" Target="../ink/ink1159.xml"/><Relationship Id="rId206" Type="http://schemas.openxmlformats.org/officeDocument/2006/relationships/customXml" Target="../ink/ink1166.xml"/><Relationship Id="rId227" Type="http://schemas.openxmlformats.org/officeDocument/2006/relationships/image" Target="../media/image1168.png"/><Relationship Id="rId248" Type="http://schemas.openxmlformats.org/officeDocument/2006/relationships/customXml" Target="../ink/ink1187.xml"/><Relationship Id="rId269" Type="http://schemas.openxmlformats.org/officeDocument/2006/relationships/image" Target="../media/image1189.png"/><Relationship Id="rId12" Type="http://schemas.openxmlformats.org/officeDocument/2006/relationships/customXml" Target="../ink/ink1069.xml"/><Relationship Id="rId33" Type="http://schemas.openxmlformats.org/officeDocument/2006/relationships/image" Target="../media/image1071.png"/><Relationship Id="rId108" Type="http://schemas.openxmlformats.org/officeDocument/2006/relationships/customXml" Target="../ink/ink1117.xml"/><Relationship Id="rId129" Type="http://schemas.openxmlformats.org/officeDocument/2006/relationships/image" Target="../media/image1119.png"/><Relationship Id="rId280" Type="http://schemas.openxmlformats.org/officeDocument/2006/relationships/customXml" Target="../ink/ink1203.xml"/><Relationship Id="rId54" Type="http://schemas.openxmlformats.org/officeDocument/2006/relationships/customXml" Target="../ink/ink1090.xml"/><Relationship Id="rId75" Type="http://schemas.openxmlformats.org/officeDocument/2006/relationships/image" Target="../media/image1092.png"/><Relationship Id="rId96" Type="http://schemas.openxmlformats.org/officeDocument/2006/relationships/customXml" Target="../ink/ink1111.xml"/><Relationship Id="rId140" Type="http://schemas.openxmlformats.org/officeDocument/2006/relationships/customXml" Target="../ink/ink1133.xml"/><Relationship Id="rId161" Type="http://schemas.openxmlformats.org/officeDocument/2006/relationships/image" Target="../media/image1135.png"/><Relationship Id="rId182" Type="http://schemas.openxmlformats.org/officeDocument/2006/relationships/customXml" Target="../ink/ink1154.xml"/><Relationship Id="rId217" Type="http://schemas.openxmlformats.org/officeDocument/2006/relationships/image" Target="../media/image1163.png"/><Relationship Id="rId6" Type="http://schemas.openxmlformats.org/officeDocument/2006/relationships/customXml" Target="../ink/ink1066.xml"/><Relationship Id="rId238" Type="http://schemas.openxmlformats.org/officeDocument/2006/relationships/customXml" Target="../ink/ink1182.xml"/><Relationship Id="rId259" Type="http://schemas.openxmlformats.org/officeDocument/2006/relationships/image" Target="../media/image1184.png"/><Relationship Id="rId23" Type="http://schemas.openxmlformats.org/officeDocument/2006/relationships/image" Target="../media/image1066.png"/><Relationship Id="rId119" Type="http://schemas.openxmlformats.org/officeDocument/2006/relationships/image" Target="../media/image1114.png"/><Relationship Id="rId270" Type="http://schemas.openxmlformats.org/officeDocument/2006/relationships/customXml" Target="../ink/ink1198.xml"/><Relationship Id="rId44" Type="http://schemas.openxmlformats.org/officeDocument/2006/relationships/customXml" Target="../ink/ink1085.xml"/><Relationship Id="rId65" Type="http://schemas.openxmlformats.org/officeDocument/2006/relationships/image" Target="../media/image1087.png"/><Relationship Id="rId86" Type="http://schemas.openxmlformats.org/officeDocument/2006/relationships/customXml" Target="../ink/ink1106.xml"/><Relationship Id="rId130" Type="http://schemas.openxmlformats.org/officeDocument/2006/relationships/customXml" Target="../ink/ink1128.xml"/><Relationship Id="rId151" Type="http://schemas.openxmlformats.org/officeDocument/2006/relationships/image" Target="../media/image1130.png"/><Relationship Id="rId172" Type="http://schemas.openxmlformats.org/officeDocument/2006/relationships/customXml" Target="../ink/ink1149.xml"/><Relationship Id="rId193" Type="http://schemas.openxmlformats.org/officeDocument/2006/relationships/image" Target="../media/image1151.png"/><Relationship Id="rId207" Type="http://schemas.openxmlformats.org/officeDocument/2006/relationships/image" Target="../media/image1158.png"/><Relationship Id="rId228" Type="http://schemas.openxmlformats.org/officeDocument/2006/relationships/customXml" Target="../ink/ink1177.xml"/><Relationship Id="rId249" Type="http://schemas.openxmlformats.org/officeDocument/2006/relationships/image" Target="../media/image1179.png"/><Relationship Id="rId13" Type="http://schemas.openxmlformats.org/officeDocument/2006/relationships/image" Target="../media/image1061.png"/><Relationship Id="rId109" Type="http://schemas.openxmlformats.org/officeDocument/2006/relationships/image" Target="../media/image1109.png"/><Relationship Id="rId260" Type="http://schemas.openxmlformats.org/officeDocument/2006/relationships/customXml" Target="../ink/ink1193.xml"/><Relationship Id="rId281" Type="http://schemas.openxmlformats.org/officeDocument/2006/relationships/image" Target="../media/image1195.png"/><Relationship Id="rId34" Type="http://schemas.openxmlformats.org/officeDocument/2006/relationships/customXml" Target="../ink/ink1080.xml"/><Relationship Id="rId55" Type="http://schemas.openxmlformats.org/officeDocument/2006/relationships/image" Target="../media/image1082.png"/><Relationship Id="rId76" Type="http://schemas.openxmlformats.org/officeDocument/2006/relationships/customXml" Target="../ink/ink1101.xml"/><Relationship Id="rId97" Type="http://schemas.openxmlformats.org/officeDocument/2006/relationships/image" Target="../media/image1103.png"/><Relationship Id="rId120" Type="http://schemas.openxmlformats.org/officeDocument/2006/relationships/customXml" Target="../ink/ink1123.xml"/><Relationship Id="rId141" Type="http://schemas.openxmlformats.org/officeDocument/2006/relationships/image" Target="../media/image1125.png"/><Relationship Id="rId7" Type="http://schemas.openxmlformats.org/officeDocument/2006/relationships/image" Target="../media/image1058.png"/><Relationship Id="rId162" Type="http://schemas.openxmlformats.org/officeDocument/2006/relationships/customXml" Target="../ink/ink1144.xml"/><Relationship Id="rId183" Type="http://schemas.openxmlformats.org/officeDocument/2006/relationships/image" Target="../media/image1146.png"/><Relationship Id="rId218" Type="http://schemas.openxmlformats.org/officeDocument/2006/relationships/customXml" Target="../ink/ink1172.xml"/><Relationship Id="rId239" Type="http://schemas.openxmlformats.org/officeDocument/2006/relationships/image" Target="../media/image1174.png"/><Relationship Id="rId250" Type="http://schemas.openxmlformats.org/officeDocument/2006/relationships/customXml" Target="../ink/ink1188.xml"/><Relationship Id="rId271" Type="http://schemas.openxmlformats.org/officeDocument/2006/relationships/image" Target="../media/image1190.png"/><Relationship Id="rId24" Type="http://schemas.openxmlformats.org/officeDocument/2006/relationships/customXml" Target="../ink/ink1075.xml"/><Relationship Id="rId45" Type="http://schemas.openxmlformats.org/officeDocument/2006/relationships/image" Target="../media/image1077.png"/><Relationship Id="rId66" Type="http://schemas.openxmlformats.org/officeDocument/2006/relationships/customXml" Target="../ink/ink1096.xml"/><Relationship Id="rId87" Type="http://schemas.openxmlformats.org/officeDocument/2006/relationships/image" Target="../media/image1098.png"/><Relationship Id="rId110" Type="http://schemas.openxmlformats.org/officeDocument/2006/relationships/customXml" Target="../ink/ink1118.xml"/><Relationship Id="rId131" Type="http://schemas.openxmlformats.org/officeDocument/2006/relationships/image" Target="../media/image1120.png"/><Relationship Id="rId152" Type="http://schemas.openxmlformats.org/officeDocument/2006/relationships/customXml" Target="../ink/ink1139.xml"/><Relationship Id="rId173" Type="http://schemas.openxmlformats.org/officeDocument/2006/relationships/image" Target="../media/image1141.png"/><Relationship Id="rId194" Type="http://schemas.openxmlformats.org/officeDocument/2006/relationships/customXml" Target="../ink/ink1160.xml"/><Relationship Id="rId208" Type="http://schemas.openxmlformats.org/officeDocument/2006/relationships/customXml" Target="../ink/ink1167.xml"/><Relationship Id="rId229" Type="http://schemas.openxmlformats.org/officeDocument/2006/relationships/image" Target="../media/image1169.png"/><Relationship Id="rId240" Type="http://schemas.openxmlformats.org/officeDocument/2006/relationships/customXml" Target="../ink/ink1183.xml"/><Relationship Id="rId261" Type="http://schemas.openxmlformats.org/officeDocument/2006/relationships/image" Target="../media/image1185.png"/><Relationship Id="rId14" Type="http://schemas.openxmlformats.org/officeDocument/2006/relationships/customXml" Target="../ink/ink1070.xml"/><Relationship Id="rId35" Type="http://schemas.openxmlformats.org/officeDocument/2006/relationships/image" Target="../media/image1072.png"/><Relationship Id="rId56" Type="http://schemas.openxmlformats.org/officeDocument/2006/relationships/customXml" Target="../ink/ink1091.xml"/><Relationship Id="rId77" Type="http://schemas.openxmlformats.org/officeDocument/2006/relationships/image" Target="../media/image1093.png"/><Relationship Id="rId100" Type="http://schemas.openxmlformats.org/officeDocument/2006/relationships/customXml" Target="../ink/ink1113.xml"/><Relationship Id="rId8" Type="http://schemas.openxmlformats.org/officeDocument/2006/relationships/customXml" Target="../ink/ink1067.xml"/><Relationship Id="rId98" Type="http://schemas.openxmlformats.org/officeDocument/2006/relationships/customXml" Target="../ink/ink1112.xml"/><Relationship Id="rId121" Type="http://schemas.openxmlformats.org/officeDocument/2006/relationships/image" Target="../media/image1115.png"/><Relationship Id="rId142" Type="http://schemas.openxmlformats.org/officeDocument/2006/relationships/customXml" Target="../ink/ink1134.xml"/><Relationship Id="rId163" Type="http://schemas.openxmlformats.org/officeDocument/2006/relationships/image" Target="../media/image1136.png"/><Relationship Id="rId184" Type="http://schemas.openxmlformats.org/officeDocument/2006/relationships/customXml" Target="../ink/ink1155.xml"/><Relationship Id="rId219" Type="http://schemas.openxmlformats.org/officeDocument/2006/relationships/image" Target="../media/image1164.png"/><Relationship Id="rId230" Type="http://schemas.openxmlformats.org/officeDocument/2006/relationships/customXml" Target="../ink/ink1178.xml"/><Relationship Id="rId251" Type="http://schemas.openxmlformats.org/officeDocument/2006/relationships/image" Target="../media/image1180.png"/><Relationship Id="rId25" Type="http://schemas.openxmlformats.org/officeDocument/2006/relationships/image" Target="../media/image1067.png"/><Relationship Id="rId46" Type="http://schemas.openxmlformats.org/officeDocument/2006/relationships/customXml" Target="../ink/ink1086.xml"/><Relationship Id="rId67" Type="http://schemas.openxmlformats.org/officeDocument/2006/relationships/image" Target="../media/image1088.png"/><Relationship Id="rId272" Type="http://schemas.openxmlformats.org/officeDocument/2006/relationships/customXml" Target="../ink/ink1199.xml"/><Relationship Id="rId88" Type="http://schemas.openxmlformats.org/officeDocument/2006/relationships/customXml" Target="../ink/ink1107.xml"/><Relationship Id="rId111" Type="http://schemas.openxmlformats.org/officeDocument/2006/relationships/image" Target="../media/image1110.png"/><Relationship Id="rId132" Type="http://schemas.openxmlformats.org/officeDocument/2006/relationships/customXml" Target="../ink/ink1129.xml"/><Relationship Id="rId153" Type="http://schemas.openxmlformats.org/officeDocument/2006/relationships/image" Target="../media/image1131.png"/><Relationship Id="rId174" Type="http://schemas.openxmlformats.org/officeDocument/2006/relationships/customXml" Target="../ink/ink1150.xml"/><Relationship Id="rId195" Type="http://schemas.openxmlformats.org/officeDocument/2006/relationships/image" Target="../media/image1152.png"/><Relationship Id="rId209" Type="http://schemas.openxmlformats.org/officeDocument/2006/relationships/image" Target="../media/image1159.png"/><Relationship Id="rId220" Type="http://schemas.openxmlformats.org/officeDocument/2006/relationships/customXml" Target="../ink/ink1173.xml"/><Relationship Id="rId241" Type="http://schemas.openxmlformats.org/officeDocument/2006/relationships/image" Target="../media/image1175.png"/><Relationship Id="rId15" Type="http://schemas.openxmlformats.org/officeDocument/2006/relationships/image" Target="../media/image1062.png"/><Relationship Id="rId36" Type="http://schemas.openxmlformats.org/officeDocument/2006/relationships/customXml" Target="../ink/ink1081.xml"/><Relationship Id="rId57" Type="http://schemas.openxmlformats.org/officeDocument/2006/relationships/image" Target="../media/image1083.png"/><Relationship Id="rId262" Type="http://schemas.openxmlformats.org/officeDocument/2006/relationships/customXml" Target="../ink/ink1194.xml"/><Relationship Id="rId78" Type="http://schemas.openxmlformats.org/officeDocument/2006/relationships/customXml" Target="../ink/ink1102.xml"/><Relationship Id="rId99" Type="http://schemas.openxmlformats.org/officeDocument/2006/relationships/image" Target="../media/image1104.png"/><Relationship Id="rId101" Type="http://schemas.openxmlformats.org/officeDocument/2006/relationships/image" Target="../media/image1105.png"/><Relationship Id="rId122" Type="http://schemas.openxmlformats.org/officeDocument/2006/relationships/customXml" Target="../ink/ink1124.xml"/><Relationship Id="rId143" Type="http://schemas.openxmlformats.org/officeDocument/2006/relationships/image" Target="../media/image1126.png"/><Relationship Id="rId164" Type="http://schemas.openxmlformats.org/officeDocument/2006/relationships/customXml" Target="../ink/ink1145.xml"/><Relationship Id="rId185" Type="http://schemas.openxmlformats.org/officeDocument/2006/relationships/image" Target="../media/image1147.png"/><Relationship Id="rId9" Type="http://schemas.openxmlformats.org/officeDocument/2006/relationships/image" Target="../media/image1059.png"/><Relationship Id="rId210" Type="http://schemas.openxmlformats.org/officeDocument/2006/relationships/customXml" Target="../ink/ink1168.xml"/><Relationship Id="rId26" Type="http://schemas.openxmlformats.org/officeDocument/2006/relationships/customXml" Target="../ink/ink1076.xml"/><Relationship Id="rId231" Type="http://schemas.openxmlformats.org/officeDocument/2006/relationships/image" Target="../media/image1170.png"/><Relationship Id="rId252" Type="http://schemas.openxmlformats.org/officeDocument/2006/relationships/customXml" Target="../ink/ink1189.xml"/><Relationship Id="rId273" Type="http://schemas.openxmlformats.org/officeDocument/2006/relationships/image" Target="../media/image1191.png"/><Relationship Id="rId47" Type="http://schemas.openxmlformats.org/officeDocument/2006/relationships/image" Target="../media/image1078.png"/><Relationship Id="rId68" Type="http://schemas.openxmlformats.org/officeDocument/2006/relationships/customXml" Target="../ink/ink1097.xml"/><Relationship Id="rId89" Type="http://schemas.openxmlformats.org/officeDocument/2006/relationships/image" Target="../media/image1099.png"/><Relationship Id="rId112" Type="http://schemas.openxmlformats.org/officeDocument/2006/relationships/customXml" Target="../ink/ink1119.xml"/><Relationship Id="rId133" Type="http://schemas.openxmlformats.org/officeDocument/2006/relationships/image" Target="../media/image1121.png"/><Relationship Id="rId154" Type="http://schemas.openxmlformats.org/officeDocument/2006/relationships/customXml" Target="../ink/ink1140.xml"/><Relationship Id="rId175" Type="http://schemas.openxmlformats.org/officeDocument/2006/relationships/image" Target="../media/image1142.png"/><Relationship Id="rId196" Type="http://schemas.openxmlformats.org/officeDocument/2006/relationships/customXml" Target="../ink/ink1161.xml"/><Relationship Id="rId200" Type="http://schemas.openxmlformats.org/officeDocument/2006/relationships/customXml" Target="../ink/ink1163.xml"/><Relationship Id="rId16" Type="http://schemas.openxmlformats.org/officeDocument/2006/relationships/customXml" Target="../ink/ink1071.xml"/><Relationship Id="rId221" Type="http://schemas.openxmlformats.org/officeDocument/2006/relationships/image" Target="../media/image1165.png"/><Relationship Id="rId242" Type="http://schemas.openxmlformats.org/officeDocument/2006/relationships/customXml" Target="../ink/ink1184.xml"/><Relationship Id="rId263" Type="http://schemas.openxmlformats.org/officeDocument/2006/relationships/image" Target="../media/image1186.png"/><Relationship Id="rId37" Type="http://schemas.openxmlformats.org/officeDocument/2006/relationships/image" Target="../media/image1073.png"/><Relationship Id="rId58" Type="http://schemas.openxmlformats.org/officeDocument/2006/relationships/customXml" Target="../ink/ink1092.xml"/><Relationship Id="rId79" Type="http://schemas.openxmlformats.org/officeDocument/2006/relationships/image" Target="../media/image1094.png"/><Relationship Id="rId102" Type="http://schemas.openxmlformats.org/officeDocument/2006/relationships/customXml" Target="../ink/ink1114.xml"/><Relationship Id="rId123" Type="http://schemas.openxmlformats.org/officeDocument/2006/relationships/image" Target="../media/image1116.png"/><Relationship Id="rId144" Type="http://schemas.openxmlformats.org/officeDocument/2006/relationships/customXml" Target="../ink/ink1135.xml"/><Relationship Id="rId90" Type="http://schemas.openxmlformats.org/officeDocument/2006/relationships/customXml" Target="../ink/ink1108.xml"/><Relationship Id="rId165" Type="http://schemas.openxmlformats.org/officeDocument/2006/relationships/image" Target="../media/image1137.png"/><Relationship Id="rId186" Type="http://schemas.openxmlformats.org/officeDocument/2006/relationships/customXml" Target="../ink/ink1156.xml"/><Relationship Id="rId211" Type="http://schemas.openxmlformats.org/officeDocument/2006/relationships/image" Target="../media/image1160.png"/><Relationship Id="rId232" Type="http://schemas.openxmlformats.org/officeDocument/2006/relationships/customXml" Target="../ink/ink1179.xml"/><Relationship Id="rId253" Type="http://schemas.openxmlformats.org/officeDocument/2006/relationships/image" Target="../media/image1181.png"/><Relationship Id="rId274" Type="http://schemas.openxmlformats.org/officeDocument/2006/relationships/customXml" Target="../ink/ink1200.xml"/><Relationship Id="rId27" Type="http://schemas.openxmlformats.org/officeDocument/2006/relationships/image" Target="../media/image1068.png"/><Relationship Id="rId48" Type="http://schemas.openxmlformats.org/officeDocument/2006/relationships/customXml" Target="../ink/ink1087.xml"/><Relationship Id="rId69" Type="http://schemas.openxmlformats.org/officeDocument/2006/relationships/image" Target="../media/image1089.png"/><Relationship Id="rId113" Type="http://schemas.openxmlformats.org/officeDocument/2006/relationships/image" Target="../media/image1111.png"/><Relationship Id="rId134" Type="http://schemas.openxmlformats.org/officeDocument/2006/relationships/customXml" Target="../ink/ink1130.xml"/><Relationship Id="rId80" Type="http://schemas.openxmlformats.org/officeDocument/2006/relationships/customXml" Target="../ink/ink1103.xml"/><Relationship Id="rId155" Type="http://schemas.openxmlformats.org/officeDocument/2006/relationships/image" Target="../media/image1132.png"/><Relationship Id="rId176" Type="http://schemas.openxmlformats.org/officeDocument/2006/relationships/customXml" Target="../ink/ink1151.xml"/><Relationship Id="rId197" Type="http://schemas.openxmlformats.org/officeDocument/2006/relationships/image" Target="../media/image1153.png"/><Relationship Id="rId201" Type="http://schemas.openxmlformats.org/officeDocument/2006/relationships/image" Target="../media/image1155.png"/><Relationship Id="rId222" Type="http://schemas.openxmlformats.org/officeDocument/2006/relationships/customXml" Target="../ink/ink1174.xml"/><Relationship Id="rId243" Type="http://schemas.openxmlformats.org/officeDocument/2006/relationships/image" Target="../media/image1176.png"/><Relationship Id="rId264" Type="http://schemas.openxmlformats.org/officeDocument/2006/relationships/customXml" Target="../ink/ink1195.xml"/><Relationship Id="rId17" Type="http://schemas.openxmlformats.org/officeDocument/2006/relationships/image" Target="../media/image1063.png"/><Relationship Id="rId38" Type="http://schemas.openxmlformats.org/officeDocument/2006/relationships/customXml" Target="../ink/ink1082.xml"/><Relationship Id="rId59" Type="http://schemas.openxmlformats.org/officeDocument/2006/relationships/image" Target="../media/image1084.png"/><Relationship Id="rId103" Type="http://schemas.openxmlformats.org/officeDocument/2006/relationships/image" Target="../media/image1106.png"/><Relationship Id="rId124" Type="http://schemas.openxmlformats.org/officeDocument/2006/relationships/customXml" Target="../ink/ink1125.xml"/><Relationship Id="rId70" Type="http://schemas.openxmlformats.org/officeDocument/2006/relationships/customXml" Target="../ink/ink1098.xml"/><Relationship Id="rId91" Type="http://schemas.openxmlformats.org/officeDocument/2006/relationships/image" Target="../media/image1100.png"/><Relationship Id="rId145" Type="http://schemas.openxmlformats.org/officeDocument/2006/relationships/image" Target="../media/image1127.png"/><Relationship Id="rId166" Type="http://schemas.openxmlformats.org/officeDocument/2006/relationships/customXml" Target="../ink/ink1146.xml"/><Relationship Id="rId187" Type="http://schemas.openxmlformats.org/officeDocument/2006/relationships/image" Target="../media/image114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169.xml"/><Relationship Id="rId233" Type="http://schemas.openxmlformats.org/officeDocument/2006/relationships/image" Target="../media/image1171.png"/><Relationship Id="rId254" Type="http://schemas.openxmlformats.org/officeDocument/2006/relationships/customXml" Target="../ink/ink1190.xml"/><Relationship Id="rId28" Type="http://schemas.openxmlformats.org/officeDocument/2006/relationships/customXml" Target="../ink/ink1077.xml"/><Relationship Id="rId49" Type="http://schemas.openxmlformats.org/officeDocument/2006/relationships/image" Target="../media/image1079.png"/><Relationship Id="rId114" Type="http://schemas.openxmlformats.org/officeDocument/2006/relationships/customXml" Target="../ink/ink1120.xml"/><Relationship Id="rId275" Type="http://schemas.openxmlformats.org/officeDocument/2006/relationships/image" Target="../media/image1192.png"/><Relationship Id="rId60" Type="http://schemas.openxmlformats.org/officeDocument/2006/relationships/customXml" Target="../ink/ink1093.xml"/><Relationship Id="rId81" Type="http://schemas.openxmlformats.org/officeDocument/2006/relationships/image" Target="../media/image1095.png"/><Relationship Id="rId135" Type="http://schemas.openxmlformats.org/officeDocument/2006/relationships/image" Target="../media/image1122.png"/><Relationship Id="rId156" Type="http://schemas.openxmlformats.org/officeDocument/2006/relationships/customXml" Target="../ink/ink1141.xml"/><Relationship Id="rId177" Type="http://schemas.openxmlformats.org/officeDocument/2006/relationships/image" Target="../media/image1143.png"/><Relationship Id="rId198" Type="http://schemas.openxmlformats.org/officeDocument/2006/relationships/customXml" Target="../ink/ink1162.xml"/><Relationship Id="rId202" Type="http://schemas.openxmlformats.org/officeDocument/2006/relationships/customXml" Target="../ink/ink1164.xml"/><Relationship Id="rId223" Type="http://schemas.openxmlformats.org/officeDocument/2006/relationships/image" Target="../media/image1166.png"/><Relationship Id="rId244" Type="http://schemas.openxmlformats.org/officeDocument/2006/relationships/customXml" Target="../ink/ink1185.xml"/><Relationship Id="rId18" Type="http://schemas.openxmlformats.org/officeDocument/2006/relationships/customXml" Target="../ink/ink1072.xml"/><Relationship Id="rId39" Type="http://schemas.openxmlformats.org/officeDocument/2006/relationships/image" Target="../media/image1074.png"/><Relationship Id="rId265" Type="http://schemas.openxmlformats.org/officeDocument/2006/relationships/image" Target="../media/image1187.png"/><Relationship Id="rId50" Type="http://schemas.openxmlformats.org/officeDocument/2006/relationships/customXml" Target="../ink/ink1088.xml"/><Relationship Id="rId104" Type="http://schemas.openxmlformats.org/officeDocument/2006/relationships/customXml" Target="../ink/ink1115.xml"/><Relationship Id="rId125" Type="http://schemas.openxmlformats.org/officeDocument/2006/relationships/image" Target="../media/image1117.png"/><Relationship Id="rId146" Type="http://schemas.openxmlformats.org/officeDocument/2006/relationships/customXml" Target="../ink/ink1136.xml"/><Relationship Id="rId167" Type="http://schemas.openxmlformats.org/officeDocument/2006/relationships/image" Target="../media/image1138.png"/><Relationship Id="rId188" Type="http://schemas.openxmlformats.org/officeDocument/2006/relationships/customXml" Target="../ink/ink1157.xml"/><Relationship Id="rId71" Type="http://schemas.openxmlformats.org/officeDocument/2006/relationships/image" Target="../media/image1090.png"/><Relationship Id="rId92" Type="http://schemas.openxmlformats.org/officeDocument/2006/relationships/customXml" Target="../ink/ink1109.xml"/><Relationship Id="rId213" Type="http://schemas.openxmlformats.org/officeDocument/2006/relationships/image" Target="../media/image1161.png"/><Relationship Id="rId234" Type="http://schemas.openxmlformats.org/officeDocument/2006/relationships/customXml" Target="../ink/ink1180.xml"/><Relationship Id="rId2" Type="http://schemas.openxmlformats.org/officeDocument/2006/relationships/customXml" Target="../ink/ink1064.xml"/><Relationship Id="rId29" Type="http://schemas.openxmlformats.org/officeDocument/2006/relationships/image" Target="../media/image1069.png"/><Relationship Id="rId255" Type="http://schemas.openxmlformats.org/officeDocument/2006/relationships/image" Target="../media/image1182.png"/><Relationship Id="rId276" Type="http://schemas.openxmlformats.org/officeDocument/2006/relationships/customXml" Target="../ink/ink1201.xml"/><Relationship Id="rId40" Type="http://schemas.openxmlformats.org/officeDocument/2006/relationships/customXml" Target="../ink/ink1083.xml"/><Relationship Id="rId115" Type="http://schemas.openxmlformats.org/officeDocument/2006/relationships/image" Target="../media/image1112.png"/><Relationship Id="rId136" Type="http://schemas.openxmlformats.org/officeDocument/2006/relationships/customXml" Target="../ink/ink1131.xml"/><Relationship Id="rId157" Type="http://schemas.openxmlformats.org/officeDocument/2006/relationships/image" Target="../media/image1133.png"/><Relationship Id="rId178" Type="http://schemas.openxmlformats.org/officeDocument/2006/relationships/customXml" Target="../ink/ink1152.xml"/><Relationship Id="rId61" Type="http://schemas.openxmlformats.org/officeDocument/2006/relationships/image" Target="../media/image1085.png"/><Relationship Id="rId82" Type="http://schemas.openxmlformats.org/officeDocument/2006/relationships/customXml" Target="../ink/ink1104.xml"/><Relationship Id="rId199" Type="http://schemas.openxmlformats.org/officeDocument/2006/relationships/image" Target="../media/image1154.png"/><Relationship Id="rId203" Type="http://schemas.openxmlformats.org/officeDocument/2006/relationships/image" Target="../media/image1156.png"/><Relationship Id="rId19" Type="http://schemas.openxmlformats.org/officeDocument/2006/relationships/image" Target="../media/image1064.png"/><Relationship Id="rId224" Type="http://schemas.openxmlformats.org/officeDocument/2006/relationships/customXml" Target="../ink/ink1175.xml"/><Relationship Id="rId245" Type="http://schemas.openxmlformats.org/officeDocument/2006/relationships/image" Target="../media/image1177.png"/><Relationship Id="rId266" Type="http://schemas.openxmlformats.org/officeDocument/2006/relationships/customXml" Target="../ink/ink1196.xml"/><Relationship Id="rId30" Type="http://schemas.openxmlformats.org/officeDocument/2006/relationships/customXml" Target="../ink/ink1078.xml"/><Relationship Id="rId105" Type="http://schemas.openxmlformats.org/officeDocument/2006/relationships/image" Target="../media/image1107.png"/><Relationship Id="rId126" Type="http://schemas.openxmlformats.org/officeDocument/2006/relationships/customXml" Target="../ink/ink1126.xml"/><Relationship Id="rId147" Type="http://schemas.openxmlformats.org/officeDocument/2006/relationships/image" Target="../media/image1128.png"/><Relationship Id="rId168" Type="http://schemas.openxmlformats.org/officeDocument/2006/relationships/customXml" Target="../ink/ink1147.xml"/><Relationship Id="rId51" Type="http://schemas.openxmlformats.org/officeDocument/2006/relationships/image" Target="../media/image1080.png"/><Relationship Id="rId72" Type="http://schemas.openxmlformats.org/officeDocument/2006/relationships/customXml" Target="../ink/ink1099.xml"/><Relationship Id="rId93" Type="http://schemas.openxmlformats.org/officeDocument/2006/relationships/image" Target="../media/image1101.png"/><Relationship Id="rId189" Type="http://schemas.openxmlformats.org/officeDocument/2006/relationships/image" Target="../media/image1149.png"/><Relationship Id="rId3" Type="http://schemas.openxmlformats.org/officeDocument/2006/relationships/image" Target="../media/image1056.png"/><Relationship Id="rId214" Type="http://schemas.openxmlformats.org/officeDocument/2006/relationships/customXml" Target="../ink/ink1170.xml"/><Relationship Id="rId235" Type="http://schemas.openxmlformats.org/officeDocument/2006/relationships/image" Target="../media/image1172.png"/><Relationship Id="rId256" Type="http://schemas.openxmlformats.org/officeDocument/2006/relationships/customXml" Target="../ink/ink1191.xml"/><Relationship Id="rId277" Type="http://schemas.openxmlformats.org/officeDocument/2006/relationships/image" Target="../media/image1193.png"/><Relationship Id="rId116" Type="http://schemas.openxmlformats.org/officeDocument/2006/relationships/customXml" Target="../ink/ink1121.xml"/><Relationship Id="rId137" Type="http://schemas.openxmlformats.org/officeDocument/2006/relationships/image" Target="../media/image1123.png"/><Relationship Id="rId158" Type="http://schemas.openxmlformats.org/officeDocument/2006/relationships/customXml" Target="../ink/ink1142.xml"/><Relationship Id="rId20" Type="http://schemas.openxmlformats.org/officeDocument/2006/relationships/customXml" Target="../ink/ink1073.xml"/><Relationship Id="rId41" Type="http://schemas.openxmlformats.org/officeDocument/2006/relationships/image" Target="../media/image1075.png"/><Relationship Id="rId62" Type="http://schemas.openxmlformats.org/officeDocument/2006/relationships/customXml" Target="../ink/ink1094.xml"/><Relationship Id="rId83" Type="http://schemas.openxmlformats.org/officeDocument/2006/relationships/image" Target="../media/image1096.png"/><Relationship Id="rId179" Type="http://schemas.openxmlformats.org/officeDocument/2006/relationships/image" Target="../media/image1144.png"/><Relationship Id="rId190" Type="http://schemas.openxmlformats.org/officeDocument/2006/relationships/customXml" Target="../ink/ink1158.xml"/><Relationship Id="rId204" Type="http://schemas.openxmlformats.org/officeDocument/2006/relationships/customXml" Target="../ink/ink1165.xml"/><Relationship Id="rId225" Type="http://schemas.openxmlformats.org/officeDocument/2006/relationships/image" Target="../media/image1167.png"/><Relationship Id="rId246" Type="http://schemas.openxmlformats.org/officeDocument/2006/relationships/customXml" Target="../ink/ink1186.xml"/><Relationship Id="rId267" Type="http://schemas.openxmlformats.org/officeDocument/2006/relationships/image" Target="../media/image1188.png"/><Relationship Id="rId106" Type="http://schemas.openxmlformats.org/officeDocument/2006/relationships/customXml" Target="../ink/ink1116.xml"/><Relationship Id="rId127" Type="http://schemas.openxmlformats.org/officeDocument/2006/relationships/image" Target="../media/image1118.png"/><Relationship Id="rId10" Type="http://schemas.openxmlformats.org/officeDocument/2006/relationships/customXml" Target="../ink/ink1068.xml"/><Relationship Id="rId31" Type="http://schemas.openxmlformats.org/officeDocument/2006/relationships/image" Target="../media/image1070.png"/><Relationship Id="rId52" Type="http://schemas.openxmlformats.org/officeDocument/2006/relationships/customXml" Target="../ink/ink1089.xml"/><Relationship Id="rId73" Type="http://schemas.openxmlformats.org/officeDocument/2006/relationships/image" Target="../media/image1091.png"/><Relationship Id="rId94" Type="http://schemas.openxmlformats.org/officeDocument/2006/relationships/customXml" Target="../ink/ink1110.xml"/><Relationship Id="rId148" Type="http://schemas.openxmlformats.org/officeDocument/2006/relationships/customXml" Target="../ink/ink1137.xml"/><Relationship Id="rId169" Type="http://schemas.openxmlformats.org/officeDocument/2006/relationships/image" Target="../media/image1139.png"/><Relationship Id="rId4" Type="http://schemas.openxmlformats.org/officeDocument/2006/relationships/customXml" Target="../ink/ink1065.xml"/><Relationship Id="rId180" Type="http://schemas.openxmlformats.org/officeDocument/2006/relationships/customXml" Target="../ink/ink1153.xml"/><Relationship Id="rId215" Type="http://schemas.openxmlformats.org/officeDocument/2006/relationships/image" Target="../media/image1162.png"/><Relationship Id="rId236" Type="http://schemas.openxmlformats.org/officeDocument/2006/relationships/customXml" Target="../ink/ink1181.xml"/><Relationship Id="rId257" Type="http://schemas.openxmlformats.org/officeDocument/2006/relationships/image" Target="../media/image1183.png"/><Relationship Id="rId278" Type="http://schemas.openxmlformats.org/officeDocument/2006/relationships/customXml" Target="../ink/ink1202.xml"/><Relationship Id="rId42" Type="http://schemas.openxmlformats.org/officeDocument/2006/relationships/customXml" Target="../ink/ink1084.xml"/><Relationship Id="rId84" Type="http://schemas.openxmlformats.org/officeDocument/2006/relationships/customXml" Target="../ink/ink1105.xml"/><Relationship Id="rId138" Type="http://schemas.openxmlformats.org/officeDocument/2006/relationships/customXml" Target="../ink/ink1132.xml"/><Relationship Id="rId191" Type="http://schemas.openxmlformats.org/officeDocument/2006/relationships/image" Target="../media/image1150.png"/><Relationship Id="rId205" Type="http://schemas.openxmlformats.org/officeDocument/2006/relationships/image" Target="../media/image1157.png"/><Relationship Id="rId247" Type="http://schemas.openxmlformats.org/officeDocument/2006/relationships/image" Target="../media/image1178.png"/><Relationship Id="rId107" Type="http://schemas.openxmlformats.org/officeDocument/2006/relationships/image" Target="../media/image1108.png"/><Relationship Id="rId11" Type="http://schemas.openxmlformats.org/officeDocument/2006/relationships/image" Target="../media/image1060.png"/><Relationship Id="rId53" Type="http://schemas.openxmlformats.org/officeDocument/2006/relationships/image" Target="../media/image1081.png"/><Relationship Id="rId149" Type="http://schemas.openxmlformats.org/officeDocument/2006/relationships/image" Target="../media/image1129.png"/><Relationship Id="rId95" Type="http://schemas.openxmlformats.org/officeDocument/2006/relationships/image" Target="../media/image1102.png"/><Relationship Id="rId160" Type="http://schemas.openxmlformats.org/officeDocument/2006/relationships/customXml" Target="../ink/ink1143.xml"/><Relationship Id="rId216" Type="http://schemas.openxmlformats.org/officeDocument/2006/relationships/customXml" Target="../ink/ink1171.xml"/><Relationship Id="rId258" Type="http://schemas.openxmlformats.org/officeDocument/2006/relationships/customXml" Target="../ink/ink1192.xml"/></Relationships>
</file>

<file path=ppt/slides/_rels/slide3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53.png"/><Relationship Id="rId21" Type="http://schemas.openxmlformats.org/officeDocument/2006/relationships/image" Target="../media/image1205.png"/><Relationship Id="rId42" Type="http://schemas.openxmlformats.org/officeDocument/2006/relationships/customXml" Target="../ink/ink1224.xml"/><Relationship Id="rId63" Type="http://schemas.openxmlformats.org/officeDocument/2006/relationships/image" Target="../media/image1226.png"/><Relationship Id="rId84" Type="http://schemas.openxmlformats.org/officeDocument/2006/relationships/customXml" Target="../ink/ink1245.xml"/><Relationship Id="rId138" Type="http://schemas.openxmlformats.org/officeDocument/2006/relationships/customXml" Target="../ink/ink1272.xml"/><Relationship Id="rId159" Type="http://schemas.openxmlformats.org/officeDocument/2006/relationships/image" Target="../media/image1274.png"/><Relationship Id="rId170" Type="http://schemas.openxmlformats.org/officeDocument/2006/relationships/customXml" Target="../ink/ink1288.xml"/><Relationship Id="rId191" Type="http://schemas.openxmlformats.org/officeDocument/2006/relationships/image" Target="../media/image1290.png"/><Relationship Id="rId205" Type="http://schemas.openxmlformats.org/officeDocument/2006/relationships/image" Target="../media/image1297.png"/><Relationship Id="rId107" Type="http://schemas.openxmlformats.org/officeDocument/2006/relationships/image" Target="../media/image1248.png"/><Relationship Id="rId11" Type="http://schemas.openxmlformats.org/officeDocument/2006/relationships/image" Target="../media/image1200.png"/><Relationship Id="rId32" Type="http://schemas.openxmlformats.org/officeDocument/2006/relationships/customXml" Target="../ink/ink1219.xml"/><Relationship Id="rId53" Type="http://schemas.openxmlformats.org/officeDocument/2006/relationships/image" Target="../media/image1221.png"/><Relationship Id="rId74" Type="http://schemas.openxmlformats.org/officeDocument/2006/relationships/customXml" Target="../ink/ink1240.xml"/><Relationship Id="rId128" Type="http://schemas.openxmlformats.org/officeDocument/2006/relationships/customXml" Target="../ink/ink1267.xml"/><Relationship Id="rId149" Type="http://schemas.openxmlformats.org/officeDocument/2006/relationships/image" Target="../media/image1269.png"/><Relationship Id="rId5" Type="http://schemas.openxmlformats.org/officeDocument/2006/relationships/image" Target="../media/image1197.png"/><Relationship Id="rId95" Type="http://schemas.openxmlformats.org/officeDocument/2006/relationships/image" Target="../media/image1242.png"/><Relationship Id="rId160" Type="http://schemas.openxmlformats.org/officeDocument/2006/relationships/customXml" Target="../ink/ink1283.xml"/><Relationship Id="rId181" Type="http://schemas.openxmlformats.org/officeDocument/2006/relationships/image" Target="../media/image1285.png"/><Relationship Id="rId22" Type="http://schemas.openxmlformats.org/officeDocument/2006/relationships/customXml" Target="../ink/ink1214.xml"/><Relationship Id="rId43" Type="http://schemas.openxmlformats.org/officeDocument/2006/relationships/image" Target="../media/image1216.png"/><Relationship Id="rId64" Type="http://schemas.openxmlformats.org/officeDocument/2006/relationships/customXml" Target="../ink/ink1235.xml"/><Relationship Id="rId118" Type="http://schemas.openxmlformats.org/officeDocument/2006/relationships/customXml" Target="../ink/ink1262.xml"/><Relationship Id="rId139" Type="http://schemas.openxmlformats.org/officeDocument/2006/relationships/image" Target="../media/image1264.png"/><Relationship Id="rId85" Type="http://schemas.openxmlformats.org/officeDocument/2006/relationships/image" Target="../media/image1237.png"/><Relationship Id="rId150" Type="http://schemas.openxmlformats.org/officeDocument/2006/relationships/customXml" Target="../ink/ink1278.xml"/><Relationship Id="rId171" Type="http://schemas.openxmlformats.org/officeDocument/2006/relationships/image" Target="../media/image1280.png"/><Relationship Id="rId192" Type="http://schemas.openxmlformats.org/officeDocument/2006/relationships/customXml" Target="../ink/ink1299.xml"/><Relationship Id="rId206" Type="http://schemas.openxmlformats.org/officeDocument/2006/relationships/customXml" Target="../ink/ink1306.xml"/><Relationship Id="rId12" Type="http://schemas.openxmlformats.org/officeDocument/2006/relationships/customXml" Target="../ink/ink1209.xml"/><Relationship Id="rId33" Type="http://schemas.openxmlformats.org/officeDocument/2006/relationships/image" Target="../media/image1211.png"/><Relationship Id="rId108" Type="http://schemas.openxmlformats.org/officeDocument/2006/relationships/customXml" Target="../ink/ink1257.xml"/><Relationship Id="rId129" Type="http://schemas.openxmlformats.org/officeDocument/2006/relationships/image" Target="../media/image1259.png"/><Relationship Id="rId54" Type="http://schemas.openxmlformats.org/officeDocument/2006/relationships/customXml" Target="../ink/ink1230.xml"/><Relationship Id="rId75" Type="http://schemas.openxmlformats.org/officeDocument/2006/relationships/image" Target="../media/image1232.png"/><Relationship Id="rId96" Type="http://schemas.openxmlformats.org/officeDocument/2006/relationships/customXml" Target="../ink/ink1251.xml"/><Relationship Id="rId140" Type="http://schemas.openxmlformats.org/officeDocument/2006/relationships/customXml" Target="../ink/ink1273.xml"/><Relationship Id="rId161" Type="http://schemas.openxmlformats.org/officeDocument/2006/relationships/image" Target="../media/image1275.png"/><Relationship Id="rId182" Type="http://schemas.openxmlformats.org/officeDocument/2006/relationships/customXml" Target="../ink/ink1294.xml"/><Relationship Id="rId6" Type="http://schemas.openxmlformats.org/officeDocument/2006/relationships/customXml" Target="../ink/ink1206.xml"/><Relationship Id="rId23" Type="http://schemas.openxmlformats.org/officeDocument/2006/relationships/image" Target="../media/image1206.png"/><Relationship Id="rId119" Type="http://schemas.openxmlformats.org/officeDocument/2006/relationships/image" Target="../media/image1254.png"/><Relationship Id="rId44" Type="http://schemas.openxmlformats.org/officeDocument/2006/relationships/customXml" Target="../ink/ink1225.xml"/><Relationship Id="rId65" Type="http://schemas.openxmlformats.org/officeDocument/2006/relationships/image" Target="../media/image1227.png"/><Relationship Id="rId86" Type="http://schemas.openxmlformats.org/officeDocument/2006/relationships/customXml" Target="../ink/ink1246.xml"/><Relationship Id="rId130" Type="http://schemas.openxmlformats.org/officeDocument/2006/relationships/customXml" Target="../ink/ink1268.xml"/><Relationship Id="rId151" Type="http://schemas.openxmlformats.org/officeDocument/2006/relationships/image" Target="../media/image1270.png"/><Relationship Id="rId172" Type="http://schemas.openxmlformats.org/officeDocument/2006/relationships/customXml" Target="../ink/ink1289.xml"/><Relationship Id="rId193" Type="http://schemas.openxmlformats.org/officeDocument/2006/relationships/image" Target="../media/image1291.png"/><Relationship Id="rId207" Type="http://schemas.openxmlformats.org/officeDocument/2006/relationships/image" Target="../media/image1298.png"/><Relationship Id="rId13" Type="http://schemas.openxmlformats.org/officeDocument/2006/relationships/image" Target="../media/image1201.png"/><Relationship Id="rId109" Type="http://schemas.openxmlformats.org/officeDocument/2006/relationships/image" Target="../media/image1249.png"/><Relationship Id="rId34" Type="http://schemas.openxmlformats.org/officeDocument/2006/relationships/customXml" Target="../ink/ink1220.xml"/><Relationship Id="rId55" Type="http://schemas.openxmlformats.org/officeDocument/2006/relationships/image" Target="../media/image1222.png"/><Relationship Id="rId76" Type="http://schemas.openxmlformats.org/officeDocument/2006/relationships/customXml" Target="../ink/ink1241.xml"/><Relationship Id="rId97" Type="http://schemas.openxmlformats.org/officeDocument/2006/relationships/image" Target="../media/image1243.png"/><Relationship Id="rId120" Type="http://schemas.openxmlformats.org/officeDocument/2006/relationships/customXml" Target="../ink/ink1263.xml"/><Relationship Id="rId141" Type="http://schemas.openxmlformats.org/officeDocument/2006/relationships/image" Target="../media/image1265.png"/><Relationship Id="rId7" Type="http://schemas.openxmlformats.org/officeDocument/2006/relationships/image" Target="../media/image1198.png"/><Relationship Id="rId162" Type="http://schemas.openxmlformats.org/officeDocument/2006/relationships/customXml" Target="../ink/ink1284.xml"/><Relationship Id="rId183" Type="http://schemas.openxmlformats.org/officeDocument/2006/relationships/image" Target="../media/image1286.png"/><Relationship Id="rId24" Type="http://schemas.openxmlformats.org/officeDocument/2006/relationships/customXml" Target="../ink/ink1215.xml"/><Relationship Id="rId40" Type="http://schemas.openxmlformats.org/officeDocument/2006/relationships/customXml" Target="../ink/ink1223.xml"/><Relationship Id="rId45" Type="http://schemas.openxmlformats.org/officeDocument/2006/relationships/image" Target="../media/image1217.png"/><Relationship Id="rId66" Type="http://schemas.openxmlformats.org/officeDocument/2006/relationships/customXml" Target="../ink/ink1236.xml"/><Relationship Id="rId87" Type="http://schemas.openxmlformats.org/officeDocument/2006/relationships/image" Target="../media/image1238.png"/><Relationship Id="rId110" Type="http://schemas.openxmlformats.org/officeDocument/2006/relationships/customXml" Target="../ink/ink1258.xml"/><Relationship Id="rId115" Type="http://schemas.openxmlformats.org/officeDocument/2006/relationships/image" Target="../media/image1252.png"/><Relationship Id="rId131" Type="http://schemas.openxmlformats.org/officeDocument/2006/relationships/image" Target="../media/image1260.png"/><Relationship Id="rId136" Type="http://schemas.openxmlformats.org/officeDocument/2006/relationships/customXml" Target="../ink/ink1271.xml"/><Relationship Id="rId157" Type="http://schemas.openxmlformats.org/officeDocument/2006/relationships/image" Target="../media/image1273.png"/><Relationship Id="rId178" Type="http://schemas.openxmlformats.org/officeDocument/2006/relationships/customXml" Target="../ink/ink1292.xml"/><Relationship Id="rId61" Type="http://schemas.openxmlformats.org/officeDocument/2006/relationships/image" Target="../media/image1225.png"/><Relationship Id="rId82" Type="http://schemas.openxmlformats.org/officeDocument/2006/relationships/customXml" Target="../ink/ink1244.xml"/><Relationship Id="rId152" Type="http://schemas.openxmlformats.org/officeDocument/2006/relationships/customXml" Target="../ink/ink1279.xml"/><Relationship Id="rId173" Type="http://schemas.openxmlformats.org/officeDocument/2006/relationships/image" Target="../media/image1281.png"/><Relationship Id="rId194" Type="http://schemas.openxmlformats.org/officeDocument/2006/relationships/customXml" Target="../ink/ink1300.xml"/><Relationship Id="rId199" Type="http://schemas.openxmlformats.org/officeDocument/2006/relationships/image" Target="../media/image1294.png"/><Relationship Id="rId203" Type="http://schemas.openxmlformats.org/officeDocument/2006/relationships/image" Target="../media/image1296.png"/><Relationship Id="rId19" Type="http://schemas.openxmlformats.org/officeDocument/2006/relationships/image" Target="../media/image1204.png"/><Relationship Id="rId14" Type="http://schemas.openxmlformats.org/officeDocument/2006/relationships/customXml" Target="../ink/ink1210.xml"/><Relationship Id="rId30" Type="http://schemas.openxmlformats.org/officeDocument/2006/relationships/customXml" Target="../ink/ink1218.xml"/><Relationship Id="rId35" Type="http://schemas.openxmlformats.org/officeDocument/2006/relationships/image" Target="../media/image1212.png"/><Relationship Id="rId56" Type="http://schemas.openxmlformats.org/officeDocument/2006/relationships/customXml" Target="../ink/ink1231.xml"/><Relationship Id="rId77" Type="http://schemas.openxmlformats.org/officeDocument/2006/relationships/image" Target="../media/image1233.png"/><Relationship Id="rId100" Type="http://schemas.openxmlformats.org/officeDocument/2006/relationships/customXml" Target="../ink/ink1253.xml"/><Relationship Id="rId105" Type="http://schemas.openxmlformats.org/officeDocument/2006/relationships/image" Target="../media/image1247.png"/><Relationship Id="rId126" Type="http://schemas.openxmlformats.org/officeDocument/2006/relationships/customXml" Target="../ink/ink1266.xml"/><Relationship Id="rId147" Type="http://schemas.openxmlformats.org/officeDocument/2006/relationships/image" Target="../media/image1268.png"/><Relationship Id="rId168" Type="http://schemas.openxmlformats.org/officeDocument/2006/relationships/customXml" Target="../ink/ink1287.xml"/><Relationship Id="rId8" Type="http://schemas.openxmlformats.org/officeDocument/2006/relationships/customXml" Target="../ink/ink1207.xml"/><Relationship Id="rId51" Type="http://schemas.openxmlformats.org/officeDocument/2006/relationships/image" Target="../media/image1220.png"/><Relationship Id="rId72" Type="http://schemas.openxmlformats.org/officeDocument/2006/relationships/customXml" Target="../ink/ink1239.xml"/><Relationship Id="rId93" Type="http://schemas.openxmlformats.org/officeDocument/2006/relationships/image" Target="../media/image1241.png"/><Relationship Id="rId98" Type="http://schemas.openxmlformats.org/officeDocument/2006/relationships/customXml" Target="../ink/ink1252.xml"/><Relationship Id="rId121" Type="http://schemas.openxmlformats.org/officeDocument/2006/relationships/image" Target="../media/image1255.png"/><Relationship Id="rId142" Type="http://schemas.openxmlformats.org/officeDocument/2006/relationships/customXml" Target="../ink/ink1274.xml"/><Relationship Id="rId163" Type="http://schemas.openxmlformats.org/officeDocument/2006/relationships/image" Target="../media/image1276.png"/><Relationship Id="rId184" Type="http://schemas.openxmlformats.org/officeDocument/2006/relationships/customXml" Target="../ink/ink1295.xml"/><Relationship Id="rId189" Type="http://schemas.openxmlformats.org/officeDocument/2006/relationships/image" Target="../media/image1289.png"/><Relationship Id="rId3" Type="http://schemas.openxmlformats.org/officeDocument/2006/relationships/image" Target="../media/image1196.png"/><Relationship Id="rId25" Type="http://schemas.openxmlformats.org/officeDocument/2006/relationships/image" Target="../media/image1207.png"/><Relationship Id="rId46" Type="http://schemas.openxmlformats.org/officeDocument/2006/relationships/customXml" Target="../ink/ink1226.xml"/><Relationship Id="rId67" Type="http://schemas.openxmlformats.org/officeDocument/2006/relationships/image" Target="../media/image1228.png"/><Relationship Id="rId116" Type="http://schemas.openxmlformats.org/officeDocument/2006/relationships/customXml" Target="../ink/ink1261.xml"/><Relationship Id="rId137" Type="http://schemas.openxmlformats.org/officeDocument/2006/relationships/image" Target="../media/image1263.png"/><Relationship Id="rId158" Type="http://schemas.openxmlformats.org/officeDocument/2006/relationships/customXml" Target="../ink/ink1282.xml"/><Relationship Id="rId20" Type="http://schemas.openxmlformats.org/officeDocument/2006/relationships/customXml" Target="../ink/ink1213.xml"/><Relationship Id="rId41" Type="http://schemas.openxmlformats.org/officeDocument/2006/relationships/image" Target="../media/image1215.png"/><Relationship Id="rId62" Type="http://schemas.openxmlformats.org/officeDocument/2006/relationships/customXml" Target="../ink/ink1234.xml"/><Relationship Id="rId83" Type="http://schemas.openxmlformats.org/officeDocument/2006/relationships/image" Target="../media/image1236.png"/><Relationship Id="rId88" Type="http://schemas.openxmlformats.org/officeDocument/2006/relationships/customXml" Target="../ink/ink1247.xml"/><Relationship Id="rId111" Type="http://schemas.openxmlformats.org/officeDocument/2006/relationships/image" Target="../media/image1250.png"/><Relationship Id="rId132" Type="http://schemas.openxmlformats.org/officeDocument/2006/relationships/customXml" Target="../ink/ink1269.xml"/><Relationship Id="rId153" Type="http://schemas.openxmlformats.org/officeDocument/2006/relationships/image" Target="../media/image1271.png"/><Relationship Id="rId174" Type="http://schemas.openxmlformats.org/officeDocument/2006/relationships/customXml" Target="../ink/ink1290.xml"/><Relationship Id="rId179" Type="http://schemas.openxmlformats.org/officeDocument/2006/relationships/image" Target="../media/image1284.png"/><Relationship Id="rId195" Type="http://schemas.openxmlformats.org/officeDocument/2006/relationships/image" Target="../media/image1292.png"/><Relationship Id="rId190" Type="http://schemas.openxmlformats.org/officeDocument/2006/relationships/customXml" Target="../ink/ink1298.xml"/><Relationship Id="rId204" Type="http://schemas.openxmlformats.org/officeDocument/2006/relationships/customXml" Target="../ink/ink1305.xml"/><Relationship Id="rId15" Type="http://schemas.openxmlformats.org/officeDocument/2006/relationships/image" Target="../media/image1202.png"/><Relationship Id="rId36" Type="http://schemas.openxmlformats.org/officeDocument/2006/relationships/customXml" Target="../ink/ink1221.xml"/><Relationship Id="rId57" Type="http://schemas.openxmlformats.org/officeDocument/2006/relationships/image" Target="../media/image1223.png"/><Relationship Id="rId106" Type="http://schemas.openxmlformats.org/officeDocument/2006/relationships/customXml" Target="../ink/ink1256.xml"/><Relationship Id="rId127" Type="http://schemas.openxmlformats.org/officeDocument/2006/relationships/image" Target="../media/image1258.png"/><Relationship Id="rId10" Type="http://schemas.openxmlformats.org/officeDocument/2006/relationships/customXml" Target="../ink/ink1208.xml"/><Relationship Id="rId31" Type="http://schemas.openxmlformats.org/officeDocument/2006/relationships/image" Target="../media/image1210.png"/><Relationship Id="rId52" Type="http://schemas.openxmlformats.org/officeDocument/2006/relationships/customXml" Target="../ink/ink1229.xml"/><Relationship Id="rId73" Type="http://schemas.openxmlformats.org/officeDocument/2006/relationships/image" Target="../media/image1231.png"/><Relationship Id="rId78" Type="http://schemas.openxmlformats.org/officeDocument/2006/relationships/customXml" Target="../ink/ink1242.xml"/><Relationship Id="rId94" Type="http://schemas.openxmlformats.org/officeDocument/2006/relationships/customXml" Target="../ink/ink1250.xml"/><Relationship Id="rId99" Type="http://schemas.openxmlformats.org/officeDocument/2006/relationships/image" Target="../media/image1244.png"/><Relationship Id="rId101" Type="http://schemas.openxmlformats.org/officeDocument/2006/relationships/image" Target="../media/image1245.png"/><Relationship Id="rId122" Type="http://schemas.openxmlformats.org/officeDocument/2006/relationships/customXml" Target="../ink/ink1264.xml"/><Relationship Id="rId143" Type="http://schemas.openxmlformats.org/officeDocument/2006/relationships/image" Target="../media/image1266.png"/><Relationship Id="rId148" Type="http://schemas.openxmlformats.org/officeDocument/2006/relationships/customXml" Target="../ink/ink1277.xml"/><Relationship Id="rId164" Type="http://schemas.openxmlformats.org/officeDocument/2006/relationships/customXml" Target="../ink/ink1285.xml"/><Relationship Id="rId169" Type="http://schemas.openxmlformats.org/officeDocument/2006/relationships/image" Target="../media/image1279.png"/><Relationship Id="rId185" Type="http://schemas.openxmlformats.org/officeDocument/2006/relationships/image" Target="../media/image1287.png"/><Relationship Id="rId4" Type="http://schemas.openxmlformats.org/officeDocument/2006/relationships/customXml" Target="../ink/ink1205.xml"/><Relationship Id="rId9" Type="http://schemas.openxmlformats.org/officeDocument/2006/relationships/image" Target="../media/image1199.png"/><Relationship Id="rId180" Type="http://schemas.openxmlformats.org/officeDocument/2006/relationships/customXml" Target="../ink/ink1293.xml"/><Relationship Id="rId26" Type="http://schemas.openxmlformats.org/officeDocument/2006/relationships/customXml" Target="../ink/ink1216.xml"/><Relationship Id="rId47" Type="http://schemas.openxmlformats.org/officeDocument/2006/relationships/image" Target="../media/image1218.png"/><Relationship Id="rId68" Type="http://schemas.openxmlformats.org/officeDocument/2006/relationships/customXml" Target="../ink/ink1237.xml"/><Relationship Id="rId89" Type="http://schemas.openxmlformats.org/officeDocument/2006/relationships/image" Target="../media/image1239.png"/><Relationship Id="rId112" Type="http://schemas.openxmlformats.org/officeDocument/2006/relationships/customXml" Target="../ink/ink1259.xml"/><Relationship Id="rId133" Type="http://schemas.openxmlformats.org/officeDocument/2006/relationships/image" Target="../media/image1261.png"/><Relationship Id="rId154" Type="http://schemas.openxmlformats.org/officeDocument/2006/relationships/customXml" Target="../ink/ink1280.xml"/><Relationship Id="rId175" Type="http://schemas.openxmlformats.org/officeDocument/2006/relationships/image" Target="../media/image1282.png"/><Relationship Id="rId196" Type="http://schemas.openxmlformats.org/officeDocument/2006/relationships/customXml" Target="../ink/ink1301.xml"/><Relationship Id="rId200" Type="http://schemas.openxmlformats.org/officeDocument/2006/relationships/customXml" Target="../ink/ink1303.xml"/><Relationship Id="rId16" Type="http://schemas.openxmlformats.org/officeDocument/2006/relationships/customXml" Target="../ink/ink1211.xml"/><Relationship Id="rId37" Type="http://schemas.openxmlformats.org/officeDocument/2006/relationships/image" Target="../media/image1213.png"/><Relationship Id="rId58" Type="http://schemas.openxmlformats.org/officeDocument/2006/relationships/customXml" Target="../ink/ink1232.xml"/><Relationship Id="rId79" Type="http://schemas.openxmlformats.org/officeDocument/2006/relationships/image" Target="../media/image1234.png"/><Relationship Id="rId102" Type="http://schemas.openxmlformats.org/officeDocument/2006/relationships/customXml" Target="../ink/ink1254.xml"/><Relationship Id="rId123" Type="http://schemas.openxmlformats.org/officeDocument/2006/relationships/image" Target="../media/image1256.png"/><Relationship Id="rId144" Type="http://schemas.openxmlformats.org/officeDocument/2006/relationships/customXml" Target="../ink/ink1275.xml"/><Relationship Id="rId90" Type="http://schemas.openxmlformats.org/officeDocument/2006/relationships/customXml" Target="../ink/ink1248.xml"/><Relationship Id="rId165" Type="http://schemas.openxmlformats.org/officeDocument/2006/relationships/image" Target="../media/image1277.png"/><Relationship Id="rId186" Type="http://schemas.openxmlformats.org/officeDocument/2006/relationships/customXml" Target="../ink/ink1296.xml"/><Relationship Id="rId27" Type="http://schemas.openxmlformats.org/officeDocument/2006/relationships/image" Target="../media/image1208.png"/><Relationship Id="rId48" Type="http://schemas.openxmlformats.org/officeDocument/2006/relationships/customXml" Target="../ink/ink1227.xml"/><Relationship Id="rId69" Type="http://schemas.openxmlformats.org/officeDocument/2006/relationships/image" Target="../media/image1229.png"/><Relationship Id="rId113" Type="http://schemas.openxmlformats.org/officeDocument/2006/relationships/image" Target="../media/image1251.png"/><Relationship Id="rId134" Type="http://schemas.openxmlformats.org/officeDocument/2006/relationships/customXml" Target="../ink/ink1270.xml"/><Relationship Id="rId80" Type="http://schemas.openxmlformats.org/officeDocument/2006/relationships/customXml" Target="../ink/ink1243.xml"/><Relationship Id="rId155" Type="http://schemas.openxmlformats.org/officeDocument/2006/relationships/image" Target="../media/image1272.png"/><Relationship Id="rId176" Type="http://schemas.openxmlformats.org/officeDocument/2006/relationships/customXml" Target="../ink/ink1291.xml"/><Relationship Id="rId197" Type="http://schemas.openxmlformats.org/officeDocument/2006/relationships/image" Target="../media/image1293.png"/><Relationship Id="rId201" Type="http://schemas.openxmlformats.org/officeDocument/2006/relationships/image" Target="../media/image1295.png"/><Relationship Id="rId17" Type="http://schemas.openxmlformats.org/officeDocument/2006/relationships/image" Target="../media/image1203.png"/><Relationship Id="rId38" Type="http://schemas.openxmlformats.org/officeDocument/2006/relationships/customXml" Target="../ink/ink1222.xml"/><Relationship Id="rId59" Type="http://schemas.openxmlformats.org/officeDocument/2006/relationships/image" Target="../media/image1224.png"/><Relationship Id="rId103" Type="http://schemas.openxmlformats.org/officeDocument/2006/relationships/image" Target="../media/image1246.png"/><Relationship Id="rId124" Type="http://schemas.openxmlformats.org/officeDocument/2006/relationships/customXml" Target="../ink/ink1265.xml"/><Relationship Id="rId70" Type="http://schemas.openxmlformats.org/officeDocument/2006/relationships/customXml" Target="../ink/ink1238.xml"/><Relationship Id="rId91" Type="http://schemas.openxmlformats.org/officeDocument/2006/relationships/image" Target="../media/image1240.png"/><Relationship Id="rId145" Type="http://schemas.openxmlformats.org/officeDocument/2006/relationships/image" Target="../media/image1267.png"/><Relationship Id="rId166" Type="http://schemas.openxmlformats.org/officeDocument/2006/relationships/customXml" Target="../ink/ink1286.xml"/><Relationship Id="rId187" Type="http://schemas.openxmlformats.org/officeDocument/2006/relationships/image" Target="../media/image1288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217.xml"/><Relationship Id="rId49" Type="http://schemas.openxmlformats.org/officeDocument/2006/relationships/image" Target="../media/image1219.png"/><Relationship Id="rId114" Type="http://schemas.openxmlformats.org/officeDocument/2006/relationships/customXml" Target="../ink/ink1260.xml"/><Relationship Id="rId60" Type="http://schemas.openxmlformats.org/officeDocument/2006/relationships/customXml" Target="../ink/ink1233.xml"/><Relationship Id="rId81" Type="http://schemas.openxmlformats.org/officeDocument/2006/relationships/image" Target="../media/image1235.png"/><Relationship Id="rId135" Type="http://schemas.openxmlformats.org/officeDocument/2006/relationships/image" Target="../media/image1262.png"/><Relationship Id="rId156" Type="http://schemas.openxmlformats.org/officeDocument/2006/relationships/customXml" Target="../ink/ink1281.xml"/><Relationship Id="rId177" Type="http://schemas.openxmlformats.org/officeDocument/2006/relationships/image" Target="../media/image1283.png"/><Relationship Id="rId198" Type="http://schemas.openxmlformats.org/officeDocument/2006/relationships/customXml" Target="../ink/ink1302.xml"/><Relationship Id="rId202" Type="http://schemas.openxmlformats.org/officeDocument/2006/relationships/customXml" Target="../ink/ink1304.xml"/><Relationship Id="rId18" Type="http://schemas.openxmlformats.org/officeDocument/2006/relationships/customXml" Target="../ink/ink1212.xml"/><Relationship Id="rId39" Type="http://schemas.openxmlformats.org/officeDocument/2006/relationships/image" Target="../media/image1214.png"/><Relationship Id="rId50" Type="http://schemas.openxmlformats.org/officeDocument/2006/relationships/customXml" Target="../ink/ink1228.xml"/><Relationship Id="rId104" Type="http://schemas.openxmlformats.org/officeDocument/2006/relationships/customXml" Target="../ink/ink1255.xml"/><Relationship Id="rId125" Type="http://schemas.openxmlformats.org/officeDocument/2006/relationships/image" Target="../media/image1257.png"/><Relationship Id="rId146" Type="http://schemas.openxmlformats.org/officeDocument/2006/relationships/customXml" Target="../ink/ink1276.xml"/><Relationship Id="rId167" Type="http://schemas.openxmlformats.org/officeDocument/2006/relationships/image" Target="../media/image1278.png"/><Relationship Id="rId188" Type="http://schemas.openxmlformats.org/officeDocument/2006/relationships/customXml" Target="../ink/ink1297.xml"/><Relationship Id="rId71" Type="http://schemas.openxmlformats.org/officeDocument/2006/relationships/image" Target="../media/image1230.png"/><Relationship Id="rId92" Type="http://schemas.openxmlformats.org/officeDocument/2006/relationships/customXml" Target="../ink/ink1249.xml"/><Relationship Id="rId2" Type="http://schemas.openxmlformats.org/officeDocument/2006/relationships/customXml" Target="../ink/ink1204.xml"/><Relationship Id="rId29" Type="http://schemas.openxmlformats.org/officeDocument/2006/relationships/image" Target="../media/image1209.png"/></Relationships>
</file>

<file path=ppt/slides/_rels/slide3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56.png"/><Relationship Id="rId299" Type="http://schemas.openxmlformats.org/officeDocument/2006/relationships/image" Target="../media/image1447.png"/><Relationship Id="rId21" Type="http://schemas.openxmlformats.org/officeDocument/2006/relationships/image" Target="../media/image1308.png"/><Relationship Id="rId63" Type="http://schemas.openxmlformats.org/officeDocument/2006/relationships/image" Target="../media/image1329.png"/><Relationship Id="rId159" Type="http://schemas.openxmlformats.org/officeDocument/2006/relationships/image" Target="../media/image1377.png"/><Relationship Id="rId324" Type="http://schemas.openxmlformats.org/officeDocument/2006/relationships/customXml" Target="../ink/ink1468.xml"/><Relationship Id="rId366" Type="http://schemas.openxmlformats.org/officeDocument/2006/relationships/customXml" Target="../ink/ink1489.xml"/><Relationship Id="rId170" Type="http://schemas.openxmlformats.org/officeDocument/2006/relationships/customXml" Target="../ink/ink1391.xml"/><Relationship Id="rId226" Type="http://schemas.openxmlformats.org/officeDocument/2006/relationships/customXml" Target="../ink/ink1419.xml"/><Relationship Id="rId268" Type="http://schemas.openxmlformats.org/officeDocument/2006/relationships/customXml" Target="../ink/ink1440.xml"/><Relationship Id="rId32" Type="http://schemas.openxmlformats.org/officeDocument/2006/relationships/customXml" Target="../ink/ink1322.xml"/><Relationship Id="rId74" Type="http://schemas.openxmlformats.org/officeDocument/2006/relationships/customXml" Target="../ink/ink1343.xml"/><Relationship Id="rId128" Type="http://schemas.openxmlformats.org/officeDocument/2006/relationships/customXml" Target="../ink/ink1370.xml"/><Relationship Id="rId335" Type="http://schemas.openxmlformats.org/officeDocument/2006/relationships/image" Target="../media/image1465.png"/><Relationship Id="rId5" Type="http://schemas.openxmlformats.org/officeDocument/2006/relationships/image" Target="../media/image1300.png"/><Relationship Id="rId181" Type="http://schemas.openxmlformats.org/officeDocument/2006/relationships/image" Target="../media/image1388.png"/><Relationship Id="rId237" Type="http://schemas.openxmlformats.org/officeDocument/2006/relationships/image" Target="../media/image1416.png"/><Relationship Id="rId279" Type="http://schemas.openxmlformats.org/officeDocument/2006/relationships/image" Target="../media/image1437.png"/><Relationship Id="rId43" Type="http://schemas.openxmlformats.org/officeDocument/2006/relationships/image" Target="../media/image1319.png"/><Relationship Id="rId139" Type="http://schemas.openxmlformats.org/officeDocument/2006/relationships/image" Target="../media/image1367.png"/><Relationship Id="rId290" Type="http://schemas.openxmlformats.org/officeDocument/2006/relationships/customXml" Target="../ink/ink1451.xml"/><Relationship Id="rId304" Type="http://schemas.openxmlformats.org/officeDocument/2006/relationships/customXml" Target="../ink/ink1458.xml"/><Relationship Id="rId346" Type="http://schemas.openxmlformats.org/officeDocument/2006/relationships/customXml" Target="../ink/ink1479.xml"/><Relationship Id="rId85" Type="http://schemas.openxmlformats.org/officeDocument/2006/relationships/image" Target="../media/image1340.png"/><Relationship Id="rId150" Type="http://schemas.openxmlformats.org/officeDocument/2006/relationships/customXml" Target="../ink/ink1381.xml"/><Relationship Id="rId192" Type="http://schemas.openxmlformats.org/officeDocument/2006/relationships/customXml" Target="../ink/ink1402.xml"/><Relationship Id="rId206" Type="http://schemas.openxmlformats.org/officeDocument/2006/relationships/customXml" Target="../ink/ink1409.xml"/><Relationship Id="rId248" Type="http://schemas.openxmlformats.org/officeDocument/2006/relationships/customXml" Target="../ink/ink1430.xml"/><Relationship Id="rId12" Type="http://schemas.openxmlformats.org/officeDocument/2006/relationships/customXml" Target="../ink/ink1312.xml"/><Relationship Id="rId108" Type="http://schemas.openxmlformats.org/officeDocument/2006/relationships/customXml" Target="../ink/ink1360.xml"/><Relationship Id="rId315" Type="http://schemas.openxmlformats.org/officeDocument/2006/relationships/image" Target="../media/image1455.png"/><Relationship Id="rId357" Type="http://schemas.openxmlformats.org/officeDocument/2006/relationships/image" Target="../media/image1476.png"/><Relationship Id="rId54" Type="http://schemas.openxmlformats.org/officeDocument/2006/relationships/customXml" Target="../ink/ink1333.xml"/><Relationship Id="rId96" Type="http://schemas.openxmlformats.org/officeDocument/2006/relationships/customXml" Target="../ink/ink1354.xml"/><Relationship Id="rId161" Type="http://schemas.openxmlformats.org/officeDocument/2006/relationships/image" Target="../media/image1378.png"/><Relationship Id="rId217" Type="http://schemas.openxmlformats.org/officeDocument/2006/relationships/image" Target="../media/image1406.png"/><Relationship Id="rId259" Type="http://schemas.openxmlformats.org/officeDocument/2006/relationships/image" Target="../media/image1427.png"/><Relationship Id="rId23" Type="http://schemas.openxmlformats.org/officeDocument/2006/relationships/image" Target="../media/image1309.png"/><Relationship Id="rId119" Type="http://schemas.openxmlformats.org/officeDocument/2006/relationships/image" Target="../media/image1357.png"/><Relationship Id="rId270" Type="http://schemas.openxmlformats.org/officeDocument/2006/relationships/customXml" Target="../ink/ink1441.xml"/><Relationship Id="rId326" Type="http://schemas.openxmlformats.org/officeDocument/2006/relationships/customXml" Target="../ink/ink1469.xml"/><Relationship Id="rId65" Type="http://schemas.openxmlformats.org/officeDocument/2006/relationships/image" Target="../media/image1330.png"/><Relationship Id="rId130" Type="http://schemas.openxmlformats.org/officeDocument/2006/relationships/customXml" Target="../ink/ink1371.xml"/><Relationship Id="rId368" Type="http://schemas.openxmlformats.org/officeDocument/2006/relationships/customXml" Target="../ink/ink1490.xml"/><Relationship Id="rId172" Type="http://schemas.openxmlformats.org/officeDocument/2006/relationships/customXml" Target="../ink/ink1392.xml"/><Relationship Id="rId228" Type="http://schemas.openxmlformats.org/officeDocument/2006/relationships/customXml" Target="../ink/ink1420.xml"/><Relationship Id="rId281" Type="http://schemas.openxmlformats.org/officeDocument/2006/relationships/image" Target="../media/image1438.png"/><Relationship Id="rId337" Type="http://schemas.openxmlformats.org/officeDocument/2006/relationships/image" Target="../media/image1466.png"/><Relationship Id="rId34" Type="http://schemas.openxmlformats.org/officeDocument/2006/relationships/customXml" Target="../ink/ink1323.xml"/><Relationship Id="rId76" Type="http://schemas.openxmlformats.org/officeDocument/2006/relationships/customXml" Target="../ink/ink1344.xml"/><Relationship Id="rId141" Type="http://schemas.openxmlformats.org/officeDocument/2006/relationships/image" Target="../media/image1368.png"/><Relationship Id="rId7" Type="http://schemas.openxmlformats.org/officeDocument/2006/relationships/image" Target="../media/image1301.png"/><Relationship Id="rId183" Type="http://schemas.openxmlformats.org/officeDocument/2006/relationships/image" Target="../media/image1389.png"/><Relationship Id="rId239" Type="http://schemas.openxmlformats.org/officeDocument/2006/relationships/image" Target="../media/image1417.png"/><Relationship Id="rId250" Type="http://schemas.openxmlformats.org/officeDocument/2006/relationships/customXml" Target="../ink/ink1431.xml"/><Relationship Id="rId292" Type="http://schemas.openxmlformats.org/officeDocument/2006/relationships/customXml" Target="../ink/ink1452.xml"/><Relationship Id="rId306" Type="http://schemas.openxmlformats.org/officeDocument/2006/relationships/customXml" Target="../ink/ink1459.xml"/><Relationship Id="rId45" Type="http://schemas.openxmlformats.org/officeDocument/2006/relationships/image" Target="../media/image1320.png"/><Relationship Id="rId87" Type="http://schemas.openxmlformats.org/officeDocument/2006/relationships/image" Target="../media/image1341.png"/><Relationship Id="rId110" Type="http://schemas.openxmlformats.org/officeDocument/2006/relationships/customXml" Target="../ink/ink1361.xml"/><Relationship Id="rId348" Type="http://schemas.openxmlformats.org/officeDocument/2006/relationships/customXml" Target="../ink/ink1480.xml"/><Relationship Id="rId152" Type="http://schemas.openxmlformats.org/officeDocument/2006/relationships/customXml" Target="../ink/ink1382.xml"/><Relationship Id="rId194" Type="http://schemas.openxmlformats.org/officeDocument/2006/relationships/customXml" Target="../ink/ink1403.xml"/><Relationship Id="rId208" Type="http://schemas.openxmlformats.org/officeDocument/2006/relationships/customXml" Target="../ink/ink1410.xml"/><Relationship Id="rId261" Type="http://schemas.openxmlformats.org/officeDocument/2006/relationships/image" Target="../media/image1428.png"/><Relationship Id="rId14" Type="http://schemas.openxmlformats.org/officeDocument/2006/relationships/customXml" Target="../ink/ink1313.xml"/><Relationship Id="rId56" Type="http://schemas.openxmlformats.org/officeDocument/2006/relationships/customXml" Target="../ink/ink1334.xml"/><Relationship Id="rId317" Type="http://schemas.openxmlformats.org/officeDocument/2006/relationships/image" Target="../media/image1456.png"/><Relationship Id="rId359" Type="http://schemas.openxmlformats.org/officeDocument/2006/relationships/image" Target="../media/image1477.png"/><Relationship Id="rId98" Type="http://schemas.openxmlformats.org/officeDocument/2006/relationships/customXml" Target="../ink/ink1355.xml"/><Relationship Id="rId121" Type="http://schemas.openxmlformats.org/officeDocument/2006/relationships/image" Target="../media/image1358.png"/><Relationship Id="rId163" Type="http://schemas.openxmlformats.org/officeDocument/2006/relationships/image" Target="../media/image1379.png"/><Relationship Id="rId219" Type="http://schemas.openxmlformats.org/officeDocument/2006/relationships/image" Target="../media/image1407.png"/><Relationship Id="rId370" Type="http://schemas.openxmlformats.org/officeDocument/2006/relationships/customXml" Target="../ink/ink1491.xml"/><Relationship Id="rId230" Type="http://schemas.openxmlformats.org/officeDocument/2006/relationships/customXml" Target="../ink/ink1421.xml"/><Relationship Id="rId25" Type="http://schemas.openxmlformats.org/officeDocument/2006/relationships/image" Target="../media/image1310.png"/><Relationship Id="rId67" Type="http://schemas.openxmlformats.org/officeDocument/2006/relationships/image" Target="../media/image1331.png"/><Relationship Id="rId272" Type="http://schemas.openxmlformats.org/officeDocument/2006/relationships/customXml" Target="../ink/ink1442.xml"/><Relationship Id="rId328" Type="http://schemas.openxmlformats.org/officeDocument/2006/relationships/customXml" Target="../ink/ink1470.xml"/><Relationship Id="rId132" Type="http://schemas.openxmlformats.org/officeDocument/2006/relationships/customXml" Target="../ink/ink1372.xml"/><Relationship Id="rId174" Type="http://schemas.openxmlformats.org/officeDocument/2006/relationships/customXml" Target="../ink/ink1393.xml"/><Relationship Id="rId241" Type="http://schemas.openxmlformats.org/officeDocument/2006/relationships/image" Target="../media/image1418.png"/><Relationship Id="rId36" Type="http://schemas.openxmlformats.org/officeDocument/2006/relationships/customXml" Target="../ink/ink1324.xml"/><Relationship Id="rId283" Type="http://schemas.openxmlformats.org/officeDocument/2006/relationships/image" Target="../media/image1439.png"/><Relationship Id="rId339" Type="http://schemas.openxmlformats.org/officeDocument/2006/relationships/image" Target="../media/image1467.png"/><Relationship Id="rId78" Type="http://schemas.openxmlformats.org/officeDocument/2006/relationships/customXml" Target="../ink/ink1345.xml"/><Relationship Id="rId99" Type="http://schemas.openxmlformats.org/officeDocument/2006/relationships/image" Target="../media/image1347.png"/><Relationship Id="rId101" Type="http://schemas.openxmlformats.org/officeDocument/2006/relationships/image" Target="../media/image1348.png"/><Relationship Id="rId122" Type="http://schemas.openxmlformats.org/officeDocument/2006/relationships/customXml" Target="../ink/ink1367.xml"/><Relationship Id="rId143" Type="http://schemas.openxmlformats.org/officeDocument/2006/relationships/image" Target="../media/image1369.png"/><Relationship Id="rId164" Type="http://schemas.openxmlformats.org/officeDocument/2006/relationships/customXml" Target="../ink/ink1388.xml"/><Relationship Id="rId185" Type="http://schemas.openxmlformats.org/officeDocument/2006/relationships/image" Target="../media/image1390.png"/><Relationship Id="rId350" Type="http://schemas.openxmlformats.org/officeDocument/2006/relationships/customXml" Target="../ink/ink1481.xml"/><Relationship Id="rId371" Type="http://schemas.openxmlformats.org/officeDocument/2006/relationships/image" Target="../media/image1483.png"/><Relationship Id="rId9" Type="http://schemas.openxmlformats.org/officeDocument/2006/relationships/image" Target="../media/image1302.png"/><Relationship Id="rId210" Type="http://schemas.openxmlformats.org/officeDocument/2006/relationships/customXml" Target="../ink/ink1411.xml"/><Relationship Id="rId26" Type="http://schemas.openxmlformats.org/officeDocument/2006/relationships/customXml" Target="../ink/ink1319.xml"/><Relationship Id="rId231" Type="http://schemas.openxmlformats.org/officeDocument/2006/relationships/image" Target="../media/image1413.png"/><Relationship Id="rId252" Type="http://schemas.openxmlformats.org/officeDocument/2006/relationships/customXml" Target="../ink/ink1432.xml"/><Relationship Id="rId273" Type="http://schemas.openxmlformats.org/officeDocument/2006/relationships/image" Target="../media/image1434.png"/><Relationship Id="rId294" Type="http://schemas.openxmlformats.org/officeDocument/2006/relationships/customXml" Target="../ink/ink1453.xml"/><Relationship Id="rId308" Type="http://schemas.openxmlformats.org/officeDocument/2006/relationships/customXml" Target="../ink/ink1460.xml"/><Relationship Id="rId329" Type="http://schemas.openxmlformats.org/officeDocument/2006/relationships/image" Target="../media/image1462.png"/><Relationship Id="rId47" Type="http://schemas.openxmlformats.org/officeDocument/2006/relationships/image" Target="../media/image1321.png"/><Relationship Id="rId68" Type="http://schemas.openxmlformats.org/officeDocument/2006/relationships/customXml" Target="../ink/ink1340.xml"/><Relationship Id="rId89" Type="http://schemas.openxmlformats.org/officeDocument/2006/relationships/image" Target="../media/image1342.png"/><Relationship Id="rId112" Type="http://schemas.openxmlformats.org/officeDocument/2006/relationships/customXml" Target="../ink/ink1362.xml"/><Relationship Id="rId133" Type="http://schemas.openxmlformats.org/officeDocument/2006/relationships/image" Target="../media/image1364.png"/><Relationship Id="rId154" Type="http://schemas.openxmlformats.org/officeDocument/2006/relationships/customXml" Target="../ink/ink1383.xml"/><Relationship Id="rId175" Type="http://schemas.openxmlformats.org/officeDocument/2006/relationships/image" Target="../media/image1385.png"/><Relationship Id="rId340" Type="http://schemas.openxmlformats.org/officeDocument/2006/relationships/customXml" Target="../ink/ink1476.xml"/><Relationship Id="rId361" Type="http://schemas.openxmlformats.org/officeDocument/2006/relationships/image" Target="../media/image1478.png"/><Relationship Id="rId196" Type="http://schemas.openxmlformats.org/officeDocument/2006/relationships/customXml" Target="../ink/ink1404.xml"/><Relationship Id="rId200" Type="http://schemas.openxmlformats.org/officeDocument/2006/relationships/customXml" Target="../ink/ink1406.xml"/><Relationship Id="rId16" Type="http://schemas.openxmlformats.org/officeDocument/2006/relationships/customXml" Target="../ink/ink1314.xml"/><Relationship Id="rId221" Type="http://schemas.openxmlformats.org/officeDocument/2006/relationships/image" Target="../media/image1408.png"/><Relationship Id="rId242" Type="http://schemas.openxmlformats.org/officeDocument/2006/relationships/customXml" Target="../ink/ink1427.xml"/><Relationship Id="rId263" Type="http://schemas.openxmlformats.org/officeDocument/2006/relationships/image" Target="../media/image1429.png"/><Relationship Id="rId284" Type="http://schemas.openxmlformats.org/officeDocument/2006/relationships/customXml" Target="../ink/ink1448.xml"/><Relationship Id="rId319" Type="http://schemas.openxmlformats.org/officeDocument/2006/relationships/image" Target="../media/image1457.png"/><Relationship Id="rId37" Type="http://schemas.openxmlformats.org/officeDocument/2006/relationships/image" Target="../media/image1316.png"/><Relationship Id="rId58" Type="http://schemas.openxmlformats.org/officeDocument/2006/relationships/customXml" Target="../ink/ink1335.xml"/><Relationship Id="rId79" Type="http://schemas.openxmlformats.org/officeDocument/2006/relationships/image" Target="../media/image1337.png"/><Relationship Id="rId102" Type="http://schemas.openxmlformats.org/officeDocument/2006/relationships/customXml" Target="../ink/ink1357.xml"/><Relationship Id="rId123" Type="http://schemas.openxmlformats.org/officeDocument/2006/relationships/image" Target="../media/image1359.png"/><Relationship Id="rId144" Type="http://schemas.openxmlformats.org/officeDocument/2006/relationships/customXml" Target="../ink/ink1378.xml"/><Relationship Id="rId330" Type="http://schemas.openxmlformats.org/officeDocument/2006/relationships/customXml" Target="../ink/ink1471.xml"/><Relationship Id="rId90" Type="http://schemas.openxmlformats.org/officeDocument/2006/relationships/customXml" Target="../ink/ink1351.xml"/><Relationship Id="rId165" Type="http://schemas.openxmlformats.org/officeDocument/2006/relationships/image" Target="../media/image1380.png"/><Relationship Id="rId186" Type="http://schemas.openxmlformats.org/officeDocument/2006/relationships/customXml" Target="../ink/ink1399.xml"/><Relationship Id="rId351" Type="http://schemas.openxmlformats.org/officeDocument/2006/relationships/image" Target="../media/image1473.png"/><Relationship Id="rId372" Type="http://schemas.openxmlformats.org/officeDocument/2006/relationships/customXml" Target="../ink/ink1492.xml"/><Relationship Id="rId211" Type="http://schemas.openxmlformats.org/officeDocument/2006/relationships/image" Target="../media/image1403.png"/><Relationship Id="rId232" Type="http://schemas.openxmlformats.org/officeDocument/2006/relationships/customXml" Target="../ink/ink1422.xml"/><Relationship Id="rId253" Type="http://schemas.openxmlformats.org/officeDocument/2006/relationships/image" Target="../media/image1424.png"/><Relationship Id="rId274" Type="http://schemas.openxmlformats.org/officeDocument/2006/relationships/customXml" Target="../ink/ink1443.xml"/><Relationship Id="rId295" Type="http://schemas.openxmlformats.org/officeDocument/2006/relationships/image" Target="../media/image1445.png"/><Relationship Id="rId309" Type="http://schemas.openxmlformats.org/officeDocument/2006/relationships/image" Target="../media/image1452.png"/><Relationship Id="rId27" Type="http://schemas.openxmlformats.org/officeDocument/2006/relationships/image" Target="../media/image1311.png"/><Relationship Id="rId48" Type="http://schemas.openxmlformats.org/officeDocument/2006/relationships/customXml" Target="../ink/ink1330.xml"/><Relationship Id="rId69" Type="http://schemas.openxmlformats.org/officeDocument/2006/relationships/image" Target="../media/image1332.png"/><Relationship Id="rId113" Type="http://schemas.openxmlformats.org/officeDocument/2006/relationships/image" Target="../media/image1354.png"/><Relationship Id="rId134" Type="http://schemas.openxmlformats.org/officeDocument/2006/relationships/customXml" Target="../ink/ink1373.xml"/><Relationship Id="rId320" Type="http://schemas.openxmlformats.org/officeDocument/2006/relationships/customXml" Target="../ink/ink1466.xml"/><Relationship Id="rId80" Type="http://schemas.openxmlformats.org/officeDocument/2006/relationships/customXml" Target="../ink/ink1346.xml"/><Relationship Id="rId155" Type="http://schemas.openxmlformats.org/officeDocument/2006/relationships/image" Target="../media/image1375.png"/><Relationship Id="rId176" Type="http://schemas.openxmlformats.org/officeDocument/2006/relationships/customXml" Target="../ink/ink1394.xml"/><Relationship Id="rId197" Type="http://schemas.openxmlformats.org/officeDocument/2006/relationships/image" Target="../media/image1396.png"/><Relationship Id="rId341" Type="http://schemas.openxmlformats.org/officeDocument/2006/relationships/image" Target="../media/image1468.png"/><Relationship Id="rId362" Type="http://schemas.openxmlformats.org/officeDocument/2006/relationships/customXml" Target="../ink/ink1487.xml"/><Relationship Id="rId201" Type="http://schemas.openxmlformats.org/officeDocument/2006/relationships/image" Target="../media/image1398.png"/><Relationship Id="rId222" Type="http://schemas.openxmlformats.org/officeDocument/2006/relationships/customXml" Target="../ink/ink1417.xml"/><Relationship Id="rId243" Type="http://schemas.openxmlformats.org/officeDocument/2006/relationships/image" Target="../media/image1419.png"/><Relationship Id="rId264" Type="http://schemas.openxmlformats.org/officeDocument/2006/relationships/customXml" Target="../ink/ink1438.xml"/><Relationship Id="rId285" Type="http://schemas.openxmlformats.org/officeDocument/2006/relationships/image" Target="../media/image1440.png"/><Relationship Id="rId17" Type="http://schemas.openxmlformats.org/officeDocument/2006/relationships/image" Target="../media/image1306.png"/><Relationship Id="rId38" Type="http://schemas.openxmlformats.org/officeDocument/2006/relationships/customXml" Target="../ink/ink1325.xml"/><Relationship Id="rId59" Type="http://schemas.openxmlformats.org/officeDocument/2006/relationships/image" Target="../media/image1327.png"/><Relationship Id="rId103" Type="http://schemas.openxmlformats.org/officeDocument/2006/relationships/image" Target="../media/image1349.png"/><Relationship Id="rId124" Type="http://schemas.openxmlformats.org/officeDocument/2006/relationships/customXml" Target="../ink/ink1368.xml"/><Relationship Id="rId310" Type="http://schemas.openxmlformats.org/officeDocument/2006/relationships/customXml" Target="../ink/ink1461.xml"/><Relationship Id="rId70" Type="http://schemas.openxmlformats.org/officeDocument/2006/relationships/customXml" Target="../ink/ink1341.xml"/><Relationship Id="rId91" Type="http://schemas.openxmlformats.org/officeDocument/2006/relationships/image" Target="../media/image1343.png"/><Relationship Id="rId145" Type="http://schemas.openxmlformats.org/officeDocument/2006/relationships/image" Target="../media/image1370.png"/><Relationship Id="rId166" Type="http://schemas.openxmlformats.org/officeDocument/2006/relationships/customXml" Target="../ink/ink1389.xml"/><Relationship Id="rId187" Type="http://schemas.openxmlformats.org/officeDocument/2006/relationships/image" Target="../media/image1391.png"/><Relationship Id="rId331" Type="http://schemas.openxmlformats.org/officeDocument/2006/relationships/image" Target="../media/image1463.png"/><Relationship Id="rId352" Type="http://schemas.openxmlformats.org/officeDocument/2006/relationships/customXml" Target="../ink/ink1482.xml"/><Relationship Id="rId373" Type="http://schemas.openxmlformats.org/officeDocument/2006/relationships/image" Target="../media/image1484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412.xml"/><Relationship Id="rId233" Type="http://schemas.openxmlformats.org/officeDocument/2006/relationships/image" Target="../media/image1414.png"/><Relationship Id="rId254" Type="http://schemas.openxmlformats.org/officeDocument/2006/relationships/customXml" Target="../ink/ink1433.xml"/><Relationship Id="rId28" Type="http://schemas.openxmlformats.org/officeDocument/2006/relationships/customXml" Target="../ink/ink1320.xml"/><Relationship Id="rId49" Type="http://schemas.openxmlformats.org/officeDocument/2006/relationships/image" Target="../media/image1322.png"/><Relationship Id="rId114" Type="http://schemas.openxmlformats.org/officeDocument/2006/relationships/customXml" Target="../ink/ink1363.xml"/><Relationship Id="rId275" Type="http://schemas.openxmlformats.org/officeDocument/2006/relationships/image" Target="../media/image1435.png"/><Relationship Id="rId296" Type="http://schemas.openxmlformats.org/officeDocument/2006/relationships/customXml" Target="../ink/ink1454.xml"/><Relationship Id="rId300" Type="http://schemas.openxmlformats.org/officeDocument/2006/relationships/customXml" Target="../ink/ink1456.xml"/><Relationship Id="rId60" Type="http://schemas.openxmlformats.org/officeDocument/2006/relationships/customXml" Target="../ink/ink1336.xml"/><Relationship Id="rId81" Type="http://schemas.openxmlformats.org/officeDocument/2006/relationships/image" Target="../media/image1338.png"/><Relationship Id="rId135" Type="http://schemas.openxmlformats.org/officeDocument/2006/relationships/image" Target="../media/image1365.png"/><Relationship Id="rId156" Type="http://schemas.openxmlformats.org/officeDocument/2006/relationships/customXml" Target="../ink/ink1384.xml"/><Relationship Id="rId177" Type="http://schemas.openxmlformats.org/officeDocument/2006/relationships/image" Target="../media/image1386.png"/><Relationship Id="rId198" Type="http://schemas.openxmlformats.org/officeDocument/2006/relationships/customXml" Target="../ink/ink1405.xml"/><Relationship Id="rId321" Type="http://schemas.openxmlformats.org/officeDocument/2006/relationships/image" Target="../media/image1458.png"/><Relationship Id="rId342" Type="http://schemas.openxmlformats.org/officeDocument/2006/relationships/customXml" Target="../ink/ink1477.xml"/><Relationship Id="rId363" Type="http://schemas.openxmlformats.org/officeDocument/2006/relationships/image" Target="../media/image1479.png"/><Relationship Id="rId202" Type="http://schemas.openxmlformats.org/officeDocument/2006/relationships/customXml" Target="../ink/ink1407.xml"/><Relationship Id="rId223" Type="http://schemas.openxmlformats.org/officeDocument/2006/relationships/image" Target="../media/image1409.png"/><Relationship Id="rId244" Type="http://schemas.openxmlformats.org/officeDocument/2006/relationships/customXml" Target="../ink/ink1428.xml"/><Relationship Id="rId18" Type="http://schemas.openxmlformats.org/officeDocument/2006/relationships/customXml" Target="../ink/ink1315.xml"/><Relationship Id="rId39" Type="http://schemas.openxmlformats.org/officeDocument/2006/relationships/image" Target="../media/image1317.png"/><Relationship Id="rId265" Type="http://schemas.openxmlformats.org/officeDocument/2006/relationships/image" Target="../media/image1430.png"/><Relationship Id="rId286" Type="http://schemas.openxmlformats.org/officeDocument/2006/relationships/customXml" Target="../ink/ink1449.xml"/><Relationship Id="rId50" Type="http://schemas.openxmlformats.org/officeDocument/2006/relationships/customXml" Target="../ink/ink1331.xml"/><Relationship Id="rId104" Type="http://schemas.openxmlformats.org/officeDocument/2006/relationships/customXml" Target="../ink/ink1358.xml"/><Relationship Id="rId125" Type="http://schemas.openxmlformats.org/officeDocument/2006/relationships/image" Target="../media/image1360.png"/><Relationship Id="rId146" Type="http://schemas.openxmlformats.org/officeDocument/2006/relationships/customXml" Target="../ink/ink1379.xml"/><Relationship Id="rId167" Type="http://schemas.openxmlformats.org/officeDocument/2006/relationships/image" Target="../media/image1381.png"/><Relationship Id="rId188" Type="http://schemas.openxmlformats.org/officeDocument/2006/relationships/customXml" Target="../ink/ink1400.xml"/><Relationship Id="rId311" Type="http://schemas.openxmlformats.org/officeDocument/2006/relationships/image" Target="../media/image1453.png"/><Relationship Id="rId332" Type="http://schemas.openxmlformats.org/officeDocument/2006/relationships/customXml" Target="../ink/ink1472.xml"/><Relationship Id="rId353" Type="http://schemas.openxmlformats.org/officeDocument/2006/relationships/image" Target="../media/image1474.png"/><Relationship Id="rId374" Type="http://schemas.openxmlformats.org/officeDocument/2006/relationships/customXml" Target="../ink/ink1493.xml"/><Relationship Id="rId71" Type="http://schemas.openxmlformats.org/officeDocument/2006/relationships/image" Target="../media/image1333.png"/><Relationship Id="rId92" Type="http://schemas.openxmlformats.org/officeDocument/2006/relationships/customXml" Target="../ink/ink1352.xml"/><Relationship Id="rId213" Type="http://schemas.openxmlformats.org/officeDocument/2006/relationships/image" Target="../media/image1404.png"/><Relationship Id="rId234" Type="http://schemas.openxmlformats.org/officeDocument/2006/relationships/customXml" Target="../ink/ink1423.xml"/><Relationship Id="rId2" Type="http://schemas.openxmlformats.org/officeDocument/2006/relationships/customXml" Target="../ink/ink1307.xml"/><Relationship Id="rId29" Type="http://schemas.openxmlformats.org/officeDocument/2006/relationships/image" Target="../media/image1312.png"/><Relationship Id="rId255" Type="http://schemas.openxmlformats.org/officeDocument/2006/relationships/image" Target="../media/image1425.png"/><Relationship Id="rId276" Type="http://schemas.openxmlformats.org/officeDocument/2006/relationships/customXml" Target="../ink/ink1444.xml"/><Relationship Id="rId297" Type="http://schemas.openxmlformats.org/officeDocument/2006/relationships/image" Target="../media/image1446.png"/><Relationship Id="rId40" Type="http://schemas.openxmlformats.org/officeDocument/2006/relationships/customXml" Target="../ink/ink1326.xml"/><Relationship Id="rId115" Type="http://schemas.openxmlformats.org/officeDocument/2006/relationships/image" Target="../media/image1355.png"/><Relationship Id="rId136" Type="http://schemas.openxmlformats.org/officeDocument/2006/relationships/customXml" Target="../ink/ink1374.xml"/><Relationship Id="rId157" Type="http://schemas.openxmlformats.org/officeDocument/2006/relationships/image" Target="../media/image1376.png"/><Relationship Id="rId178" Type="http://schemas.openxmlformats.org/officeDocument/2006/relationships/customXml" Target="../ink/ink1395.xml"/><Relationship Id="rId301" Type="http://schemas.openxmlformats.org/officeDocument/2006/relationships/image" Target="../media/image1448.png"/><Relationship Id="rId322" Type="http://schemas.openxmlformats.org/officeDocument/2006/relationships/customXml" Target="../ink/ink1467.xml"/><Relationship Id="rId343" Type="http://schemas.openxmlformats.org/officeDocument/2006/relationships/image" Target="../media/image1469.png"/><Relationship Id="rId364" Type="http://schemas.openxmlformats.org/officeDocument/2006/relationships/customXml" Target="../ink/ink1488.xml"/><Relationship Id="rId61" Type="http://schemas.openxmlformats.org/officeDocument/2006/relationships/image" Target="../media/image1328.png"/><Relationship Id="rId82" Type="http://schemas.openxmlformats.org/officeDocument/2006/relationships/customXml" Target="../ink/ink1347.xml"/><Relationship Id="rId199" Type="http://schemas.openxmlformats.org/officeDocument/2006/relationships/image" Target="../media/image1397.png"/><Relationship Id="rId203" Type="http://schemas.openxmlformats.org/officeDocument/2006/relationships/image" Target="../media/image1399.png"/><Relationship Id="rId19" Type="http://schemas.openxmlformats.org/officeDocument/2006/relationships/image" Target="../media/image1307.png"/><Relationship Id="rId224" Type="http://schemas.openxmlformats.org/officeDocument/2006/relationships/customXml" Target="../ink/ink1418.xml"/><Relationship Id="rId245" Type="http://schemas.openxmlformats.org/officeDocument/2006/relationships/image" Target="../media/image1420.png"/><Relationship Id="rId266" Type="http://schemas.openxmlformats.org/officeDocument/2006/relationships/customXml" Target="../ink/ink1439.xml"/><Relationship Id="rId287" Type="http://schemas.openxmlformats.org/officeDocument/2006/relationships/image" Target="../media/image1441.png"/><Relationship Id="rId30" Type="http://schemas.openxmlformats.org/officeDocument/2006/relationships/customXml" Target="../ink/ink1321.xml"/><Relationship Id="rId105" Type="http://schemas.openxmlformats.org/officeDocument/2006/relationships/image" Target="../media/image1350.png"/><Relationship Id="rId126" Type="http://schemas.openxmlformats.org/officeDocument/2006/relationships/customXml" Target="../ink/ink1369.xml"/><Relationship Id="rId147" Type="http://schemas.openxmlformats.org/officeDocument/2006/relationships/image" Target="../media/image1371.png"/><Relationship Id="rId168" Type="http://schemas.openxmlformats.org/officeDocument/2006/relationships/customXml" Target="../ink/ink1390.xml"/><Relationship Id="rId312" Type="http://schemas.openxmlformats.org/officeDocument/2006/relationships/customXml" Target="../ink/ink1462.xml"/><Relationship Id="rId333" Type="http://schemas.openxmlformats.org/officeDocument/2006/relationships/image" Target="../media/image1464.png"/><Relationship Id="rId354" Type="http://schemas.openxmlformats.org/officeDocument/2006/relationships/customXml" Target="../ink/ink1483.xml"/><Relationship Id="rId51" Type="http://schemas.openxmlformats.org/officeDocument/2006/relationships/image" Target="../media/image1323.png"/><Relationship Id="rId72" Type="http://schemas.openxmlformats.org/officeDocument/2006/relationships/customXml" Target="../ink/ink1342.xml"/><Relationship Id="rId93" Type="http://schemas.openxmlformats.org/officeDocument/2006/relationships/image" Target="../media/image1344.png"/><Relationship Id="rId189" Type="http://schemas.openxmlformats.org/officeDocument/2006/relationships/image" Target="../media/image1392.png"/><Relationship Id="rId375" Type="http://schemas.openxmlformats.org/officeDocument/2006/relationships/image" Target="../media/image1485.png"/><Relationship Id="rId3" Type="http://schemas.openxmlformats.org/officeDocument/2006/relationships/image" Target="../media/image1299.png"/><Relationship Id="rId214" Type="http://schemas.openxmlformats.org/officeDocument/2006/relationships/customXml" Target="../ink/ink1413.xml"/><Relationship Id="rId235" Type="http://schemas.openxmlformats.org/officeDocument/2006/relationships/image" Target="../media/image1415.png"/><Relationship Id="rId256" Type="http://schemas.openxmlformats.org/officeDocument/2006/relationships/customXml" Target="../ink/ink1434.xml"/><Relationship Id="rId277" Type="http://schemas.openxmlformats.org/officeDocument/2006/relationships/image" Target="../media/image1436.png"/><Relationship Id="rId298" Type="http://schemas.openxmlformats.org/officeDocument/2006/relationships/customXml" Target="../ink/ink1455.xml"/><Relationship Id="rId116" Type="http://schemas.openxmlformats.org/officeDocument/2006/relationships/customXml" Target="../ink/ink1364.xml"/><Relationship Id="rId137" Type="http://schemas.openxmlformats.org/officeDocument/2006/relationships/image" Target="../media/image1366.png"/><Relationship Id="rId158" Type="http://schemas.openxmlformats.org/officeDocument/2006/relationships/customXml" Target="../ink/ink1385.xml"/><Relationship Id="rId302" Type="http://schemas.openxmlformats.org/officeDocument/2006/relationships/customXml" Target="../ink/ink1457.xml"/><Relationship Id="rId323" Type="http://schemas.openxmlformats.org/officeDocument/2006/relationships/image" Target="../media/image1459.png"/><Relationship Id="rId344" Type="http://schemas.openxmlformats.org/officeDocument/2006/relationships/customXml" Target="../ink/ink1478.xml"/><Relationship Id="rId20" Type="http://schemas.openxmlformats.org/officeDocument/2006/relationships/customXml" Target="../ink/ink1316.xml"/><Relationship Id="rId41" Type="http://schemas.openxmlformats.org/officeDocument/2006/relationships/image" Target="../media/image1318.png"/><Relationship Id="rId62" Type="http://schemas.openxmlformats.org/officeDocument/2006/relationships/customXml" Target="../ink/ink1337.xml"/><Relationship Id="rId83" Type="http://schemas.openxmlformats.org/officeDocument/2006/relationships/image" Target="../media/image1339.png"/><Relationship Id="rId179" Type="http://schemas.openxmlformats.org/officeDocument/2006/relationships/image" Target="../media/image1387.png"/><Relationship Id="rId365" Type="http://schemas.openxmlformats.org/officeDocument/2006/relationships/image" Target="../media/image1480.png"/><Relationship Id="rId190" Type="http://schemas.openxmlformats.org/officeDocument/2006/relationships/customXml" Target="../ink/ink1401.xml"/><Relationship Id="rId204" Type="http://schemas.openxmlformats.org/officeDocument/2006/relationships/customXml" Target="../ink/ink1408.xml"/><Relationship Id="rId225" Type="http://schemas.openxmlformats.org/officeDocument/2006/relationships/image" Target="../media/image1410.png"/><Relationship Id="rId246" Type="http://schemas.openxmlformats.org/officeDocument/2006/relationships/customXml" Target="../ink/ink1429.xml"/><Relationship Id="rId267" Type="http://schemas.openxmlformats.org/officeDocument/2006/relationships/image" Target="../media/image1431.png"/><Relationship Id="rId288" Type="http://schemas.openxmlformats.org/officeDocument/2006/relationships/customXml" Target="../ink/ink1450.xml"/><Relationship Id="rId106" Type="http://schemas.openxmlformats.org/officeDocument/2006/relationships/customXml" Target="../ink/ink1359.xml"/><Relationship Id="rId127" Type="http://schemas.openxmlformats.org/officeDocument/2006/relationships/image" Target="../media/image1361.png"/><Relationship Id="rId313" Type="http://schemas.openxmlformats.org/officeDocument/2006/relationships/image" Target="../media/image1454.png"/><Relationship Id="rId10" Type="http://schemas.openxmlformats.org/officeDocument/2006/relationships/customXml" Target="../ink/ink1311.xml"/><Relationship Id="rId31" Type="http://schemas.openxmlformats.org/officeDocument/2006/relationships/image" Target="../media/image1313.png"/><Relationship Id="rId52" Type="http://schemas.openxmlformats.org/officeDocument/2006/relationships/customXml" Target="../ink/ink1332.xml"/><Relationship Id="rId73" Type="http://schemas.openxmlformats.org/officeDocument/2006/relationships/image" Target="../media/image1334.png"/><Relationship Id="rId94" Type="http://schemas.openxmlformats.org/officeDocument/2006/relationships/customXml" Target="../ink/ink1353.xml"/><Relationship Id="rId148" Type="http://schemas.openxmlformats.org/officeDocument/2006/relationships/customXml" Target="../ink/ink1380.xml"/><Relationship Id="rId169" Type="http://schemas.openxmlformats.org/officeDocument/2006/relationships/image" Target="../media/image1382.png"/><Relationship Id="rId334" Type="http://schemas.openxmlformats.org/officeDocument/2006/relationships/customXml" Target="../ink/ink1473.xml"/><Relationship Id="rId355" Type="http://schemas.openxmlformats.org/officeDocument/2006/relationships/image" Target="../media/image1475.png"/><Relationship Id="rId4" Type="http://schemas.openxmlformats.org/officeDocument/2006/relationships/customXml" Target="../ink/ink1308.xml"/><Relationship Id="rId180" Type="http://schemas.openxmlformats.org/officeDocument/2006/relationships/customXml" Target="../ink/ink1396.xml"/><Relationship Id="rId215" Type="http://schemas.openxmlformats.org/officeDocument/2006/relationships/image" Target="../media/image1405.png"/><Relationship Id="rId236" Type="http://schemas.openxmlformats.org/officeDocument/2006/relationships/customXml" Target="../ink/ink1424.xml"/><Relationship Id="rId257" Type="http://schemas.openxmlformats.org/officeDocument/2006/relationships/image" Target="../media/image1426.png"/><Relationship Id="rId278" Type="http://schemas.openxmlformats.org/officeDocument/2006/relationships/customXml" Target="../ink/ink1445.xml"/><Relationship Id="rId303" Type="http://schemas.openxmlformats.org/officeDocument/2006/relationships/image" Target="../media/image1449.png"/><Relationship Id="rId42" Type="http://schemas.openxmlformats.org/officeDocument/2006/relationships/customXml" Target="../ink/ink1327.xml"/><Relationship Id="rId84" Type="http://schemas.openxmlformats.org/officeDocument/2006/relationships/customXml" Target="../ink/ink1348.xml"/><Relationship Id="rId138" Type="http://schemas.openxmlformats.org/officeDocument/2006/relationships/customXml" Target="../ink/ink1375.xml"/><Relationship Id="rId345" Type="http://schemas.openxmlformats.org/officeDocument/2006/relationships/image" Target="../media/image1470.png"/><Relationship Id="rId191" Type="http://schemas.openxmlformats.org/officeDocument/2006/relationships/image" Target="../media/image1393.png"/><Relationship Id="rId205" Type="http://schemas.openxmlformats.org/officeDocument/2006/relationships/image" Target="../media/image1400.png"/><Relationship Id="rId247" Type="http://schemas.openxmlformats.org/officeDocument/2006/relationships/image" Target="../media/image1421.png"/><Relationship Id="rId107" Type="http://schemas.openxmlformats.org/officeDocument/2006/relationships/image" Target="../media/image1351.png"/><Relationship Id="rId289" Type="http://schemas.openxmlformats.org/officeDocument/2006/relationships/image" Target="../media/image1442.png"/><Relationship Id="rId11" Type="http://schemas.openxmlformats.org/officeDocument/2006/relationships/image" Target="../media/image1303.png"/><Relationship Id="rId53" Type="http://schemas.openxmlformats.org/officeDocument/2006/relationships/image" Target="../media/image1324.png"/><Relationship Id="rId149" Type="http://schemas.openxmlformats.org/officeDocument/2006/relationships/image" Target="../media/image1372.png"/><Relationship Id="rId314" Type="http://schemas.openxmlformats.org/officeDocument/2006/relationships/customXml" Target="../ink/ink1463.xml"/><Relationship Id="rId356" Type="http://schemas.openxmlformats.org/officeDocument/2006/relationships/customXml" Target="../ink/ink1484.xml"/><Relationship Id="rId95" Type="http://schemas.openxmlformats.org/officeDocument/2006/relationships/image" Target="../media/image1345.png"/><Relationship Id="rId160" Type="http://schemas.openxmlformats.org/officeDocument/2006/relationships/customXml" Target="../ink/ink1386.xml"/><Relationship Id="rId216" Type="http://schemas.openxmlformats.org/officeDocument/2006/relationships/customXml" Target="../ink/ink1414.xml"/><Relationship Id="rId258" Type="http://schemas.openxmlformats.org/officeDocument/2006/relationships/customXml" Target="../ink/ink1435.xml"/><Relationship Id="rId22" Type="http://schemas.openxmlformats.org/officeDocument/2006/relationships/customXml" Target="../ink/ink1317.xml"/><Relationship Id="rId64" Type="http://schemas.openxmlformats.org/officeDocument/2006/relationships/customXml" Target="../ink/ink1338.xml"/><Relationship Id="rId118" Type="http://schemas.openxmlformats.org/officeDocument/2006/relationships/customXml" Target="../ink/ink1365.xml"/><Relationship Id="rId325" Type="http://schemas.openxmlformats.org/officeDocument/2006/relationships/image" Target="../media/image1460.png"/><Relationship Id="rId367" Type="http://schemas.openxmlformats.org/officeDocument/2006/relationships/image" Target="../media/image1481.png"/><Relationship Id="rId171" Type="http://schemas.openxmlformats.org/officeDocument/2006/relationships/image" Target="../media/image1383.png"/><Relationship Id="rId227" Type="http://schemas.openxmlformats.org/officeDocument/2006/relationships/image" Target="../media/image1411.png"/><Relationship Id="rId269" Type="http://schemas.openxmlformats.org/officeDocument/2006/relationships/image" Target="../media/image1432.png"/><Relationship Id="rId33" Type="http://schemas.openxmlformats.org/officeDocument/2006/relationships/image" Target="../media/image1314.png"/><Relationship Id="rId129" Type="http://schemas.openxmlformats.org/officeDocument/2006/relationships/image" Target="../media/image1362.png"/><Relationship Id="rId280" Type="http://schemas.openxmlformats.org/officeDocument/2006/relationships/customXml" Target="../ink/ink1446.xml"/><Relationship Id="rId336" Type="http://schemas.openxmlformats.org/officeDocument/2006/relationships/customXml" Target="../ink/ink1474.xml"/><Relationship Id="rId75" Type="http://schemas.openxmlformats.org/officeDocument/2006/relationships/image" Target="../media/image1335.png"/><Relationship Id="rId140" Type="http://schemas.openxmlformats.org/officeDocument/2006/relationships/customXml" Target="../ink/ink1376.xml"/><Relationship Id="rId182" Type="http://schemas.openxmlformats.org/officeDocument/2006/relationships/customXml" Target="../ink/ink1397.xml"/><Relationship Id="rId6" Type="http://schemas.openxmlformats.org/officeDocument/2006/relationships/customXml" Target="../ink/ink1309.xml"/><Relationship Id="rId238" Type="http://schemas.openxmlformats.org/officeDocument/2006/relationships/customXml" Target="../ink/ink1425.xml"/><Relationship Id="rId291" Type="http://schemas.openxmlformats.org/officeDocument/2006/relationships/image" Target="../media/image1443.png"/><Relationship Id="rId305" Type="http://schemas.openxmlformats.org/officeDocument/2006/relationships/image" Target="../media/image1450.png"/><Relationship Id="rId347" Type="http://schemas.openxmlformats.org/officeDocument/2006/relationships/image" Target="../media/image1471.png"/><Relationship Id="rId44" Type="http://schemas.openxmlformats.org/officeDocument/2006/relationships/customXml" Target="../ink/ink1328.xml"/><Relationship Id="rId86" Type="http://schemas.openxmlformats.org/officeDocument/2006/relationships/customXml" Target="../ink/ink1349.xml"/><Relationship Id="rId151" Type="http://schemas.openxmlformats.org/officeDocument/2006/relationships/image" Target="../media/image1373.png"/><Relationship Id="rId193" Type="http://schemas.openxmlformats.org/officeDocument/2006/relationships/image" Target="../media/image1394.png"/><Relationship Id="rId207" Type="http://schemas.openxmlformats.org/officeDocument/2006/relationships/image" Target="../media/image1401.png"/><Relationship Id="rId249" Type="http://schemas.openxmlformats.org/officeDocument/2006/relationships/image" Target="../media/image1422.png"/><Relationship Id="rId13" Type="http://schemas.openxmlformats.org/officeDocument/2006/relationships/image" Target="../media/image1304.png"/><Relationship Id="rId109" Type="http://schemas.openxmlformats.org/officeDocument/2006/relationships/image" Target="../media/image1352.png"/><Relationship Id="rId260" Type="http://schemas.openxmlformats.org/officeDocument/2006/relationships/customXml" Target="../ink/ink1436.xml"/><Relationship Id="rId316" Type="http://schemas.openxmlformats.org/officeDocument/2006/relationships/customXml" Target="../ink/ink1464.xml"/><Relationship Id="rId55" Type="http://schemas.openxmlformats.org/officeDocument/2006/relationships/image" Target="../media/image1325.png"/><Relationship Id="rId97" Type="http://schemas.openxmlformats.org/officeDocument/2006/relationships/image" Target="../media/image1346.png"/><Relationship Id="rId120" Type="http://schemas.openxmlformats.org/officeDocument/2006/relationships/customXml" Target="../ink/ink1366.xml"/><Relationship Id="rId358" Type="http://schemas.openxmlformats.org/officeDocument/2006/relationships/customXml" Target="../ink/ink1485.xml"/><Relationship Id="rId162" Type="http://schemas.openxmlformats.org/officeDocument/2006/relationships/customXml" Target="../ink/ink1387.xml"/><Relationship Id="rId218" Type="http://schemas.openxmlformats.org/officeDocument/2006/relationships/customXml" Target="../ink/ink1415.xml"/><Relationship Id="rId271" Type="http://schemas.openxmlformats.org/officeDocument/2006/relationships/image" Target="../media/image1433.png"/><Relationship Id="rId24" Type="http://schemas.openxmlformats.org/officeDocument/2006/relationships/customXml" Target="../ink/ink1318.xml"/><Relationship Id="rId66" Type="http://schemas.openxmlformats.org/officeDocument/2006/relationships/customXml" Target="../ink/ink1339.xml"/><Relationship Id="rId131" Type="http://schemas.openxmlformats.org/officeDocument/2006/relationships/image" Target="../media/image1363.png"/><Relationship Id="rId327" Type="http://schemas.openxmlformats.org/officeDocument/2006/relationships/image" Target="../media/image1461.png"/><Relationship Id="rId369" Type="http://schemas.openxmlformats.org/officeDocument/2006/relationships/image" Target="../media/image1482.png"/><Relationship Id="rId173" Type="http://schemas.openxmlformats.org/officeDocument/2006/relationships/image" Target="../media/image1384.png"/><Relationship Id="rId229" Type="http://schemas.openxmlformats.org/officeDocument/2006/relationships/image" Target="../media/image1412.png"/><Relationship Id="rId240" Type="http://schemas.openxmlformats.org/officeDocument/2006/relationships/customXml" Target="../ink/ink1426.xml"/><Relationship Id="rId35" Type="http://schemas.openxmlformats.org/officeDocument/2006/relationships/image" Target="../media/image1315.png"/><Relationship Id="rId77" Type="http://schemas.openxmlformats.org/officeDocument/2006/relationships/image" Target="../media/image1336.png"/><Relationship Id="rId100" Type="http://schemas.openxmlformats.org/officeDocument/2006/relationships/customXml" Target="../ink/ink1356.xml"/><Relationship Id="rId282" Type="http://schemas.openxmlformats.org/officeDocument/2006/relationships/customXml" Target="../ink/ink1447.xml"/><Relationship Id="rId338" Type="http://schemas.openxmlformats.org/officeDocument/2006/relationships/customXml" Target="../ink/ink1475.xml"/><Relationship Id="rId8" Type="http://schemas.openxmlformats.org/officeDocument/2006/relationships/customXml" Target="../ink/ink1310.xml"/><Relationship Id="rId142" Type="http://schemas.openxmlformats.org/officeDocument/2006/relationships/customXml" Target="../ink/ink1377.xml"/><Relationship Id="rId184" Type="http://schemas.openxmlformats.org/officeDocument/2006/relationships/customXml" Target="../ink/ink1398.xml"/><Relationship Id="rId251" Type="http://schemas.openxmlformats.org/officeDocument/2006/relationships/image" Target="../media/image1423.png"/><Relationship Id="rId46" Type="http://schemas.openxmlformats.org/officeDocument/2006/relationships/customXml" Target="../ink/ink1329.xml"/><Relationship Id="rId293" Type="http://schemas.openxmlformats.org/officeDocument/2006/relationships/image" Target="../media/image1444.png"/><Relationship Id="rId307" Type="http://schemas.openxmlformats.org/officeDocument/2006/relationships/image" Target="../media/image1451.png"/><Relationship Id="rId349" Type="http://schemas.openxmlformats.org/officeDocument/2006/relationships/image" Target="../media/image1472.png"/><Relationship Id="rId88" Type="http://schemas.openxmlformats.org/officeDocument/2006/relationships/customXml" Target="../ink/ink1350.xml"/><Relationship Id="rId111" Type="http://schemas.openxmlformats.org/officeDocument/2006/relationships/image" Target="../media/image1353.png"/><Relationship Id="rId153" Type="http://schemas.openxmlformats.org/officeDocument/2006/relationships/image" Target="../media/image1374.png"/><Relationship Id="rId195" Type="http://schemas.openxmlformats.org/officeDocument/2006/relationships/image" Target="../media/image1395.png"/><Relationship Id="rId209" Type="http://schemas.openxmlformats.org/officeDocument/2006/relationships/image" Target="../media/image1402.png"/><Relationship Id="rId360" Type="http://schemas.openxmlformats.org/officeDocument/2006/relationships/customXml" Target="../ink/ink1486.xml"/><Relationship Id="rId220" Type="http://schemas.openxmlformats.org/officeDocument/2006/relationships/customXml" Target="../ink/ink1416.xml"/><Relationship Id="rId15" Type="http://schemas.openxmlformats.org/officeDocument/2006/relationships/image" Target="../media/image1305.png"/><Relationship Id="rId57" Type="http://schemas.openxmlformats.org/officeDocument/2006/relationships/image" Target="../media/image1326.png"/><Relationship Id="rId262" Type="http://schemas.openxmlformats.org/officeDocument/2006/relationships/customXml" Target="../ink/ink1437.xml"/><Relationship Id="rId318" Type="http://schemas.openxmlformats.org/officeDocument/2006/relationships/customXml" Target="../ink/ink1465.xml"/></Relationships>
</file>

<file path=ppt/slides/_rels/slide3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43.png"/><Relationship Id="rId299" Type="http://schemas.openxmlformats.org/officeDocument/2006/relationships/image" Target="../media/image1634.png"/><Relationship Id="rId21" Type="http://schemas.openxmlformats.org/officeDocument/2006/relationships/image" Target="../media/image1495.png"/><Relationship Id="rId63" Type="http://schemas.openxmlformats.org/officeDocument/2006/relationships/image" Target="../media/image1516.png"/><Relationship Id="rId159" Type="http://schemas.openxmlformats.org/officeDocument/2006/relationships/image" Target="../media/image1564.png"/><Relationship Id="rId324" Type="http://schemas.openxmlformats.org/officeDocument/2006/relationships/customXml" Target="../ink/ink1655.xml"/><Relationship Id="rId366" Type="http://schemas.openxmlformats.org/officeDocument/2006/relationships/customXml" Target="../ink/ink1676.xml"/><Relationship Id="rId170" Type="http://schemas.openxmlformats.org/officeDocument/2006/relationships/customXml" Target="../ink/ink1578.xml"/><Relationship Id="rId226" Type="http://schemas.openxmlformats.org/officeDocument/2006/relationships/customXml" Target="../ink/ink1606.xml"/><Relationship Id="rId433" Type="http://schemas.openxmlformats.org/officeDocument/2006/relationships/image" Target="../media/image1701.png"/><Relationship Id="rId268" Type="http://schemas.openxmlformats.org/officeDocument/2006/relationships/customXml" Target="../ink/ink1627.xml"/><Relationship Id="rId475" Type="http://schemas.openxmlformats.org/officeDocument/2006/relationships/image" Target="../media/image1722.png"/><Relationship Id="rId32" Type="http://schemas.openxmlformats.org/officeDocument/2006/relationships/customXml" Target="../ink/ink1509.xml"/><Relationship Id="rId74" Type="http://schemas.openxmlformats.org/officeDocument/2006/relationships/customXml" Target="../ink/ink1530.xml"/><Relationship Id="rId128" Type="http://schemas.openxmlformats.org/officeDocument/2006/relationships/customXml" Target="../ink/ink1557.xml"/><Relationship Id="rId335" Type="http://schemas.openxmlformats.org/officeDocument/2006/relationships/image" Target="../media/image1652.png"/><Relationship Id="rId377" Type="http://schemas.openxmlformats.org/officeDocument/2006/relationships/image" Target="../media/image1673.png"/><Relationship Id="rId5" Type="http://schemas.openxmlformats.org/officeDocument/2006/relationships/image" Target="../media/image1487.png"/><Relationship Id="rId181" Type="http://schemas.openxmlformats.org/officeDocument/2006/relationships/image" Target="../media/image1575.png"/><Relationship Id="rId237" Type="http://schemas.openxmlformats.org/officeDocument/2006/relationships/image" Target="../media/image1603.png"/><Relationship Id="rId402" Type="http://schemas.openxmlformats.org/officeDocument/2006/relationships/customXml" Target="../ink/ink1694.xml"/><Relationship Id="rId279" Type="http://schemas.openxmlformats.org/officeDocument/2006/relationships/image" Target="../media/image1624.png"/><Relationship Id="rId444" Type="http://schemas.openxmlformats.org/officeDocument/2006/relationships/customXml" Target="../ink/ink1715.xml"/><Relationship Id="rId486" Type="http://schemas.openxmlformats.org/officeDocument/2006/relationships/customXml" Target="../ink/ink1736.xml"/><Relationship Id="rId43" Type="http://schemas.openxmlformats.org/officeDocument/2006/relationships/image" Target="../media/image1506.png"/><Relationship Id="rId139" Type="http://schemas.openxmlformats.org/officeDocument/2006/relationships/image" Target="../media/image1554.png"/><Relationship Id="rId290" Type="http://schemas.openxmlformats.org/officeDocument/2006/relationships/customXml" Target="../ink/ink1638.xml"/><Relationship Id="rId304" Type="http://schemas.openxmlformats.org/officeDocument/2006/relationships/customXml" Target="../ink/ink1645.xml"/><Relationship Id="rId346" Type="http://schemas.openxmlformats.org/officeDocument/2006/relationships/customXml" Target="../ink/ink1666.xml"/><Relationship Id="rId388" Type="http://schemas.openxmlformats.org/officeDocument/2006/relationships/customXml" Target="../ink/ink1687.xml"/><Relationship Id="rId85" Type="http://schemas.openxmlformats.org/officeDocument/2006/relationships/image" Target="../media/image1527.png"/><Relationship Id="rId150" Type="http://schemas.openxmlformats.org/officeDocument/2006/relationships/customXml" Target="../ink/ink1568.xml"/><Relationship Id="rId192" Type="http://schemas.openxmlformats.org/officeDocument/2006/relationships/customXml" Target="../ink/ink1589.xml"/><Relationship Id="rId206" Type="http://schemas.openxmlformats.org/officeDocument/2006/relationships/customXml" Target="../ink/ink1596.xml"/><Relationship Id="rId413" Type="http://schemas.openxmlformats.org/officeDocument/2006/relationships/image" Target="../media/image1691.png"/><Relationship Id="rId248" Type="http://schemas.openxmlformats.org/officeDocument/2006/relationships/customXml" Target="../ink/ink1617.xml"/><Relationship Id="rId455" Type="http://schemas.openxmlformats.org/officeDocument/2006/relationships/image" Target="../media/image1712.png"/><Relationship Id="rId497" Type="http://schemas.openxmlformats.org/officeDocument/2006/relationships/image" Target="../media/image1733.png"/><Relationship Id="rId12" Type="http://schemas.openxmlformats.org/officeDocument/2006/relationships/customXml" Target="../ink/ink1499.xml"/><Relationship Id="rId108" Type="http://schemas.openxmlformats.org/officeDocument/2006/relationships/customXml" Target="../ink/ink1547.xml"/><Relationship Id="rId315" Type="http://schemas.openxmlformats.org/officeDocument/2006/relationships/image" Target="../media/image1642.png"/><Relationship Id="rId357" Type="http://schemas.openxmlformats.org/officeDocument/2006/relationships/image" Target="../media/image1663.png"/><Relationship Id="rId54" Type="http://schemas.openxmlformats.org/officeDocument/2006/relationships/customXml" Target="../ink/ink1520.xml"/><Relationship Id="rId96" Type="http://schemas.openxmlformats.org/officeDocument/2006/relationships/customXml" Target="../ink/ink1541.xml"/><Relationship Id="rId161" Type="http://schemas.openxmlformats.org/officeDocument/2006/relationships/image" Target="../media/image1565.png"/><Relationship Id="rId217" Type="http://schemas.openxmlformats.org/officeDocument/2006/relationships/image" Target="../media/image1593.png"/><Relationship Id="rId399" Type="http://schemas.openxmlformats.org/officeDocument/2006/relationships/image" Target="../media/image1684.png"/><Relationship Id="rId259" Type="http://schemas.openxmlformats.org/officeDocument/2006/relationships/image" Target="../media/image1614.png"/><Relationship Id="rId424" Type="http://schemas.openxmlformats.org/officeDocument/2006/relationships/customXml" Target="../ink/ink1705.xml"/><Relationship Id="rId466" Type="http://schemas.openxmlformats.org/officeDocument/2006/relationships/customXml" Target="../ink/ink1726.xml"/><Relationship Id="rId23" Type="http://schemas.openxmlformats.org/officeDocument/2006/relationships/image" Target="../media/image1496.png"/><Relationship Id="rId119" Type="http://schemas.openxmlformats.org/officeDocument/2006/relationships/image" Target="../media/image1544.png"/><Relationship Id="rId270" Type="http://schemas.openxmlformats.org/officeDocument/2006/relationships/customXml" Target="../ink/ink1628.xml"/><Relationship Id="rId326" Type="http://schemas.openxmlformats.org/officeDocument/2006/relationships/customXml" Target="../ink/ink1656.xml"/><Relationship Id="rId65" Type="http://schemas.openxmlformats.org/officeDocument/2006/relationships/image" Target="../media/image1517.png"/><Relationship Id="rId130" Type="http://schemas.openxmlformats.org/officeDocument/2006/relationships/customXml" Target="../ink/ink1558.xml"/><Relationship Id="rId368" Type="http://schemas.openxmlformats.org/officeDocument/2006/relationships/customXml" Target="../ink/ink1677.xml"/><Relationship Id="rId172" Type="http://schemas.openxmlformats.org/officeDocument/2006/relationships/customXml" Target="../ink/ink1579.xml"/><Relationship Id="rId228" Type="http://schemas.openxmlformats.org/officeDocument/2006/relationships/customXml" Target="../ink/ink1607.xml"/><Relationship Id="rId435" Type="http://schemas.openxmlformats.org/officeDocument/2006/relationships/image" Target="../media/image1702.png"/><Relationship Id="rId477" Type="http://schemas.openxmlformats.org/officeDocument/2006/relationships/image" Target="../media/image1723.png"/><Relationship Id="rId281" Type="http://schemas.openxmlformats.org/officeDocument/2006/relationships/image" Target="../media/image1625.png"/><Relationship Id="rId337" Type="http://schemas.openxmlformats.org/officeDocument/2006/relationships/image" Target="../media/image1653.png"/><Relationship Id="rId34" Type="http://schemas.openxmlformats.org/officeDocument/2006/relationships/customXml" Target="../ink/ink1510.xml"/><Relationship Id="rId76" Type="http://schemas.openxmlformats.org/officeDocument/2006/relationships/customXml" Target="../ink/ink1531.xml"/><Relationship Id="rId141" Type="http://schemas.openxmlformats.org/officeDocument/2006/relationships/image" Target="../media/image1555.png"/><Relationship Id="rId379" Type="http://schemas.openxmlformats.org/officeDocument/2006/relationships/image" Target="../media/image1674.png"/><Relationship Id="rId7" Type="http://schemas.openxmlformats.org/officeDocument/2006/relationships/image" Target="../media/image1488.png"/><Relationship Id="rId183" Type="http://schemas.openxmlformats.org/officeDocument/2006/relationships/image" Target="../media/image1576.png"/><Relationship Id="rId239" Type="http://schemas.openxmlformats.org/officeDocument/2006/relationships/image" Target="../media/image1604.png"/><Relationship Id="rId390" Type="http://schemas.openxmlformats.org/officeDocument/2006/relationships/customXml" Target="../ink/ink1688.xml"/><Relationship Id="rId404" Type="http://schemas.openxmlformats.org/officeDocument/2006/relationships/customXml" Target="../ink/ink1695.xml"/><Relationship Id="rId446" Type="http://schemas.openxmlformats.org/officeDocument/2006/relationships/customXml" Target="../ink/ink1716.xml"/><Relationship Id="rId250" Type="http://schemas.openxmlformats.org/officeDocument/2006/relationships/customXml" Target="../ink/ink1618.xml"/><Relationship Id="rId292" Type="http://schemas.openxmlformats.org/officeDocument/2006/relationships/customXml" Target="../ink/ink1639.xml"/><Relationship Id="rId306" Type="http://schemas.openxmlformats.org/officeDocument/2006/relationships/customXml" Target="../ink/ink1646.xml"/><Relationship Id="rId488" Type="http://schemas.openxmlformats.org/officeDocument/2006/relationships/customXml" Target="../ink/ink1737.xml"/><Relationship Id="rId45" Type="http://schemas.openxmlformats.org/officeDocument/2006/relationships/image" Target="../media/image1507.png"/><Relationship Id="rId87" Type="http://schemas.openxmlformats.org/officeDocument/2006/relationships/image" Target="../media/image1528.png"/><Relationship Id="rId110" Type="http://schemas.openxmlformats.org/officeDocument/2006/relationships/customXml" Target="../ink/ink1548.xml"/><Relationship Id="rId348" Type="http://schemas.openxmlformats.org/officeDocument/2006/relationships/customXml" Target="../ink/ink1667.xml"/><Relationship Id="rId152" Type="http://schemas.openxmlformats.org/officeDocument/2006/relationships/customXml" Target="../ink/ink1569.xml"/><Relationship Id="rId194" Type="http://schemas.openxmlformats.org/officeDocument/2006/relationships/customXml" Target="../ink/ink1590.xml"/><Relationship Id="rId208" Type="http://schemas.openxmlformats.org/officeDocument/2006/relationships/customXml" Target="../ink/ink1597.xml"/><Relationship Id="rId415" Type="http://schemas.openxmlformats.org/officeDocument/2006/relationships/image" Target="../media/image1692.png"/><Relationship Id="rId457" Type="http://schemas.openxmlformats.org/officeDocument/2006/relationships/image" Target="../media/image1713.png"/><Relationship Id="rId261" Type="http://schemas.openxmlformats.org/officeDocument/2006/relationships/image" Target="../media/image1615.png"/><Relationship Id="rId499" Type="http://schemas.openxmlformats.org/officeDocument/2006/relationships/image" Target="../media/image1734.png"/><Relationship Id="rId14" Type="http://schemas.openxmlformats.org/officeDocument/2006/relationships/customXml" Target="../ink/ink1500.xml"/><Relationship Id="rId56" Type="http://schemas.openxmlformats.org/officeDocument/2006/relationships/customXml" Target="../ink/ink1521.xml"/><Relationship Id="rId317" Type="http://schemas.openxmlformats.org/officeDocument/2006/relationships/image" Target="../media/image1643.png"/><Relationship Id="rId359" Type="http://schemas.openxmlformats.org/officeDocument/2006/relationships/image" Target="../media/image1664.png"/><Relationship Id="rId98" Type="http://schemas.openxmlformats.org/officeDocument/2006/relationships/customXml" Target="../ink/ink1542.xml"/><Relationship Id="rId121" Type="http://schemas.openxmlformats.org/officeDocument/2006/relationships/image" Target="../media/image1545.png"/><Relationship Id="rId163" Type="http://schemas.openxmlformats.org/officeDocument/2006/relationships/image" Target="../media/image1566.png"/><Relationship Id="rId219" Type="http://schemas.openxmlformats.org/officeDocument/2006/relationships/image" Target="../media/image1594.png"/><Relationship Id="rId370" Type="http://schemas.openxmlformats.org/officeDocument/2006/relationships/customXml" Target="../ink/ink1678.xml"/><Relationship Id="rId426" Type="http://schemas.openxmlformats.org/officeDocument/2006/relationships/customXml" Target="../ink/ink1706.xml"/><Relationship Id="rId230" Type="http://schemas.openxmlformats.org/officeDocument/2006/relationships/customXml" Target="../ink/ink1608.xml"/><Relationship Id="rId468" Type="http://schemas.openxmlformats.org/officeDocument/2006/relationships/customXml" Target="../ink/ink1727.xml"/><Relationship Id="rId25" Type="http://schemas.openxmlformats.org/officeDocument/2006/relationships/image" Target="../media/image1497.png"/><Relationship Id="rId67" Type="http://schemas.openxmlformats.org/officeDocument/2006/relationships/image" Target="../media/image1518.png"/><Relationship Id="rId272" Type="http://schemas.openxmlformats.org/officeDocument/2006/relationships/customXml" Target="../ink/ink1629.xml"/><Relationship Id="rId328" Type="http://schemas.openxmlformats.org/officeDocument/2006/relationships/customXml" Target="../ink/ink1657.xml"/><Relationship Id="rId132" Type="http://schemas.openxmlformats.org/officeDocument/2006/relationships/customXml" Target="../ink/ink1559.xml"/><Relationship Id="rId174" Type="http://schemas.openxmlformats.org/officeDocument/2006/relationships/customXml" Target="../ink/ink1580.xml"/><Relationship Id="rId381" Type="http://schemas.openxmlformats.org/officeDocument/2006/relationships/image" Target="../media/image1675.png"/><Relationship Id="rId241" Type="http://schemas.openxmlformats.org/officeDocument/2006/relationships/image" Target="../media/image1605.png"/><Relationship Id="rId437" Type="http://schemas.openxmlformats.org/officeDocument/2006/relationships/image" Target="../media/image1703.png"/><Relationship Id="rId479" Type="http://schemas.openxmlformats.org/officeDocument/2006/relationships/image" Target="../media/image1724.png"/><Relationship Id="rId36" Type="http://schemas.openxmlformats.org/officeDocument/2006/relationships/customXml" Target="../ink/ink1511.xml"/><Relationship Id="rId283" Type="http://schemas.openxmlformats.org/officeDocument/2006/relationships/image" Target="../media/image1626.png"/><Relationship Id="rId339" Type="http://schemas.openxmlformats.org/officeDocument/2006/relationships/image" Target="../media/image1654.png"/><Relationship Id="rId490" Type="http://schemas.openxmlformats.org/officeDocument/2006/relationships/customXml" Target="../ink/ink1738.xml"/><Relationship Id="rId78" Type="http://schemas.openxmlformats.org/officeDocument/2006/relationships/customXml" Target="../ink/ink1532.xml"/><Relationship Id="rId101" Type="http://schemas.openxmlformats.org/officeDocument/2006/relationships/image" Target="../media/image1535.png"/><Relationship Id="rId143" Type="http://schemas.openxmlformats.org/officeDocument/2006/relationships/image" Target="../media/image1556.png"/><Relationship Id="rId185" Type="http://schemas.openxmlformats.org/officeDocument/2006/relationships/image" Target="../media/image1577.png"/><Relationship Id="rId350" Type="http://schemas.openxmlformats.org/officeDocument/2006/relationships/customXml" Target="../ink/ink1668.xml"/><Relationship Id="rId406" Type="http://schemas.openxmlformats.org/officeDocument/2006/relationships/customXml" Target="../ink/ink1696.xml"/><Relationship Id="rId9" Type="http://schemas.openxmlformats.org/officeDocument/2006/relationships/image" Target="../media/image1489.png"/><Relationship Id="rId210" Type="http://schemas.openxmlformats.org/officeDocument/2006/relationships/customXml" Target="../ink/ink1598.xml"/><Relationship Id="rId392" Type="http://schemas.openxmlformats.org/officeDocument/2006/relationships/customXml" Target="../ink/ink1689.xml"/><Relationship Id="rId448" Type="http://schemas.openxmlformats.org/officeDocument/2006/relationships/customXml" Target="../ink/ink1717.xml"/><Relationship Id="rId252" Type="http://schemas.openxmlformats.org/officeDocument/2006/relationships/customXml" Target="../ink/ink1619.xml"/><Relationship Id="rId294" Type="http://schemas.openxmlformats.org/officeDocument/2006/relationships/customXml" Target="../ink/ink1640.xml"/><Relationship Id="rId308" Type="http://schemas.openxmlformats.org/officeDocument/2006/relationships/customXml" Target="../ink/ink1647.xml"/><Relationship Id="rId47" Type="http://schemas.openxmlformats.org/officeDocument/2006/relationships/image" Target="../media/image1508.png"/><Relationship Id="rId89" Type="http://schemas.openxmlformats.org/officeDocument/2006/relationships/image" Target="../media/image1529.png"/><Relationship Id="rId112" Type="http://schemas.openxmlformats.org/officeDocument/2006/relationships/customXml" Target="../ink/ink1549.xml"/><Relationship Id="rId154" Type="http://schemas.openxmlformats.org/officeDocument/2006/relationships/customXml" Target="../ink/ink1570.xml"/><Relationship Id="rId361" Type="http://schemas.openxmlformats.org/officeDocument/2006/relationships/image" Target="../media/image1665.png"/><Relationship Id="rId196" Type="http://schemas.openxmlformats.org/officeDocument/2006/relationships/customXml" Target="../ink/ink1591.xml"/><Relationship Id="rId417" Type="http://schemas.openxmlformats.org/officeDocument/2006/relationships/image" Target="../media/image1693.png"/><Relationship Id="rId459" Type="http://schemas.openxmlformats.org/officeDocument/2006/relationships/image" Target="../media/image1714.png"/><Relationship Id="rId16" Type="http://schemas.openxmlformats.org/officeDocument/2006/relationships/customXml" Target="../ink/ink1501.xml"/><Relationship Id="rId221" Type="http://schemas.openxmlformats.org/officeDocument/2006/relationships/image" Target="../media/image1595.png"/><Relationship Id="rId263" Type="http://schemas.openxmlformats.org/officeDocument/2006/relationships/image" Target="../media/image1616.png"/><Relationship Id="rId319" Type="http://schemas.openxmlformats.org/officeDocument/2006/relationships/image" Target="../media/image1644.png"/><Relationship Id="rId470" Type="http://schemas.openxmlformats.org/officeDocument/2006/relationships/customXml" Target="../ink/ink1728.xml"/><Relationship Id="rId58" Type="http://schemas.openxmlformats.org/officeDocument/2006/relationships/customXml" Target="../ink/ink1522.xml"/><Relationship Id="rId123" Type="http://schemas.openxmlformats.org/officeDocument/2006/relationships/image" Target="../media/image1546.png"/><Relationship Id="rId330" Type="http://schemas.openxmlformats.org/officeDocument/2006/relationships/customXml" Target="../ink/ink1658.xml"/><Relationship Id="rId165" Type="http://schemas.openxmlformats.org/officeDocument/2006/relationships/image" Target="../media/image1567.png"/><Relationship Id="rId372" Type="http://schemas.openxmlformats.org/officeDocument/2006/relationships/customXml" Target="../ink/ink1679.xml"/><Relationship Id="rId428" Type="http://schemas.openxmlformats.org/officeDocument/2006/relationships/customXml" Target="../ink/ink1707.xml"/><Relationship Id="rId232" Type="http://schemas.openxmlformats.org/officeDocument/2006/relationships/customXml" Target="../ink/ink1609.xml"/><Relationship Id="rId274" Type="http://schemas.openxmlformats.org/officeDocument/2006/relationships/customXml" Target="../ink/ink1630.xml"/><Relationship Id="rId481" Type="http://schemas.openxmlformats.org/officeDocument/2006/relationships/image" Target="../media/image1725.png"/><Relationship Id="rId27" Type="http://schemas.openxmlformats.org/officeDocument/2006/relationships/image" Target="../media/image1498.png"/><Relationship Id="rId69" Type="http://schemas.openxmlformats.org/officeDocument/2006/relationships/image" Target="../media/image1519.png"/><Relationship Id="rId134" Type="http://schemas.openxmlformats.org/officeDocument/2006/relationships/customXml" Target="../ink/ink1560.xml"/><Relationship Id="rId80" Type="http://schemas.openxmlformats.org/officeDocument/2006/relationships/customXml" Target="../ink/ink1533.xml"/><Relationship Id="rId176" Type="http://schemas.openxmlformats.org/officeDocument/2006/relationships/customXml" Target="../ink/ink1581.xml"/><Relationship Id="rId341" Type="http://schemas.openxmlformats.org/officeDocument/2006/relationships/image" Target="../media/image1655.png"/><Relationship Id="rId383" Type="http://schemas.openxmlformats.org/officeDocument/2006/relationships/image" Target="../media/image1676.png"/><Relationship Id="rId439" Type="http://schemas.openxmlformats.org/officeDocument/2006/relationships/image" Target="../media/image1704.png"/><Relationship Id="rId201" Type="http://schemas.openxmlformats.org/officeDocument/2006/relationships/image" Target="../media/image1585.png"/><Relationship Id="rId243" Type="http://schemas.openxmlformats.org/officeDocument/2006/relationships/image" Target="../media/image1606.png"/><Relationship Id="rId285" Type="http://schemas.openxmlformats.org/officeDocument/2006/relationships/image" Target="../media/image1627.png"/><Relationship Id="rId450" Type="http://schemas.openxmlformats.org/officeDocument/2006/relationships/customXml" Target="../ink/ink1718.xml"/><Relationship Id="rId38" Type="http://schemas.openxmlformats.org/officeDocument/2006/relationships/customXml" Target="../ink/ink1512.xml"/><Relationship Id="rId103" Type="http://schemas.openxmlformats.org/officeDocument/2006/relationships/image" Target="../media/image1536.png"/><Relationship Id="rId310" Type="http://schemas.openxmlformats.org/officeDocument/2006/relationships/customXml" Target="../ink/ink1648.xml"/><Relationship Id="rId492" Type="http://schemas.openxmlformats.org/officeDocument/2006/relationships/customXml" Target="../ink/ink1739.xml"/><Relationship Id="rId91" Type="http://schemas.openxmlformats.org/officeDocument/2006/relationships/image" Target="../media/image1530.png"/><Relationship Id="rId145" Type="http://schemas.openxmlformats.org/officeDocument/2006/relationships/image" Target="../media/image1557.png"/><Relationship Id="rId187" Type="http://schemas.openxmlformats.org/officeDocument/2006/relationships/image" Target="../media/image1578.png"/><Relationship Id="rId352" Type="http://schemas.openxmlformats.org/officeDocument/2006/relationships/customXml" Target="../ink/ink1669.xml"/><Relationship Id="rId394" Type="http://schemas.openxmlformats.org/officeDocument/2006/relationships/customXml" Target="../ink/ink1690.xml"/><Relationship Id="rId408" Type="http://schemas.openxmlformats.org/officeDocument/2006/relationships/customXml" Target="../ink/ink1697.xml"/><Relationship Id="rId212" Type="http://schemas.openxmlformats.org/officeDocument/2006/relationships/customXml" Target="../ink/ink1599.xml"/><Relationship Id="rId254" Type="http://schemas.openxmlformats.org/officeDocument/2006/relationships/customXml" Target="../ink/ink1620.xml"/><Relationship Id="rId49" Type="http://schemas.openxmlformats.org/officeDocument/2006/relationships/image" Target="../media/image1509.png"/><Relationship Id="rId114" Type="http://schemas.openxmlformats.org/officeDocument/2006/relationships/customXml" Target="../ink/ink1550.xml"/><Relationship Id="rId296" Type="http://schemas.openxmlformats.org/officeDocument/2006/relationships/customXml" Target="../ink/ink1641.xml"/><Relationship Id="rId461" Type="http://schemas.openxmlformats.org/officeDocument/2006/relationships/image" Target="../media/image1715.png"/><Relationship Id="rId60" Type="http://schemas.openxmlformats.org/officeDocument/2006/relationships/customXml" Target="../ink/ink1523.xml"/><Relationship Id="rId156" Type="http://schemas.openxmlformats.org/officeDocument/2006/relationships/customXml" Target="../ink/ink1571.xml"/><Relationship Id="rId198" Type="http://schemas.openxmlformats.org/officeDocument/2006/relationships/customXml" Target="../ink/ink1592.xml"/><Relationship Id="rId321" Type="http://schemas.openxmlformats.org/officeDocument/2006/relationships/image" Target="../media/image1645.png"/><Relationship Id="rId363" Type="http://schemas.openxmlformats.org/officeDocument/2006/relationships/image" Target="../media/image1666.png"/><Relationship Id="rId419" Type="http://schemas.openxmlformats.org/officeDocument/2006/relationships/image" Target="../media/image1694.png"/><Relationship Id="rId223" Type="http://schemas.openxmlformats.org/officeDocument/2006/relationships/image" Target="../media/image1596.png"/><Relationship Id="rId430" Type="http://schemas.openxmlformats.org/officeDocument/2006/relationships/customXml" Target="../ink/ink1708.xml"/><Relationship Id="rId18" Type="http://schemas.openxmlformats.org/officeDocument/2006/relationships/customXml" Target="../ink/ink1502.xml"/><Relationship Id="rId265" Type="http://schemas.openxmlformats.org/officeDocument/2006/relationships/image" Target="../media/image1617.png"/><Relationship Id="rId472" Type="http://schemas.openxmlformats.org/officeDocument/2006/relationships/customXml" Target="../ink/ink1729.xml"/><Relationship Id="rId125" Type="http://schemas.openxmlformats.org/officeDocument/2006/relationships/image" Target="../media/image1547.png"/><Relationship Id="rId167" Type="http://schemas.openxmlformats.org/officeDocument/2006/relationships/image" Target="../media/image1568.png"/><Relationship Id="rId332" Type="http://schemas.openxmlformats.org/officeDocument/2006/relationships/customXml" Target="../ink/ink1659.xml"/><Relationship Id="rId374" Type="http://schemas.openxmlformats.org/officeDocument/2006/relationships/customXml" Target="../ink/ink1680.xml"/><Relationship Id="rId71" Type="http://schemas.openxmlformats.org/officeDocument/2006/relationships/image" Target="../media/image1520.png"/><Relationship Id="rId234" Type="http://schemas.openxmlformats.org/officeDocument/2006/relationships/customXml" Target="../ink/ink1610.xml"/><Relationship Id="rId2" Type="http://schemas.openxmlformats.org/officeDocument/2006/relationships/customXml" Target="../ink/ink1494.xml"/><Relationship Id="rId29" Type="http://schemas.openxmlformats.org/officeDocument/2006/relationships/image" Target="../media/image1499.png"/><Relationship Id="rId276" Type="http://schemas.openxmlformats.org/officeDocument/2006/relationships/customXml" Target="../ink/ink1631.xml"/><Relationship Id="rId441" Type="http://schemas.openxmlformats.org/officeDocument/2006/relationships/image" Target="../media/image1705.png"/><Relationship Id="rId483" Type="http://schemas.openxmlformats.org/officeDocument/2006/relationships/image" Target="../media/image1726.png"/><Relationship Id="rId40" Type="http://schemas.openxmlformats.org/officeDocument/2006/relationships/customXml" Target="../ink/ink1513.xml"/><Relationship Id="rId136" Type="http://schemas.openxmlformats.org/officeDocument/2006/relationships/customXml" Target="../ink/ink1561.xml"/><Relationship Id="rId178" Type="http://schemas.openxmlformats.org/officeDocument/2006/relationships/customXml" Target="../ink/ink1582.xml"/><Relationship Id="rId301" Type="http://schemas.openxmlformats.org/officeDocument/2006/relationships/image" Target="../media/image1635.png"/><Relationship Id="rId343" Type="http://schemas.openxmlformats.org/officeDocument/2006/relationships/image" Target="../media/image1656.png"/><Relationship Id="rId82" Type="http://schemas.openxmlformats.org/officeDocument/2006/relationships/customXml" Target="../ink/ink1534.xml"/><Relationship Id="rId203" Type="http://schemas.openxmlformats.org/officeDocument/2006/relationships/image" Target="../media/image1586.png"/><Relationship Id="rId385" Type="http://schemas.openxmlformats.org/officeDocument/2006/relationships/image" Target="../media/image1677.png"/><Relationship Id="rId245" Type="http://schemas.openxmlformats.org/officeDocument/2006/relationships/image" Target="../media/image1607.png"/><Relationship Id="rId287" Type="http://schemas.openxmlformats.org/officeDocument/2006/relationships/image" Target="../media/image1628.png"/><Relationship Id="rId410" Type="http://schemas.openxmlformats.org/officeDocument/2006/relationships/customXml" Target="../ink/ink1698.xml"/><Relationship Id="rId452" Type="http://schemas.openxmlformats.org/officeDocument/2006/relationships/customXml" Target="../ink/ink1719.xml"/><Relationship Id="rId494" Type="http://schemas.openxmlformats.org/officeDocument/2006/relationships/customXml" Target="../ink/ink1740.xml"/><Relationship Id="rId105" Type="http://schemas.openxmlformats.org/officeDocument/2006/relationships/image" Target="../media/image1537.png"/><Relationship Id="rId147" Type="http://schemas.openxmlformats.org/officeDocument/2006/relationships/image" Target="../media/image1558.png"/><Relationship Id="rId312" Type="http://schemas.openxmlformats.org/officeDocument/2006/relationships/customXml" Target="../ink/ink1649.xml"/><Relationship Id="rId354" Type="http://schemas.openxmlformats.org/officeDocument/2006/relationships/customXml" Target="../ink/ink1670.xml"/><Relationship Id="rId51" Type="http://schemas.openxmlformats.org/officeDocument/2006/relationships/image" Target="../media/image1510.png"/><Relationship Id="rId93" Type="http://schemas.openxmlformats.org/officeDocument/2006/relationships/image" Target="../media/image1531.png"/><Relationship Id="rId189" Type="http://schemas.openxmlformats.org/officeDocument/2006/relationships/image" Target="../media/image1579.png"/><Relationship Id="rId396" Type="http://schemas.openxmlformats.org/officeDocument/2006/relationships/customXml" Target="../ink/ink1691.xml"/><Relationship Id="rId214" Type="http://schemas.openxmlformats.org/officeDocument/2006/relationships/customXml" Target="../ink/ink1600.xml"/><Relationship Id="rId256" Type="http://schemas.openxmlformats.org/officeDocument/2006/relationships/customXml" Target="../ink/ink1621.xml"/><Relationship Id="rId298" Type="http://schemas.openxmlformats.org/officeDocument/2006/relationships/customXml" Target="../ink/ink1642.xml"/><Relationship Id="rId421" Type="http://schemas.openxmlformats.org/officeDocument/2006/relationships/image" Target="../media/image1695.png"/><Relationship Id="rId463" Type="http://schemas.openxmlformats.org/officeDocument/2006/relationships/image" Target="../media/image1716.png"/><Relationship Id="rId116" Type="http://schemas.openxmlformats.org/officeDocument/2006/relationships/customXml" Target="../ink/ink1551.xml"/><Relationship Id="rId158" Type="http://schemas.openxmlformats.org/officeDocument/2006/relationships/customXml" Target="../ink/ink1572.xml"/><Relationship Id="rId323" Type="http://schemas.openxmlformats.org/officeDocument/2006/relationships/image" Target="../media/image1646.png"/><Relationship Id="rId20" Type="http://schemas.openxmlformats.org/officeDocument/2006/relationships/customXml" Target="../ink/ink1503.xml"/><Relationship Id="rId62" Type="http://schemas.openxmlformats.org/officeDocument/2006/relationships/customXml" Target="../ink/ink1524.xml"/><Relationship Id="rId365" Type="http://schemas.openxmlformats.org/officeDocument/2006/relationships/image" Target="../media/image1667.png"/><Relationship Id="rId225" Type="http://schemas.openxmlformats.org/officeDocument/2006/relationships/image" Target="../media/image1597.png"/><Relationship Id="rId267" Type="http://schemas.openxmlformats.org/officeDocument/2006/relationships/image" Target="../media/image1618.png"/><Relationship Id="rId432" Type="http://schemas.openxmlformats.org/officeDocument/2006/relationships/customXml" Target="../ink/ink1709.xml"/><Relationship Id="rId474" Type="http://schemas.openxmlformats.org/officeDocument/2006/relationships/customXml" Target="../ink/ink1730.xml"/><Relationship Id="rId106" Type="http://schemas.openxmlformats.org/officeDocument/2006/relationships/customXml" Target="../ink/ink1546.xml"/><Relationship Id="rId127" Type="http://schemas.openxmlformats.org/officeDocument/2006/relationships/image" Target="../media/image1548.png"/><Relationship Id="rId313" Type="http://schemas.openxmlformats.org/officeDocument/2006/relationships/image" Target="../media/image1641.png"/><Relationship Id="rId495" Type="http://schemas.openxmlformats.org/officeDocument/2006/relationships/image" Target="../media/image1732.png"/><Relationship Id="rId10" Type="http://schemas.openxmlformats.org/officeDocument/2006/relationships/customXml" Target="../ink/ink1498.xml"/><Relationship Id="rId31" Type="http://schemas.openxmlformats.org/officeDocument/2006/relationships/image" Target="../media/image1500.png"/><Relationship Id="rId52" Type="http://schemas.openxmlformats.org/officeDocument/2006/relationships/customXml" Target="../ink/ink1519.xml"/><Relationship Id="rId73" Type="http://schemas.openxmlformats.org/officeDocument/2006/relationships/image" Target="../media/image1521.png"/><Relationship Id="rId94" Type="http://schemas.openxmlformats.org/officeDocument/2006/relationships/customXml" Target="../ink/ink1540.xml"/><Relationship Id="rId148" Type="http://schemas.openxmlformats.org/officeDocument/2006/relationships/customXml" Target="../ink/ink1567.xml"/><Relationship Id="rId169" Type="http://schemas.openxmlformats.org/officeDocument/2006/relationships/image" Target="../media/image1569.png"/><Relationship Id="rId334" Type="http://schemas.openxmlformats.org/officeDocument/2006/relationships/customXml" Target="../ink/ink1660.xml"/><Relationship Id="rId355" Type="http://schemas.openxmlformats.org/officeDocument/2006/relationships/image" Target="../media/image1662.png"/><Relationship Id="rId376" Type="http://schemas.openxmlformats.org/officeDocument/2006/relationships/customXml" Target="../ink/ink1681.xml"/><Relationship Id="rId397" Type="http://schemas.openxmlformats.org/officeDocument/2006/relationships/image" Target="../media/image1683.png"/><Relationship Id="rId4" Type="http://schemas.openxmlformats.org/officeDocument/2006/relationships/customXml" Target="../ink/ink1495.xml"/><Relationship Id="rId180" Type="http://schemas.openxmlformats.org/officeDocument/2006/relationships/customXml" Target="../ink/ink1583.xml"/><Relationship Id="rId215" Type="http://schemas.openxmlformats.org/officeDocument/2006/relationships/image" Target="../media/image1592.png"/><Relationship Id="rId236" Type="http://schemas.openxmlformats.org/officeDocument/2006/relationships/customXml" Target="../ink/ink1611.xml"/><Relationship Id="rId257" Type="http://schemas.openxmlformats.org/officeDocument/2006/relationships/image" Target="../media/image1613.png"/><Relationship Id="rId278" Type="http://schemas.openxmlformats.org/officeDocument/2006/relationships/customXml" Target="../ink/ink1632.xml"/><Relationship Id="rId401" Type="http://schemas.openxmlformats.org/officeDocument/2006/relationships/image" Target="../media/image1685.png"/><Relationship Id="rId422" Type="http://schemas.openxmlformats.org/officeDocument/2006/relationships/customXml" Target="../ink/ink1704.xml"/><Relationship Id="rId443" Type="http://schemas.openxmlformats.org/officeDocument/2006/relationships/image" Target="../media/image1706.png"/><Relationship Id="rId464" Type="http://schemas.openxmlformats.org/officeDocument/2006/relationships/customXml" Target="../ink/ink1725.xml"/><Relationship Id="rId303" Type="http://schemas.openxmlformats.org/officeDocument/2006/relationships/image" Target="../media/image1636.png"/><Relationship Id="rId485" Type="http://schemas.openxmlformats.org/officeDocument/2006/relationships/image" Target="../media/image1727.png"/><Relationship Id="rId42" Type="http://schemas.openxmlformats.org/officeDocument/2006/relationships/customXml" Target="../ink/ink1514.xml"/><Relationship Id="rId84" Type="http://schemas.openxmlformats.org/officeDocument/2006/relationships/customXml" Target="../ink/ink1535.xml"/><Relationship Id="rId138" Type="http://schemas.openxmlformats.org/officeDocument/2006/relationships/customXml" Target="../ink/ink1562.xml"/><Relationship Id="rId345" Type="http://schemas.openxmlformats.org/officeDocument/2006/relationships/image" Target="../media/image1657.png"/><Relationship Id="rId387" Type="http://schemas.openxmlformats.org/officeDocument/2006/relationships/image" Target="../media/image1678.png"/><Relationship Id="rId191" Type="http://schemas.openxmlformats.org/officeDocument/2006/relationships/image" Target="../media/image1580.png"/><Relationship Id="rId205" Type="http://schemas.openxmlformats.org/officeDocument/2006/relationships/image" Target="../media/image1587.png"/><Relationship Id="rId247" Type="http://schemas.openxmlformats.org/officeDocument/2006/relationships/image" Target="../media/image1608.png"/><Relationship Id="rId412" Type="http://schemas.openxmlformats.org/officeDocument/2006/relationships/customXml" Target="../ink/ink1699.xml"/><Relationship Id="rId107" Type="http://schemas.openxmlformats.org/officeDocument/2006/relationships/image" Target="../media/image1538.png"/><Relationship Id="rId289" Type="http://schemas.openxmlformats.org/officeDocument/2006/relationships/image" Target="../media/image1629.png"/><Relationship Id="rId454" Type="http://schemas.openxmlformats.org/officeDocument/2006/relationships/customXml" Target="../ink/ink1720.xml"/><Relationship Id="rId496" Type="http://schemas.openxmlformats.org/officeDocument/2006/relationships/customXml" Target="../ink/ink1741.xml"/><Relationship Id="rId11" Type="http://schemas.openxmlformats.org/officeDocument/2006/relationships/image" Target="../media/image1490.png"/><Relationship Id="rId53" Type="http://schemas.openxmlformats.org/officeDocument/2006/relationships/image" Target="../media/image1511.png"/><Relationship Id="rId149" Type="http://schemas.openxmlformats.org/officeDocument/2006/relationships/image" Target="../media/image1559.png"/><Relationship Id="rId314" Type="http://schemas.openxmlformats.org/officeDocument/2006/relationships/customXml" Target="../ink/ink1650.xml"/><Relationship Id="rId356" Type="http://schemas.openxmlformats.org/officeDocument/2006/relationships/customXml" Target="../ink/ink1671.xml"/><Relationship Id="rId398" Type="http://schemas.openxmlformats.org/officeDocument/2006/relationships/customXml" Target="../ink/ink1692.xml"/><Relationship Id="rId95" Type="http://schemas.openxmlformats.org/officeDocument/2006/relationships/image" Target="../media/image1532.png"/><Relationship Id="rId160" Type="http://schemas.openxmlformats.org/officeDocument/2006/relationships/customXml" Target="../ink/ink1573.xml"/><Relationship Id="rId216" Type="http://schemas.openxmlformats.org/officeDocument/2006/relationships/customXml" Target="../ink/ink1601.xml"/><Relationship Id="rId423" Type="http://schemas.openxmlformats.org/officeDocument/2006/relationships/image" Target="../media/image1696.png"/><Relationship Id="rId258" Type="http://schemas.openxmlformats.org/officeDocument/2006/relationships/customXml" Target="../ink/ink1622.xml"/><Relationship Id="rId465" Type="http://schemas.openxmlformats.org/officeDocument/2006/relationships/image" Target="../media/image1717.png"/><Relationship Id="rId22" Type="http://schemas.openxmlformats.org/officeDocument/2006/relationships/customXml" Target="../ink/ink1504.xml"/><Relationship Id="rId64" Type="http://schemas.openxmlformats.org/officeDocument/2006/relationships/customXml" Target="../ink/ink1525.xml"/><Relationship Id="rId118" Type="http://schemas.openxmlformats.org/officeDocument/2006/relationships/customXml" Target="../ink/ink1552.xml"/><Relationship Id="rId325" Type="http://schemas.openxmlformats.org/officeDocument/2006/relationships/image" Target="../media/image1647.png"/><Relationship Id="rId367" Type="http://schemas.openxmlformats.org/officeDocument/2006/relationships/image" Target="../media/image1668.png"/><Relationship Id="rId171" Type="http://schemas.openxmlformats.org/officeDocument/2006/relationships/image" Target="../media/image1570.png"/><Relationship Id="rId227" Type="http://schemas.openxmlformats.org/officeDocument/2006/relationships/image" Target="../media/image1598.png"/><Relationship Id="rId269" Type="http://schemas.openxmlformats.org/officeDocument/2006/relationships/image" Target="../media/image1619.png"/><Relationship Id="rId434" Type="http://schemas.openxmlformats.org/officeDocument/2006/relationships/customXml" Target="../ink/ink1710.xml"/><Relationship Id="rId476" Type="http://schemas.openxmlformats.org/officeDocument/2006/relationships/customXml" Target="../ink/ink1731.xml"/><Relationship Id="rId33" Type="http://schemas.openxmlformats.org/officeDocument/2006/relationships/image" Target="../media/image1501.png"/><Relationship Id="rId129" Type="http://schemas.openxmlformats.org/officeDocument/2006/relationships/image" Target="../media/image1549.png"/><Relationship Id="rId280" Type="http://schemas.openxmlformats.org/officeDocument/2006/relationships/customXml" Target="../ink/ink1633.xml"/><Relationship Id="rId336" Type="http://schemas.openxmlformats.org/officeDocument/2006/relationships/customXml" Target="../ink/ink1661.xml"/><Relationship Id="rId75" Type="http://schemas.openxmlformats.org/officeDocument/2006/relationships/image" Target="../media/image1522.png"/><Relationship Id="rId140" Type="http://schemas.openxmlformats.org/officeDocument/2006/relationships/customXml" Target="../ink/ink1563.xml"/><Relationship Id="rId182" Type="http://schemas.openxmlformats.org/officeDocument/2006/relationships/customXml" Target="../ink/ink1584.xml"/><Relationship Id="rId378" Type="http://schemas.openxmlformats.org/officeDocument/2006/relationships/customXml" Target="../ink/ink1682.xml"/><Relationship Id="rId403" Type="http://schemas.openxmlformats.org/officeDocument/2006/relationships/image" Target="../media/image1686.png"/><Relationship Id="rId6" Type="http://schemas.openxmlformats.org/officeDocument/2006/relationships/customXml" Target="../ink/ink1496.xml"/><Relationship Id="rId238" Type="http://schemas.openxmlformats.org/officeDocument/2006/relationships/customXml" Target="../ink/ink1612.xml"/><Relationship Id="rId445" Type="http://schemas.openxmlformats.org/officeDocument/2006/relationships/image" Target="../media/image1707.png"/><Relationship Id="rId487" Type="http://schemas.openxmlformats.org/officeDocument/2006/relationships/image" Target="../media/image1728.png"/><Relationship Id="rId291" Type="http://schemas.openxmlformats.org/officeDocument/2006/relationships/image" Target="../media/image1630.png"/><Relationship Id="rId305" Type="http://schemas.openxmlformats.org/officeDocument/2006/relationships/image" Target="../media/image1637.png"/><Relationship Id="rId347" Type="http://schemas.openxmlformats.org/officeDocument/2006/relationships/image" Target="../media/image1658.png"/><Relationship Id="rId44" Type="http://schemas.openxmlformats.org/officeDocument/2006/relationships/customXml" Target="../ink/ink1515.xml"/><Relationship Id="rId86" Type="http://schemas.openxmlformats.org/officeDocument/2006/relationships/customXml" Target="../ink/ink1536.xml"/><Relationship Id="rId151" Type="http://schemas.openxmlformats.org/officeDocument/2006/relationships/image" Target="../media/image1560.png"/><Relationship Id="rId389" Type="http://schemas.openxmlformats.org/officeDocument/2006/relationships/image" Target="../media/image1679.png"/><Relationship Id="rId193" Type="http://schemas.openxmlformats.org/officeDocument/2006/relationships/image" Target="../media/image1581.png"/><Relationship Id="rId207" Type="http://schemas.openxmlformats.org/officeDocument/2006/relationships/image" Target="../media/image1588.png"/><Relationship Id="rId249" Type="http://schemas.openxmlformats.org/officeDocument/2006/relationships/image" Target="../media/image1609.png"/><Relationship Id="rId414" Type="http://schemas.openxmlformats.org/officeDocument/2006/relationships/customXml" Target="../ink/ink1700.xml"/><Relationship Id="rId456" Type="http://schemas.openxmlformats.org/officeDocument/2006/relationships/customXml" Target="../ink/ink1721.xml"/><Relationship Id="rId498" Type="http://schemas.openxmlformats.org/officeDocument/2006/relationships/customXml" Target="../ink/ink1742.xml"/><Relationship Id="rId13" Type="http://schemas.openxmlformats.org/officeDocument/2006/relationships/image" Target="../media/image1491.png"/><Relationship Id="rId109" Type="http://schemas.openxmlformats.org/officeDocument/2006/relationships/image" Target="../media/image1539.png"/><Relationship Id="rId260" Type="http://schemas.openxmlformats.org/officeDocument/2006/relationships/customXml" Target="../ink/ink1623.xml"/><Relationship Id="rId316" Type="http://schemas.openxmlformats.org/officeDocument/2006/relationships/customXml" Target="../ink/ink1651.xml"/><Relationship Id="rId55" Type="http://schemas.openxmlformats.org/officeDocument/2006/relationships/image" Target="../media/image1512.png"/><Relationship Id="rId97" Type="http://schemas.openxmlformats.org/officeDocument/2006/relationships/image" Target="../media/image1533.png"/><Relationship Id="rId120" Type="http://schemas.openxmlformats.org/officeDocument/2006/relationships/customXml" Target="../ink/ink1553.xml"/><Relationship Id="rId358" Type="http://schemas.openxmlformats.org/officeDocument/2006/relationships/customXml" Target="../ink/ink1672.xml"/><Relationship Id="rId162" Type="http://schemas.openxmlformats.org/officeDocument/2006/relationships/customXml" Target="../ink/ink1574.xml"/><Relationship Id="rId218" Type="http://schemas.openxmlformats.org/officeDocument/2006/relationships/customXml" Target="../ink/ink1602.xml"/><Relationship Id="rId425" Type="http://schemas.openxmlformats.org/officeDocument/2006/relationships/image" Target="../media/image1697.png"/><Relationship Id="rId467" Type="http://schemas.openxmlformats.org/officeDocument/2006/relationships/image" Target="../media/image1718.png"/><Relationship Id="rId271" Type="http://schemas.openxmlformats.org/officeDocument/2006/relationships/image" Target="../media/image1620.png"/><Relationship Id="rId24" Type="http://schemas.openxmlformats.org/officeDocument/2006/relationships/customXml" Target="../ink/ink1505.xml"/><Relationship Id="rId66" Type="http://schemas.openxmlformats.org/officeDocument/2006/relationships/customXml" Target="../ink/ink1526.xml"/><Relationship Id="rId131" Type="http://schemas.openxmlformats.org/officeDocument/2006/relationships/image" Target="../media/image1550.png"/><Relationship Id="rId327" Type="http://schemas.openxmlformats.org/officeDocument/2006/relationships/image" Target="../media/image1648.png"/><Relationship Id="rId369" Type="http://schemas.openxmlformats.org/officeDocument/2006/relationships/image" Target="../media/image1669.png"/><Relationship Id="rId173" Type="http://schemas.openxmlformats.org/officeDocument/2006/relationships/image" Target="../media/image1571.png"/><Relationship Id="rId229" Type="http://schemas.openxmlformats.org/officeDocument/2006/relationships/image" Target="../media/image1599.png"/><Relationship Id="rId380" Type="http://schemas.openxmlformats.org/officeDocument/2006/relationships/customXml" Target="../ink/ink1683.xml"/><Relationship Id="rId436" Type="http://schemas.openxmlformats.org/officeDocument/2006/relationships/customXml" Target="../ink/ink1711.xml"/><Relationship Id="rId240" Type="http://schemas.openxmlformats.org/officeDocument/2006/relationships/customXml" Target="../ink/ink1613.xml"/><Relationship Id="rId478" Type="http://schemas.openxmlformats.org/officeDocument/2006/relationships/customXml" Target="../ink/ink1732.xml"/><Relationship Id="rId35" Type="http://schemas.openxmlformats.org/officeDocument/2006/relationships/image" Target="../media/image1502.png"/><Relationship Id="rId77" Type="http://schemas.openxmlformats.org/officeDocument/2006/relationships/image" Target="../media/image1523.png"/><Relationship Id="rId100" Type="http://schemas.openxmlformats.org/officeDocument/2006/relationships/customXml" Target="../ink/ink1543.xml"/><Relationship Id="rId282" Type="http://schemas.openxmlformats.org/officeDocument/2006/relationships/customXml" Target="../ink/ink1634.xml"/><Relationship Id="rId338" Type="http://schemas.openxmlformats.org/officeDocument/2006/relationships/customXml" Target="../ink/ink1662.xml"/><Relationship Id="rId8" Type="http://schemas.openxmlformats.org/officeDocument/2006/relationships/customXml" Target="../ink/ink1497.xml"/><Relationship Id="rId142" Type="http://schemas.openxmlformats.org/officeDocument/2006/relationships/customXml" Target="../ink/ink1564.xml"/><Relationship Id="rId184" Type="http://schemas.openxmlformats.org/officeDocument/2006/relationships/customXml" Target="../ink/ink1585.xml"/><Relationship Id="rId391" Type="http://schemas.openxmlformats.org/officeDocument/2006/relationships/image" Target="../media/image1680.png"/><Relationship Id="rId405" Type="http://schemas.openxmlformats.org/officeDocument/2006/relationships/image" Target="../media/image1687.png"/><Relationship Id="rId447" Type="http://schemas.openxmlformats.org/officeDocument/2006/relationships/image" Target="../media/image1708.png"/><Relationship Id="rId251" Type="http://schemas.openxmlformats.org/officeDocument/2006/relationships/image" Target="../media/image1610.png"/><Relationship Id="rId489" Type="http://schemas.openxmlformats.org/officeDocument/2006/relationships/image" Target="../media/image1729.png"/><Relationship Id="rId46" Type="http://schemas.openxmlformats.org/officeDocument/2006/relationships/customXml" Target="../ink/ink1516.xml"/><Relationship Id="rId293" Type="http://schemas.openxmlformats.org/officeDocument/2006/relationships/image" Target="../media/image1631.png"/><Relationship Id="rId307" Type="http://schemas.openxmlformats.org/officeDocument/2006/relationships/image" Target="../media/image1638.png"/><Relationship Id="rId349" Type="http://schemas.openxmlformats.org/officeDocument/2006/relationships/image" Target="../media/image1659.png"/><Relationship Id="rId88" Type="http://schemas.openxmlformats.org/officeDocument/2006/relationships/customXml" Target="../ink/ink1537.xml"/><Relationship Id="rId111" Type="http://schemas.openxmlformats.org/officeDocument/2006/relationships/image" Target="../media/image1540.png"/><Relationship Id="rId153" Type="http://schemas.openxmlformats.org/officeDocument/2006/relationships/image" Target="../media/image1561.png"/><Relationship Id="rId195" Type="http://schemas.openxmlformats.org/officeDocument/2006/relationships/image" Target="../media/image1582.png"/><Relationship Id="rId209" Type="http://schemas.openxmlformats.org/officeDocument/2006/relationships/image" Target="../media/image1589.png"/><Relationship Id="rId360" Type="http://schemas.openxmlformats.org/officeDocument/2006/relationships/customXml" Target="../ink/ink1673.xml"/><Relationship Id="rId416" Type="http://schemas.openxmlformats.org/officeDocument/2006/relationships/customXml" Target="../ink/ink1701.xml"/><Relationship Id="rId220" Type="http://schemas.openxmlformats.org/officeDocument/2006/relationships/customXml" Target="../ink/ink1603.xml"/><Relationship Id="rId458" Type="http://schemas.openxmlformats.org/officeDocument/2006/relationships/customXml" Target="../ink/ink1722.xml"/><Relationship Id="rId15" Type="http://schemas.openxmlformats.org/officeDocument/2006/relationships/image" Target="../media/image1492.png"/><Relationship Id="rId57" Type="http://schemas.openxmlformats.org/officeDocument/2006/relationships/image" Target="../media/image1513.png"/><Relationship Id="rId262" Type="http://schemas.openxmlformats.org/officeDocument/2006/relationships/customXml" Target="../ink/ink1624.xml"/><Relationship Id="rId318" Type="http://schemas.openxmlformats.org/officeDocument/2006/relationships/customXml" Target="../ink/ink1652.xml"/><Relationship Id="rId99" Type="http://schemas.openxmlformats.org/officeDocument/2006/relationships/image" Target="../media/image1534.png"/><Relationship Id="rId122" Type="http://schemas.openxmlformats.org/officeDocument/2006/relationships/customXml" Target="../ink/ink1554.xml"/><Relationship Id="rId164" Type="http://schemas.openxmlformats.org/officeDocument/2006/relationships/customXml" Target="../ink/ink1575.xml"/><Relationship Id="rId371" Type="http://schemas.openxmlformats.org/officeDocument/2006/relationships/image" Target="../media/image1670.png"/><Relationship Id="rId427" Type="http://schemas.openxmlformats.org/officeDocument/2006/relationships/image" Target="../media/image1698.png"/><Relationship Id="rId469" Type="http://schemas.openxmlformats.org/officeDocument/2006/relationships/image" Target="../media/image1719.png"/><Relationship Id="rId26" Type="http://schemas.openxmlformats.org/officeDocument/2006/relationships/customXml" Target="../ink/ink1506.xml"/><Relationship Id="rId231" Type="http://schemas.openxmlformats.org/officeDocument/2006/relationships/image" Target="../media/image1600.png"/><Relationship Id="rId273" Type="http://schemas.openxmlformats.org/officeDocument/2006/relationships/image" Target="../media/image1621.png"/><Relationship Id="rId329" Type="http://schemas.openxmlformats.org/officeDocument/2006/relationships/image" Target="../media/image1649.png"/><Relationship Id="rId480" Type="http://schemas.openxmlformats.org/officeDocument/2006/relationships/customXml" Target="../ink/ink1733.xml"/><Relationship Id="rId68" Type="http://schemas.openxmlformats.org/officeDocument/2006/relationships/customXml" Target="../ink/ink1527.xml"/><Relationship Id="rId133" Type="http://schemas.openxmlformats.org/officeDocument/2006/relationships/image" Target="../media/image1551.png"/><Relationship Id="rId175" Type="http://schemas.openxmlformats.org/officeDocument/2006/relationships/image" Target="../media/image1572.png"/><Relationship Id="rId340" Type="http://schemas.openxmlformats.org/officeDocument/2006/relationships/customXml" Target="../ink/ink1663.xml"/><Relationship Id="rId200" Type="http://schemas.openxmlformats.org/officeDocument/2006/relationships/customXml" Target="../ink/ink1593.xml"/><Relationship Id="rId382" Type="http://schemas.openxmlformats.org/officeDocument/2006/relationships/customXml" Target="../ink/ink1684.xml"/><Relationship Id="rId438" Type="http://schemas.openxmlformats.org/officeDocument/2006/relationships/customXml" Target="../ink/ink1712.xml"/><Relationship Id="rId242" Type="http://schemas.openxmlformats.org/officeDocument/2006/relationships/customXml" Target="../ink/ink1614.xml"/><Relationship Id="rId284" Type="http://schemas.openxmlformats.org/officeDocument/2006/relationships/customXml" Target="../ink/ink1635.xml"/><Relationship Id="rId491" Type="http://schemas.openxmlformats.org/officeDocument/2006/relationships/image" Target="../media/image1730.png"/><Relationship Id="rId37" Type="http://schemas.openxmlformats.org/officeDocument/2006/relationships/image" Target="../media/image1503.png"/><Relationship Id="rId79" Type="http://schemas.openxmlformats.org/officeDocument/2006/relationships/image" Target="../media/image1524.png"/><Relationship Id="rId102" Type="http://schemas.openxmlformats.org/officeDocument/2006/relationships/customXml" Target="../ink/ink1544.xml"/><Relationship Id="rId144" Type="http://schemas.openxmlformats.org/officeDocument/2006/relationships/customXml" Target="../ink/ink1565.xml"/><Relationship Id="rId90" Type="http://schemas.openxmlformats.org/officeDocument/2006/relationships/customXml" Target="../ink/ink1538.xml"/><Relationship Id="rId186" Type="http://schemas.openxmlformats.org/officeDocument/2006/relationships/customXml" Target="../ink/ink1586.xml"/><Relationship Id="rId351" Type="http://schemas.openxmlformats.org/officeDocument/2006/relationships/image" Target="../media/image1660.png"/><Relationship Id="rId393" Type="http://schemas.openxmlformats.org/officeDocument/2006/relationships/image" Target="../media/image1681.png"/><Relationship Id="rId407" Type="http://schemas.openxmlformats.org/officeDocument/2006/relationships/image" Target="../media/image1688.png"/><Relationship Id="rId449" Type="http://schemas.openxmlformats.org/officeDocument/2006/relationships/image" Target="../media/image1709.png"/><Relationship Id="rId211" Type="http://schemas.openxmlformats.org/officeDocument/2006/relationships/image" Target="../media/image1590.png"/><Relationship Id="rId253" Type="http://schemas.openxmlformats.org/officeDocument/2006/relationships/image" Target="../media/image1611.png"/><Relationship Id="rId295" Type="http://schemas.openxmlformats.org/officeDocument/2006/relationships/image" Target="../media/image1632.png"/><Relationship Id="rId309" Type="http://schemas.openxmlformats.org/officeDocument/2006/relationships/image" Target="../media/image1639.png"/><Relationship Id="rId460" Type="http://schemas.openxmlformats.org/officeDocument/2006/relationships/customXml" Target="../ink/ink1723.xml"/><Relationship Id="rId48" Type="http://schemas.openxmlformats.org/officeDocument/2006/relationships/customXml" Target="../ink/ink1517.xml"/><Relationship Id="rId113" Type="http://schemas.openxmlformats.org/officeDocument/2006/relationships/image" Target="../media/image1541.png"/><Relationship Id="rId320" Type="http://schemas.openxmlformats.org/officeDocument/2006/relationships/customXml" Target="../ink/ink1653.xml"/><Relationship Id="rId155" Type="http://schemas.openxmlformats.org/officeDocument/2006/relationships/image" Target="../media/image1562.png"/><Relationship Id="rId197" Type="http://schemas.openxmlformats.org/officeDocument/2006/relationships/image" Target="../media/image1583.png"/><Relationship Id="rId362" Type="http://schemas.openxmlformats.org/officeDocument/2006/relationships/customXml" Target="../ink/ink1674.xml"/><Relationship Id="rId418" Type="http://schemas.openxmlformats.org/officeDocument/2006/relationships/customXml" Target="../ink/ink1702.xml"/><Relationship Id="rId222" Type="http://schemas.openxmlformats.org/officeDocument/2006/relationships/customXml" Target="../ink/ink1604.xml"/><Relationship Id="rId264" Type="http://schemas.openxmlformats.org/officeDocument/2006/relationships/customXml" Target="../ink/ink1625.xml"/><Relationship Id="rId471" Type="http://schemas.openxmlformats.org/officeDocument/2006/relationships/image" Target="../media/image1720.png"/><Relationship Id="rId17" Type="http://schemas.openxmlformats.org/officeDocument/2006/relationships/image" Target="../media/image1493.png"/><Relationship Id="rId59" Type="http://schemas.openxmlformats.org/officeDocument/2006/relationships/image" Target="../media/image1514.png"/><Relationship Id="rId124" Type="http://schemas.openxmlformats.org/officeDocument/2006/relationships/customXml" Target="../ink/ink1555.xml"/><Relationship Id="rId70" Type="http://schemas.openxmlformats.org/officeDocument/2006/relationships/customXml" Target="../ink/ink1528.xml"/><Relationship Id="rId166" Type="http://schemas.openxmlformats.org/officeDocument/2006/relationships/customXml" Target="../ink/ink1576.xml"/><Relationship Id="rId331" Type="http://schemas.openxmlformats.org/officeDocument/2006/relationships/image" Target="../media/image1650.png"/><Relationship Id="rId373" Type="http://schemas.openxmlformats.org/officeDocument/2006/relationships/image" Target="../media/image1671.png"/><Relationship Id="rId429" Type="http://schemas.openxmlformats.org/officeDocument/2006/relationships/image" Target="../media/image1699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601.png"/><Relationship Id="rId440" Type="http://schemas.openxmlformats.org/officeDocument/2006/relationships/customXml" Target="../ink/ink1713.xml"/><Relationship Id="rId28" Type="http://schemas.openxmlformats.org/officeDocument/2006/relationships/customXml" Target="../ink/ink1507.xml"/><Relationship Id="rId275" Type="http://schemas.openxmlformats.org/officeDocument/2006/relationships/image" Target="../media/image1622.png"/><Relationship Id="rId300" Type="http://schemas.openxmlformats.org/officeDocument/2006/relationships/customXml" Target="../ink/ink1643.xml"/><Relationship Id="rId482" Type="http://schemas.openxmlformats.org/officeDocument/2006/relationships/customXml" Target="../ink/ink1734.xml"/><Relationship Id="rId81" Type="http://schemas.openxmlformats.org/officeDocument/2006/relationships/image" Target="../media/image1525.png"/><Relationship Id="rId135" Type="http://schemas.openxmlformats.org/officeDocument/2006/relationships/image" Target="../media/image1552.png"/><Relationship Id="rId177" Type="http://schemas.openxmlformats.org/officeDocument/2006/relationships/image" Target="../media/image1573.png"/><Relationship Id="rId342" Type="http://schemas.openxmlformats.org/officeDocument/2006/relationships/customXml" Target="../ink/ink1664.xml"/><Relationship Id="rId384" Type="http://schemas.openxmlformats.org/officeDocument/2006/relationships/customXml" Target="../ink/ink1685.xml"/><Relationship Id="rId202" Type="http://schemas.openxmlformats.org/officeDocument/2006/relationships/customXml" Target="../ink/ink1594.xml"/><Relationship Id="rId244" Type="http://schemas.openxmlformats.org/officeDocument/2006/relationships/customXml" Target="../ink/ink1615.xml"/><Relationship Id="rId39" Type="http://schemas.openxmlformats.org/officeDocument/2006/relationships/image" Target="../media/image1504.png"/><Relationship Id="rId286" Type="http://schemas.openxmlformats.org/officeDocument/2006/relationships/customXml" Target="../ink/ink1636.xml"/><Relationship Id="rId451" Type="http://schemas.openxmlformats.org/officeDocument/2006/relationships/image" Target="../media/image1710.png"/><Relationship Id="rId493" Type="http://schemas.openxmlformats.org/officeDocument/2006/relationships/image" Target="../media/image1731.png"/><Relationship Id="rId50" Type="http://schemas.openxmlformats.org/officeDocument/2006/relationships/customXml" Target="../ink/ink1518.xml"/><Relationship Id="rId104" Type="http://schemas.openxmlformats.org/officeDocument/2006/relationships/customXml" Target="../ink/ink1545.xml"/><Relationship Id="rId146" Type="http://schemas.openxmlformats.org/officeDocument/2006/relationships/customXml" Target="../ink/ink1566.xml"/><Relationship Id="rId188" Type="http://schemas.openxmlformats.org/officeDocument/2006/relationships/customXml" Target="../ink/ink1587.xml"/><Relationship Id="rId311" Type="http://schemas.openxmlformats.org/officeDocument/2006/relationships/image" Target="../media/image1640.png"/><Relationship Id="rId353" Type="http://schemas.openxmlformats.org/officeDocument/2006/relationships/image" Target="../media/image1661.png"/><Relationship Id="rId395" Type="http://schemas.openxmlformats.org/officeDocument/2006/relationships/image" Target="../media/image1682.png"/><Relationship Id="rId409" Type="http://schemas.openxmlformats.org/officeDocument/2006/relationships/image" Target="../media/image1689.png"/><Relationship Id="rId92" Type="http://schemas.openxmlformats.org/officeDocument/2006/relationships/customXml" Target="../ink/ink1539.xml"/><Relationship Id="rId213" Type="http://schemas.openxmlformats.org/officeDocument/2006/relationships/image" Target="../media/image1591.png"/><Relationship Id="rId420" Type="http://schemas.openxmlformats.org/officeDocument/2006/relationships/customXml" Target="../ink/ink1703.xml"/><Relationship Id="rId255" Type="http://schemas.openxmlformats.org/officeDocument/2006/relationships/image" Target="../media/image1612.png"/><Relationship Id="rId297" Type="http://schemas.openxmlformats.org/officeDocument/2006/relationships/image" Target="../media/image1633.png"/><Relationship Id="rId462" Type="http://schemas.openxmlformats.org/officeDocument/2006/relationships/customXml" Target="../ink/ink1724.xml"/><Relationship Id="rId115" Type="http://schemas.openxmlformats.org/officeDocument/2006/relationships/image" Target="../media/image1542.png"/><Relationship Id="rId157" Type="http://schemas.openxmlformats.org/officeDocument/2006/relationships/image" Target="../media/image1563.png"/><Relationship Id="rId322" Type="http://schemas.openxmlformats.org/officeDocument/2006/relationships/customXml" Target="../ink/ink1654.xml"/><Relationship Id="rId364" Type="http://schemas.openxmlformats.org/officeDocument/2006/relationships/customXml" Target="../ink/ink1675.xml"/><Relationship Id="rId61" Type="http://schemas.openxmlformats.org/officeDocument/2006/relationships/image" Target="../media/image1515.png"/><Relationship Id="rId199" Type="http://schemas.openxmlformats.org/officeDocument/2006/relationships/image" Target="../media/image1584.png"/><Relationship Id="rId19" Type="http://schemas.openxmlformats.org/officeDocument/2006/relationships/image" Target="../media/image1494.png"/><Relationship Id="rId224" Type="http://schemas.openxmlformats.org/officeDocument/2006/relationships/customXml" Target="../ink/ink1605.xml"/><Relationship Id="rId266" Type="http://schemas.openxmlformats.org/officeDocument/2006/relationships/customXml" Target="../ink/ink1626.xml"/><Relationship Id="rId431" Type="http://schemas.openxmlformats.org/officeDocument/2006/relationships/image" Target="../media/image1700.png"/><Relationship Id="rId473" Type="http://schemas.openxmlformats.org/officeDocument/2006/relationships/image" Target="../media/image1721.png"/><Relationship Id="rId30" Type="http://schemas.openxmlformats.org/officeDocument/2006/relationships/customXml" Target="../ink/ink1508.xml"/><Relationship Id="rId126" Type="http://schemas.openxmlformats.org/officeDocument/2006/relationships/customXml" Target="../ink/ink1556.xml"/><Relationship Id="rId168" Type="http://schemas.openxmlformats.org/officeDocument/2006/relationships/customXml" Target="../ink/ink1577.xml"/><Relationship Id="rId333" Type="http://schemas.openxmlformats.org/officeDocument/2006/relationships/image" Target="../media/image1651.png"/><Relationship Id="rId72" Type="http://schemas.openxmlformats.org/officeDocument/2006/relationships/customXml" Target="../ink/ink1529.xml"/><Relationship Id="rId375" Type="http://schemas.openxmlformats.org/officeDocument/2006/relationships/image" Target="../media/image1672.png"/><Relationship Id="rId3" Type="http://schemas.openxmlformats.org/officeDocument/2006/relationships/image" Target="../media/image1486.png"/><Relationship Id="rId235" Type="http://schemas.openxmlformats.org/officeDocument/2006/relationships/image" Target="../media/image1602.png"/><Relationship Id="rId277" Type="http://schemas.openxmlformats.org/officeDocument/2006/relationships/image" Target="../media/image1623.png"/><Relationship Id="rId400" Type="http://schemas.openxmlformats.org/officeDocument/2006/relationships/customXml" Target="../ink/ink1693.xml"/><Relationship Id="rId442" Type="http://schemas.openxmlformats.org/officeDocument/2006/relationships/customXml" Target="../ink/ink1714.xml"/><Relationship Id="rId484" Type="http://schemas.openxmlformats.org/officeDocument/2006/relationships/customXml" Target="../ink/ink1735.xml"/><Relationship Id="rId137" Type="http://schemas.openxmlformats.org/officeDocument/2006/relationships/image" Target="../media/image1553.png"/><Relationship Id="rId302" Type="http://schemas.openxmlformats.org/officeDocument/2006/relationships/customXml" Target="../ink/ink1644.xml"/><Relationship Id="rId344" Type="http://schemas.openxmlformats.org/officeDocument/2006/relationships/customXml" Target="../ink/ink1665.xml"/><Relationship Id="rId41" Type="http://schemas.openxmlformats.org/officeDocument/2006/relationships/image" Target="../media/image1505.png"/><Relationship Id="rId83" Type="http://schemas.openxmlformats.org/officeDocument/2006/relationships/image" Target="../media/image1526.png"/><Relationship Id="rId179" Type="http://schemas.openxmlformats.org/officeDocument/2006/relationships/image" Target="../media/image1574.png"/><Relationship Id="rId386" Type="http://schemas.openxmlformats.org/officeDocument/2006/relationships/customXml" Target="../ink/ink1686.xml"/><Relationship Id="rId190" Type="http://schemas.openxmlformats.org/officeDocument/2006/relationships/customXml" Target="../ink/ink1588.xml"/><Relationship Id="rId204" Type="http://schemas.openxmlformats.org/officeDocument/2006/relationships/customXml" Target="../ink/ink1595.xml"/><Relationship Id="rId246" Type="http://schemas.openxmlformats.org/officeDocument/2006/relationships/customXml" Target="../ink/ink1616.xml"/><Relationship Id="rId288" Type="http://schemas.openxmlformats.org/officeDocument/2006/relationships/customXml" Target="../ink/ink1637.xml"/><Relationship Id="rId411" Type="http://schemas.openxmlformats.org/officeDocument/2006/relationships/image" Target="../media/image1690.png"/><Relationship Id="rId453" Type="http://schemas.openxmlformats.org/officeDocument/2006/relationships/image" Target="../media/image1711.png"/></Relationships>
</file>

<file path=ppt/slides/_rels/slide3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92.png"/><Relationship Id="rId21" Type="http://schemas.openxmlformats.org/officeDocument/2006/relationships/image" Target="../media/image1744.png"/><Relationship Id="rId42" Type="http://schemas.openxmlformats.org/officeDocument/2006/relationships/customXml" Target="../ink/ink1763.xml"/><Relationship Id="rId63" Type="http://schemas.openxmlformats.org/officeDocument/2006/relationships/image" Target="../media/image1765.png"/><Relationship Id="rId84" Type="http://schemas.openxmlformats.org/officeDocument/2006/relationships/customXml" Target="../ink/ink1784.xml"/><Relationship Id="rId138" Type="http://schemas.openxmlformats.org/officeDocument/2006/relationships/customXml" Target="../ink/ink1811.xml"/><Relationship Id="rId107" Type="http://schemas.openxmlformats.org/officeDocument/2006/relationships/image" Target="../media/image1787.png"/><Relationship Id="rId11" Type="http://schemas.openxmlformats.org/officeDocument/2006/relationships/image" Target="../media/image1739.png"/><Relationship Id="rId32" Type="http://schemas.openxmlformats.org/officeDocument/2006/relationships/customXml" Target="../ink/ink1758.xml"/><Relationship Id="rId53" Type="http://schemas.openxmlformats.org/officeDocument/2006/relationships/image" Target="../media/image1760.png"/><Relationship Id="rId74" Type="http://schemas.openxmlformats.org/officeDocument/2006/relationships/customXml" Target="../ink/ink1779.xml"/><Relationship Id="rId128" Type="http://schemas.openxmlformats.org/officeDocument/2006/relationships/customXml" Target="../ink/ink1806.xml"/><Relationship Id="rId149" Type="http://schemas.openxmlformats.org/officeDocument/2006/relationships/image" Target="../media/image1808.png"/><Relationship Id="rId5" Type="http://schemas.openxmlformats.org/officeDocument/2006/relationships/image" Target="../media/image1736.png"/><Relationship Id="rId95" Type="http://schemas.openxmlformats.org/officeDocument/2006/relationships/image" Target="../media/image1781.png"/><Relationship Id="rId22" Type="http://schemas.openxmlformats.org/officeDocument/2006/relationships/customXml" Target="../ink/ink1753.xml"/><Relationship Id="rId27" Type="http://schemas.openxmlformats.org/officeDocument/2006/relationships/image" Target="../media/image1747.png"/><Relationship Id="rId43" Type="http://schemas.openxmlformats.org/officeDocument/2006/relationships/image" Target="../media/image1755.png"/><Relationship Id="rId48" Type="http://schemas.openxmlformats.org/officeDocument/2006/relationships/customXml" Target="../ink/ink1766.xml"/><Relationship Id="rId64" Type="http://schemas.openxmlformats.org/officeDocument/2006/relationships/customXml" Target="../ink/ink1774.xml"/><Relationship Id="rId69" Type="http://schemas.openxmlformats.org/officeDocument/2006/relationships/image" Target="../media/image1768.png"/><Relationship Id="rId113" Type="http://schemas.openxmlformats.org/officeDocument/2006/relationships/image" Target="../media/image1790.png"/><Relationship Id="rId118" Type="http://schemas.openxmlformats.org/officeDocument/2006/relationships/customXml" Target="../ink/ink1801.xml"/><Relationship Id="rId134" Type="http://schemas.openxmlformats.org/officeDocument/2006/relationships/customXml" Target="../ink/ink1809.xml"/><Relationship Id="rId139" Type="http://schemas.openxmlformats.org/officeDocument/2006/relationships/image" Target="../media/image1803.png"/><Relationship Id="rId80" Type="http://schemas.openxmlformats.org/officeDocument/2006/relationships/customXml" Target="../ink/ink1782.xml"/><Relationship Id="rId85" Type="http://schemas.openxmlformats.org/officeDocument/2006/relationships/image" Target="../media/image1776.png"/><Relationship Id="rId150" Type="http://schemas.openxmlformats.org/officeDocument/2006/relationships/customXml" Target="../ink/ink1817.xml"/><Relationship Id="rId12" Type="http://schemas.openxmlformats.org/officeDocument/2006/relationships/customXml" Target="../ink/ink1748.xml"/><Relationship Id="rId17" Type="http://schemas.openxmlformats.org/officeDocument/2006/relationships/image" Target="../media/image1742.png"/><Relationship Id="rId33" Type="http://schemas.openxmlformats.org/officeDocument/2006/relationships/image" Target="../media/image1750.png"/><Relationship Id="rId38" Type="http://schemas.openxmlformats.org/officeDocument/2006/relationships/customXml" Target="../ink/ink1761.xml"/><Relationship Id="rId59" Type="http://schemas.openxmlformats.org/officeDocument/2006/relationships/image" Target="../media/image1763.png"/><Relationship Id="rId103" Type="http://schemas.openxmlformats.org/officeDocument/2006/relationships/image" Target="../media/image1785.png"/><Relationship Id="rId108" Type="http://schemas.openxmlformats.org/officeDocument/2006/relationships/customXml" Target="../ink/ink1796.xml"/><Relationship Id="rId124" Type="http://schemas.openxmlformats.org/officeDocument/2006/relationships/customXml" Target="../ink/ink1804.xml"/><Relationship Id="rId129" Type="http://schemas.openxmlformats.org/officeDocument/2006/relationships/image" Target="../media/image1798.png"/><Relationship Id="rId54" Type="http://schemas.openxmlformats.org/officeDocument/2006/relationships/customXml" Target="../ink/ink1769.xml"/><Relationship Id="rId70" Type="http://schemas.openxmlformats.org/officeDocument/2006/relationships/customXml" Target="../ink/ink1777.xml"/><Relationship Id="rId75" Type="http://schemas.openxmlformats.org/officeDocument/2006/relationships/image" Target="../media/image1771.png"/><Relationship Id="rId91" Type="http://schemas.openxmlformats.org/officeDocument/2006/relationships/image" Target="../media/image1779.png"/><Relationship Id="rId96" Type="http://schemas.openxmlformats.org/officeDocument/2006/relationships/customXml" Target="../ink/ink1790.xml"/><Relationship Id="rId140" Type="http://schemas.openxmlformats.org/officeDocument/2006/relationships/customXml" Target="../ink/ink1812.xml"/><Relationship Id="rId145" Type="http://schemas.openxmlformats.org/officeDocument/2006/relationships/image" Target="../media/image180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45.xml"/><Relationship Id="rId23" Type="http://schemas.openxmlformats.org/officeDocument/2006/relationships/image" Target="../media/image1745.png"/><Relationship Id="rId28" Type="http://schemas.openxmlformats.org/officeDocument/2006/relationships/customXml" Target="../ink/ink1756.xml"/><Relationship Id="rId49" Type="http://schemas.openxmlformats.org/officeDocument/2006/relationships/image" Target="../media/image1758.png"/><Relationship Id="rId114" Type="http://schemas.openxmlformats.org/officeDocument/2006/relationships/customXml" Target="../ink/ink1799.xml"/><Relationship Id="rId119" Type="http://schemas.openxmlformats.org/officeDocument/2006/relationships/image" Target="../media/image1793.png"/><Relationship Id="rId44" Type="http://schemas.openxmlformats.org/officeDocument/2006/relationships/customXml" Target="../ink/ink1764.xml"/><Relationship Id="rId60" Type="http://schemas.openxmlformats.org/officeDocument/2006/relationships/customXml" Target="../ink/ink1772.xml"/><Relationship Id="rId65" Type="http://schemas.openxmlformats.org/officeDocument/2006/relationships/image" Target="../media/image1766.png"/><Relationship Id="rId81" Type="http://schemas.openxmlformats.org/officeDocument/2006/relationships/image" Target="../media/image1774.png"/><Relationship Id="rId86" Type="http://schemas.openxmlformats.org/officeDocument/2006/relationships/customXml" Target="../ink/ink1785.xml"/><Relationship Id="rId130" Type="http://schemas.openxmlformats.org/officeDocument/2006/relationships/customXml" Target="../ink/ink1807.xml"/><Relationship Id="rId135" Type="http://schemas.openxmlformats.org/officeDocument/2006/relationships/image" Target="../media/image1801.png"/><Relationship Id="rId151" Type="http://schemas.openxmlformats.org/officeDocument/2006/relationships/image" Target="../media/image1809.png"/><Relationship Id="rId13" Type="http://schemas.openxmlformats.org/officeDocument/2006/relationships/image" Target="../media/image1740.png"/><Relationship Id="rId18" Type="http://schemas.openxmlformats.org/officeDocument/2006/relationships/customXml" Target="../ink/ink1751.xml"/><Relationship Id="rId39" Type="http://schemas.openxmlformats.org/officeDocument/2006/relationships/image" Target="../media/image1753.png"/><Relationship Id="rId109" Type="http://schemas.openxmlformats.org/officeDocument/2006/relationships/image" Target="../media/image1788.png"/><Relationship Id="rId34" Type="http://schemas.openxmlformats.org/officeDocument/2006/relationships/customXml" Target="../ink/ink1759.xml"/><Relationship Id="rId50" Type="http://schemas.openxmlformats.org/officeDocument/2006/relationships/customXml" Target="../ink/ink1767.xml"/><Relationship Id="rId55" Type="http://schemas.openxmlformats.org/officeDocument/2006/relationships/image" Target="../media/image1761.png"/><Relationship Id="rId76" Type="http://schemas.openxmlformats.org/officeDocument/2006/relationships/customXml" Target="../ink/ink1780.xml"/><Relationship Id="rId97" Type="http://schemas.openxmlformats.org/officeDocument/2006/relationships/image" Target="../media/image1782.png"/><Relationship Id="rId104" Type="http://schemas.openxmlformats.org/officeDocument/2006/relationships/customXml" Target="../ink/ink1794.xml"/><Relationship Id="rId120" Type="http://schemas.openxmlformats.org/officeDocument/2006/relationships/customXml" Target="../ink/ink1802.xml"/><Relationship Id="rId125" Type="http://schemas.openxmlformats.org/officeDocument/2006/relationships/image" Target="../media/image1796.png"/><Relationship Id="rId141" Type="http://schemas.openxmlformats.org/officeDocument/2006/relationships/image" Target="../media/image1804.png"/><Relationship Id="rId146" Type="http://schemas.openxmlformats.org/officeDocument/2006/relationships/customXml" Target="../ink/ink1815.xml"/><Relationship Id="rId7" Type="http://schemas.openxmlformats.org/officeDocument/2006/relationships/image" Target="../media/image1737.png"/><Relationship Id="rId71" Type="http://schemas.openxmlformats.org/officeDocument/2006/relationships/image" Target="../media/image1769.png"/><Relationship Id="rId92" Type="http://schemas.openxmlformats.org/officeDocument/2006/relationships/customXml" Target="../ink/ink1788.xml"/><Relationship Id="rId2" Type="http://schemas.openxmlformats.org/officeDocument/2006/relationships/customXml" Target="../ink/ink1743.xml"/><Relationship Id="rId29" Type="http://schemas.openxmlformats.org/officeDocument/2006/relationships/image" Target="../media/image1748.png"/><Relationship Id="rId24" Type="http://schemas.openxmlformats.org/officeDocument/2006/relationships/customXml" Target="../ink/ink1754.xml"/><Relationship Id="rId40" Type="http://schemas.openxmlformats.org/officeDocument/2006/relationships/customXml" Target="../ink/ink1762.xml"/><Relationship Id="rId45" Type="http://schemas.openxmlformats.org/officeDocument/2006/relationships/image" Target="../media/image1756.png"/><Relationship Id="rId66" Type="http://schemas.openxmlformats.org/officeDocument/2006/relationships/customXml" Target="../ink/ink1775.xml"/><Relationship Id="rId87" Type="http://schemas.openxmlformats.org/officeDocument/2006/relationships/image" Target="../media/image1777.png"/><Relationship Id="rId110" Type="http://schemas.openxmlformats.org/officeDocument/2006/relationships/customXml" Target="../ink/ink1797.xml"/><Relationship Id="rId115" Type="http://schemas.openxmlformats.org/officeDocument/2006/relationships/image" Target="../media/image1791.png"/><Relationship Id="rId131" Type="http://schemas.openxmlformats.org/officeDocument/2006/relationships/image" Target="../media/image1799.png"/><Relationship Id="rId136" Type="http://schemas.openxmlformats.org/officeDocument/2006/relationships/customXml" Target="../ink/ink1810.xml"/><Relationship Id="rId61" Type="http://schemas.openxmlformats.org/officeDocument/2006/relationships/image" Target="../media/image1764.png"/><Relationship Id="rId82" Type="http://schemas.openxmlformats.org/officeDocument/2006/relationships/customXml" Target="../ink/ink1783.xml"/><Relationship Id="rId152" Type="http://schemas.openxmlformats.org/officeDocument/2006/relationships/customXml" Target="../ink/ink1818.xml"/><Relationship Id="rId19" Type="http://schemas.openxmlformats.org/officeDocument/2006/relationships/image" Target="../media/image1743.png"/><Relationship Id="rId14" Type="http://schemas.openxmlformats.org/officeDocument/2006/relationships/customXml" Target="../ink/ink1749.xml"/><Relationship Id="rId30" Type="http://schemas.openxmlformats.org/officeDocument/2006/relationships/customXml" Target="../ink/ink1757.xml"/><Relationship Id="rId35" Type="http://schemas.openxmlformats.org/officeDocument/2006/relationships/image" Target="../media/image1751.png"/><Relationship Id="rId56" Type="http://schemas.openxmlformats.org/officeDocument/2006/relationships/customXml" Target="../ink/ink1770.xml"/><Relationship Id="rId77" Type="http://schemas.openxmlformats.org/officeDocument/2006/relationships/image" Target="../media/image1772.png"/><Relationship Id="rId100" Type="http://schemas.openxmlformats.org/officeDocument/2006/relationships/customXml" Target="../ink/ink1792.xml"/><Relationship Id="rId105" Type="http://schemas.openxmlformats.org/officeDocument/2006/relationships/image" Target="../media/image1786.png"/><Relationship Id="rId126" Type="http://schemas.openxmlformats.org/officeDocument/2006/relationships/customXml" Target="../ink/ink1805.xml"/><Relationship Id="rId147" Type="http://schemas.openxmlformats.org/officeDocument/2006/relationships/image" Target="../media/image1807.png"/><Relationship Id="rId8" Type="http://schemas.openxmlformats.org/officeDocument/2006/relationships/customXml" Target="../ink/ink1746.xml"/><Relationship Id="rId51" Type="http://schemas.openxmlformats.org/officeDocument/2006/relationships/image" Target="../media/image1759.png"/><Relationship Id="rId72" Type="http://schemas.openxmlformats.org/officeDocument/2006/relationships/customXml" Target="../ink/ink1778.xml"/><Relationship Id="rId93" Type="http://schemas.openxmlformats.org/officeDocument/2006/relationships/image" Target="../media/image1780.png"/><Relationship Id="rId98" Type="http://schemas.openxmlformats.org/officeDocument/2006/relationships/customXml" Target="../ink/ink1791.xml"/><Relationship Id="rId121" Type="http://schemas.openxmlformats.org/officeDocument/2006/relationships/image" Target="../media/image1794.png"/><Relationship Id="rId142" Type="http://schemas.openxmlformats.org/officeDocument/2006/relationships/customXml" Target="../ink/ink1813.xml"/><Relationship Id="rId3" Type="http://schemas.openxmlformats.org/officeDocument/2006/relationships/image" Target="../media/image1735.png"/><Relationship Id="rId25" Type="http://schemas.openxmlformats.org/officeDocument/2006/relationships/image" Target="../media/image1746.png"/><Relationship Id="rId46" Type="http://schemas.openxmlformats.org/officeDocument/2006/relationships/customXml" Target="../ink/ink1765.xml"/><Relationship Id="rId67" Type="http://schemas.openxmlformats.org/officeDocument/2006/relationships/image" Target="../media/image1767.png"/><Relationship Id="rId116" Type="http://schemas.openxmlformats.org/officeDocument/2006/relationships/customXml" Target="../ink/ink1800.xml"/><Relationship Id="rId137" Type="http://schemas.openxmlformats.org/officeDocument/2006/relationships/image" Target="../media/image1802.png"/><Relationship Id="rId20" Type="http://schemas.openxmlformats.org/officeDocument/2006/relationships/customXml" Target="../ink/ink1752.xml"/><Relationship Id="rId41" Type="http://schemas.openxmlformats.org/officeDocument/2006/relationships/image" Target="../media/image1754.png"/><Relationship Id="rId62" Type="http://schemas.openxmlformats.org/officeDocument/2006/relationships/customXml" Target="../ink/ink1773.xml"/><Relationship Id="rId83" Type="http://schemas.openxmlformats.org/officeDocument/2006/relationships/image" Target="../media/image1775.png"/><Relationship Id="rId88" Type="http://schemas.openxmlformats.org/officeDocument/2006/relationships/customXml" Target="../ink/ink1786.xml"/><Relationship Id="rId111" Type="http://schemas.openxmlformats.org/officeDocument/2006/relationships/image" Target="../media/image1789.png"/><Relationship Id="rId132" Type="http://schemas.openxmlformats.org/officeDocument/2006/relationships/customXml" Target="../ink/ink1808.xml"/><Relationship Id="rId153" Type="http://schemas.openxmlformats.org/officeDocument/2006/relationships/image" Target="../media/image1810.png"/><Relationship Id="rId15" Type="http://schemas.openxmlformats.org/officeDocument/2006/relationships/image" Target="../media/image1741.png"/><Relationship Id="rId36" Type="http://schemas.openxmlformats.org/officeDocument/2006/relationships/customXml" Target="../ink/ink1760.xml"/><Relationship Id="rId57" Type="http://schemas.openxmlformats.org/officeDocument/2006/relationships/image" Target="../media/image1762.png"/><Relationship Id="rId106" Type="http://schemas.openxmlformats.org/officeDocument/2006/relationships/customXml" Target="../ink/ink1795.xml"/><Relationship Id="rId127" Type="http://schemas.openxmlformats.org/officeDocument/2006/relationships/image" Target="../media/image1797.png"/><Relationship Id="rId10" Type="http://schemas.openxmlformats.org/officeDocument/2006/relationships/customXml" Target="../ink/ink1747.xml"/><Relationship Id="rId31" Type="http://schemas.openxmlformats.org/officeDocument/2006/relationships/image" Target="../media/image1749.png"/><Relationship Id="rId52" Type="http://schemas.openxmlformats.org/officeDocument/2006/relationships/customXml" Target="../ink/ink1768.xml"/><Relationship Id="rId73" Type="http://schemas.openxmlformats.org/officeDocument/2006/relationships/image" Target="../media/image1770.png"/><Relationship Id="rId78" Type="http://schemas.openxmlformats.org/officeDocument/2006/relationships/customXml" Target="../ink/ink1781.xml"/><Relationship Id="rId94" Type="http://schemas.openxmlformats.org/officeDocument/2006/relationships/customXml" Target="../ink/ink1789.xml"/><Relationship Id="rId99" Type="http://schemas.openxmlformats.org/officeDocument/2006/relationships/image" Target="../media/image1783.png"/><Relationship Id="rId101" Type="http://schemas.openxmlformats.org/officeDocument/2006/relationships/image" Target="../media/image1784.png"/><Relationship Id="rId122" Type="http://schemas.openxmlformats.org/officeDocument/2006/relationships/customXml" Target="../ink/ink1803.xml"/><Relationship Id="rId143" Type="http://schemas.openxmlformats.org/officeDocument/2006/relationships/image" Target="../media/image1805.png"/><Relationship Id="rId148" Type="http://schemas.openxmlformats.org/officeDocument/2006/relationships/customXml" Target="../ink/ink1816.xml"/><Relationship Id="rId4" Type="http://schemas.openxmlformats.org/officeDocument/2006/relationships/customXml" Target="../ink/ink1744.xml"/><Relationship Id="rId9" Type="http://schemas.openxmlformats.org/officeDocument/2006/relationships/image" Target="../media/image1738.png"/><Relationship Id="rId26" Type="http://schemas.openxmlformats.org/officeDocument/2006/relationships/customXml" Target="../ink/ink1755.xml"/><Relationship Id="rId47" Type="http://schemas.openxmlformats.org/officeDocument/2006/relationships/image" Target="../media/image1757.png"/><Relationship Id="rId68" Type="http://schemas.openxmlformats.org/officeDocument/2006/relationships/customXml" Target="../ink/ink1776.xml"/><Relationship Id="rId89" Type="http://schemas.openxmlformats.org/officeDocument/2006/relationships/image" Target="../media/image1778.png"/><Relationship Id="rId112" Type="http://schemas.openxmlformats.org/officeDocument/2006/relationships/customXml" Target="../ink/ink1798.xml"/><Relationship Id="rId133" Type="http://schemas.openxmlformats.org/officeDocument/2006/relationships/image" Target="../media/image1800.png"/><Relationship Id="rId16" Type="http://schemas.openxmlformats.org/officeDocument/2006/relationships/customXml" Target="../ink/ink1750.xml"/><Relationship Id="rId37" Type="http://schemas.openxmlformats.org/officeDocument/2006/relationships/image" Target="../media/image1752.png"/><Relationship Id="rId58" Type="http://schemas.openxmlformats.org/officeDocument/2006/relationships/customXml" Target="../ink/ink1771.xml"/><Relationship Id="rId79" Type="http://schemas.openxmlformats.org/officeDocument/2006/relationships/image" Target="../media/image1773.png"/><Relationship Id="rId102" Type="http://schemas.openxmlformats.org/officeDocument/2006/relationships/customXml" Target="../ink/ink1793.xml"/><Relationship Id="rId123" Type="http://schemas.openxmlformats.org/officeDocument/2006/relationships/image" Target="../media/image1795.png"/><Relationship Id="rId144" Type="http://schemas.openxmlformats.org/officeDocument/2006/relationships/customXml" Target="../ink/ink1814.xml"/><Relationship Id="rId90" Type="http://schemas.openxmlformats.org/officeDocument/2006/relationships/customXml" Target="../ink/ink1787.xml"/></Relationships>
</file>

<file path=ppt/slides/_rels/slide3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67.png"/><Relationship Id="rId299" Type="http://schemas.openxmlformats.org/officeDocument/2006/relationships/image" Target="../media/image1958.png"/><Relationship Id="rId21" Type="http://schemas.openxmlformats.org/officeDocument/2006/relationships/image" Target="../media/image1819.png"/><Relationship Id="rId63" Type="http://schemas.openxmlformats.org/officeDocument/2006/relationships/image" Target="../media/image1840.png"/><Relationship Id="rId159" Type="http://schemas.openxmlformats.org/officeDocument/2006/relationships/image" Target="../media/image1888.png"/><Relationship Id="rId324" Type="http://schemas.openxmlformats.org/officeDocument/2006/relationships/customXml" Target="../ink/ink1980.xml"/><Relationship Id="rId366" Type="http://schemas.openxmlformats.org/officeDocument/2006/relationships/customXml" Target="../ink/ink2001.xml"/><Relationship Id="rId170" Type="http://schemas.openxmlformats.org/officeDocument/2006/relationships/customXml" Target="../ink/ink1903.xml"/><Relationship Id="rId226" Type="http://schemas.openxmlformats.org/officeDocument/2006/relationships/customXml" Target="../ink/ink1931.xml"/><Relationship Id="rId268" Type="http://schemas.openxmlformats.org/officeDocument/2006/relationships/customXml" Target="../ink/ink1952.xml"/><Relationship Id="rId32" Type="http://schemas.openxmlformats.org/officeDocument/2006/relationships/customXml" Target="../ink/ink1834.xml"/><Relationship Id="rId74" Type="http://schemas.openxmlformats.org/officeDocument/2006/relationships/customXml" Target="../ink/ink1855.xml"/><Relationship Id="rId128" Type="http://schemas.openxmlformats.org/officeDocument/2006/relationships/customXml" Target="../ink/ink1882.xml"/><Relationship Id="rId335" Type="http://schemas.openxmlformats.org/officeDocument/2006/relationships/image" Target="../media/image1976.png"/><Relationship Id="rId377" Type="http://schemas.openxmlformats.org/officeDocument/2006/relationships/image" Target="../media/image1997.png"/><Relationship Id="rId5" Type="http://schemas.openxmlformats.org/officeDocument/2006/relationships/image" Target="../media/image1811.png"/><Relationship Id="rId181" Type="http://schemas.openxmlformats.org/officeDocument/2006/relationships/image" Target="../media/image1899.png"/><Relationship Id="rId237" Type="http://schemas.openxmlformats.org/officeDocument/2006/relationships/image" Target="../media/image1927.png"/><Relationship Id="rId402" Type="http://schemas.openxmlformats.org/officeDocument/2006/relationships/customXml" Target="../ink/ink2019.xml"/><Relationship Id="rId279" Type="http://schemas.openxmlformats.org/officeDocument/2006/relationships/image" Target="../media/image1948.png"/><Relationship Id="rId43" Type="http://schemas.openxmlformats.org/officeDocument/2006/relationships/image" Target="../media/image1830.png"/><Relationship Id="rId139" Type="http://schemas.openxmlformats.org/officeDocument/2006/relationships/image" Target="../media/image1878.png"/><Relationship Id="rId290" Type="http://schemas.openxmlformats.org/officeDocument/2006/relationships/customXml" Target="../ink/ink1963.xml"/><Relationship Id="rId304" Type="http://schemas.openxmlformats.org/officeDocument/2006/relationships/customXml" Target="../ink/ink1970.xml"/><Relationship Id="rId346" Type="http://schemas.openxmlformats.org/officeDocument/2006/relationships/customXml" Target="../ink/ink1991.xml"/><Relationship Id="rId388" Type="http://schemas.openxmlformats.org/officeDocument/2006/relationships/customXml" Target="../ink/ink2012.xml"/><Relationship Id="rId85" Type="http://schemas.openxmlformats.org/officeDocument/2006/relationships/image" Target="../media/image1851.png"/><Relationship Id="rId150" Type="http://schemas.openxmlformats.org/officeDocument/2006/relationships/customXml" Target="../ink/ink1893.xml"/><Relationship Id="rId192" Type="http://schemas.openxmlformats.org/officeDocument/2006/relationships/customXml" Target="../ink/ink1914.xml"/><Relationship Id="rId206" Type="http://schemas.openxmlformats.org/officeDocument/2006/relationships/customXml" Target="../ink/ink1921.xml"/><Relationship Id="rId413" Type="http://schemas.openxmlformats.org/officeDocument/2006/relationships/image" Target="../media/image2015.png"/><Relationship Id="rId248" Type="http://schemas.openxmlformats.org/officeDocument/2006/relationships/customXml" Target="../ink/ink1942.xml"/><Relationship Id="rId12" Type="http://schemas.openxmlformats.org/officeDocument/2006/relationships/customXml" Target="../ink/ink1824.xml"/><Relationship Id="rId108" Type="http://schemas.openxmlformats.org/officeDocument/2006/relationships/customXml" Target="../ink/ink1872.xml"/><Relationship Id="rId315" Type="http://schemas.openxmlformats.org/officeDocument/2006/relationships/image" Target="../media/image1966.png"/><Relationship Id="rId357" Type="http://schemas.openxmlformats.org/officeDocument/2006/relationships/image" Target="../media/image1987.png"/><Relationship Id="rId54" Type="http://schemas.openxmlformats.org/officeDocument/2006/relationships/customXml" Target="../ink/ink1845.xml"/><Relationship Id="rId96" Type="http://schemas.openxmlformats.org/officeDocument/2006/relationships/customXml" Target="../ink/ink1866.xml"/><Relationship Id="rId161" Type="http://schemas.openxmlformats.org/officeDocument/2006/relationships/image" Target="../media/image1889.png"/><Relationship Id="rId217" Type="http://schemas.openxmlformats.org/officeDocument/2006/relationships/image" Target="../media/image1917.png"/><Relationship Id="rId399" Type="http://schemas.openxmlformats.org/officeDocument/2006/relationships/image" Target="../media/image2008.png"/><Relationship Id="rId259" Type="http://schemas.openxmlformats.org/officeDocument/2006/relationships/image" Target="../media/image1938.png"/><Relationship Id="rId424" Type="http://schemas.openxmlformats.org/officeDocument/2006/relationships/customXml" Target="../ink/ink2030.xml"/><Relationship Id="rId23" Type="http://schemas.openxmlformats.org/officeDocument/2006/relationships/image" Target="../media/image1820.png"/><Relationship Id="rId119" Type="http://schemas.openxmlformats.org/officeDocument/2006/relationships/image" Target="../media/image1868.png"/><Relationship Id="rId270" Type="http://schemas.openxmlformats.org/officeDocument/2006/relationships/customXml" Target="../ink/ink1953.xml"/><Relationship Id="rId326" Type="http://schemas.openxmlformats.org/officeDocument/2006/relationships/customXml" Target="../ink/ink1981.xml"/><Relationship Id="rId65" Type="http://schemas.openxmlformats.org/officeDocument/2006/relationships/image" Target="../media/image1841.png"/><Relationship Id="rId130" Type="http://schemas.openxmlformats.org/officeDocument/2006/relationships/customXml" Target="../ink/ink1883.xml"/><Relationship Id="rId368" Type="http://schemas.openxmlformats.org/officeDocument/2006/relationships/customXml" Target="../ink/ink2002.xml"/><Relationship Id="rId172" Type="http://schemas.openxmlformats.org/officeDocument/2006/relationships/customXml" Target="../ink/ink1904.xml"/><Relationship Id="rId228" Type="http://schemas.openxmlformats.org/officeDocument/2006/relationships/customXml" Target="../ink/ink1932.xml"/><Relationship Id="rId281" Type="http://schemas.openxmlformats.org/officeDocument/2006/relationships/image" Target="../media/image1949.png"/><Relationship Id="rId337" Type="http://schemas.openxmlformats.org/officeDocument/2006/relationships/image" Target="../media/image1977.png"/><Relationship Id="rId34" Type="http://schemas.openxmlformats.org/officeDocument/2006/relationships/customXml" Target="../ink/ink1835.xml"/><Relationship Id="rId76" Type="http://schemas.openxmlformats.org/officeDocument/2006/relationships/customXml" Target="../ink/ink1856.xml"/><Relationship Id="rId141" Type="http://schemas.openxmlformats.org/officeDocument/2006/relationships/image" Target="../media/image1879.png"/><Relationship Id="rId379" Type="http://schemas.openxmlformats.org/officeDocument/2006/relationships/image" Target="../media/image1998.png"/><Relationship Id="rId7" Type="http://schemas.openxmlformats.org/officeDocument/2006/relationships/image" Target="../media/image1812.png"/><Relationship Id="rId183" Type="http://schemas.openxmlformats.org/officeDocument/2006/relationships/image" Target="../media/image1900.png"/><Relationship Id="rId239" Type="http://schemas.openxmlformats.org/officeDocument/2006/relationships/image" Target="../media/image1928.png"/><Relationship Id="rId390" Type="http://schemas.openxmlformats.org/officeDocument/2006/relationships/customXml" Target="../ink/ink2013.xml"/><Relationship Id="rId404" Type="http://schemas.openxmlformats.org/officeDocument/2006/relationships/customXml" Target="../ink/ink2020.xml"/><Relationship Id="rId250" Type="http://schemas.openxmlformats.org/officeDocument/2006/relationships/customXml" Target="../ink/ink1943.xml"/><Relationship Id="rId292" Type="http://schemas.openxmlformats.org/officeDocument/2006/relationships/customXml" Target="../ink/ink1964.xml"/><Relationship Id="rId306" Type="http://schemas.openxmlformats.org/officeDocument/2006/relationships/customXml" Target="../ink/ink1971.xml"/><Relationship Id="rId45" Type="http://schemas.openxmlformats.org/officeDocument/2006/relationships/image" Target="../media/image1831.png"/><Relationship Id="rId87" Type="http://schemas.openxmlformats.org/officeDocument/2006/relationships/image" Target="../media/image1852.png"/><Relationship Id="rId110" Type="http://schemas.openxmlformats.org/officeDocument/2006/relationships/customXml" Target="../ink/ink1873.xml"/><Relationship Id="rId348" Type="http://schemas.openxmlformats.org/officeDocument/2006/relationships/customXml" Target="../ink/ink1992.xml"/><Relationship Id="rId152" Type="http://schemas.openxmlformats.org/officeDocument/2006/relationships/customXml" Target="../ink/ink1894.xml"/><Relationship Id="rId194" Type="http://schemas.openxmlformats.org/officeDocument/2006/relationships/customXml" Target="../ink/ink1915.xml"/><Relationship Id="rId208" Type="http://schemas.openxmlformats.org/officeDocument/2006/relationships/customXml" Target="../ink/ink1922.xml"/><Relationship Id="rId415" Type="http://schemas.openxmlformats.org/officeDocument/2006/relationships/image" Target="../media/image2016.png"/><Relationship Id="rId261" Type="http://schemas.openxmlformats.org/officeDocument/2006/relationships/image" Target="../media/image1939.png"/><Relationship Id="rId14" Type="http://schemas.openxmlformats.org/officeDocument/2006/relationships/customXml" Target="../ink/ink1825.xml"/><Relationship Id="rId56" Type="http://schemas.openxmlformats.org/officeDocument/2006/relationships/customXml" Target="../ink/ink1846.xml"/><Relationship Id="rId317" Type="http://schemas.openxmlformats.org/officeDocument/2006/relationships/image" Target="../media/image1967.png"/><Relationship Id="rId359" Type="http://schemas.openxmlformats.org/officeDocument/2006/relationships/image" Target="../media/image1988.png"/><Relationship Id="rId98" Type="http://schemas.openxmlformats.org/officeDocument/2006/relationships/customXml" Target="../ink/ink1867.xml"/><Relationship Id="rId121" Type="http://schemas.openxmlformats.org/officeDocument/2006/relationships/image" Target="../media/image1869.png"/><Relationship Id="rId163" Type="http://schemas.openxmlformats.org/officeDocument/2006/relationships/image" Target="../media/image1890.png"/><Relationship Id="rId219" Type="http://schemas.openxmlformats.org/officeDocument/2006/relationships/image" Target="../media/image1918.png"/><Relationship Id="rId370" Type="http://schemas.openxmlformats.org/officeDocument/2006/relationships/customXml" Target="../ink/ink2003.xml"/><Relationship Id="rId426" Type="http://schemas.openxmlformats.org/officeDocument/2006/relationships/customXml" Target="../ink/ink2031.xml"/><Relationship Id="rId230" Type="http://schemas.openxmlformats.org/officeDocument/2006/relationships/customXml" Target="../ink/ink1933.xml"/><Relationship Id="rId25" Type="http://schemas.openxmlformats.org/officeDocument/2006/relationships/image" Target="../media/image1821.png"/><Relationship Id="rId67" Type="http://schemas.openxmlformats.org/officeDocument/2006/relationships/image" Target="../media/image1842.png"/><Relationship Id="rId272" Type="http://schemas.openxmlformats.org/officeDocument/2006/relationships/customXml" Target="../ink/ink1954.xml"/><Relationship Id="rId328" Type="http://schemas.openxmlformats.org/officeDocument/2006/relationships/customXml" Target="../ink/ink1982.xml"/><Relationship Id="rId132" Type="http://schemas.openxmlformats.org/officeDocument/2006/relationships/customXml" Target="../ink/ink1884.xml"/><Relationship Id="rId174" Type="http://schemas.openxmlformats.org/officeDocument/2006/relationships/customXml" Target="../ink/ink1905.xml"/><Relationship Id="rId381" Type="http://schemas.openxmlformats.org/officeDocument/2006/relationships/image" Target="../media/image1999.png"/><Relationship Id="rId241" Type="http://schemas.openxmlformats.org/officeDocument/2006/relationships/image" Target="../media/image1929.png"/><Relationship Id="rId36" Type="http://schemas.openxmlformats.org/officeDocument/2006/relationships/customXml" Target="../ink/ink1836.xml"/><Relationship Id="rId283" Type="http://schemas.openxmlformats.org/officeDocument/2006/relationships/image" Target="../media/image1950.png"/><Relationship Id="rId339" Type="http://schemas.openxmlformats.org/officeDocument/2006/relationships/image" Target="../media/image1978.png"/><Relationship Id="rId78" Type="http://schemas.openxmlformats.org/officeDocument/2006/relationships/customXml" Target="../ink/ink1857.xml"/><Relationship Id="rId101" Type="http://schemas.openxmlformats.org/officeDocument/2006/relationships/image" Target="../media/image1859.png"/><Relationship Id="rId143" Type="http://schemas.openxmlformats.org/officeDocument/2006/relationships/image" Target="../media/image1880.png"/><Relationship Id="rId185" Type="http://schemas.openxmlformats.org/officeDocument/2006/relationships/image" Target="../media/image1901.png"/><Relationship Id="rId350" Type="http://schemas.openxmlformats.org/officeDocument/2006/relationships/customXml" Target="../ink/ink1993.xml"/><Relationship Id="rId406" Type="http://schemas.openxmlformats.org/officeDocument/2006/relationships/customXml" Target="../ink/ink2021.xml"/><Relationship Id="rId9" Type="http://schemas.openxmlformats.org/officeDocument/2006/relationships/image" Target="../media/image1813.png"/><Relationship Id="rId210" Type="http://schemas.openxmlformats.org/officeDocument/2006/relationships/customXml" Target="../ink/ink1923.xml"/><Relationship Id="rId392" Type="http://schemas.openxmlformats.org/officeDocument/2006/relationships/customXml" Target="../ink/ink2014.xml"/><Relationship Id="rId252" Type="http://schemas.openxmlformats.org/officeDocument/2006/relationships/customXml" Target="../ink/ink1944.xml"/><Relationship Id="rId294" Type="http://schemas.openxmlformats.org/officeDocument/2006/relationships/customXml" Target="../ink/ink1965.xml"/><Relationship Id="rId308" Type="http://schemas.openxmlformats.org/officeDocument/2006/relationships/customXml" Target="../ink/ink1972.xml"/><Relationship Id="rId47" Type="http://schemas.openxmlformats.org/officeDocument/2006/relationships/image" Target="../media/image1832.png"/><Relationship Id="rId89" Type="http://schemas.openxmlformats.org/officeDocument/2006/relationships/image" Target="../media/image1853.png"/><Relationship Id="rId112" Type="http://schemas.openxmlformats.org/officeDocument/2006/relationships/customXml" Target="../ink/ink1874.xml"/><Relationship Id="rId154" Type="http://schemas.openxmlformats.org/officeDocument/2006/relationships/customXml" Target="../ink/ink1895.xml"/><Relationship Id="rId361" Type="http://schemas.openxmlformats.org/officeDocument/2006/relationships/image" Target="../media/image1989.png"/><Relationship Id="rId196" Type="http://schemas.openxmlformats.org/officeDocument/2006/relationships/customXml" Target="../ink/ink1916.xml"/><Relationship Id="rId417" Type="http://schemas.openxmlformats.org/officeDocument/2006/relationships/image" Target="../media/image2017.png"/><Relationship Id="rId16" Type="http://schemas.openxmlformats.org/officeDocument/2006/relationships/customXml" Target="../ink/ink1826.xml"/><Relationship Id="rId221" Type="http://schemas.openxmlformats.org/officeDocument/2006/relationships/image" Target="../media/image1919.png"/><Relationship Id="rId263" Type="http://schemas.openxmlformats.org/officeDocument/2006/relationships/image" Target="../media/image1940.png"/><Relationship Id="rId319" Type="http://schemas.openxmlformats.org/officeDocument/2006/relationships/image" Target="../media/image1968.png"/><Relationship Id="rId58" Type="http://schemas.openxmlformats.org/officeDocument/2006/relationships/customXml" Target="../ink/ink1847.xml"/><Relationship Id="rId123" Type="http://schemas.openxmlformats.org/officeDocument/2006/relationships/image" Target="../media/image1870.png"/><Relationship Id="rId330" Type="http://schemas.openxmlformats.org/officeDocument/2006/relationships/customXml" Target="../ink/ink1983.xml"/><Relationship Id="rId165" Type="http://schemas.openxmlformats.org/officeDocument/2006/relationships/image" Target="../media/image1891.png"/><Relationship Id="rId372" Type="http://schemas.openxmlformats.org/officeDocument/2006/relationships/customXml" Target="../ink/ink2004.xml"/><Relationship Id="rId232" Type="http://schemas.openxmlformats.org/officeDocument/2006/relationships/customXml" Target="../ink/ink1934.xml"/><Relationship Id="rId274" Type="http://schemas.openxmlformats.org/officeDocument/2006/relationships/customXml" Target="../ink/ink1955.xml"/><Relationship Id="rId27" Type="http://schemas.openxmlformats.org/officeDocument/2006/relationships/image" Target="../media/image1822.png"/><Relationship Id="rId69" Type="http://schemas.openxmlformats.org/officeDocument/2006/relationships/image" Target="../media/image1843.png"/><Relationship Id="rId134" Type="http://schemas.openxmlformats.org/officeDocument/2006/relationships/customXml" Target="../ink/ink1885.xml"/><Relationship Id="rId80" Type="http://schemas.openxmlformats.org/officeDocument/2006/relationships/customXml" Target="../ink/ink1858.xml"/><Relationship Id="rId176" Type="http://schemas.openxmlformats.org/officeDocument/2006/relationships/customXml" Target="../ink/ink1906.xml"/><Relationship Id="rId341" Type="http://schemas.openxmlformats.org/officeDocument/2006/relationships/image" Target="../media/image1979.png"/><Relationship Id="rId383" Type="http://schemas.openxmlformats.org/officeDocument/2006/relationships/image" Target="../media/image2000.png"/><Relationship Id="rId201" Type="http://schemas.openxmlformats.org/officeDocument/2006/relationships/image" Target="../media/image1909.png"/><Relationship Id="rId243" Type="http://schemas.openxmlformats.org/officeDocument/2006/relationships/image" Target="../media/image1930.png"/><Relationship Id="rId285" Type="http://schemas.openxmlformats.org/officeDocument/2006/relationships/image" Target="../media/image1951.png"/><Relationship Id="rId38" Type="http://schemas.openxmlformats.org/officeDocument/2006/relationships/customXml" Target="../ink/ink1837.xml"/><Relationship Id="rId103" Type="http://schemas.openxmlformats.org/officeDocument/2006/relationships/image" Target="../media/image1860.png"/><Relationship Id="rId310" Type="http://schemas.openxmlformats.org/officeDocument/2006/relationships/customXml" Target="../ink/ink1973.xml"/><Relationship Id="rId70" Type="http://schemas.openxmlformats.org/officeDocument/2006/relationships/customXml" Target="../ink/ink1853.xml"/><Relationship Id="rId91" Type="http://schemas.openxmlformats.org/officeDocument/2006/relationships/image" Target="../media/image1854.png"/><Relationship Id="rId145" Type="http://schemas.openxmlformats.org/officeDocument/2006/relationships/image" Target="../media/image1881.png"/><Relationship Id="rId166" Type="http://schemas.openxmlformats.org/officeDocument/2006/relationships/customXml" Target="../ink/ink1901.xml"/><Relationship Id="rId187" Type="http://schemas.openxmlformats.org/officeDocument/2006/relationships/image" Target="../media/image1902.png"/><Relationship Id="rId331" Type="http://schemas.openxmlformats.org/officeDocument/2006/relationships/image" Target="../media/image1974.png"/><Relationship Id="rId352" Type="http://schemas.openxmlformats.org/officeDocument/2006/relationships/customXml" Target="../ink/ink1994.xml"/><Relationship Id="rId373" Type="http://schemas.openxmlformats.org/officeDocument/2006/relationships/image" Target="../media/image1995.png"/><Relationship Id="rId394" Type="http://schemas.openxmlformats.org/officeDocument/2006/relationships/customXml" Target="../ink/ink2015.xml"/><Relationship Id="rId408" Type="http://schemas.openxmlformats.org/officeDocument/2006/relationships/customXml" Target="../ink/ink2022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924.xml"/><Relationship Id="rId233" Type="http://schemas.openxmlformats.org/officeDocument/2006/relationships/image" Target="../media/image1925.png"/><Relationship Id="rId254" Type="http://schemas.openxmlformats.org/officeDocument/2006/relationships/customXml" Target="../ink/ink1945.xml"/><Relationship Id="rId28" Type="http://schemas.openxmlformats.org/officeDocument/2006/relationships/customXml" Target="../ink/ink1832.xml"/><Relationship Id="rId49" Type="http://schemas.openxmlformats.org/officeDocument/2006/relationships/image" Target="../media/image1833.png"/><Relationship Id="rId114" Type="http://schemas.openxmlformats.org/officeDocument/2006/relationships/customXml" Target="../ink/ink1875.xml"/><Relationship Id="rId275" Type="http://schemas.openxmlformats.org/officeDocument/2006/relationships/image" Target="../media/image1946.png"/><Relationship Id="rId296" Type="http://schemas.openxmlformats.org/officeDocument/2006/relationships/customXml" Target="../ink/ink1966.xml"/><Relationship Id="rId300" Type="http://schemas.openxmlformats.org/officeDocument/2006/relationships/customXml" Target="../ink/ink1968.xml"/><Relationship Id="rId60" Type="http://schemas.openxmlformats.org/officeDocument/2006/relationships/customXml" Target="../ink/ink1848.xml"/><Relationship Id="rId81" Type="http://schemas.openxmlformats.org/officeDocument/2006/relationships/image" Target="../media/image1849.png"/><Relationship Id="rId135" Type="http://schemas.openxmlformats.org/officeDocument/2006/relationships/image" Target="../media/image1876.png"/><Relationship Id="rId156" Type="http://schemas.openxmlformats.org/officeDocument/2006/relationships/customXml" Target="../ink/ink1896.xml"/><Relationship Id="rId177" Type="http://schemas.openxmlformats.org/officeDocument/2006/relationships/image" Target="../media/image1897.png"/><Relationship Id="rId198" Type="http://schemas.openxmlformats.org/officeDocument/2006/relationships/customXml" Target="../ink/ink1917.xml"/><Relationship Id="rId321" Type="http://schemas.openxmlformats.org/officeDocument/2006/relationships/image" Target="../media/image1969.png"/><Relationship Id="rId342" Type="http://schemas.openxmlformats.org/officeDocument/2006/relationships/customXml" Target="../ink/ink1989.xml"/><Relationship Id="rId363" Type="http://schemas.openxmlformats.org/officeDocument/2006/relationships/image" Target="../media/image1990.png"/><Relationship Id="rId384" Type="http://schemas.openxmlformats.org/officeDocument/2006/relationships/customXml" Target="../ink/ink2010.xml"/><Relationship Id="rId419" Type="http://schemas.openxmlformats.org/officeDocument/2006/relationships/image" Target="../media/image2018.png"/><Relationship Id="rId202" Type="http://schemas.openxmlformats.org/officeDocument/2006/relationships/customXml" Target="../ink/ink1919.xml"/><Relationship Id="rId223" Type="http://schemas.openxmlformats.org/officeDocument/2006/relationships/image" Target="../media/image1920.png"/><Relationship Id="rId244" Type="http://schemas.openxmlformats.org/officeDocument/2006/relationships/customXml" Target="../ink/ink1940.xml"/><Relationship Id="rId18" Type="http://schemas.openxmlformats.org/officeDocument/2006/relationships/customXml" Target="../ink/ink1827.xml"/><Relationship Id="rId39" Type="http://schemas.openxmlformats.org/officeDocument/2006/relationships/image" Target="../media/image1828.png"/><Relationship Id="rId265" Type="http://schemas.openxmlformats.org/officeDocument/2006/relationships/image" Target="../media/image1941.png"/><Relationship Id="rId286" Type="http://schemas.openxmlformats.org/officeDocument/2006/relationships/customXml" Target="../ink/ink1961.xml"/><Relationship Id="rId50" Type="http://schemas.openxmlformats.org/officeDocument/2006/relationships/customXml" Target="../ink/ink1843.xml"/><Relationship Id="rId104" Type="http://schemas.openxmlformats.org/officeDocument/2006/relationships/customXml" Target="../ink/ink1870.xml"/><Relationship Id="rId125" Type="http://schemas.openxmlformats.org/officeDocument/2006/relationships/image" Target="../media/image1871.png"/><Relationship Id="rId146" Type="http://schemas.openxmlformats.org/officeDocument/2006/relationships/customXml" Target="../ink/ink1891.xml"/><Relationship Id="rId167" Type="http://schemas.openxmlformats.org/officeDocument/2006/relationships/image" Target="../media/image1892.png"/><Relationship Id="rId188" Type="http://schemas.openxmlformats.org/officeDocument/2006/relationships/customXml" Target="../ink/ink1912.xml"/><Relationship Id="rId311" Type="http://schemas.openxmlformats.org/officeDocument/2006/relationships/image" Target="../media/image1964.png"/><Relationship Id="rId332" Type="http://schemas.openxmlformats.org/officeDocument/2006/relationships/customXml" Target="../ink/ink1984.xml"/><Relationship Id="rId353" Type="http://schemas.openxmlformats.org/officeDocument/2006/relationships/image" Target="../media/image1985.png"/><Relationship Id="rId374" Type="http://schemas.openxmlformats.org/officeDocument/2006/relationships/customXml" Target="../ink/ink2005.xml"/><Relationship Id="rId395" Type="http://schemas.openxmlformats.org/officeDocument/2006/relationships/image" Target="../media/image2006.png"/><Relationship Id="rId409" Type="http://schemas.openxmlformats.org/officeDocument/2006/relationships/image" Target="../media/image2013.png"/><Relationship Id="rId71" Type="http://schemas.openxmlformats.org/officeDocument/2006/relationships/image" Target="../media/image1844.png"/><Relationship Id="rId92" Type="http://schemas.openxmlformats.org/officeDocument/2006/relationships/customXml" Target="../ink/ink1864.xml"/><Relationship Id="rId213" Type="http://schemas.openxmlformats.org/officeDocument/2006/relationships/image" Target="../media/image1915.png"/><Relationship Id="rId234" Type="http://schemas.openxmlformats.org/officeDocument/2006/relationships/customXml" Target="../ink/ink1935.xml"/><Relationship Id="rId420" Type="http://schemas.openxmlformats.org/officeDocument/2006/relationships/customXml" Target="../ink/ink2028.xml"/><Relationship Id="rId2" Type="http://schemas.openxmlformats.org/officeDocument/2006/relationships/customXml" Target="../ink/ink1819.xml"/><Relationship Id="rId29" Type="http://schemas.openxmlformats.org/officeDocument/2006/relationships/image" Target="../media/image1823.png"/><Relationship Id="rId255" Type="http://schemas.openxmlformats.org/officeDocument/2006/relationships/image" Target="../media/image1936.png"/><Relationship Id="rId276" Type="http://schemas.openxmlformats.org/officeDocument/2006/relationships/customXml" Target="../ink/ink1956.xml"/><Relationship Id="rId297" Type="http://schemas.openxmlformats.org/officeDocument/2006/relationships/image" Target="../media/image1957.png"/><Relationship Id="rId40" Type="http://schemas.openxmlformats.org/officeDocument/2006/relationships/customXml" Target="../ink/ink1838.xml"/><Relationship Id="rId115" Type="http://schemas.openxmlformats.org/officeDocument/2006/relationships/image" Target="../media/image1866.png"/><Relationship Id="rId136" Type="http://schemas.openxmlformats.org/officeDocument/2006/relationships/customXml" Target="../ink/ink1886.xml"/><Relationship Id="rId157" Type="http://schemas.openxmlformats.org/officeDocument/2006/relationships/image" Target="../media/image1887.png"/><Relationship Id="rId178" Type="http://schemas.openxmlformats.org/officeDocument/2006/relationships/customXml" Target="../ink/ink1907.xml"/><Relationship Id="rId301" Type="http://schemas.openxmlformats.org/officeDocument/2006/relationships/image" Target="../media/image1959.png"/><Relationship Id="rId322" Type="http://schemas.openxmlformats.org/officeDocument/2006/relationships/customXml" Target="../ink/ink1979.xml"/><Relationship Id="rId343" Type="http://schemas.openxmlformats.org/officeDocument/2006/relationships/image" Target="../media/image1980.png"/><Relationship Id="rId364" Type="http://schemas.openxmlformats.org/officeDocument/2006/relationships/customXml" Target="../ink/ink2000.xml"/><Relationship Id="rId61" Type="http://schemas.openxmlformats.org/officeDocument/2006/relationships/image" Target="../media/image1839.png"/><Relationship Id="rId82" Type="http://schemas.openxmlformats.org/officeDocument/2006/relationships/customXml" Target="../ink/ink1859.xml"/><Relationship Id="rId199" Type="http://schemas.openxmlformats.org/officeDocument/2006/relationships/image" Target="../media/image1908.png"/><Relationship Id="rId203" Type="http://schemas.openxmlformats.org/officeDocument/2006/relationships/image" Target="../media/image1910.png"/><Relationship Id="rId385" Type="http://schemas.openxmlformats.org/officeDocument/2006/relationships/image" Target="../media/image2001.png"/><Relationship Id="rId19" Type="http://schemas.openxmlformats.org/officeDocument/2006/relationships/image" Target="../media/image1818.png"/><Relationship Id="rId224" Type="http://schemas.openxmlformats.org/officeDocument/2006/relationships/customXml" Target="../ink/ink1930.xml"/><Relationship Id="rId245" Type="http://schemas.openxmlformats.org/officeDocument/2006/relationships/image" Target="../media/image1931.png"/><Relationship Id="rId266" Type="http://schemas.openxmlformats.org/officeDocument/2006/relationships/customXml" Target="../ink/ink1951.xml"/><Relationship Id="rId287" Type="http://schemas.openxmlformats.org/officeDocument/2006/relationships/image" Target="../media/image1952.png"/><Relationship Id="rId410" Type="http://schemas.openxmlformats.org/officeDocument/2006/relationships/customXml" Target="../ink/ink2023.xml"/><Relationship Id="rId30" Type="http://schemas.openxmlformats.org/officeDocument/2006/relationships/customXml" Target="../ink/ink1833.xml"/><Relationship Id="rId105" Type="http://schemas.openxmlformats.org/officeDocument/2006/relationships/image" Target="../media/image1861.png"/><Relationship Id="rId126" Type="http://schemas.openxmlformats.org/officeDocument/2006/relationships/customXml" Target="../ink/ink1881.xml"/><Relationship Id="rId147" Type="http://schemas.openxmlformats.org/officeDocument/2006/relationships/image" Target="../media/image1882.png"/><Relationship Id="rId168" Type="http://schemas.openxmlformats.org/officeDocument/2006/relationships/customXml" Target="../ink/ink1902.xml"/><Relationship Id="rId312" Type="http://schemas.openxmlformats.org/officeDocument/2006/relationships/customXml" Target="../ink/ink1974.xml"/><Relationship Id="rId333" Type="http://schemas.openxmlformats.org/officeDocument/2006/relationships/image" Target="../media/image1975.png"/><Relationship Id="rId354" Type="http://schemas.openxmlformats.org/officeDocument/2006/relationships/customXml" Target="../ink/ink1995.xml"/><Relationship Id="rId51" Type="http://schemas.openxmlformats.org/officeDocument/2006/relationships/image" Target="../media/image1834.png"/><Relationship Id="rId72" Type="http://schemas.openxmlformats.org/officeDocument/2006/relationships/customXml" Target="../ink/ink1854.xml"/><Relationship Id="rId93" Type="http://schemas.openxmlformats.org/officeDocument/2006/relationships/image" Target="../media/image1855.png"/><Relationship Id="rId189" Type="http://schemas.openxmlformats.org/officeDocument/2006/relationships/image" Target="../media/image1903.png"/><Relationship Id="rId375" Type="http://schemas.openxmlformats.org/officeDocument/2006/relationships/image" Target="../media/image1996.png"/><Relationship Id="rId396" Type="http://schemas.openxmlformats.org/officeDocument/2006/relationships/customXml" Target="../ink/ink2016.xml"/><Relationship Id="rId3" Type="http://schemas.openxmlformats.org/officeDocument/2006/relationships/image" Target="../media/image1810.png"/><Relationship Id="rId214" Type="http://schemas.openxmlformats.org/officeDocument/2006/relationships/customXml" Target="../ink/ink1925.xml"/><Relationship Id="rId235" Type="http://schemas.openxmlformats.org/officeDocument/2006/relationships/image" Target="../media/image1926.png"/><Relationship Id="rId256" Type="http://schemas.openxmlformats.org/officeDocument/2006/relationships/customXml" Target="../ink/ink1946.xml"/><Relationship Id="rId277" Type="http://schemas.openxmlformats.org/officeDocument/2006/relationships/image" Target="../media/image1947.png"/><Relationship Id="rId298" Type="http://schemas.openxmlformats.org/officeDocument/2006/relationships/customXml" Target="../ink/ink1967.xml"/><Relationship Id="rId400" Type="http://schemas.openxmlformats.org/officeDocument/2006/relationships/customXml" Target="../ink/ink2018.xml"/><Relationship Id="rId421" Type="http://schemas.openxmlformats.org/officeDocument/2006/relationships/image" Target="../media/image2019.png"/><Relationship Id="rId116" Type="http://schemas.openxmlformats.org/officeDocument/2006/relationships/customXml" Target="../ink/ink1876.xml"/><Relationship Id="rId137" Type="http://schemas.openxmlformats.org/officeDocument/2006/relationships/image" Target="../media/image1877.png"/><Relationship Id="rId158" Type="http://schemas.openxmlformats.org/officeDocument/2006/relationships/customXml" Target="../ink/ink1897.xml"/><Relationship Id="rId302" Type="http://schemas.openxmlformats.org/officeDocument/2006/relationships/customXml" Target="../ink/ink1969.xml"/><Relationship Id="rId323" Type="http://schemas.openxmlformats.org/officeDocument/2006/relationships/image" Target="../media/image1970.png"/><Relationship Id="rId344" Type="http://schemas.openxmlformats.org/officeDocument/2006/relationships/customXml" Target="../ink/ink1990.xml"/><Relationship Id="rId20" Type="http://schemas.openxmlformats.org/officeDocument/2006/relationships/customXml" Target="../ink/ink1828.xml"/><Relationship Id="rId41" Type="http://schemas.openxmlformats.org/officeDocument/2006/relationships/image" Target="../media/image1829.png"/><Relationship Id="rId62" Type="http://schemas.openxmlformats.org/officeDocument/2006/relationships/customXml" Target="../ink/ink1849.xml"/><Relationship Id="rId83" Type="http://schemas.openxmlformats.org/officeDocument/2006/relationships/image" Target="../media/image1850.png"/><Relationship Id="rId179" Type="http://schemas.openxmlformats.org/officeDocument/2006/relationships/image" Target="../media/image1898.png"/><Relationship Id="rId365" Type="http://schemas.openxmlformats.org/officeDocument/2006/relationships/image" Target="../media/image1991.png"/><Relationship Id="rId386" Type="http://schemas.openxmlformats.org/officeDocument/2006/relationships/customXml" Target="../ink/ink2011.xml"/><Relationship Id="rId190" Type="http://schemas.openxmlformats.org/officeDocument/2006/relationships/customXml" Target="../ink/ink1913.xml"/><Relationship Id="rId204" Type="http://schemas.openxmlformats.org/officeDocument/2006/relationships/customXml" Target="../ink/ink1920.xml"/><Relationship Id="rId225" Type="http://schemas.openxmlformats.org/officeDocument/2006/relationships/image" Target="../media/image1921.png"/><Relationship Id="rId246" Type="http://schemas.openxmlformats.org/officeDocument/2006/relationships/customXml" Target="../ink/ink1941.xml"/><Relationship Id="rId267" Type="http://schemas.openxmlformats.org/officeDocument/2006/relationships/image" Target="../media/image1942.png"/><Relationship Id="rId288" Type="http://schemas.openxmlformats.org/officeDocument/2006/relationships/customXml" Target="../ink/ink1962.xml"/><Relationship Id="rId411" Type="http://schemas.openxmlformats.org/officeDocument/2006/relationships/image" Target="../media/image2014.png"/><Relationship Id="rId106" Type="http://schemas.openxmlformats.org/officeDocument/2006/relationships/customXml" Target="../ink/ink1871.xml"/><Relationship Id="rId127" Type="http://schemas.openxmlformats.org/officeDocument/2006/relationships/image" Target="../media/image1872.png"/><Relationship Id="rId313" Type="http://schemas.openxmlformats.org/officeDocument/2006/relationships/image" Target="../media/image1965.png"/><Relationship Id="rId10" Type="http://schemas.openxmlformats.org/officeDocument/2006/relationships/customXml" Target="../ink/ink1823.xml"/><Relationship Id="rId31" Type="http://schemas.openxmlformats.org/officeDocument/2006/relationships/image" Target="../media/image1824.png"/><Relationship Id="rId52" Type="http://schemas.openxmlformats.org/officeDocument/2006/relationships/customXml" Target="../ink/ink1844.xml"/><Relationship Id="rId73" Type="http://schemas.openxmlformats.org/officeDocument/2006/relationships/image" Target="../media/image1845.png"/><Relationship Id="rId94" Type="http://schemas.openxmlformats.org/officeDocument/2006/relationships/customXml" Target="../ink/ink1865.xml"/><Relationship Id="rId148" Type="http://schemas.openxmlformats.org/officeDocument/2006/relationships/customXml" Target="../ink/ink1892.xml"/><Relationship Id="rId169" Type="http://schemas.openxmlformats.org/officeDocument/2006/relationships/image" Target="../media/image1893.png"/><Relationship Id="rId334" Type="http://schemas.openxmlformats.org/officeDocument/2006/relationships/customXml" Target="../ink/ink1985.xml"/><Relationship Id="rId355" Type="http://schemas.openxmlformats.org/officeDocument/2006/relationships/image" Target="../media/image1986.png"/><Relationship Id="rId376" Type="http://schemas.openxmlformats.org/officeDocument/2006/relationships/customXml" Target="../ink/ink2006.xml"/><Relationship Id="rId397" Type="http://schemas.openxmlformats.org/officeDocument/2006/relationships/image" Target="../media/image2007.png"/><Relationship Id="rId4" Type="http://schemas.openxmlformats.org/officeDocument/2006/relationships/customXml" Target="../ink/ink1820.xml"/><Relationship Id="rId180" Type="http://schemas.openxmlformats.org/officeDocument/2006/relationships/customXml" Target="../ink/ink1908.xml"/><Relationship Id="rId215" Type="http://schemas.openxmlformats.org/officeDocument/2006/relationships/image" Target="../media/image1916.png"/><Relationship Id="rId236" Type="http://schemas.openxmlformats.org/officeDocument/2006/relationships/customXml" Target="../ink/ink1936.xml"/><Relationship Id="rId257" Type="http://schemas.openxmlformats.org/officeDocument/2006/relationships/image" Target="../media/image1937.png"/><Relationship Id="rId278" Type="http://schemas.openxmlformats.org/officeDocument/2006/relationships/customXml" Target="../ink/ink1957.xml"/><Relationship Id="rId401" Type="http://schemas.openxmlformats.org/officeDocument/2006/relationships/image" Target="../media/image2009.png"/><Relationship Id="rId422" Type="http://schemas.openxmlformats.org/officeDocument/2006/relationships/customXml" Target="../ink/ink2029.xml"/><Relationship Id="rId303" Type="http://schemas.openxmlformats.org/officeDocument/2006/relationships/image" Target="../media/image1960.png"/><Relationship Id="rId42" Type="http://schemas.openxmlformats.org/officeDocument/2006/relationships/customXml" Target="../ink/ink1839.xml"/><Relationship Id="rId84" Type="http://schemas.openxmlformats.org/officeDocument/2006/relationships/customXml" Target="../ink/ink1860.xml"/><Relationship Id="rId138" Type="http://schemas.openxmlformats.org/officeDocument/2006/relationships/customXml" Target="../ink/ink1887.xml"/><Relationship Id="rId345" Type="http://schemas.openxmlformats.org/officeDocument/2006/relationships/image" Target="../media/image1981.png"/><Relationship Id="rId387" Type="http://schemas.openxmlformats.org/officeDocument/2006/relationships/image" Target="../media/image2002.png"/><Relationship Id="rId191" Type="http://schemas.openxmlformats.org/officeDocument/2006/relationships/image" Target="../media/image1904.png"/><Relationship Id="rId205" Type="http://schemas.openxmlformats.org/officeDocument/2006/relationships/image" Target="../media/image1911.png"/><Relationship Id="rId247" Type="http://schemas.openxmlformats.org/officeDocument/2006/relationships/image" Target="../media/image1932.png"/><Relationship Id="rId412" Type="http://schemas.openxmlformats.org/officeDocument/2006/relationships/customXml" Target="../ink/ink2024.xml"/><Relationship Id="rId107" Type="http://schemas.openxmlformats.org/officeDocument/2006/relationships/image" Target="../media/image1862.png"/><Relationship Id="rId289" Type="http://schemas.openxmlformats.org/officeDocument/2006/relationships/image" Target="../media/image1953.png"/><Relationship Id="rId11" Type="http://schemas.openxmlformats.org/officeDocument/2006/relationships/image" Target="../media/image1814.png"/><Relationship Id="rId53" Type="http://schemas.openxmlformats.org/officeDocument/2006/relationships/image" Target="../media/image1835.png"/><Relationship Id="rId149" Type="http://schemas.openxmlformats.org/officeDocument/2006/relationships/image" Target="../media/image1883.png"/><Relationship Id="rId314" Type="http://schemas.openxmlformats.org/officeDocument/2006/relationships/customXml" Target="../ink/ink1975.xml"/><Relationship Id="rId356" Type="http://schemas.openxmlformats.org/officeDocument/2006/relationships/customXml" Target="../ink/ink1996.xml"/><Relationship Id="rId398" Type="http://schemas.openxmlformats.org/officeDocument/2006/relationships/customXml" Target="../ink/ink2017.xml"/><Relationship Id="rId95" Type="http://schemas.openxmlformats.org/officeDocument/2006/relationships/image" Target="../media/image1856.png"/><Relationship Id="rId160" Type="http://schemas.openxmlformats.org/officeDocument/2006/relationships/customXml" Target="../ink/ink1898.xml"/><Relationship Id="rId216" Type="http://schemas.openxmlformats.org/officeDocument/2006/relationships/customXml" Target="../ink/ink1926.xml"/><Relationship Id="rId423" Type="http://schemas.openxmlformats.org/officeDocument/2006/relationships/image" Target="../media/image2020.png"/><Relationship Id="rId258" Type="http://schemas.openxmlformats.org/officeDocument/2006/relationships/customXml" Target="../ink/ink1947.xml"/><Relationship Id="rId22" Type="http://schemas.openxmlformats.org/officeDocument/2006/relationships/customXml" Target="../ink/ink1829.xml"/><Relationship Id="rId64" Type="http://schemas.openxmlformats.org/officeDocument/2006/relationships/customXml" Target="../ink/ink1850.xml"/><Relationship Id="rId118" Type="http://schemas.openxmlformats.org/officeDocument/2006/relationships/customXml" Target="../ink/ink1877.xml"/><Relationship Id="rId325" Type="http://schemas.openxmlformats.org/officeDocument/2006/relationships/image" Target="../media/image1971.png"/><Relationship Id="rId367" Type="http://schemas.openxmlformats.org/officeDocument/2006/relationships/image" Target="../media/image1992.png"/><Relationship Id="rId171" Type="http://schemas.openxmlformats.org/officeDocument/2006/relationships/image" Target="../media/image1894.png"/><Relationship Id="rId227" Type="http://schemas.openxmlformats.org/officeDocument/2006/relationships/image" Target="../media/image1922.png"/><Relationship Id="rId269" Type="http://schemas.openxmlformats.org/officeDocument/2006/relationships/image" Target="../media/image1943.png"/><Relationship Id="rId33" Type="http://schemas.openxmlformats.org/officeDocument/2006/relationships/image" Target="../media/image1825.png"/><Relationship Id="rId129" Type="http://schemas.openxmlformats.org/officeDocument/2006/relationships/image" Target="../media/image1873.png"/><Relationship Id="rId280" Type="http://schemas.openxmlformats.org/officeDocument/2006/relationships/customXml" Target="../ink/ink1958.xml"/><Relationship Id="rId336" Type="http://schemas.openxmlformats.org/officeDocument/2006/relationships/customXml" Target="../ink/ink1986.xml"/><Relationship Id="rId75" Type="http://schemas.openxmlformats.org/officeDocument/2006/relationships/image" Target="../media/image1846.png"/><Relationship Id="rId140" Type="http://schemas.openxmlformats.org/officeDocument/2006/relationships/customXml" Target="../ink/ink1888.xml"/><Relationship Id="rId182" Type="http://schemas.openxmlformats.org/officeDocument/2006/relationships/customXml" Target="../ink/ink1909.xml"/><Relationship Id="rId378" Type="http://schemas.openxmlformats.org/officeDocument/2006/relationships/customXml" Target="../ink/ink2007.xml"/><Relationship Id="rId403" Type="http://schemas.openxmlformats.org/officeDocument/2006/relationships/image" Target="../media/image2010.png"/><Relationship Id="rId6" Type="http://schemas.openxmlformats.org/officeDocument/2006/relationships/customXml" Target="../ink/ink1821.xml"/><Relationship Id="rId238" Type="http://schemas.openxmlformats.org/officeDocument/2006/relationships/customXml" Target="../ink/ink1937.xml"/><Relationship Id="rId291" Type="http://schemas.openxmlformats.org/officeDocument/2006/relationships/image" Target="../media/image1954.png"/><Relationship Id="rId305" Type="http://schemas.openxmlformats.org/officeDocument/2006/relationships/image" Target="../media/image1961.png"/><Relationship Id="rId347" Type="http://schemas.openxmlformats.org/officeDocument/2006/relationships/image" Target="../media/image1982.png"/><Relationship Id="rId44" Type="http://schemas.openxmlformats.org/officeDocument/2006/relationships/customXml" Target="../ink/ink1840.xml"/><Relationship Id="rId86" Type="http://schemas.openxmlformats.org/officeDocument/2006/relationships/customXml" Target="../ink/ink1861.xml"/><Relationship Id="rId151" Type="http://schemas.openxmlformats.org/officeDocument/2006/relationships/image" Target="../media/image1884.png"/><Relationship Id="rId389" Type="http://schemas.openxmlformats.org/officeDocument/2006/relationships/image" Target="../media/image2003.png"/><Relationship Id="rId193" Type="http://schemas.openxmlformats.org/officeDocument/2006/relationships/image" Target="../media/image1905.png"/><Relationship Id="rId207" Type="http://schemas.openxmlformats.org/officeDocument/2006/relationships/image" Target="../media/image1912.png"/><Relationship Id="rId249" Type="http://schemas.openxmlformats.org/officeDocument/2006/relationships/image" Target="../media/image1933.png"/><Relationship Id="rId414" Type="http://schemas.openxmlformats.org/officeDocument/2006/relationships/customXml" Target="../ink/ink2025.xml"/><Relationship Id="rId13" Type="http://schemas.openxmlformats.org/officeDocument/2006/relationships/image" Target="../media/image1815.png"/><Relationship Id="rId109" Type="http://schemas.openxmlformats.org/officeDocument/2006/relationships/image" Target="../media/image1863.png"/><Relationship Id="rId260" Type="http://schemas.openxmlformats.org/officeDocument/2006/relationships/customXml" Target="../ink/ink1948.xml"/><Relationship Id="rId316" Type="http://schemas.openxmlformats.org/officeDocument/2006/relationships/customXml" Target="../ink/ink1976.xml"/><Relationship Id="rId55" Type="http://schemas.openxmlformats.org/officeDocument/2006/relationships/image" Target="../media/image1836.png"/><Relationship Id="rId97" Type="http://schemas.openxmlformats.org/officeDocument/2006/relationships/image" Target="../media/image1857.png"/><Relationship Id="rId120" Type="http://schemas.openxmlformats.org/officeDocument/2006/relationships/customXml" Target="../ink/ink1878.xml"/><Relationship Id="rId358" Type="http://schemas.openxmlformats.org/officeDocument/2006/relationships/customXml" Target="../ink/ink1997.xml"/><Relationship Id="rId162" Type="http://schemas.openxmlformats.org/officeDocument/2006/relationships/customXml" Target="../ink/ink1899.xml"/><Relationship Id="rId218" Type="http://schemas.openxmlformats.org/officeDocument/2006/relationships/customXml" Target="../ink/ink1927.xml"/><Relationship Id="rId425" Type="http://schemas.openxmlformats.org/officeDocument/2006/relationships/image" Target="../media/image2021.png"/><Relationship Id="rId271" Type="http://schemas.openxmlformats.org/officeDocument/2006/relationships/image" Target="../media/image1944.png"/><Relationship Id="rId24" Type="http://schemas.openxmlformats.org/officeDocument/2006/relationships/customXml" Target="../ink/ink1830.xml"/><Relationship Id="rId66" Type="http://schemas.openxmlformats.org/officeDocument/2006/relationships/customXml" Target="../ink/ink1851.xml"/><Relationship Id="rId131" Type="http://schemas.openxmlformats.org/officeDocument/2006/relationships/image" Target="../media/image1874.png"/><Relationship Id="rId327" Type="http://schemas.openxmlformats.org/officeDocument/2006/relationships/image" Target="../media/image1972.png"/><Relationship Id="rId369" Type="http://schemas.openxmlformats.org/officeDocument/2006/relationships/image" Target="../media/image1993.png"/><Relationship Id="rId173" Type="http://schemas.openxmlformats.org/officeDocument/2006/relationships/image" Target="../media/image1895.png"/><Relationship Id="rId229" Type="http://schemas.openxmlformats.org/officeDocument/2006/relationships/image" Target="../media/image1923.png"/><Relationship Id="rId380" Type="http://schemas.openxmlformats.org/officeDocument/2006/relationships/customXml" Target="../ink/ink2008.xml"/><Relationship Id="rId240" Type="http://schemas.openxmlformats.org/officeDocument/2006/relationships/customXml" Target="../ink/ink1938.xml"/><Relationship Id="rId35" Type="http://schemas.openxmlformats.org/officeDocument/2006/relationships/image" Target="../media/image1826.png"/><Relationship Id="rId77" Type="http://schemas.openxmlformats.org/officeDocument/2006/relationships/image" Target="../media/image1847.png"/><Relationship Id="rId100" Type="http://schemas.openxmlformats.org/officeDocument/2006/relationships/customXml" Target="../ink/ink1868.xml"/><Relationship Id="rId282" Type="http://schemas.openxmlformats.org/officeDocument/2006/relationships/customXml" Target="../ink/ink1959.xml"/><Relationship Id="rId338" Type="http://schemas.openxmlformats.org/officeDocument/2006/relationships/customXml" Target="../ink/ink1987.xml"/><Relationship Id="rId8" Type="http://schemas.openxmlformats.org/officeDocument/2006/relationships/customXml" Target="../ink/ink1822.xml"/><Relationship Id="rId142" Type="http://schemas.openxmlformats.org/officeDocument/2006/relationships/customXml" Target="../ink/ink1889.xml"/><Relationship Id="rId184" Type="http://schemas.openxmlformats.org/officeDocument/2006/relationships/customXml" Target="../ink/ink1910.xml"/><Relationship Id="rId391" Type="http://schemas.openxmlformats.org/officeDocument/2006/relationships/image" Target="../media/image2004.png"/><Relationship Id="rId405" Type="http://schemas.openxmlformats.org/officeDocument/2006/relationships/image" Target="../media/image2011.png"/><Relationship Id="rId251" Type="http://schemas.openxmlformats.org/officeDocument/2006/relationships/image" Target="../media/image1934.png"/><Relationship Id="rId46" Type="http://schemas.openxmlformats.org/officeDocument/2006/relationships/customXml" Target="../ink/ink1841.xml"/><Relationship Id="rId293" Type="http://schemas.openxmlformats.org/officeDocument/2006/relationships/image" Target="../media/image1955.png"/><Relationship Id="rId307" Type="http://schemas.openxmlformats.org/officeDocument/2006/relationships/image" Target="../media/image1962.png"/><Relationship Id="rId349" Type="http://schemas.openxmlformats.org/officeDocument/2006/relationships/image" Target="../media/image1983.png"/><Relationship Id="rId88" Type="http://schemas.openxmlformats.org/officeDocument/2006/relationships/customXml" Target="../ink/ink1862.xml"/><Relationship Id="rId111" Type="http://schemas.openxmlformats.org/officeDocument/2006/relationships/image" Target="../media/image1864.png"/><Relationship Id="rId153" Type="http://schemas.openxmlformats.org/officeDocument/2006/relationships/image" Target="../media/image1885.png"/><Relationship Id="rId195" Type="http://schemas.openxmlformats.org/officeDocument/2006/relationships/image" Target="../media/image1906.png"/><Relationship Id="rId209" Type="http://schemas.openxmlformats.org/officeDocument/2006/relationships/image" Target="../media/image1913.png"/><Relationship Id="rId360" Type="http://schemas.openxmlformats.org/officeDocument/2006/relationships/customXml" Target="../ink/ink1998.xml"/><Relationship Id="rId416" Type="http://schemas.openxmlformats.org/officeDocument/2006/relationships/customXml" Target="../ink/ink2026.xml"/><Relationship Id="rId220" Type="http://schemas.openxmlformats.org/officeDocument/2006/relationships/customXml" Target="../ink/ink1928.xml"/><Relationship Id="rId15" Type="http://schemas.openxmlformats.org/officeDocument/2006/relationships/image" Target="../media/image1816.png"/><Relationship Id="rId57" Type="http://schemas.openxmlformats.org/officeDocument/2006/relationships/image" Target="../media/image1837.png"/><Relationship Id="rId262" Type="http://schemas.openxmlformats.org/officeDocument/2006/relationships/customXml" Target="../ink/ink1949.xml"/><Relationship Id="rId318" Type="http://schemas.openxmlformats.org/officeDocument/2006/relationships/customXml" Target="../ink/ink1977.xml"/><Relationship Id="rId99" Type="http://schemas.openxmlformats.org/officeDocument/2006/relationships/image" Target="../media/image1858.png"/><Relationship Id="rId122" Type="http://schemas.openxmlformats.org/officeDocument/2006/relationships/customXml" Target="../ink/ink1879.xml"/><Relationship Id="rId164" Type="http://schemas.openxmlformats.org/officeDocument/2006/relationships/customXml" Target="../ink/ink1900.xml"/><Relationship Id="rId371" Type="http://schemas.openxmlformats.org/officeDocument/2006/relationships/image" Target="../media/image1994.png"/><Relationship Id="rId26" Type="http://schemas.openxmlformats.org/officeDocument/2006/relationships/customXml" Target="../ink/ink1831.xml"/><Relationship Id="rId231" Type="http://schemas.openxmlformats.org/officeDocument/2006/relationships/image" Target="../media/image1924.png"/><Relationship Id="rId273" Type="http://schemas.openxmlformats.org/officeDocument/2006/relationships/image" Target="../media/image1945.png"/><Relationship Id="rId329" Type="http://schemas.openxmlformats.org/officeDocument/2006/relationships/image" Target="../media/image1973.png"/><Relationship Id="rId68" Type="http://schemas.openxmlformats.org/officeDocument/2006/relationships/customXml" Target="../ink/ink1852.xml"/><Relationship Id="rId133" Type="http://schemas.openxmlformats.org/officeDocument/2006/relationships/image" Target="../media/image1875.png"/><Relationship Id="rId175" Type="http://schemas.openxmlformats.org/officeDocument/2006/relationships/image" Target="../media/image1896.png"/><Relationship Id="rId340" Type="http://schemas.openxmlformats.org/officeDocument/2006/relationships/customXml" Target="../ink/ink1988.xml"/><Relationship Id="rId200" Type="http://schemas.openxmlformats.org/officeDocument/2006/relationships/customXml" Target="../ink/ink1918.xml"/><Relationship Id="rId382" Type="http://schemas.openxmlformats.org/officeDocument/2006/relationships/customXml" Target="../ink/ink2009.xml"/><Relationship Id="rId242" Type="http://schemas.openxmlformats.org/officeDocument/2006/relationships/customXml" Target="../ink/ink1939.xml"/><Relationship Id="rId284" Type="http://schemas.openxmlformats.org/officeDocument/2006/relationships/customXml" Target="../ink/ink1960.xml"/><Relationship Id="rId37" Type="http://schemas.openxmlformats.org/officeDocument/2006/relationships/image" Target="../media/image1827.png"/><Relationship Id="rId79" Type="http://schemas.openxmlformats.org/officeDocument/2006/relationships/image" Target="../media/image1848.png"/><Relationship Id="rId102" Type="http://schemas.openxmlformats.org/officeDocument/2006/relationships/customXml" Target="../ink/ink1869.xml"/><Relationship Id="rId144" Type="http://schemas.openxmlformats.org/officeDocument/2006/relationships/customXml" Target="../ink/ink1890.xml"/><Relationship Id="rId90" Type="http://schemas.openxmlformats.org/officeDocument/2006/relationships/customXml" Target="../ink/ink1863.xml"/><Relationship Id="rId186" Type="http://schemas.openxmlformats.org/officeDocument/2006/relationships/customXml" Target="../ink/ink1911.xml"/><Relationship Id="rId351" Type="http://schemas.openxmlformats.org/officeDocument/2006/relationships/image" Target="../media/image1984.png"/><Relationship Id="rId393" Type="http://schemas.openxmlformats.org/officeDocument/2006/relationships/image" Target="../media/image2005.png"/><Relationship Id="rId407" Type="http://schemas.openxmlformats.org/officeDocument/2006/relationships/image" Target="../media/image2012.png"/><Relationship Id="rId211" Type="http://schemas.openxmlformats.org/officeDocument/2006/relationships/image" Target="../media/image1914.png"/><Relationship Id="rId253" Type="http://schemas.openxmlformats.org/officeDocument/2006/relationships/image" Target="../media/image1935.png"/><Relationship Id="rId295" Type="http://schemas.openxmlformats.org/officeDocument/2006/relationships/image" Target="../media/image1956.png"/><Relationship Id="rId309" Type="http://schemas.openxmlformats.org/officeDocument/2006/relationships/image" Target="../media/image1963.png"/><Relationship Id="rId48" Type="http://schemas.openxmlformats.org/officeDocument/2006/relationships/customXml" Target="../ink/ink1842.xml"/><Relationship Id="rId113" Type="http://schemas.openxmlformats.org/officeDocument/2006/relationships/image" Target="../media/image1865.png"/><Relationship Id="rId320" Type="http://schemas.openxmlformats.org/officeDocument/2006/relationships/customXml" Target="../ink/ink1978.xml"/><Relationship Id="rId155" Type="http://schemas.openxmlformats.org/officeDocument/2006/relationships/image" Target="../media/image1886.png"/><Relationship Id="rId197" Type="http://schemas.openxmlformats.org/officeDocument/2006/relationships/image" Target="../media/image1907.png"/><Relationship Id="rId362" Type="http://schemas.openxmlformats.org/officeDocument/2006/relationships/customXml" Target="../ink/ink1999.xml"/><Relationship Id="rId418" Type="http://schemas.openxmlformats.org/officeDocument/2006/relationships/customXml" Target="../ink/ink2027.xml"/><Relationship Id="rId222" Type="http://schemas.openxmlformats.org/officeDocument/2006/relationships/customXml" Target="../ink/ink1929.xml"/><Relationship Id="rId264" Type="http://schemas.openxmlformats.org/officeDocument/2006/relationships/customXml" Target="../ink/ink1950.xml"/><Relationship Id="rId17" Type="http://schemas.openxmlformats.org/officeDocument/2006/relationships/image" Target="../media/image1817.png"/><Relationship Id="rId59" Type="http://schemas.openxmlformats.org/officeDocument/2006/relationships/image" Target="../media/image1838.png"/><Relationship Id="rId124" Type="http://schemas.openxmlformats.org/officeDocument/2006/relationships/customXml" Target="../ink/ink1880.xml"/></Relationships>
</file>

<file path=ppt/slides/_rels/slide3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78.png"/><Relationship Id="rId299" Type="http://schemas.openxmlformats.org/officeDocument/2006/relationships/image" Target="../media/image2169.png"/><Relationship Id="rId21" Type="http://schemas.openxmlformats.org/officeDocument/2006/relationships/image" Target="../media/image2030.png"/><Relationship Id="rId63" Type="http://schemas.openxmlformats.org/officeDocument/2006/relationships/image" Target="../media/image2051.png"/><Relationship Id="rId159" Type="http://schemas.openxmlformats.org/officeDocument/2006/relationships/image" Target="../media/image2099.png"/><Relationship Id="rId170" Type="http://schemas.openxmlformats.org/officeDocument/2006/relationships/customXml" Target="../ink/ink2116.xml"/><Relationship Id="rId226" Type="http://schemas.openxmlformats.org/officeDocument/2006/relationships/customXml" Target="../ink/ink2144.xml"/><Relationship Id="rId268" Type="http://schemas.openxmlformats.org/officeDocument/2006/relationships/customXml" Target="../ink/ink2165.xml"/><Relationship Id="rId32" Type="http://schemas.openxmlformats.org/officeDocument/2006/relationships/customXml" Target="../ink/ink2047.xml"/><Relationship Id="rId74" Type="http://schemas.openxmlformats.org/officeDocument/2006/relationships/customXml" Target="../ink/ink2068.xml"/><Relationship Id="rId128" Type="http://schemas.openxmlformats.org/officeDocument/2006/relationships/customXml" Target="../ink/ink2095.xml"/><Relationship Id="rId5" Type="http://schemas.openxmlformats.org/officeDocument/2006/relationships/image" Target="../media/image2022.png"/><Relationship Id="rId181" Type="http://schemas.openxmlformats.org/officeDocument/2006/relationships/image" Target="../media/image2110.png"/><Relationship Id="rId237" Type="http://schemas.openxmlformats.org/officeDocument/2006/relationships/image" Target="../media/image2138.png"/><Relationship Id="rId279" Type="http://schemas.openxmlformats.org/officeDocument/2006/relationships/image" Target="../media/image2159.png"/><Relationship Id="rId43" Type="http://schemas.openxmlformats.org/officeDocument/2006/relationships/image" Target="../media/image2041.png"/><Relationship Id="rId139" Type="http://schemas.openxmlformats.org/officeDocument/2006/relationships/image" Target="../media/image2089.png"/><Relationship Id="rId290" Type="http://schemas.openxmlformats.org/officeDocument/2006/relationships/customXml" Target="../ink/ink2176.xml"/><Relationship Id="rId304" Type="http://schemas.openxmlformats.org/officeDocument/2006/relationships/customXml" Target="../ink/ink2183.xml"/><Relationship Id="rId85" Type="http://schemas.openxmlformats.org/officeDocument/2006/relationships/image" Target="../media/image2062.png"/><Relationship Id="rId150" Type="http://schemas.openxmlformats.org/officeDocument/2006/relationships/customXml" Target="../ink/ink2106.xml"/><Relationship Id="rId192" Type="http://schemas.openxmlformats.org/officeDocument/2006/relationships/customXml" Target="../ink/ink2127.xml"/><Relationship Id="rId206" Type="http://schemas.openxmlformats.org/officeDocument/2006/relationships/customXml" Target="../ink/ink2134.xml"/><Relationship Id="rId248" Type="http://schemas.openxmlformats.org/officeDocument/2006/relationships/customXml" Target="../ink/ink2155.xml"/><Relationship Id="rId12" Type="http://schemas.openxmlformats.org/officeDocument/2006/relationships/customXml" Target="../ink/ink2037.xml"/><Relationship Id="rId108" Type="http://schemas.openxmlformats.org/officeDocument/2006/relationships/customXml" Target="../ink/ink2085.xml"/><Relationship Id="rId315" Type="http://schemas.openxmlformats.org/officeDocument/2006/relationships/image" Target="../media/image2177.png"/><Relationship Id="rId54" Type="http://schemas.openxmlformats.org/officeDocument/2006/relationships/customXml" Target="../ink/ink2058.xml"/><Relationship Id="rId96" Type="http://schemas.openxmlformats.org/officeDocument/2006/relationships/customXml" Target="../ink/ink2079.xml"/><Relationship Id="rId161" Type="http://schemas.openxmlformats.org/officeDocument/2006/relationships/image" Target="../media/image2100.png"/><Relationship Id="rId217" Type="http://schemas.openxmlformats.org/officeDocument/2006/relationships/image" Target="../media/image2128.png"/><Relationship Id="rId259" Type="http://schemas.openxmlformats.org/officeDocument/2006/relationships/image" Target="../media/image2149.png"/><Relationship Id="rId23" Type="http://schemas.openxmlformats.org/officeDocument/2006/relationships/image" Target="../media/image2031.png"/><Relationship Id="rId119" Type="http://schemas.openxmlformats.org/officeDocument/2006/relationships/image" Target="../media/image2079.png"/><Relationship Id="rId270" Type="http://schemas.openxmlformats.org/officeDocument/2006/relationships/customXml" Target="../ink/ink2166.xml"/><Relationship Id="rId65" Type="http://schemas.openxmlformats.org/officeDocument/2006/relationships/image" Target="../media/image2052.png"/><Relationship Id="rId130" Type="http://schemas.openxmlformats.org/officeDocument/2006/relationships/customXml" Target="../ink/ink2096.xml"/><Relationship Id="rId172" Type="http://schemas.openxmlformats.org/officeDocument/2006/relationships/customXml" Target="../ink/ink2117.xml"/><Relationship Id="rId228" Type="http://schemas.openxmlformats.org/officeDocument/2006/relationships/customXml" Target="../ink/ink2145.xml"/><Relationship Id="rId13" Type="http://schemas.openxmlformats.org/officeDocument/2006/relationships/image" Target="../media/image2026.png"/><Relationship Id="rId109" Type="http://schemas.openxmlformats.org/officeDocument/2006/relationships/image" Target="../media/image2074.png"/><Relationship Id="rId260" Type="http://schemas.openxmlformats.org/officeDocument/2006/relationships/customXml" Target="../ink/ink2161.xml"/><Relationship Id="rId281" Type="http://schemas.openxmlformats.org/officeDocument/2006/relationships/image" Target="../media/image2160.png"/><Relationship Id="rId316" Type="http://schemas.openxmlformats.org/officeDocument/2006/relationships/customXml" Target="../ink/ink2189.xml"/><Relationship Id="rId34" Type="http://schemas.openxmlformats.org/officeDocument/2006/relationships/customXml" Target="../ink/ink2048.xml"/><Relationship Id="rId55" Type="http://schemas.openxmlformats.org/officeDocument/2006/relationships/image" Target="../media/image2047.png"/><Relationship Id="rId76" Type="http://schemas.openxmlformats.org/officeDocument/2006/relationships/customXml" Target="../ink/ink2069.xml"/><Relationship Id="rId97" Type="http://schemas.openxmlformats.org/officeDocument/2006/relationships/image" Target="../media/image2068.png"/><Relationship Id="rId120" Type="http://schemas.openxmlformats.org/officeDocument/2006/relationships/customXml" Target="../ink/ink2091.xml"/><Relationship Id="rId141" Type="http://schemas.openxmlformats.org/officeDocument/2006/relationships/image" Target="../media/image2090.png"/><Relationship Id="rId7" Type="http://schemas.openxmlformats.org/officeDocument/2006/relationships/image" Target="../media/image2023.png"/><Relationship Id="rId162" Type="http://schemas.openxmlformats.org/officeDocument/2006/relationships/customXml" Target="../ink/ink2112.xml"/><Relationship Id="rId183" Type="http://schemas.openxmlformats.org/officeDocument/2006/relationships/image" Target="../media/image2111.png"/><Relationship Id="rId218" Type="http://schemas.openxmlformats.org/officeDocument/2006/relationships/customXml" Target="../ink/ink2140.xml"/><Relationship Id="rId239" Type="http://schemas.openxmlformats.org/officeDocument/2006/relationships/image" Target="../media/image2139.png"/><Relationship Id="rId250" Type="http://schemas.openxmlformats.org/officeDocument/2006/relationships/customXml" Target="../ink/ink2156.xml"/><Relationship Id="rId271" Type="http://schemas.openxmlformats.org/officeDocument/2006/relationships/image" Target="../media/image2155.png"/><Relationship Id="rId292" Type="http://schemas.openxmlformats.org/officeDocument/2006/relationships/customXml" Target="../ink/ink2177.xml"/><Relationship Id="rId306" Type="http://schemas.openxmlformats.org/officeDocument/2006/relationships/customXml" Target="../ink/ink2184.xml"/><Relationship Id="rId24" Type="http://schemas.openxmlformats.org/officeDocument/2006/relationships/customXml" Target="../ink/ink2043.xml"/><Relationship Id="rId45" Type="http://schemas.openxmlformats.org/officeDocument/2006/relationships/image" Target="../media/image2042.png"/><Relationship Id="rId66" Type="http://schemas.openxmlformats.org/officeDocument/2006/relationships/customXml" Target="../ink/ink2064.xml"/><Relationship Id="rId87" Type="http://schemas.openxmlformats.org/officeDocument/2006/relationships/image" Target="../media/image2063.png"/><Relationship Id="rId110" Type="http://schemas.openxmlformats.org/officeDocument/2006/relationships/customXml" Target="../ink/ink2086.xml"/><Relationship Id="rId131" Type="http://schemas.openxmlformats.org/officeDocument/2006/relationships/image" Target="../media/image2085.png"/><Relationship Id="rId152" Type="http://schemas.openxmlformats.org/officeDocument/2006/relationships/customXml" Target="../ink/ink2107.xml"/><Relationship Id="rId173" Type="http://schemas.openxmlformats.org/officeDocument/2006/relationships/image" Target="../media/image2106.png"/><Relationship Id="rId194" Type="http://schemas.openxmlformats.org/officeDocument/2006/relationships/customXml" Target="../ink/ink2128.xml"/><Relationship Id="rId208" Type="http://schemas.openxmlformats.org/officeDocument/2006/relationships/customXml" Target="../ink/ink2135.xml"/><Relationship Id="rId229" Type="http://schemas.openxmlformats.org/officeDocument/2006/relationships/image" Target="../media/image2134.png"/><Relationship Id="rId240" Type="http://schemas.openxmlformats.org/officeDocument/2006/relationships/customXml" Target="../ink/ink2151.xml"/><Relationship Id="rId261" Type="http://schemas.openxmlformats.org/officeDocument/2006/relationships/image" Target="../media/image2150.png"/><Relationship Id="rId14" Type="http://schemas.openxmlformats.org/officeDocument/2006/relationships/customXml" Target="../ink/ink2038.xml"/><Relationship Id="rId35" Type="http://schemas.openxmlformats.org/officeDocument/2006/relationships/image" Target="../media/image2037.png"/><Relationship Id="rId56" Type="http://schemas.openxmlformats.org/officeDocument/2006/relationships/customXml" Target="../ink/ink2059.xml"/><Relationship Id="rId77" Type="http://schemas.openxmlformats.org/officeDocument/2006/relationships/image" Target="../media/image2058.png"/><Relationship Id="rId100" Type="http://schemas.openxmlformats.org/officeDocument/2006/relationships/customXml" Target="../ink/ink2081.xml"/><Relationship Id="rId282" Type="http://schemas.openxmlformats.org/officeDocument/2006/relationships/customXml" Target="../ink/ink2172.xml"/><Relationship Id="rId317" Type="http://schemas.openxmlformats.org/officeDocument/2006/relationships/image" Target="../media/image2178.png"/><Relationship Id="rId8" Type="http://schemas.openxmlformats.org/officeDocument/2006/relationships/customXml" Target="../ink/ink2035.xml"/><Relationship Id="rId98" Type="http://schemas.openxmlformats.org/officeDocument/2006/relationships/customXml" Target="../ink/ink2080.xml"/><Relationship Id="rId121" Type="http://schemas.openxmlformats.org/officeDocument/2006/relationships/image" Target="../media/image2080.png"/><Relationship Id="rId142" Type="http://schemas.openxmlformats.org/officeDocument/2006/relationships/customXml" Target="../ink/ink2102.xml"/><Relationship Id="rId163" Type="http://schemas.openxmlformats.org/officeDocument/2006/relationships/image" Target="../media/image2101.png"/><Relationship Id="rId184" Type="http://schemas.openxmlformats.org/officeDocument/2006/relationships/customXml" Target="../ink/ink2123.xml"/><Relationship Id="rId219" Type="http://schemas.openxmlformats.org/officeDocument/2006/relationships/image" Target="../media/image2129.png"/><Relationship Id="rId230" Type="http://schemas.openxmlformats.org/officeDocument/2006/relationships/customXml" Target="../ink/ink2146.xml"/><Relationship Id="rId251" Type="http://schemas.openxmlformats.org/officeDocument/2006/relationships/image" Target="../media/image2145.png"/><Relationship Id="rId25" Type="http://schemas.openxmlformats.org/officeDocument/2006/relationships/image" Target="../media/image2032.png"/><Relationship Id="rId46" Type="http://schemas.openxmlformats.org/officeDocument/2006/relationships/customXml" Target="../ink/ink2054.xml"/><Relationship Id="rId67" Type="http://schemas.openxmlformats.org/officeDocument/2006/relationships/image" Target="../media/image2053.png"/><Relationship Id="rId272" Type="http://schemas.openxmlformats.org/officeDocument/2006/relationships/customXml" Target="../ink/ink2167.xml"/><Relationship Id="rId293" Type="http://schemas.openxmlformats.org/officeDocument/2006/relationships/image" Target="../media/image2166.png"/><Relationship Id="rId307" Type="http://schemas.openxmlformats.org/officeDocument/2006/relationships/image" Target="../media/image2173.png"/><Relationship Id="rId88" Type="http://schemas.openxmlformats.org/officeDocument/2006/relationships/customXml" Target="../ink/ink2075.xml"/><Relationship Id="rId111" Type="http://schemas.openxmlformats.org/officeDocument/2006/relationships/image" Target="../media/image2075.png"/><Relationship Id="rId132" Type="http://schemas.openxmlformats.org/officeDocument/2006/relationships/customXml" Target="../ink/ink2097.xml"/><Relationship Id="rId153" Type="http://schemas.openxmlformats.org/officeDocument/2006/relationships/image" Target="../media/image2096.png"/><Relationship Id="rId174" Type="http://schemas.openxmlformats.org/officeDocument/2006/relationships/customXml" Target="../ink/ink2118.xml"/><Relationship Id="rId195" Type="http://schemas.openxmlformats.org/officeDocument/2006/relationships/image" Target="../media/image2117.png"/><Relationship Id="rId209" Type="http://schemas.openxmlformats.org/officeDocument/2006/relationships/image" Target="../media/image2124.png"/><Relationship Id="rId220" Type="http://schemas.openxmlformats.org/officeDocument/2006/relationships/customXml" Target="../ink/ink2141.xml"/><Relationship Id="rId241" Type="http://schemas.openxmlformats.org/officeDocument/2006/relationships/image" Target="../media/image2140.png"/><Relationship Id="rId15" Type="http://schemas.openxmlformats.org/officeDocument/2006/relationships/image" Target="../media/image2027.png"/><Relationship Id="rId36" Type="http://schemas.openxmlformats.org/officeDocument/2006/relationships/customXml" Target="../ink/ink2049.xml"/><Relationship Id="rId57" Type="http://schemas.openxmlformats.org/officeDocument/2006/relationships/image" Target="../media/image2048.png"/><Relationship Id="rId262" Type="http://schemas.openxmlformats.org/officeDocument/2006/relationships/customXml" Target="../ink/ink2162.xml"/><Relationship Id="rId283" Type="http://schemas.openxmlformats.org/officeDocument/2006/relationships/image" Target="../media/image2161.png"/><Relationship Id="rId78" Type="http://schemas.openxmlformats.org/officeDocument/2006/relationships/customXml" Target="../ink/ink2070.xml"/><Relationship Id="rId99" Type="http://schemas.openxmlformats.org/officeDocument/2006/relationships/image" Target="../media/image2069.png"/><Relationship Id="rId101" Type="http://schemas.openxmlformats.org/officeDocument/2006/relationships/image" Target="../media/image2070.png"/><Relationship Id="rId122" Type="http://schemas.openxmlformats.org/officeDocument/2006/relationships/customXml" Target="../ink/ink2092.xml"/><Relationship Id="rId143" Type="http://schemas.openxmlformats.org/officeDocument/2006/relationships/image" Target="../media/image2091.png"/><Relationship Id="rId164" Type="http://schemas.openxmlformats.org/officeDocument/2006/relationships/customXml" Target="../ink/ink2113.xml"/><Relationship Id="rId185" Type="http://schemas.openxmlformats.org/officeDocument/2006/relationships/image" Target="../media/image2112.png"/><Relationship Id="rId9" Type="http://schemas.openxmlformats.org/officeDocument/2006/relationships/image" Target="../media/image2024.png"/><Relationship Id="rId210" Type="http://schemas.openxmlformats.org/officeDocument/2006/relationships/customXml" Target="../ink/ink2136.xml"/><Relationship Id="rId26" Type="http://schemas.openxmlformats.org/officeDocument/2006/relationships/customXml" Target="../ink/ink2044.xml"/><Relationship Id="rId231" Type="http://schemas.openxmlformats.org/officeDocument/2006/relationships/image" Target="../media/image2135.png"/><Relationship Id="rId252" Type="http://schemas.openxmlformats.org/officeDocument/2006/relationships/customXml" Target="../ink/ink2157.xml"/><Relationship Id="rId273" Type="http://schemas.openxmlformats.org/officeDocument/2006/relationships/image" Target="../media/image2156.png"/><Relationship Id="rId294" Type="http://schemas.openxmlformats.org/officeDocument/2006/relationships/customXml" Target="../ink/ink2178.xml"/><Relationship Id="rId308" Type="http://schemas.openxmlformats.org/officeDocument/2006/relationships/customXml" Target="../ink/ink2185.xml"/><Relationship Id="rId47" Type="http://schemas.openxmlformats.org/officeDocument/2006/relationships/image" Target="../media/image2043.png"/><Relationship Id="rId68" Type="http://schemas.openxmlformats.org/officeDocument/2006/relationships/customXml" Target="../ink/ink2065.xml"/><Relationship Id="rId89" Type="http://schemas.openxmlformats.org/officeDocument/2006/relationships/image" Target="../media/image2064.png"/><Relationship Id="rId112" Type="http://schemas.openxmlformats.org/officeDocument/2006/relationships/customXml" Target="../ink/ink2087.xml"/><Relationship Id="rId133" Type="http://schemas.openxmlformats.org/officeDocument/2006/relationships/image" Target="../media/image2086.png"/><Relationship Id="rId154" Type="http://schemas.openxmlformats.org/officeDocument/2006/relationships/customXml" Target="../ink/ink2108.xml"/><Relationship Id="rId175" Type="http://schemas.openxmlformats.org/officeDocument/2006/relationships/image" Target="../media/image2107.png"/><Relationship Id="rId196" Type="http://schemas.openxmlformats.org/officeDocument/2006/relationships/customXml" Target="../ink/ink2129.xml"/><Relationship Id="rId200" Type="http://schemas.openxmlformats.org/officeDocument/2006/relationships/customXml" Target="../ink/ink2131.xml"/><Relationship Id="rId16" Type="http://schemas.openxmlformats.org/officeDocument/2006/relationships/customXml" Target="../ink/ink2039.xml"/><Relationship Id="rId221" Type="http://schemas.openxmlformats.org/officeDocument/2006/relationships/image" Target="../media/image2130.png"/><Relationship Id="rId242" Type="http://schemas.openxmlformats.org/officeDocument/2006/relationships/customXml" Target="../ink/ink2152.xml"/><Relationship Id="rId263" Type="http://schemas.openxmlformats.org/officeDocument/2006/relationships/image" Target="../media/image2151.png"/><Relationship Id="rId284" Type="http://schemas.openxmlformats.org/officeDocument/2006/relationships/customXml" Target="../ink/ink2173.xml"/><Relationship Id="rId37" Type="http://schemas.openxmlformats.org/officeDocument/2006/relationships/image" Target="../media/image2038.png"/><Relationship Id="rId58" Type="http://schemas.openxmlformats.org/officeDocument/2006/relationships/customXml" Target="../ink/ink2060.xml"/><Relationship Id="rId79" Type="http://schemas.openxmlformats.org/officeDocument/2006/relationships/image" Target="../media/image2059.png"/><Relationship Id="rId102" Type="http://schemas.openxmlformats.org/officeDocument/2006/relationships/customXml" Target="../ink/ink2082.xml"/><Relationship Id="rId123" Type="http://schemas.openxmlformats.org/officeDocument/2006/relationships/image" Target="../media/image2081.png"/><Relationship Id="rId144" Type="http://schemas.openxmlformats.org/officeDocument/2006/relationships/customXml" Target="../ink/ink2103.xml"/><Relationship Id="rId90" Type="http://schemas.openxmlformats.org/officeDocument/2006/relationships/customXml" Target="../ink/ink2076.xml"/><Relationship Id="rId165" Type="http://schemas.openxmlformats.org/officeDocument/2006/relationships/image" Target="../media/image2102.png"/><Relationship Id="rId186" Type="http://schemas.openxmlformats.org/officeDocument/2006/relationships/customXml" Target="../ink/ink2124.xml"/><Relationship Id="rId211" Type="http://schemas.openxmlformats.org/officeDocument/2006/relationships/image" Target="../media/image2125.png"/><Relationship Id="rId232" Type="http://schemas.openxmlformats.org/officeDocument/2006/relationships/customXml" Target="../ink/ink2147.xml"/><Relationship Id="rId253" Type="http://schemas.openxmlformats.org/officeDocument/2006/relationships/image" Target="../media/image2146.png"/><Relationship Id="rId274" Type="http://schemas.openxmlformats.org/officeDocument/2006/relationships/customXml" Target="../ink/ink2168.xml"/><Relationship Id="rId295" Type="http://schemas.openxmlformats.org/officeDocument/2006/relationships/image" Target="../media/image2167.png"/><Relationship Id="rId309" Type="http://schemas.openxmlformats.org/officeDocument/2006/relationships/image" Target="../media/image2174.png"/><Relationship Id="rId27" Type="http://schemas.openxmlformats.org/officeDocument/2006/relationships/image" Target="../media/image2033.png"/><Relationship Id="rId48" Type="http://schemas.openxmlformats.org/officeDocument/2006/relationships/customXml" Target="../ink/ink2055.xml"/><Relationship Id="rId69" Type="http://schemas.openxmlformats.org/officeDocument/2006/relationships/image" Target="../media/image2054.png"/><Relationship Id="rId113" Type="http://schemas.openxmlformats.org/officeDocument/2006/relationships/image" Target="../media/image2076.png"/><Relationship Id="rId134" Type="http://schemas.openxmlformats.org/officeDocument/2006/relationships/customXml" Target="../ink/ink2098.xml"/><Relationship Id="rId80" Type="http://schemas.openxmlformats.org/officeDocument/2006/relationships/customXml" Target="../ink/ink2071.xml"/><Relationship Id="rId155" Type="http://schemas.openxmlformats.org/officeDocument/2006/relationships/image" Target="../media/image2097.png"/><Relationship Id="rId176" Type="http://schemas.openxmlformats.org/officeDocument/2006/relationships/customXml" Target="../ink/ink2119.xml"/><Relationship Id="rId197" Type="http://schemas.openxmlformats.org/officeDocument/2006/relationships/image" Target="../media/image2118.png"/><Relationship Id="rId201" Type="http://schemas.openxmlformats.org/officeDocument/2006/relationships/image" Target="../media/image2120.png"/><Relationship Id="rId222" Type="http://schemas.openxmlformats.org/officeDocument/2006/relationships/customXml" Target="../ink/ink2142.xml"/><Relationship Id="rId243" Type="http://schemas.openxmlformats.org/officeDocument/2006/relationships/image" Target="../media/image2141.png"/><Relationship Id="rId264" Type="http://schemas.openxmlformats.org/officeDocument/2006/relationships/customXml" Target="../ink/ink2163.xml"/><Relationship Id="rId285" Type="http://schemas.openxmlformats.org/officeDocument/2006/relationships/image" Target="../media/image2162.png"/><Relationship Id="rId17" Type="http://schemas.openxmlformats.org/officeDocument/2006/relationships/image" Target="../media/image2028.png"/><Relationship Id="rId38" Type="http://schemas.openxmlformats.org/officeDocument/2006/relationships/customXml" Target="../ink/ink2050.xml"/><Relationship Id="rId59" Type="http://schemas.openxmlformats.org/officeDocument/2006/relationships/image" Target="../media/image2049.png"/><Relationship Id="rId103" Type="http://schemas.openxmlformats.org/officeDocument/2006/relationships/image" Target="../media/image2071.png"/><Relationship Id="rId124" Type="http://schemas.openxmlformats.org/officeDocument/2006/relationships/customXml" Target="../ink/ink2093.xml"/><Relationship Id="rId310" Type="http://schemas.openxmlformats.org/officeDocument/2006/relationships/customXml" Target="../ink/ink2186.xml"/><Relationship Id="rId70" Type="http://schemas.openxmlformats.org/officeDocument/2006/relationships/customXml" Target="../ink/ink2066.xml"/><Relationship Id="rId91" Type="http://schemas.openxmlformats.org/officeDocument/2006/relationships/image" Target="../media/image2065.png"/><Relationship Id="rId145" Type="http://schemas.openxmlformats.org/officeDocument/2006/relationships/image" Target="../media/image2092.png"/><Relationship Id="rId166" Type="http://schemas.openxmlformats.org/officeDocument/2006/relationships/customXml" Target="../ink/ink2114.xml"/><Relationship Id="rId187" Type="http://schemas.openxmlformats.org/officeDocument/2006/relationships/image" Target="../media/image2113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137.xml"/><Relationship Id="rId233" Type="http://schemas.openxmlformats.org/officeDocument/2006/relationships/image" Target="../media/image2136.png"/><Relationship Id="rId254" Type="http://schemas.openxmlformats.org/officeDocument/2006/relationships/customXml" Target="../ink/ink2158.xml"/><Relationship Id="rId28" Type="http://schemas.openxmlformats.org/officeDocument/2006/relationships/customXml" Target="../ink/ink2045.xml"/><Relationship Id="rId49" Type="http://schemas.openxmlformats.org/officeDocument/2006/relationships/image" Target="../media/image2044.png"/><Relationship Id="rId114" Type="http://schemas.openxmlformats.org/officeDocument/2006/relationships/customXml" Target="../ink/ink2088.xml"/><Relationship Id="rId275" Type="http://schemas.openxmlformats.org/officeDocument/2006/relationships/image" Target="../media/image2157.png"/><Relationship Id="rId296" Type="http://schemas.openxmlformats.org/officeDocument/2006/relationships/customXml" Target="../ink/ink2179.xml"/><Relationship Id="rId300" Type="http://schemas.openxmlformats.org/officeDocument/2006/relationships/customXml" Target="../ink/ink2181.xml"/><Relationship Id="rId60" Type="http://schemas.openxmlformats.org/officeDocument/2006/relationships/customXml" Target="../ink/ink2061.xml"/><Relationship Id="rId81" Type="http://schemas.openxmlformats.org/officeDocument/2006/relationships/image" Target="../media/image2060.png"/><Relationship Id="rId135" Type="http://schemas.openxmlformats.org/officeDocument/2006/relationships/image" Target="../media/image2087.png"/><Relationship Id="rId156" Type="http://schemas.openxmlformats.org/officeDocument/2006/relationships/customXml" Target="../ink/ink2109.xml"/><Relationship Id="rId177" Type="http://schemas.openxmlformats.org/officeDocument/2006/relationships/image" Target="../media/image2108.png"/><Relationship Id="rId198" Type="http://schemas.openxmlformats.org/officeDocument/2006/relationships/customXml" Target="../ink/ink2130.xml"/><Relationship Id="rId202" Type="http://schemas.openxmlformats.org/officeDocument/2006/relationships/customXml" Target="../ink/ink2132.xml"/><Relationship Id="rId223" Type="http://schemas.openxmlformats.org/officeDocument/2006/relationships/image" Target="../media/image2131.png"/><Relationship Id="rId244" Type="http://schemas.openxmlformats.org/officeDocument/2006/relationships/customXml" Target="../ink/ink2153.xml"/><Relationship Id="rId18" Type="http://schemas.openxmlformats.org/officeDocument/2006/relationships/customXml" Target="../ink/ink2040.xml"/><Relationship Id="rId39" Type="http://schemas.openxmlformats.org/officeDocument/2006/relationships/image" Target="../media/image2039.png"/><Relationship Id="rId265" Type="http://schemas.openxmlformats.org/officeDocument/2006/relationships/image" Target="../media/image2152.png"/><Relationship Id="rId286" Type="http://schemas.openxmlformats.org/officeDocument/2006/relationships/customXml" Target="../ink/ink2174.xml"/><Relationship Id="rId50" Type="http://schemas.openxmlformats.org/officeDocument/2006/relationships/customXml" Target="../ink/ink2056.xml"/><Relationship Id="rId104" Type="http://schemas.openxmlformats.org/officeDocument/2006/relationships/customXml" Target="../ink/ink2083.xml"/><Relationship Id="rId125" Type="http://schemas.openxmlformats.org/officeDocument/2006/relationships/image" Target="../media/image2082.png"/><Relationship Id="rId146" Type="http://schemas.openxmlformats.org/officeDocument/2006/relationships/customXml" Target="../ink/ink2104.xml"/><Relationship Id="rId167" Type="http://schemas.openxmlformats.org/officeDocument/2006/relationships/image" Target="../media/image2103.png"/><Relationship Id="rId188" Type="http://schemas.openxmlformats.org/officeDocument/2006/relationships/customXml" Target="../ink/ink2125.xml"/><Relationship Id="rId311" Type="http://schemas.openxmlformats.org/officeDocument/2006/relationships/image" Target="../media/image2175.png"/><Relationship Id="rId71" Type="http://schemas.openxmlformats.org/officeDocument/2006/relationships/image" Target="../media/image2055.png"/><Relationship Id="rId92" Type="http://schemas.openxmlformats.org/officeDocument/2006/relationships/customXml" Target="../ink/ink2077.xml"/><Relationship Id="rId213" Type="http://schemas.openxmlformats.org/officeDocument/2006/relationships/image" Target="../media/image2126.png"/><Relationship Id="rId234" Type="http://schemas.openxmlformats.org/officeDocument/2006/relationships/customXml" Target="../ink/ink2148.xml"/><Relationship Id="rId2" Type="http://schemas.openxmlformats.org/officeDocument/2006/relationships/customXml" Target="../ink/ink2032.xml"/><Relationship Id="rId29" Type="http://schemas.openxmlformats.org/officeDocument/2006/relationships/image" Target="../media/image2034.png"/><Relationship Id="rId255" Type="http://schemas.openxmlformats.org/officeDocument/2006/relationships/image" Target="../media/image2147.png"/><Relationship Id="rId276" Type="http://schemas.openxmlformats.org/officeDocument/2006/relationships/customXml" Target="../ink/ink2169.xml"/><Relationship Id="rId297" Type="http://schemas.openxmlformats.org/officeDocument/2006/relationships/image" Target="../media/image2168.png"/><Relationship Id="rId40" Type="http://schemas.openxmlformats.org/officeDocument/2006/relationships/customXml" Target="../ink/ink2051.xml"/><Relationship Id="rId115" Type="http://schemas.openxmlformats.org/officeDocument/2006/relationships/image" Target="../media/image2077.png"/><Relationship Id="rId136" Type="http://schemas.openxmlformats.org/officeDocument/2006/relationships/customXml" Target="../ink/ink2099.xml"/><Relationship Id="rId157" Type="http://schemas.openxmlformats.org/officeDocument/2006/relationships/image" Target="../media/image2098.png"/><Relationship Id="rId178" Type="http://schemas.openxmlformats.org/officeDocument/2006/relationships/customXml" Target="../ink/ink2120.xml"/><Relationship Id="rId301" Type="http://schemas.openxmlformats.org/officeDocument/2006/relationships/image" Target="../media/image2170.png"/><Relationship Id="rId61" Type="http://schemas.openxmlformats.org/officeDocument/2006/relationships/image" Target="../media/image2050.png"/><Relationship Id="rId82" Type="http://schemas.openxmlformats.org/officeDocument/2006/relationships/customXml" Target="../ink/ink2072.xml"/><Relationship Id="rId199" Type="http://schemas.openxmlformats.org/officeDocument/2006/relationships/image" Target="../media/image2119.png"/><Relationship Id="rId203" Type="http://schemas.openxmlformats.org/officeDocument/2006/relationships/image" Target="../media/image2121.png"/><Relationship Id="rId19" Type="http://schemas.openxmlformats.org/officeDocument/2006/relationships/image" Target="../media/image2029.png"/><Relationship Id="rId224" Type="http://schemas.openxmlformats.org/officeDocument/2006/relationships/customXml" Target="../ink/ink2143.xml"/><Relationship Id="rId245" Type="http://schemas.openxmlformats.org/officeDocument/2006/relationships/image" Target="../media/image2142.png"/><Relationship Id="rId266" Type="http://schemas.openxmlformats.org/officeDocument/2006/relationships/customXml" Target="../ink/ink2164.xml"/><Relationship Id="rId287" Type="http://schemas.openxmlformats.org/officeDocument/2006/relationships/image" Target="../media/image2163.png"/><Relationship Id="rId30" Type="http://schemas.openxmlformats.org/officeDocument/2006/relationships/customXml" Target="../ink/ink2046.xml"/><Relationship Id="rId105" Type="http://schemas.openxmlformats.org/officeDocument/2006/relationships/image" Target="../media/image2072.png"/><Relationship Id="rId126" Type="http://schemas.openxmlformats.org/officeDocument/2006/relationships/customXml" Target="../ink/ink2094.xml"/><Relationship Id="rId147" Type="http://schemas.openxmlformats.org/officeDocument/2006/relationships/image" Target="../media/image2093.png"/><Relationship Id="rId168" Type="http://schemas.openxmlformats.org/officeDocument/2006/relationships/customXml" Target="../ink/ink2115.xml"/><Relationship Id="rId312" Type="http://schemas.openxmlformats.org/officeDocument/2006/relationships/customXml" Target="../ink/ink2187.xml"/><Relationship Id="rId51" Type="http://schemas.openxmlformats.org/officeDocument/2006/relationships/image" Target="../media/image2045.png"/><Relationship Id="rId72" Type="http://schemas.openxmlformats.org/officeDocument/2006/relationships/customXml" Target="../ink/ink2067.xml"/><Relationship Id="rId93" Type="http://schemas.openxmlformats.org/officeDocument/2006/relationships/image" Target="../media/image2066.png"/><Relationship Id="rId189" Type="http://schemas.openxmlformats.org/officeDocument/2006/relationships/image" Target="../media/image2114.png"/><Relationship Id="rId3" Type="http://schemas.openxmlformats.org/officeDocument/2006/relationships/image" Target="../media/image1810.png"/><Relationship Id="rId214" Type="http://schemas.openxmlformats.org/officeDocument/2006/relationships/customXml" Target="../ink/ink2138.xml"/><Relationship Id="rId235" Type="http://schemas.openxmlformats.org/officeDocument/2006/relationships/image" Target="../media/image2137.png"/><Relationship Id="rId256" Type="http://schemas.openxmlformats.org/officeDocument/2006/relationships/customXml" Target="../ink/ink2159.xml"/><Relationship Id="rId277" Type="http://schemas.openxmlformats.org/officeDocument/2006/relationships/image" Target="../media/image2158.png"/><Relationship Id="rId298" Type="http://schemas.openxmlformats.org/officeDocument/2006/relationships/customXml" Target="../ink/ink2180.xml"/><Relationship Id="rId116" Type="http://schemas.openxmlformats.org/officeDocument/2006/relationships/customXml" Target="../ink/ink2089.xml"/><Relationship Id="rId137" Type="http://schemas.openxmlformats.org/officeDocument/2006/relationships/image" Target="../media/image2088.png"/><Relationship Id="rId158" Type="http://schemas.openxmlformats.org/officeDocument/2006/relationships/customXml" Target="../ink/ink2110.xml"/><Relationship Id="rId302" Type="http://schemas.openxmlformats.org/officeDocument/2006/relationships/customXml" Target="../ink/ink2182.xml"/><Relationship Id="rId20" Type="http://schemas.openxmlformats.org/officeDocument/2006/relationships/customXml" Target="../ink/ink2041.xml"/><Relationship Id="rId41" Type="http://schemas.openxmlformats.org/officeDocument/2006/relationships/image" Target="../media/image2040.png"/><Relationship Id="rId62" Type="http://schemas.openxmlformats.org/officeDocument/2006/relationships/customXml" Target="../ink/ink2062.xml"/><Relationship Id="rId83" Type="http://schemas.openxmlformats.org/officeDocument/2006/relationships/image" Target="../media/image2061.png"/><Relationship Id="rId179" Type="http://schemas.openxmlformats.org/officeDocument/2006/relationships/image" Target="../media/image2109.png"/><Relationship Id="rId190" Type="http://schemas.openxmlformats.org/officeDocument/2006/relationships/customXml" Target="../ink/ink2126.xml"/><Relationship Id="rId204" Type="http://schemas.openxmlformats.org/officeDocument/2006/relationships/customXml" Target="../ink/ink2133.xml"/><Relationship Id="rId225" Type="http://schemas.openxmlformats.org/officeDocument/2006/relationships/image" Target="../media/image2132.png"/><Relationship Id="rId246" Type="http://schemas.openxmlformats.org/officeDocument/2006/relationships/customXml" Target="../ink/ink2154.xml"/><Relationship Id="rId267" Type="http://schemas.openxmlformats.org/officeDocument/2006/relationships/image" Target="../media/image2153.png"/><Relationship Id="rId288" Type="http://schemas.openxmlformats.org/officeDocument/2006/relationships/customXml" Target="../ink/ink2175.xml"/><Relationship Id="rId106" Type="http://schemas.openxmlformats.org/officeDocument/2006/relationships/customXml" Target="../ink/ink2084.xml"/><Relationship Id="rId127" Type="http://schemas.openxmlformats.org/officeDocument/2006/relationships/image" Target="../media/image2083.png"/><Relationship Id="rId313" Type="http://schemas.openxmlformats.org/officeDocument/2006/relationships/image" Target="../media/image2176.png"/><Relationship Id="rId10" Type="http://schemas.openxmlformats.org/officeDocument/2006/relationships/customXml" Target="../ink/ink2036.xml"/><Relationship Id="rId31" Type="http://schemas.openxmlformats.org/officeDocument/2006/relationships/image" Target="../media/image2035.png"/><Relationship Id="rId52" Type="http://schemas.openxmlformats.org/officeDocument/2006/relationships/customXml" Target="../ink/ink2057.xml"/><Relationship Id="rId73" Type="http://schemas.openxmlformats.org/officeDocument/2006/relationships/image" Target="../media/image2056.png"/><Relationship Id="rId94" Type="http://schemas.openxmlformats.org/officeDocument/2006/relationships/customXml" Target="../ink/ink2078.xml"/><Relationship Id="rId148" Type="http://schemas.openxmlformats.org/officeDocument/2006/relationships/customXml" Target="../ink/ink2105.xml"/><Relationship Id="rId169" Type="http://schemas.openxmlformats.org/officeDocument/2006/relationships/image" Target="../media/image2104.png"/><Relationship Id="rId4" Type="http://schemas.openxmlformats.org/officeDocument/2006/relationships/customXml" Target="../ink/ink2033.xml"/><Relationship Id="rId180" Type="http://schemas.openxmlformats.org/officeDocument/2006/relationships/customXml" Target="../ink/ink2121.xml"/><Relationship Id="rId215" Type="http://schemas.openxmlformats.org/officeDocument/2006/relationships/image" Target="../media/image2127.png"/><Relationship Id="rId236" Type="http://schemas.openxmlformats.org/officeDocument/2006/relationships/customXml" Target="../ink/ink2149.xml"/><Relationship Id="rId257" Type="http://schemas.openxmlformats.org/officeDocument/2006/relationships/image" Target="../media/image2148.png"/><Relationship Id="rId278" Type="http://schemas.openxmlformats.org/officeDocument/2006/relationships/customXml" Target="../ink/ink2170.xml"/><Relationship Id="rId303" Type="http://schemas.openxmlformats.org/officeDocument/2006/relationships/image" Target="../media/image2171.png"/><Relationship Id="rId42" Type="http://schemas.openxmlformats.org/officeDocument/2006/relationships/customXml" Target="../ink/ink2052.xml"/><Relationship Id="rId84" Type="http://schemas.openxmlformats.org/officeDocument/2006/relationships/customXml" Target="../ink/ink2073.xml"/><Relationship Id="rId138" Type="http://schemas.openxmlformats.org/officeDocument/2006/relationships/customXml" Target="../ink/ink2100.xml"/><Relationship Id="rId191" Type="http://schemas.openxmlformats.org/officeDocument/2006/relationships/image" Target="../media/image2115.png"/><Relationship Id="rId205" Type="http://schemas.openxmlformats.org/officeDocument/2006/relationships/image" Target="../media/image2122.png"/><Relationship Id="rId247" Type="http://schemas.openxmlformats.org/officeDocument/2006/relationships/image" Target="../media/image2143.png"/><Relationship Id="rId107" Type="http://schemas.openxmlformats.org/officeDocument/2006/relationships/image" Target="../media/image2073.png"/><Relationship Id="rId289" Type="http://schemas.openxmlformats.org/officeDocument/2006/relationships/image" Target="../media/image2164.png"/><Relationship Id="rId11" Type="http://schemas.openxmlformats.org/officeDocument/2006/relationships/image" Target="../media/image2025.png"/><Relationship Id="rId53" Type="http://schemas.openxmlformats.org/officeDocument/2006/relationships/image" Target="../media/image2046.png"/><Relationship Id="rId149" Type="http://schemas.openxmlformats.org/officeDocument/2006/relationships/image" Target="../media/image2094.png"/><Relationship Id="rId314" Type="http://schemas.openxmlformats.org/officeDocument/2006/relationships/customXml" Target="../ink/ink2188.xml"/><Relationship Id="rId95" Type="http://schemas.openxmlformats.org/officeDocument/2006/relationships/image" Target="../media/image2067.png"/><Relationship Id="rId160" Type="http://schemas.openxmlformats.org/officeDocument/2006/relationships/customXml" Target="../ink/ink2111.xml"/><Relationship Id="rId216" Type="http://schemas.openxmlformats.org/officeDocument/2006/relationships/customXml" Target="../ink/ink2139.xml"/><Relationship Id="rId258" Type="http://schemas.openxmlformats.org/officeDocument/2006/relationships/customXml" Target="../ink/ink2160.xml"/><Relationship Id="rId22" Type="http://schemas.openxmlformats.org/officeDocument/2006/relationships/customXml" Target="../ink/ink2042.xml"/><Relationship Id="rId64" Type="http://schemas.openxmlformats.org/officeDocument/2006/relationships/customXml" Target="../ink/ink2063.xml"/><Relationship Id="rId118" Type="http://schemas.openxmlformats.org/officeDocument/2006/relationships/customXml" Target="../ink/ink2090.xml"/><Relationship Id="rId171" Type="http://schemas.openxmlformats.org/officeDocument/2006/relationships/image" Target="../media/image2105.png"/><Relationship Id="rId227" Type="http://schemas.openxmlformats.org/officeDocument/2006/relationships/image" Target="../media/image2133.png"/><Relationship Id="rId269" Type="http://schemas.openxmlformats.org/officeDocument/2006/relationships/image" Target="../media/image2154.png"/><Relationship Id="rId33" Type="http://schemas.openxmlformats.org/officeDocument/2006/relationships/image" Target="../media/image2036.png"/><Relationship Id="rId129" Type="http://schemas.openxmlformats.org/officeDocument/2006/relationships/image" Target="../media/image2084.png"/><Relationship Id="rId280" Type="http://schemas.openxmlformats.org/officeDocument/2006/relationships/customXml" Target="../ink/ink2171.xml"/><Relationship Id="rId75" Type="http://schemas.openxmlformats.org/officeDocument/2006/relationships/image" Target="../media/image2057.png"/><Relationship Id="rId140" Type="http://schemas.openxmlformats.org/officeDocument/2006/relationships/customXml" Target="../ink/ink2101.xml"/><Relationship Id="rId182" Type="http://schemas.openxmlformats.org/officeDocument/2006/relationships/customXml" Target="../ink/ink2122.xml"/><Relationship Id="rId6" Type="http://schemas.openxmlformats.org/officeDocument/2006/relationships/customXml" Target="../ink/ink2034.xml"/><Relationship Id="rId238" Type="http://schemas.openxmlformats.org/officeDocument/2006/relationships/customXml" Target="../ink/ink2150.xml"/><Relationship Id="rId291" Type="http://schemas.openxmlformats.org/officeDocument/2006/relationships/image" Target="../media/image2165.png"/><Relationship Id="rId305" Type="http://schemas.openxmlformats.org/officeDocument/2006/relationships/image" Target="../media/image2172.png"/><Relationship Id="rId44" Type="http://schemas.openxmlformats.org/officeDocument/2006/relationships/customXml" Target="../ink/ink2053.xml"/><Relationship Id="rId86" Type="http://schemas.openxmlformats.org/officeDocument/2006/relationships/customXml" Target="../ink/ink2074.xml"/><Relationship Id="rId151" Type="http://schemas.openxmlformats.org/officeDocument/2006/relationships/image" Target="../media/image2095.png"/><Relationship Id="rId193" Type="http://schemas.openxmlformats.org/officeDocument/2006/relationships/image" Target="../media/image2116.png"/><Relationship Id="rId207" Type="http://schemas.openxmlformats.org/officeDocument/2006/relationships/image" Target="../media/image2123.png"/><Relationship Id="rId249" Type="http://schemas.openxmlformats.org/officeDocument/2006/relationships/image" Target="../media/image2144.png"/></Relationships>
</file>

<file path=ppt/slides/_rels/slide3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35.png"/><Relationship Id="rId299" Type="http://schemas.openxmlformats.org/officeDocument/2006/relationships/image" Target="../media/image2326.png"/><Relationship Id="rId21" Type="http://schemas.openxmlformats.org/officeDocument/2006/relationships/image" Target="../media/image2187.png"/><Relationship Id="rId63" Type="http://schemas.openxmlformats.org/officeDocument/2006/relationships/image" Target="../media/image2208.png"/><Relationship Id="rId159" Type="http://schemas.openxmlformats.org/officeDocument/2006/relationships/image" Target="../media/image2256.png"/><Relationship Id="rId170" Type="http://schemas.openxmlformats.org/officeDocument/2006/relationships/customXml" Target="../ink/ink2274.xml"/><Relationship Id="rId226" Type="http://schemas.openxmlformats.org/officeDocument/2006/relationships/customXml" Target="../ink/ink2302.xml"/><Relationship Id="rId268" Type="http://schemas.openxmlformats.org/officeDocument/2006/relationships/customXml" Target="../ink/ink2323.xml"/><Relationship Id="rId32" Type="http://schemas.openxmlformats.org/officeDocument/2006/relationships/customXml" Target="../ink/ink2205.xml"/><Relationship Id="rId74" Type="http://schemas.openxmlformats.org/officeDocument/2006/relationships/customXml" Target="../ink/ink2226.xml"/><Relationship Id="rId128" Type="http://schemas.openxmlformats.org/officeDocument/2006/relationships/customXml" Target="../ink/ink2253.xml"/><Relationship Id="rId5" Type="http://schemas.openxmlformats.org/officeDocument/2006/relationships/image" Target="../media/image2179.png"/><Relationship Id="rId181" Type="http://schemas.openxmlformats.org/officeDocument/2006/relationships/image" Target="../media/image2267.png"/><Relationship Id="rId237" Type="http://schemas.openxmlformats.org/officeDocument/2006/relationships/image" Target="../media/image2295.png"/><Relationship Id="rId279" Type="http://schemas.openxmlformats.org/officeDocument/2006/relationships/image" Target="../media/image2316.png"/><Relationship Id="rId43" Type="http://schemas.openxmlformats.org/officeDocument/2006/relationships/image" Target="../media/image2198.png"/><Relationship Id="rId139" Type="http://schemas.openxmlformats.org/officeDocument/2006/relationships/image" Target="../media/image2246.png"/><Relationship Id="rId290" Type="http://schemas.openxmlformats.org/officeDocument/2006/relationships/customXml" Target="../ink/ink2334.xml"/><Relationship Id="rId304" Type="http://schemas.openxmlformats.org/officeDocument/2006/relationships/customXml" Target="../ink/ink2341.xml"/><Relationship Id="rId85" Type="http://schemas.openxmlformats.org/officeDocument/2006/relationships/image" Target="../media/image2219.png"/><Relationship Id="rId150" Type="http://schemas.openxmlformats.org/officeDocument/2006/relationships/customXml" Target="../ink/ink2264.xml"/><Relationship Id="rId192" Type="http://schemas.openxmlformats.org/officeDocument/2006/relationships/customXml" Target="../ink/ink2285.xml"/><Relationship Id="rId206" Type="http://schemas.openxmlformats.org/officeDocument/2006/relationships/customXml" Target="../ink/ink2292.xml"/><Relationship Id="rId248" Type="http://schemas.openxmlformats.org/officeDocument/2006/relationships/customXml" Target="../ink/ink2313.xml"/><Relationship Id="rId12" Type="http://schemas.openxmlformats.org/officeDocument/2006/relationships/customXml" Target="../ink/ink2195.xml"/><Relationship Id="rId108" Type="http://schemas.openxmlformats.org/officeDocument/2006/relationships/customXml" Target="../ink/ink2243.xml"/><Relationship Id="rId315" Type="http://schemas.openxmlformats.org/officeDocument/2006/relationships/image" Target="../media/image2334.png"/><Relationship Id="rId54" Type="http://schemas.openxmlformats.org/officeDocument/2006/relationships/customXml" Target="../ink/ink2216.xml"/><Relationship Id="rId96" Type="http://schemas.openxmlformats.org/officeDocument/2006/relationships/customXml" Target="../ink/ink2237.xml"/><Relationship Id="rId161" Type="http://schemas.openxmlformats.org/officeDocument/2006/relationships/image" Target="../media/image2257.png"/><Relationship Id="rId217" Type="http://schemas.openxmlformats.org/officeDocument/2006/relationships/image" Target="../media/image2285.png"/><Relationship Id="rId259" Type="http://schemas.openxmlformats.org/officeDocument/2006/relationships/image" Target="../media/image2306.png"/><Relationship Id="rId23" Type="http://schemas.openxmlformats.org/officeDocument/2006/relationships/image" Target="../media/image2188.png"/><Relationship Id="rId119" Type="http://schemas.openxmlformats.org/officeDocument/2006/relationships/image" Target="../media/image2236.png"/><Relationship Id="rId270" Type="http://schemas.openxmlformats.org/officeDocument/2006/relationships/customXml" Target="../ink/ink2324.xml"/><Relationship Id="rId65" Type="http://schemas.openxmlformats.org/officeDocument/2006/relationships/image" Target="../media/image2209.png"/><Relationship Id="rId130" Type="http://schemas.openxmlformats.org/officeDocument/2006/relationships/customXml" Target="../ink/ink2254.xml"/><Relationship Id="rId172" Type="http://schemas.openxmlformats.org/officeDocument/2006/relationships/customXml" Target="../ink/ink2275.xml"/><Relationship Id="rId193" Type="http://schemas.openxmlformats.org/officeDocument/2006/relationships/image" Target="../media/image2273.png"/><Relationship Id="rId207" Type="http://schemas.openxmlformats.org/officeDocument/2006/relationships/image" Target="../media/image2280.png"/><Relationship Id="rId228" Type="http://schemas.openxmlformats.org/officeDocument/2006/relationships/customXml" Target="../ink/ink2303.xml"/><Relationship Id="rId249" Type="http://schemas.openxmlformats.org/officeDocument/2006/relationships/image" Target="../media/image2301.png"/><Relationship Id="rId13" Type="http://schemas.openxmlformats.org/officeDocument/2006/relationships/image" Target="../media/image2183.png"/><Relationship Id="rId109" Type="http://schemas.openxmlformats.org/officeDocument/2006/relationships/image" Target="../media/image2231.png"/><Relationship Id="rId260" Type="http://schemas.openxmlformats.org/officeDocument/2006/relationships/customXml" Target="../ink/ink2319.xml"/><Relationship Id="rId281" Type="http://schemas.openxmlformats.org/officeDocument/2006/relationships/image" Target="../media/image2317.png"/><Relationship Id="rId34" Type="http://schemas.openxmlformats.org/officeDocument/2006/relationships/customXml" Target="../ink/ink2206.xml"/><Relationship Id="rId55" Type="http://schemas.openxmlformats.org/officeDocument/2006/relationships/image" Target="../media/image2204.png"/><Relationship Id="rId76" Type="http://schemas.openxmlformats.org/officeDocument/2006/relationships/customXml" Target="../ink/ink2227.xml"/><Relationship Id="rId97" Type="http://schemas.openxmlformats.org/officeDocument/2006/relationships/image" Target="../media/image2225.png"/><Relationship Id="rId120" Type="http://schemas.openxmlformats.org/officeDocument/2006/relationships/customXml" Target="../ink/ink2249.xml"/><Relationship Id="rId141" Type="http://schemas.openxmlformats.org/officeDocument/2006/relationships/image" Target="../media/image2247.png"/><Relationship Id="rId7" Type="http://schemas.openxmlformats.org/officeDocument/2006/relationships/image" Target="../media/image2180.png"/><Relationship Id="rId162" Type="http://schemas.openxmlformats.org/officeDocument/2006/relationships/customXml" Target="../ink/ink2270.xml"/><Relationship Id="rId183" Type="http://schemas.openxmlformats.org/officeDocument/2006/relationships/image" Target="../media/image2268.png"/><Relationship Id="rId218" Type="http://schemas.openxmlformats.org/officeDocument/2006/relationships/customXml" Target="../ink/ink2298.xml"/><Relationship Id="rId239" Type="http://schemas.openxmlformats.org/officeDocument/2006/relationships/image" Target="../media/image2296.png"/><Relationship Id="rId250" Type="http://schemas.openxmlformats.org/officeDocument/2006/relationships/customXml" Target="../ink/ink2314.xml"/><Relationship Id="rId271" Type="http://schemas.openxmlformats.org/officeDocument/2006/relationships/image" Target="../media/image2312.png"/><Relationship Id="rId292" Type="http://schemas.openxmlformats.org/officeDocument/2006/relationships/customXml" Target="../ink/ink2335.xml"/><Relationship Id="rId306" Type="http://schemas.openxmlformats.org/officeDocument/2006/relationships/customXml" Target="../ink/ink2342.xml"/><Relationship Id="rId24" Type="http://schemas.openxmlformats.org/officeDocument/2006/relationships/customXml" Target="../ink/ink2201.xml"/><Relationship Id="rId45" Type="http://schemas.openxmlformats.org/officeDocument/2006/relationships/image" Target="../media/image2199.png"/><Relationship Id="rId66" Type="http://schemas.openxmlformats.org/officeDocument/2006/relationships/customXml" Target="../ink/ink2222.xml"/><Relationship Id="rId87" Type="http://schemas.openxmlformats.org/officeDocument/2006/relationships/image" Target="../media/image2220.png"/><Relationship Id="rId110" Type="http://schemas.openxmlformats.org/officeDocument/2006/relationships/customXml" Target="../ink/ink2244.xml"/><Relationship Id="rId131" Type="http://schemas.openxmlformats.org/officeDocument/2006/relationships/image" Target="../media/image2242.png"/><Relationship Id="rId152" Type="http://schemas.openxmlformats.org/officeDocument/2006/relationships/customXml" Target="../ink/ink2265.xml"/><Relationship Id="rId173" Type="http://schemas.openxmlformats.org/officeDocument/2006/relationships/image" Target="../media/image2263.png"/><Relationship Id="rId194" Type="http://schemas.openxmlformats.org/officeDocument/2006/relationships/customXml" Target="../ink/ink2286.xml"/><Relationship Id="rId208" Type="http://schemas.openxmlformats.org/officeDocument/2006/relationships/customXml" Target="../ink/ink2293.xml"/><Relationship Id="rId229" Type="http://schemas.openxmlformats.org/officeDocument/2006/relationships/image" Target="../media/image2291.png"/><Relationship Id="rId240" Type="http://schemas.openxmlformats.org/officeDocument/2006/relationships/customXml" Target="../ink/ink2309.xml"/><Relationship Id="rId261" Type="http://schemas.openxmlformats.org/officeDocument/2006/relationships/image" Target="../media/image2307.png"/><Relationship Id="rId14" Type="http://schemas.openxmlformats.org/officeDocument/2006/relationships/customXml" Target="../ink/ink2196.xml"/><Relationship Id="rId35" Type="http://schemas.openxmlformats.org/officeDocument/2006/relationships/image" Target="../media/image2194.png"/><Relationship Id="rId56" Type="http://schemas.openxmlformats.org/officeDocument/2006/relationships/customXml" Target="../ink/ink2217.xml"/><Relationship Id="rId77" Type="http://schemas.openxmlformats.org/officeDocument/2006/relationships/image" Target="../media/image2215.png"/><Relationship Id="rId100" Type="http://schemas.openxmlformats.org/officeDocument/2006/relationships/customXml" Target="../ink/ink2239.xml"/><Relationship Id="rId282" Type="http://schemas.openxmlformats.org/officeDocument/2006/relationships/customXml" Target="../ink/ink2330.xml"/><Relationship Id="rId8" Type="http://schemas.openxmlformats.org/officeDocument/2006/relationships/customXml" Target="../ink/ink2193.xml"/><Relationship Id="rId98" Type="http://schemas.openxmlformats.org/officeDocument/2006/relationships/customXml" Target="../ink/ink2238.xml"/><Relationship Id="rId121" Type="http://schemas.openxmlformats.org/officeDocument/2006/relationships/image" Target="../media/image2237.png"/><Relationship Id="rId142" Type="http://schemas.openxmlformats.org/officeDocument/2006/relationships/customXml" Target="../ink/ink2260.xml"/><Relationship Id="rId163" Type="http://schemas.openxmlformats.org/officeDocument/2006/relationships/image" Target="../media/image2258.png"/><Relationship Id="rId184" Type="http://schemas.openxmlformats.org/officeDocument/2006/relationships/customXml" Target="../ink/ink2281.xml"/><Relationship Id="rId219" Type="http://schemas.openxmlformats.org/officeDocument/2006/relationships/image" Target="../media/image2286.png"/><Relationship Id="rId230" Type="http://schemas.openxmlformats.org/officeDocument/2006/relationships/customXml" Target="../ink/ink2304.xml"/><Relationship Id="rId251" Type="http://schemas.openxmlformats.org/officeDocument/2006/relationships/image" Target="../media/image2302.png"/><Relationship Id="rId25" Type="http://schemas.openxmlformats.org/officeDocument/2006/relationships/image" Target="../media/image2189.png"/><Relationship Id="rId46" Type="http://schemas.openxmlformats.org/officeDocument/2006/relationships/customXml" Target="../ink/ink2212.xml"/><Relationship Id="rId67" Type="http://schemas.openxmlformats.org/officeDocument/2006/relationships/image" Target="../media/image2210.png"/><Relationship Id="rId272" Type="http://schemas.openxmlformats.org/officeDocument/2006/relationships/customXml" Target="../ink/ink2325.xml"/><Relationship Id="rId293" Type="http://schemas.openxmlformats.org/officeDocument/2006/relationships/image" Target="../media/image2323.png"/><Relationship Id="rId307" Type="http://schemas.openxmlformats.org/officeDocument/2006/relationships/image" Target="../media/image2330.png"/><Relationship Id="rId88" Type="http://schemas.openxmlformats.org/officeDocument/2006/relationships/customXml" Target="../ink/ink2233.xml"/><Relationship Id="rId111" Type="http://schemas.openxmlformats.org/officeDocument/2006/relationships/image" Target="../media/image2232.png"/><Relationship Id="rId132" Type="http://schemas.openxmlformats.org/officeDocument/2006/relationships/customXml" Target="../ink/ink2255.xml"/><Relationship Id="rId153" Type="http://schemas.openxmlformats.org/officeDocument/2006/relationships/image" Target="../media/image2253.png"/><Relationship Id="rId174" Type="http://schemas.openxmlformats.org/officeDocument/2006/relationships/customXml" Target="../ink/ink2276.xml"/><Relationship Id="rId195" Type="http://schemas.openxmlformats.org/officeDocument/2006/relationships/image" Target="../media/image2274.png"/><Relationship Id="rId209" Type="http://schemas.openxmlformats.org/officeDocument/2006/relationships/image" Target="../media/image2281.png"/><Relationship Id="rId220" Type="http://schemas.openxmlformats.org/officeDocument/2006/relationships/customXml" Target="../ink/ink2299.xml"/><Relationship Id="rId241" Type="http://schemas.openxmlformats.org/officeDocument/2006/relationships/image" Target="../media/image2297.png"/><Relationship Id="rId15" Type="http://schemas.openxmlformats.org/officeDocument/2006/relationships/image" Target="../media/image2184.png"/><Relationship Id="rId36" Type="http://schemas.openxmlformats.org/officeDocument/2006/relationships/customXml" Target="../ink/ink2207.xml"/><Relationship Id="rId57" Type="http://schemas.openxmlformats.org/officeDocument/2006/relationships/image" Target="../media/image2205.png"/><Relationship Id="rId262" Type="http://schemas.openxmlformats.org/officeDocument/2006/relationships/customXml" Target="../ink/ink2320.xml"/><Relationship Id="rId283" Type="http://schemas.openxmlformats.org/officeDocument/2006/relationships/image" Target="../media/image2318.png"/><Relationship Id="rId78" Type="http://schemas.openxmlformats.org/officeDocument/2006/relationships/customXml" Target="../ink/ink2228.xml"/><Relationship Id="rId99" Type="http://schemas.openxmlformats.org/officeDocument/2006/relationships/image" Target="../media/image2226.png"/><Relationship Id="rId101" Type="http://schemas.openxmlformats.org/officeDocument/2006/relationships/image" Target="../media/image2227.png"/><Relationship Id="rId122" Type="http://schemas.openxmlformats.org/officeDocument/2006/relationships/customXml" Target="../ink/ink2250.xml"/><Relationship Id="rId143" Type="http://schemas.openxmlformats.org/officeDocument/2006/relationships/image" Target="../media/image2248.png"/><Relationship Id="rId164" Type="http://schemas.openxmlformats.org/officeDocument/2006/relationships/customXml" Target="../ink/ink2271.xml"/><Relationship Id="rId185" Type="http://schemas.openxmlformats.org/officeDocument/2006/relationships/image" Target="../media/image2269.png"/><Relationship Id="rId9" Type="http://schemas.openxmlformats.org/officeDocument/2006/relationships/image" Target="../media/image2181.png"/><Relationship Id="rId210" Type="http://schemas.openxmlformats.org/officeDocument/2006/relationships/customXml" Target="../ink/ink2294.xml"/><Relationship Id="rId26" Type="http://schemas.openxmlformats.org/officeDocument/2006/relationships/customXml" Target="../ink/ink2202.xml"/><Relationship Id="rId231" Type="http://schemas.openxmlformats.org/officeDocument/2006/relationships/image" Target="../media/image2292.png"/><Relationship Id="rId252" Type="http://schemas.openxmlformats.org/officeDocument/2006/relationships/customXml" Target="../ink/ink2315.xml"/><Relationship Id="rId273" Type="http://schemas.openxmlformats.org/officeDocument/2006/relationships/image" Target="../media/image2313.png"/><Relationship Id="rId294" Type="http://schemas.openxmlformats.org/officeDocument/2006/relationships/customXml" Target="../ink/ink2336.xml"/><Relationship Id="rId308" Type="http://schemas.openxmlformats.org/officeDocument/2006/relationships/customXml" Target="../ink/ink2343.xml"/><Relationship Id="rId47" Type="http://schemas.openxmlformats.org/officeDocument/2006/relationships/image" Target="../media/image2200.png"/><Relationship Id="rId68" Type="http://schemas.openxmlformats.org/officeDocument/2006/relationships/customXml" Target="../ink/ink2223.xml"/><Relationship Id="rId89" Type="http://schemas.openxmlformats.org/officeDocument/2006/relationships/image" Target="../media/image2221.png"/><Relationship Id="rId112" Type="http://schemas.openxmlformats.org/officeDocument/2006/relationships/customXml" Target="../ink/ink2245.xml"/><Relationship Id="rId133" Type="http://schemas.openxmlformats.org/officeDocument/2006/relationships/image" Target="../media/image2243.png"/><Relationship Id="rId154" Type="http://schemas.openxmlformats.org/officeDocument/2006/relationships/customXml" Target="../ink/ink2266.xml"/><Relationship Id="rId175" Type="http://schemas.openxmlformats.org/officeDocument/2006/relationships/image" Target="../media/image2264.png"/><Relationship Id="rId196" Type="http://schemas.openxmlformats.org/officeDocument/2006/relationships/customXml" Target="../ink/ink2287.xml"/><Relationship Id="rId200" Type="http://schemas.openxmlformats.org/officeDocument/2006/relationships/customXml" Target="../ink/ink2289.xml"/><Relationship Id="rId16" Type="http://schemas.openxmlformats.org/officeDocument/2006/relationships/customXml" Target="../ink/ink2197.xml"/><Relationship Id="rId221" Type="http://schemas.openxmlformats.org/officeDocument/2006/relationships/image" Target="../media/image2287.png"/><Relationship Id="rId242" Type="http://schemas.openxmlformats.org/officeDocument/2006/relationships/customXml" Target="../ink/ink2310.xml"/><Relationship Id="rId263" Type="http://schemas.openxmlformats.org/officeDocument/2006/relationships/image" Target="../media/image2308.png"/><Relationship Id="rId284" Type="http://schemas.openxmlformats.org/officeDocument/2006/relationships/customXml" Target="../ink/ink2331.xml"/><Relationship Id="rId37" Type="http://schemas.openxmlformats.org/officeDocument/2006/relationships/image" Target="../media/image2195.png"/><Relationship Id="rId58" Type="http://schemas.openxmlformats.org/officeDocument/2006/relationships/customXml" Target="../ink/ink2218.xml"/><Relationship Id="rId79" Type="http://schemas.openxmlformats.org/officeDocument/2006/relationships/image" Target="../media/image2216.png"/><Relationship Id="rId102" Type="http://schemas.openxmlformats.org/officeDocument/2006/relationships/customXml" Target="../ink/ink2240.xml"/><Relationship Id="rId123" Type="http://schemas.openxmlformats.org/officeDocument/2006/relationships/image" Target="../media/image2238.png"/><Relationship Id="rId144" Type="http://schemas.openxmlformats.org/officeDocument/2006/relationships/customXml" Target="../ink/ink2261.xml"/><Relationship Id="rId90" Type="http://schemas.openxmlformats.org/officeDocument/2006/relationships/customXml" Target="../ink/ink2234.xml"/><Relationship Id="rId165" Type="http://schemas.openxmlformats.org/officeDocument/2006/relationships/image" Target="../media/image2259.png"/><Relationship Id="rId186" Type="http://schemas.openxmlformats.org/officeDocument/2006/relationships/customXml" Target="../ink/ink2282.xml"/><Relationship Id="rId211" Type="http://schemas.openxmlformats.org/officeDocument/2006/relationships/image" Target="../media/image2282.png"/><Relationship Id="rId232" Type="http://schemas.openxmlformats.org/officeDocument/2006/relationships/customXml" Target="../ink/ink2305.xml"/><Relationship Id="rId253" Type="http://schemas.openxmlformats.org/officeDocument/2006/relationships/image" Target="../media/image2303.png"/><Relationship Id="rId274" Type="http://schemas.openxmlformats.org/officeDocument/2006/relationships/customXml" Target="../ink/ink2326.xml"/><Relationship Id="rId295" Type="http://schemas.openxmlformats.org/officeDocument/2006/relationships/image" Target="../media/image2324.png"/><Relationship Id="rId309" Type="http://schemas.openxmlformats.org/officeDocument/2006/relationships/image" Target="../media/image2331.png"/><Relationship Id="rId27" Type="http://schemas.openxmlformats.org/officeDocument/2006/relationships/image" Target="../media/image2190.png"/><Relationship Id="rId48" Type="http://schemas.openxmlformats.org/officeDocument/2006/relationships/customXml" Target="../ink/ink2213.xml"/><Relationship Id="rId69" Type="http://schemas.openxmlformats.org/officeDocument/2006/relationships/image" Target="../media/image2211.png"/><Relationship Id="rId113" Type="http://schemas.openxmlformats.org/officeDocument/2006/relationships/image" Target="../media/image2233.png"/><Relationship Id="rId134" Type="http://schemas.openxmlformats.org/officeDocument/2006/relationships/customXml" Target="../ink/ink2256.xml"/><Relationship Id="rId80" Type="http://schemas.openxmlformats.org/officeDocument/2006/relationships/customXml" Target="../ink/ink2229.xml"/><Relationship Id="rId155" Type="http://schemas.openxmlformats.org/officeDocument/2006/relationships/image" Target="../media/image2254.png"/><Relationship Id="rId176" Type="http://schemas.openxmlformats.org/officeDocument/2006/relationships/customXml" Target="../ink/ink2277.xml"/><Relationship Id="rId197" Type="http://schemas.openxmlformats.org/officeDocument/2006/relationships/image" Target="../media/image2275.png"/><Relationship Id="rId201" Type="http://schemas.openxmlformats.org/officeDocument/2006/relationships/image" Target="../media/image2277.png"/><Relationship Id="rId222" Type="http://schemas.openxmlformats.org/officeDocument/2006/relationships/customXml" Target="../ink/ink2300.xml"/><Relationship Id="rId243" Type="http://schemas.openxmlformats.org/officeDocument/2006/relationships/image" Target="../media/image2298.png"/><Relationship Id="rId264" Type="http://schemas.openxmlformats.org/officeDocument/2006/relationships/customXml" Target="../ink/ink2321.xml"/><Relationship Id="rId285" Type="http://schemas.openxmlformats.org/officeDocument/2006/relationships/image" Target="../media/image2319.png"/><Relationship Id="rId17" Type="http://schemas.openxmlformats.org/officeDocument/2006/relationships/image" Target="../media/image2185.png"/><Relationship Id="rId38" Type="http://schemas.openxmlformats.org/officeDocument/2006/relationships/customXml" Target="../ink/ink2208.xml"/><Relationship Id="rId59" Type="http://schemas.openxmlformats.org/officeDocument/2006/relationships/image" Target="../media/image2206.png"/><Relationship Id="rId103" Type="http://schemas.openxmlformats.org/officeDocument/2006/relationships/image" Target="../media/image2228.png"/><Relationship Id="rId124" Type="http://schemas.openxmlformats.org/officeDocument/2006/relationships/customXml" Target="../ink/ink2251.xml"/><Relationship Id="rId310" Type="http://schemas.openxmlformats.org/officeDocument/2006/relationships/customXml" Target="../ink/ink2344.xml"/><Relationship Id="rId70" Type="http://schemas.openxmlformats.org/officeDocument/2006/relationships/customXml" Target="../ink/ink2224.xml"/><Relationship Id="rId91" Type="http://schemas.openxmlformats.org/officeDocument/2006/relationships/image" Target="../media/image2222.png"/><Relationship Id="rId145" Type="http://schemas.openxmlformats.org/officeDocument/2006/relationships/image" Target="../media/image2249.png"/><Relationship Id="rId166" Type="http://schemas.openxmlformats.org/officeDocument/2006/relationships/customXml" Target="../ink/ink2272.xml"/><Relationship Id="rId187" Type="http://schemas.openxmlformats.org/officeDocument/2006/relationships/image" Target="../media/image227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295.xml"/><Relationship Id="rId233" Type="http://schemas.openxmlformats.org/officeDocument/2006/relationships/image" Target="../media/image2293.png"/><Relationship Id="rId254" Type="http://schemas.openxmlformats.org/officeDocument/2006/relationships/customXml" Target="../ink/ink2316.xml"/><Relationship Id="rId28" Type="http://schemas.openxmlformats.org/officeDocument/2006/relationships/customXml" Target="../ink/ink2203.xml"/><Relationship Id="rId49" Type="http://schemas.openxmlformats.org/officeDocument/2006/relationships/image" Target="../media/image2201.png"/><Relationship Id="rId114" Type="http://schemas.openxmlformats.org/officeDocument/2006/relationships/customXml" Target="../ink/ink2246.xml"/><Relationship Id="rId275" Type="http://schemas.openxmlformats.org/officeDocument/2006/relationships/image" Target="../media/image2314.png"/><Relationship Id="rId296" Type="http://schemas.openxmlformats.org/officeDocument/2006/relationships/customXml" Target="../ink/ink2337.xml"/><Relationship Id="rId300" Type="http://schemas.openxmlformats.org/officeDocument/2006/relationships/customXml" Target="../ink/ink2339.xml"/><Relationship Id="rId60" Type="http://schemas.openxmlformats.org/officeDocument/2006/relationships/customXml" Target="../ink/ink2219.xml"/><Relationship Id="rId81" Type="http://schemas.openxmlformats.org/officeDocument/2006/relationships/image" Target="../media/image2217.png"/><Relationship Id="rId135" Type="http://schemas.openxmlformats.org/officeDocument/2006/relationships/image" Target="../media/image2244.png"/><Relationship Id="rId156" Type="http://schemas.openxmlformats.org/officeDocument/2006/relationships/customXml" Target="../ink/ink2267.xml"/><Relationship Id="rId177" Type="http://schemas.openxmlformats.org/officeDocument/2006/relationships/image" Target="../media/image2265.png"/><Relationship Id="rId198" Type="http://schemas.openxmlformats.org/officeDocument/2006/relationships/customXml" Target="../ink/ink2288.xml"/><Relationship Id="rId202" Type="http://schemas.openxmlformats.org/officeDocument/2006/relationships/customXml" Target="../ink/ink2290.xml"/><Relationship Id="rId223" Type="http://schemas.openxmlformats.org/officeDocument/2006/relationships/image" Target="../media/image2288.png"/><Relationship Id="rId244" Type="http://schemas.openxmlformats.org/officeDocument/2006/relationships/customXml" Target="../ink/ink2311.xml"/><Relationship Id="rId18" Type="http://schemas.openxmlformats.org/officeDocument/2006/relationships/customXml" Target="../ink/ink2198.xml"/><Relationship Id="rId39" Type="http://schemas.openxmlformats.org/officeDocument/2006/relationships/image" Target="../media/image2196.png"/><Relationship Id="rId265" Type="http://schemas.openxmlformats.org/officeDocument/2006/relationships/image" Target="../media/image2309.png"/><Relationship Id="rId286" Type="http://schemas.openxmlformats.org/officeDocument/2006/relationships/customXml" Target="../ink/ink2332.xml"/><Relationship Id="rId50" Type="http://schemas.openxmlformats.org/officeDocument/2006/relationships/customXml" Target="../ink/ink2214.xml"/><Relationship Id="rId104" Type="http://schemas.openxmlformats.org/officeDocument/2006/relationships/customXml" Target="../ink/ink2241.xml"/><Relationship Id="rId125" Type="http://schemas.openxmlformats.org/officeDocument/2006/relationships/image" Target="../media/image2239.png"/><Relationship Id="rId146" Type="http://schemas.openxmlformats.org/officeDocument/2006/relationships/customXml" Target="../ink/ink2262.xml"/><Relationship Id="rId167" Type="http://schemas.openxmlformats.org/officeDocument/2006/relationships/image" Target="../media/image2260.png"/><Relationship Id="rId188" Type="http://schemas.openxmlformats.org/officeDocument/2006/relationships/customXml" Target="../ink/ink2283.xml"/><Relationship Id="rId311" Type="http://schemas.openxmlformats.org/officeDocument/2006/relationships/image" Target="../media/image2332.png"/><Relationship Id="rId71" Type="http://schemas.openxmlformats.org/officeDocument/2006/relationships/image" Target="../media/image2212.png"/><Relationship Id="rId92" Type="http://schemas.openxmlformats.org/officeDocument/2006/relationships/customXml" Target="../ink/ink2235.xml"/><Relationship Id="rId213" Type="http://schemas.openxmlformats.org/officeDocument/2006/relationships/image" Target="../media/image2283.png"/><Relationship Id="rId234" Type="http://schemas.openxmlformats.org/officeDocument/2006/relationships/customXml" Target="../ink/ink2306.xml"/><Relationship Id="rId2" Type="http://schemas.openxmlformats.org/officeDocument/2006/relationships/customXml" Target="../ink/ink2190.xml"/><Relationship Id="rId29" Type="http://schemas.openxmlformats.org/officeDocument/2006/relationships/image" Target="../media/image2191.png"/><Relationship Id="rId255" Type="http://schemas.openxmlformats.org/officeDocument/2006/relationships/image" Target="../media/image2304.png"/><Relationship Id="rId276" Type="http://schemas.openxmlformats.org/officeDocument/2006/relationships/customXml" Target="../ink/ink2327.xml"/><Relationship Id="rId297" Type="http://schemas.openxmlformats.org/officeDocument/2006/relationships/image" Target="../media/image2325.png"/><Relationship Id="rId40" Type="http://schemas.openxmlformats.org/officeDocument/2006/relationships/customXml" Target="../ink/ink2209.xml"/><Relationship Id="rId115" Type="http://schemas.openxmlformats.org/officeDocument/2006/relationships/image" Target="../media/image2234.png"/><Relationship Id="rId136" Type="http://schemas.openxmlformats.org/officeDocument/2006/relationships/customXml" Target="../ink/ink2257.xml"/><Relationship Id="rId157" Type="http://schemas.openxmlformats.org/officeDocument/2006/relationships/image" Target="../media/image2255.png"/><Relationship Id="rId178" Type="http://schemas.openxmlformats.org/officeDocument/2006/relationships/customXml" Target="../ink/ink2278.xml"/><Relationship Id="rId301" Type="http://schemas.openxmlformats.org/officeDocument/2006/relationships/image" Target="../media/image2327.png"/><Relationship Id="rId61" Type="http://schemas.openxmlformats.org/officeDocument/2006/relationships/image" Target="../media/image2207.png"/><Relationship Id="rId82" Type="http://schemas.openxmlformats.org/officeDocument/2006/relationships/customXml" Target="../ink/ink2230.xml"/><Relationship Id="rId199" Type="http://schemas.openxmlformats.org/officeDocument/2006/relationships/image" Target="../media/image2276.png"/><Relationship Id="rId203" Type="http://schemas.openxmlformats.org/officeDocument/2006/relationships/image" Target="../media/image2278.png"/><Relationship Id="rId19" Type="http://schemas.openxmlformats.org/officeDocument/2006/relationships/image" Target="../media/image2186.png"/><Relationship Id="rId224" Type="http://schemas.openxmlformats.org/officeDocument/2006/relationships/customXml" Target="../ink/ink2301.xml"/><Relationship Id="rId245" Type="http://schemas.openxmlformats.org/officeDocument/2006/relationships/image" Target="../media/image2299.png"/><Relationship Id="rId266" Type="http://schemas.openxmlformats.org/officeDocument/2006/relationships/customXml" Target="../ink/ink2322.xml"/><Relationship Id="rId287" Type="http://schemas.openxmlformats.org/officeDocument/2006/relationships/image" Target="../media/image2320.png"/><Relationship Id="rId30" Type="http://schemas.openxmlformats.org/officeDocument/2006/relationships/customXml" Target="../ink/ink2204.xml"/><Relationship Id="rId105" Type="http://schemas.openxmlformats.org/officeDocument/2006/relationships/image" Target="../media/image2229.png"/><Relationship Id="rId126" Type="http://schemas.openxmlformats.org/officeDocument/2006/relationships/customXml" Target="../ink/ink2252.xml"/><Relationship Id="rId147" Type="http://schemas.openxmlformats.org/officeDocument/2006/relationships/image" Target="../media/image2250.png"/><Relationship Id="rId168" Type="http://schemas.openxmlformats.org/officeDocument/2006/relationships/customXml" Target="../ink/ink2273.xml"/><Relationship Id="rId312" Type="http://schemas.openxmlformats.org/officeDocument/2006/relationships/customXml" Target="../ink/ink2345.xml"/><Relationship Id="rId51" Type="http://schemas.openxmlformats.org/officeDocument/2006/relationships/image" Target="../media/image2202.png"/><Relationship Id="rId72" Type="http://schemas.openxmlformats.org/officeDocument/2006/relationships/customXml" Target="../ink/ink2225.xml"/><Relationship Id="rId93" Type="http://schemas.openxmlformats.org/officeDocument/2006/relationships/image" Target="../media/image2223.png"/><Relationship Id="rId189" Type="http://schemas.openxmlformats.org/officeDocument/2006/relationships/image" Target="../media/image2271.png"/><Relationship Id="rId3" Type="http://schemas.openxmlformats.org/officeDocument/2006/relationships/image" Target="../media/image1810.png"/><Relationship Id="rId214" Type="http://schemas.openxmlformats.org/officeDocument/2006/relationships/customXml" Target="../ink/ink2296.xml"/><Relationship Id="rId235" Type="http://schemas.openxmlformats.org/officeDocument/2006/relationships/image" Target="../media/image2294.png"/><Relationship Id="rId256" Type="http://schemas.openxmlformats.org/officeDocument/2006/relationships/customXml" Target="../ink/ink2317.xml"/><Relationship Id="rId277" Type="http://schemas.openxmlformats.org/officeDocument/2006/relationships/image" Target="../media/image2315.png"/><Relationship Id="rId298" Type="http://schemas.openxmlformats.org/officeDocument/2006/relationships/customXml" Target="../ink/ink2338.xml"/><Relationship Id="rId116" Type="http://schemas.openxmlformats.org/officeDocument/2006/relationships/customXml" Target="../ink/ink2247.xml"/><Relationship Id="rId137" Type="http://schemas.openxmlformats.org/officeDocument/2006/relationships/image" Target="../media/image2245.png"/><Relationship Id="rId158" Type="http://schemas.openxmlformats.org/officeDocument/2006/relationships/customXml" Target="../ink/ink2268.xml"/><Relationship Id="rId302" Type="http://schemas.openxmlformats.org/officeDocument/2006/relationships/customXml" Target="../ink/ink2340.xml"/><Relationship Id="rId20" Type="http://schemas.openxmlformats.org/officeDocument/2006/relationships/customXml" Target="../ink/ink2199.xml"/><Relationship Id="rId41" Type="http://schemas.openxmlformats.org/officeDocument/2006/relationships/image" Target="../media/image2197.png"/><Relationship Id="rId62" Type="http://schemas.openxmlformats.org/officeDocument/2006/relationships/customXml" Target="../ink/ink2220.xml"/><Relationship Id="rId83" Type="http://schemas.openxmlformats.org/officeDocument/2006/relationships/image" Target="../media/image2218.png"/><Relationship Id="rId179" Type="http://schemas.openxmlformats.org/officeDocument/2006/relationships/image" Target="../media/image2266.png"/><Relationship Id="rId190" Type="http://schemas.openxmlformats.org/officeDocument/2006/relationships/customXml" Target="../ink/ink2284.xml"/><Relationship Id="rId204" Type="http://schemas.openxmlformats.org/officeDocument/2006/relationships/customXml" Target="../ink/ink2291.xml"/><Relationship Id="rId225" Type="http://schemas.openxmlformats.org/officeDocument/2006/relationships/image" Target="../media/image2289.png"/><Relationship Id="rId246" Type="http://schemas.openxmlformats.org/officeDocument/2006/relationships/customXml" Target="../ink/ink2312.xml"/><Relationship Id="rId267" Type="http://schemas.openxmlformats.org/officeDocument/2006/relationships/image" Target="../media/image2310.png"/><Relationship Id="rId288" Type="http://schemas.openxmlformats.org/officeDocument/2006/relationships/customXml" Target="../ink/ink2333.xml"/><Relationship Id="rId106" Type="http://schemas.openxmlformats.org/officeDocument/2006/relationships/customXml" Target="../ink/ink2242.xml"/><Relationship Id="rId127" Type="http://schemas.openxmlformats.org/officeDocument/2006/relationships/image" Target="../media/image2240.png"/><Relationship Id="rId313" Type="http://schemas.openxmlformats.org/officeDocument/2006/relationships/image" Target="../media/image2333.png"/><Relationship Id="rId10" Type="http://schemas.openxmlformats.org/officeDocument/2006/relationships/customXml" Target="../ink/ink2194.xml"/><Relationship Id="rId31" Type="http://schemas.openxmlformats.org/officeDocument/2006/relationships/image" Target="../media/image2192.png"/><Relationship Id="rId52" Type="http://schemas.openxmlformats.org/officeDocument/2006/relationships/customXml" Target="../ink/ink2215.xml"/><Relationship Id="rId73" Type="http://schemas.openxmlformats.org/officeDocument/2006/relationships/image" Target="../media/image2213.png"/><Relationship Id="rId94" Type="http://schemas.openxmlformats.org/officeDocument/2006/relationships/customXml" Target="../ink/ink2236.xml"/><Relationship Id="rId148" Type="http://schemas.openxmlformats.org/officeDocument/2006/relationships/customXml" Target="../ink/ink2263.xml"/><Relationship Id="rId169" Type="http://schemas.openxmlformats.org/officeDocument/2006/relationships/image" Target="../media/image2261.png"/><Relationship Id="rId4" Type="http://schemas.openxmlformats.org/officeDocument/2006/relationships/customXml" Target="../ink/ink2191.xml"/><Relationship Id="rId180" Type="http://schemas.openxmlformats.org/officeDocument/2006/relationships/customXml" Target="../ink/ink2279.xml"/><Relationship Id="rId215" Type="http://schemas.openxmlformats.org/officeDocument/2006/relationships/image" Target="../media/image2284.png"/><Relationship Id="rId236" Type="http://schemas.openxmlformats.org/officeDocument/2006/relationships/customXml" Target="../ink/ink2307.xml"/><Relationship Id="rId257" Type="http://schemas.openxmlformats.org/officeDocument/2006/relationships/image" Target="../media/image2305.png"/><Relationship Id="rId278" Type="http://schemas.openxmlformats.org/officeDocument/2006/relationships/customXml" Target="../ink/ink2328.xml"/><Relationship Id="rId303" Type="http://schemas.openxmlformats.org/officeDocument/2006/relationships/image" Target="../media/image2328.png"/><Relationship Id="rId42" Type="http://schemas.openxmlformats.org/officeDocument/2006/relationships/customXml" Target="../ink/ink2210.xml"/><Relationship Id="rId84" Type="http://schemas.openxmlformats.org/officeDocument/2006/relationships/customXml" Target="../ink/ink2231.xml"/><Relationship Id="rId138" Type="http://schemas.openxmlformats.org/officeDocument/2006/relationships/customXml" Target="../ink/ink2258.xml"/><Relationship Id="rId191" Type="http://schemas.openxmlformats.org/officeDocument/2006/relationships/image" Target="../media/image2272.png"/><Relationship Id="rId205" Type="http://schemas.openxmlformats.org/officeDocument/2006/relationships/image" Target="../media/image2279.png"/><Relationship Id="rId247" Type="http://schemas.openxmlformats.org/officeDocument/2006/relationships/image" Target="../media/image2300.png"/><Relationship Id="rId107" Type="http://schemas.openxmlformats.org/officeDocument/2006/relationships/image" Target="../media/image2230.png"/><Relationship Id="rId289" Type="http://schemas.openxmlformats.org/officeDocument/2006/relationships/image" Target="../media/image2321.png"/><Relationship Id="rId11" Type="http://schemas.openxmlformats.org/officeDocument/2006/relationships/image" Target="../media/image2182.png"/><Relationship Id="rId53" Type="http://schemas.openxmlformats.org/officeDocument/2006/relationships/image" Target="../media/image2203.png"/><Relationship Id="rId149" Type="http://schemas.openxmlformats.org/officeDocument/2006/relationships/image" Target="../media/image2251.png"/><Relationship Id="rId314" Type="http://schemas.openxmlformats.org/officeDocument/2006/relationships/customXml" Target="../ink/ink2346.xml"/><Relationship Id="rId95" Type="http://schemas.openxmlformats.org/officeDocument/2006/relationships/image" Target="../media/image2224.png"/><Relationship Id="rId160" Type="http://schemas.openxmlformats.org/officeDocument/2006/relationships/customXml" Target="../ink/ink2269.xml"/><Relationship Id="rId216" Type="http://schemas.openxmlformats.org/officeDocument/2006/relationships/customXml" Target="../ink/ink2297.xml"/><Relationship Id="rId258" Type="http://schemas.openxmlformats.org/officeDocument/2006/relationships/customXml" Target="../ink/ink2318.xml"/><Relationship Id="rId22" Type="http://schemas.openxmlformats.org/officeDocument/2006/relationships/customXml" Target="../ink/ink2200.xml"/><Relationship Id="rId64" Type="http://schemas.openxmlformats.org/officeDocument/2006/relationships/customXml" Target="../ink/ink2221.xml"/><Relationship Id="rId118" Type="http://schemas.openxmlformats.org/officeDocument/2006/relationships/customXml" Target="../ink/ink2248.xml"/><Relationship Id="rId171" Type="http://schemas.openxmlformats.org/officeDocument/2006/relationships/image" Target="../media/image2262.png"/><Relationship Id="rId227" Type="http://schemas.openxmlformats.org/officeDocument/2006/relationships/image" Target="../media/image2290.png"/><Relationship Id="rId269" Type="http://schemas.openxmlformats.org/officeDocument/2006/relationships/image" Target="../media/image2311.png"/><Relationship Id="rId33" Type="http://schemas.openxmlformats.org/officeDocument/2006/relationships/image" Target="../media/image2193.png"/><Relationship Id="rId129" Type="http://schemas.openxmlformats.org/officeDocument/2006/relationships/image" Target="../media/image2241.png"/><Relationship Id="rId280" Type="http://schemas.openxmlformats.org/officeDocument/2006/relationships/customXml" Target="../ink/ink2329.xml"/><Relationship Id="rId75" Type="http://schemas.openxmlformats.org/officeDocument/2006/relationships/image" Target="../media/image2214.png"/><Relationship Id="rId140" Type="http://schemas.openxmlformats.org/officeDocument/2006/relationships/customXml" Target="../ink/ink2259.xml"/><Relationship Id="rId182" Type="http://schemas.openxmlformats.org/officeDocument/2006/relationships/customXml" Target="../ink/ink2280.xml"/><Relationship Id="rId6" Type="http://schemas.openxmlformats.org/officeDocument/2006/relationships/customXml" Target="../ink/ink2192.xml"/><Relationship Id="rId238" Type="http://schemas.openxmlformats.org/officeDocument/2006/relationships/customXml" Target="../ink/ink2308.xml"/><Relationship Id="rId291" Type="http://schemas.openxmlformats.org/officeDocument/2006/relationships/image" Target="../media/image2322.png"/><Relationship Id="rId305" Type="http://schemas.openxmlformats.org/officeDocument/2006/relationships/image" Target="../media/image2329.png"/><Relationship Id="rId44" Type="http://schemas.openxmlformats.org/officeDocument/2006/relationships/customXml" Target="../ink/ink2211.xml"/><Relationship Id="rId86" Type="http://schemas.openxmlformats.org/officeDocument/2006/relationships/customXml" Target="../ink/ink2232.xml"/><Relationship Id="rId151" Type="http://schemas.openxmlformats.org/officeDocument/2006/relationships/image" Target="../media/image2252.png"/></Relationships>
</file>

<file path=ppt/slides/_rels/slide3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391.png"/><Relationship Id="rId21" Type="http://schemas.openxmlformats.org/officeDocument/2006/relationships/image" Target="../media/image2343.png"/><Relationship Id="rId42" Type="http://schemas.openxmlformats.org/officeDocument/2006/relationships/customXml" Target="../ink/ink2367.xml"/><Relationship Id="rId63" Type="http://schemas.openxmlformats.org/officeDocument/2006/relationships/image" Target="../media/image2364.png"/><Relationship Id="rId84" Type="http://schemas.openxmlformats.org/officeDocument/2006/relationships/customXml" Target="../ink/ink2388.xml"/><Relationship Id="rId138" Type="http://schemas.openxmlformats.org/officeDocument/2006/relationships/customXml" Target="../ink/ink2415.xml"/><Relationship Id="rId159" Type="http://schemas.openxmlformats.org/officeDocument/2006/relationships/image" Target="../media/image2412.png"/><Relationship Id="rId170" Type="http://schemas.openxmlformats.org/officeDocument/2006/relationships/customXml" Target="../ink/ink2431.xml"/><Relationship Id="rId191" Type="http://schemas.openxmlformats.org/officeDocument/2006/relationships/image" Target="../media/image2428.png"/><Relationship Id="rId205" Type="http://schemas.openxmlformats.org/officeDocument/2006/relationships/image" Target="../media/image2435.png"/><Relationship Id="rId226" Type="http://schemas.openxmlformats.org/officeDocument/2006/relationships/customXml" Target="../ink/ink2459.xml"/><Relationship Id="rId107" Type="http://schemas.openxmlformats.org/officeDocument/2006/relationships/image" Target="../media/image2386.png"/><Relationship Id="rId11" Type="http://schemas.openxmlformats.org/officeDocument/2006/relationships/image" Target="../media/image2338.png"/><Relationship Id="rId32" Type="http://schemas.openxmlformats.org/officeDocument/2006/relationships/customXml" Target="../ink/ink2362.xml"/><Relationship Id="rId53" Type="http://schemas.openxmlformats.org/officeDocument/2006/relationships/image" Target="../media/image2359.png"/><Relationship Id="rId74" Type="http://schemas.openxmlformats.org/officeDocument/2006/relationships/customXml" Target="../ink/ink2383.xml"/><Relationship Id="rId128" Type="http://schemas.openxmlformats.org/officeDocument/2006/relationships/customXml" Target="../ink/ink2410.xml"/><Relationship Id="rId149" Type="http://schemas.openxmlformats.org/officeDocument/2006/relationships/image" Target="../media/image2407.png"/><Relationship Id="rId5" Type="http://schemas.openxmlformats.org/officeDocument/2006/relationships/image" Target="../media/image2335.png"/><Relationship Id="rId95" Type="http://schemas.openxmlformats.org/officeDocument/2006/relationships/image" Target="../media/image2380.png"/><Relationship Id="rId160" Type="http://schemas.openxmlformats.org/officeDocument/2006/relationships/customXml" Target="../ink/ink2426.xml"/><Relationship Id="rId181" Type="http://schemas.openxmlformats.org/officeDocument/2006/relationships/image" Target="../media/image2423.png"/><Relationship Id="rId216" Type="http://schemas.openxmlformats.org/officeDocument/2006/relationships/customXml" Target="../ink/ink2454.xml"/><Relationship Id="rId22" Type="http://schemas.openxmlformats.org/officeDocument/2006/relationships/customXml" Target="../ink/ink2357.xml"/><Relationship Id="rId43" Type="http://schemas.openxmlformats.org/officeDocument/2006/relationships/image" Target="../media/image2354.png"/><Relationship Id="rId64" Type="http://schemas.openxmlformats.org/officeDocument/2006/relationships/customXml" Target="../ink/ink2378.xml"/><Relationship Id="rId118" Type="http://schemas.openxmlformats.org/officeDocument/2006/relationships/customXml" Target="../ink/ink2405.xml"/><Relationship Id="rId139" Type="http://schemas.openxmlformats.org/officeDocument/2006/relationships/image" Target="../media/image2402.png"/><Relationship Id="rId85" Type="http://schemas.openxmlformats.org/officeDocument/2006/relationships/image" Target="../media/image2375.png"/><Relationship Id="rId150" Type="http://schemas.openxmlformats.org/officeDocument/2006/relationships/customXml" Target="../ink/ink2421.xml"/><Relationship Id="rId171" Type="http://schemas.openxmlformats.org/officeDocument/2006/relationships/image" Target="../media/image2418.png"/><Relationship Id="rId192" Type="http://schemas.openxmlformats.org/officeDocument/2006/relationships/customXml" Target="../ink/ink2442.xml"/><Relationship Id="rId206" Type="http://schemas.openxmlformats.org/officeDocument/2006/relationships/customXml" Target="../ink/ink2449.xml"/><Relationship Id="rId227" Type="http://schemas.openxmlformats.org/officeDocument/2006/relationships/image" Target="../media/image2446.png"/><Relationship Id="rId12" Type="http://schemas.openxmlformats.org/officeDocument/2006/relationships/customXml" Target="../ink/ink2352.xml"/><Relationship Id="rId33" Type="http://schemas.openxmlformats.org/officeDocument/2006/relationships/image" Target="../media/image2349.png"/><Relationship Id="rId108" Type="http://schemas.openxmlformats.org/officeDocument/2006/relationships/customXml" Target="../ink/ink2400.xml"/><Relationship Id="rId129" Type="http://schemas.openxmlformats.org/officeDocument/2006/relationships/image" Target="../media/image2397.png"/><Relationship Id="rId54" Type="http://schemas.openxmlformats.org/officeDocument/2006/relationships/customXml" Target="../ink/ink2373.xml"/><Relationship Id="rId75" Type="http://schemas.openxmlformats.org/officeDocument/2006/relationships/image" Target="../media/image2370.png"/><Relationship Id="rId96" Type="http://schemas.openxmlformats.org/officeDocument/2006/relationships/customXml" Target="../ink/ink2394.xml"/><Relationship Id="rId140" Type="http://schemas.openxmlformats.org/officeDocument/2006/relationships/customXml" Target="../ink/ink2416.xml"/><Relationship Id="rId161" Type="http://schemas.openxmlformats.org/officeDocument/2006/relationships/image" Target="../media/image2413.png"/><Relationship Id="rId182" Type="http://schemas.openxmlformats.org/officeDocument/2006/relationships/customXml" Target="../ink/ink2437.xml"/><Relationship Id="rId217" Type="http://schemas.openxmlformats.org/officeDocument/2006/relationships/image" Target="../media/image2441.png"/><Relationship Id="rId6" Type="http://schemas.openxmlformats.org/officeDocument/2006/relationships/customXml" Target="../ink/ink2349.xml"/><Relationship Id="rId23" Type="http://schemas.openxmlformats.org/officeDocument/2006/relationships/image" Target="../media/image2344.png"/><Relationship Id="rId119" Type="http://schemas.openxmlformats.org/officeDocument/2006/relationships/image" Target="../media/image2392.png"/><Relationship Id="rId44" Type="http://schemas.openxmlformats.org/officeDocument/2006/relationships/customXml" Target="../ink/ink2368.xml"/><Relationship Id="rId65" Type="http://schemas.openxmlformats.org/officeDocument/2006/relationships/image" Target="../media/image2365.png"/><Relationship Id="rId86" Type="http://schemas.openxmlformats.org/officeDocument/2006/relationships/customXml" Target="../ink/ink2389.xml"/><Relationship Id="rId130" Type="http://schemas.openxmlformats.org/officeDocument/2006/relationships/customXml" Target="../ink/ink2411.xml"/><Relationship Id="rId151" Type="http://schemas.openxmlformats.org/officeDocument/2006/relationships/image" Target="../media/image2408.png"/><Relationship Id="rId172" Type="http://schemas.openxmlformats.org/officeDocument/2006/relationships/customXml" Target="../ink/ink2432.xml"/><Relationship Id="rId193" Type="http://schemas.openxmlformats.org/officeDocument/2006/relationships/image" Target="../media/image2429.png"/><Relationship Id="rId207" Type="http://schemas.openxmlformats.org/officeDocument/2006/relationships/image" Target="../media/image2436.png"/><Relationship Id="rId228" Type="http://schemas.openxmlformats.org/officeDocument/2006/relationships/customXml" Target="../ink/ink2460.xml"/><Relationship Id="rId13" Type="http://schemas.openxmlformats.org/officeDocument/2006/relationships/image" Target="../media/image2339.png"/><Relationship Id="rId109" Type="http://schemas.openxmlformats.org/officeDocument/2006/relationships/image" Target="../media/image2387.png"/><Relationship Id="rId34" Type="http://schemas.openxmlformats.org/officeDocument/2006/relationships/customXml" Target="../ink/ink2363.xml"/><Relationship Id="rId55" Type="http://schemas.openxmlformats.org/officeDocument/2006/relationships/image" Target="../media/image2360.png"/><Relationship Id="rId76" Type="http://schemas.openxmlformats.org/officeDocument/2006/relationships/customXml" Target="../ink/ink2384.xml"/><Relationship Id="rId97" Type="http://schemas.openxmlformats.org/officeDocument/2006/relationships/image" Target="../media/image2381.png"/><Relationship Id="rId120" Type="http://schemas.openxmlformats.org/officeDocument/2006/relationships/customXml" Target="../ink/ink2406.xml"/><Relationship Id="rId141" Type="http://schemas.openxmlformats.org/officeDocument/2006/relationships/image" Target="../media/image2403.png"/><Relationship Id="rId7" Type="http://schemas.openxmlformats.org/officeDocument/2006/relationships/image" Target="../media/image2336.png"/><Relationship Id="rId162" Type="http://schemas.openxmlformats.org/officeDocument/2006/relationships/customXml" Target="../ink/ink2427.xml"/><Relationship Id="rId183" Type="http://schemas.openxmlformats.org/officeDocument/2006/relationships/image" Target="../media/image2424.png"/><Relationship Id="rId218" Type="http://schemas.openxmlformats.org/officeDocument/2006/relationships/customXml" Target="../ink/ink2455.xml"/><Relationship Id="rId24" Type="http://schemas.openxmlformats.org/officeDocument/2006/relationships/customXml" Target="../ink/ink2358.xml"/><Relationship Id="rId45" Type="http://schemas.openxmlformats.org/officeDocument/2006/relationships/image" Target="../media/image2355.png"/><Relationship Id="rId66" Type="http://schemas.openxmlformats.org/officeDocument/2006/relationships/customXml" Target="../ink/ink2379.xml"/><Relationship Id="rId87" Type="http://schemas.openxmlformats.org/officeDocument/2006/relationships/image" Target="../media/image2376.png"/><Relationship Id="rId110" Type="http://schemas.openxmlformats.org/officeDocument/2006/relationships/customXml" Target="../ink/ink2401.xml"/><Relationship Id="rId131" Type="http://schemas.openxmlformats.org/officeDocument/2006/relationships/image" Target="../media/image2398.png"/><Relationship Id="rId152" Type="http://schemas.openxmlformats.org/officeDocument/2006/relationships/customXml" Target="../ink/ink2422.xml"/><Relationship Id="rId173" Type="http://schemas.openxmlformats.org/officeDocument/2006/relationships/image" Target="../media/image2419.png"/><Relationship Id="rId194" Type="http://schemas.openxmlformats.org/officeDocument/2006/relationships/customXml" Target="../ink/ink2443.xml"/><Relationship Id="rId208" Type="http://schemas.openxmlformats.org/officeDocument/2006/relationships/customXml" Target="../ink/ink2450.xml"/><Relationship Id="rId229" Type="http://schemas.openxmlformats.org/officeDocument/2006/relationships/image" Target="../media/image2447.png"/><Relationship Id="rId14" Type="http://schemas.openxmlformats.org/officeDocument/2006/relationships/customXml" Target="../ink/ink2353.xml"/><Relationship Id="rId35" Type="http://schemas.openxmlformats.org/officeDocument/2006/relationships/image" Target="../media/image2350.png"/><Relationship Id="rId56" Type="http://schemas.openxmlformats.org/officeDocument/2006/relationships/customXml" Target="../ink/ink2374.xml"/><Relationship Id="rId77" Type="http://schemas.openxmlformats.org/officeDocument/2006/relationships/image" Target="../media/image2371.png"/><Relationship Id="rId100" Type="http://schemas.openxmlformats.org/officeDocument/2006/relationships/customXml" Target="../ink/ink2396.xml"/><Relationship Id="rId8" Type="http://schemas.openxmlformats.org/officeDocument/2006/relationships/customXml" Target="../ink/ink2350.xml"/><Relationship Id="rId98" Type="http://schemas.openxmlformats.org/officeDocument/2006/relationships/customXml" Target="../ink/ink2395.xml"/><Relationship Id="rId121" Type="http://schemas.openxmlformats.org/officeDocument/2006/relationships/image" Target="../media/image2393.png"/><Relationship Id="rId142" Type="http://schemas.openxmlformats.org/officeDocument/2006/relationships/customXml" Target="../ink/ink2417.xml"/><Relationship Id="rId163" Type="http://schemas.openxmlformats.org/officeDocument/2006/relationships/image" Target="../media/image2414.png"/><Relationship Id="rId184" Type="http://schemas.openxmlformats.org/officeDocument/2006/relationships/customXml" Target="../ink/ink2438.xml"/><Relationship Id="rId219" Type="http://schemas.openxmlformats.org/officeDocument/2006/relationships/image" Target="../media/image2442.png"/><Relationship Id="rId25" Type="http://schemas.openxmlformats.org/officeDocument/2006/relationships/image" Target="../media/image2345.png"/><Relationship Id="rId46" Type="http://schemas.openxmlformats.org/officeDocument/2006/relationships/customXml" Target="../ink/ink2369.xml"/><Relationship Id="rId67" Type="http://schemas.openxmlformats.org/officeDocument/2006/relationships/image" Target="../media/image2366.png"/><Relationship Id="rId116" Type="http://schemas.openxmlformats.org/officeDocument/2006/relationships/customXml" Target="../ink/ink2404.xml"/><Relationship Id="rId137" Type="http://schemas.openxmlformats.org/officeDocument/2006/relationships/image" Target="../media/image2401.png"/><Relationship Id="rId158" Type="http://schemas.openxmlformats.org/officeDocument/2006/relationships/customXml" Target="../ink/ink2425.xml"/><Relationship Id="rId20" Type="http://schemas.openxmlformats.org/officeDocument/2006/relationships/customXml" Target="../ink/ink2356.xml"/><Relationship Id="rId41" Type="http://schemas.openxmlformats.org/officeDocument/2006/relationships/image" Target="../media/image2353.png"/><Relationship Id="rId62" Type="http://schemas.openxmlformats.org/officeDocument/2006/relationships/customXml" Target="../ink/ink2377.xml"/><Relationship Id="rId83" Type="http://schemas.openxmlformats.org/officeDocument/2006/relationships/image" Target="../media/image2374.png"/><Relationship Id="rId88" Type="http://schemas.openxmlformats.org/officeDocument/2006/relationships/customXml" Target="../ink/ink2390.xml"/><Relationship Id="rId111" Type="http://schemas.openxmlformats.org/officeDocument/2006/relationships/image" Target="../media/image2388.png"/><Relationship Id="rId132" Type="http://schemas.openxmlformats.org/officeDocument/2006/relationships/customXml" Target="../ink/ink2412.xml"/><Relationship Id="rId153" Type="http://schemas.openxmlformats.org/officeDocument/2006/relationships/image" Target="../media/image2409.png"/><Relationship Id="rId174" Type="http://schemas.openxmlformats.org/officeDocument/2006/relationships/customXml" Target="../ink/ink2433.xml"/><Relationship Id="rId179" Type="http://schemas.openxmlformats.org/officeDocument/2006/relationships/image" Target="../media/image2422.png"/><Relationship Id="rId195" Type="http://schemas.openxmlformats.org/officeDocument/2006/relationships/image" Target="../media/image2430.png"/><Relationship Id="rId209" Type="http://schemas.openxmlformats.org/officeDocument/2006/relationships/image" Target="../media/image2437.png"/><Relationship Id="rId190" Type="http://schemas.openxmlformats.org/officeDocument/2006/relationships/customXml" Target="../ink/ink2441.xml"/><Relationship Id="rId204" Type="http://schemas.openxmlformats.org/officeDocument/2006/relationships/customXml" Target="../ink/ink2448.xml"/><Relationship Id="rId220" Type="http://schemas.openxmlformats.org/officeDocument/2006/relationships/customXml" Target="../ink/ink2456.xml"/><Relationship Id="rId225" Type="http://schemas.openxmlformats.org/officeDocument/2006/relationships/image" Target="../media/image2445.png"/><Relationship Id="rId15" Type="http://schemas.openxmlformats.org/officeDocument/2006/relationships/image" Target="../media/image2340.png"/><Relationship Id="rId36" Type="http://schemas.openxmlformats.org/officeDocument/2006/relationships/customXml" Target="../ink/ink2364.xml"/><Relationship Id="rId57" Type="http://schemas.openxmlformats.org/officeDocument/2006/relationships/image" Target="../media/image2361.png"/><Relationship Id="rId106" Type="http://schemas.openxmlformats.org/officeDocument/2006/relationships/customXml" Target="../ink/ink2399.xml"/><Relationship Id="rId127" Type="http://schemas.openxmlformats.org/officeDocument/2006/relationships/image" Target="../media/image2396.png"/><Relationship Id="rId10" Type="http://schemas.openxmlformats.org/officeDocument/2006/relationships/customXml" Target="../ink/ink2351.xml"/><Relationship Id="rId31" Type="http://schemas.openxmlformats.org/officeDocument/2006/relationships/image" Target="../media/image2348.png"/><Relationship Id="rId52" Type="http://schemas.openxmlformats.org/officeDocument/2006/relationships/customXml" Target="../ink/ink2372.xml"/><Relationship Id="rId73" Type="http://schemas.openxmlformats.org/officeDocument/2006/relationships/image" Target="../media/image2369.png"/><Relationship Id="rId78" Type="http://schemas.openxmlformats.org/officeDocument/2006/relationships/customXml" Target="../ink/ink2385.xml"/><Relationship Id="rId94" Type="http://schemas.openxmlformats.org/officeDocument/2006/relationships/customXml" Target="../ink/ink2393.xml"/><Relationship Id="rId99" Type="http://schemas.openxmlformats.org/officeDocument/2006/relationships/image" Target="../media/image2382.png"/><Relationship Id="rId101" Type="http://schemas.openxmlformats.org/officeDocument/2006/relationships/image" Target="../media/image2383.png"/><Relationship Id="rId122" Type="http://schemas.openxmlformats.org/officeDocument/2006/relationships/customXml" Target="../ink/ink2407.xml"/><Relationship Id="rId143" Type="http://schemas.openxmlformats.org/officeDocument/2006/relationships/image" Target="../media/image2404.png"/><Relationship Id="rId148" Type="http://schemas.openxmlformats.org/officeDocument/2006/relationships/customXml" Target="../ink/ink2420.xml"/><Relationship Id="rId164" Type="http://schemas.openxmlformats.org/officeDocument/2006/relationships/customXml" Target="../ink/ink2428.xml"/><Relationship Id="rId169" Type="http://schemas.openxmlformats.org/officeDocument/2006/relationships/image" Target="../media/image2417.png"/><Relationship Id="rId185" Type="http://schemas.openxmlformats.org/officeDocument/2006/relationships/image" Target="../media/image2425.png"/><Relationship Id="rId4" Type="http://schemas.openxmlformats.org/officeDocument/2006/relationships/customXml" Target="../ink/ink2348.xml"/><Relationship Id="rId9" Type="http://schemas.openxmlformats.org/officeDocument/2006/relationships/image" Target="../media/image2337.png"/><Relationship Id="rId180" Type="http://schemas.openxmlformats.org/officeDocument/2006/relationships/customXml" Target="../ink/ink2436.xml"/><Relationship Id="rId210" Type="http://schemas.openxmlformats.org/officeDocument/2006/relationships/customXml" Target="../ink/ink2451.xml"/><Relationship Id="rId215" Type="http://schemas.openxmlformats.org/officeDocument/2006/relationships/image" Target="../media/image2440.png"/><Relationship Id="rId26" Type="http://schemas.openxmlformats.org/officeDocument/2006/relationships/customXml" Target="../ink/ink2359.xml"/><Relationship Id="rId47" Type="http://schemas.openxmlformats.org/officeDocument/2006/relationships/image" Target="../media/image2356.png"/><Relationship Id="rId68" Type="http://schemas.openxmlformats.org/officeDocument/2006/relationships/customXml" Target="../ink/ink2380.xml"/><Relationship Id="rId89" Type="http://schemas.openxmlformats.org/officeDocument/2006/relationships/image" Target="../media/image2377.png"/><Relationship Id="rId112" Type="http://schemas.openxmlformats.org/officeDocument/2006/relationships/customXml" Target="../ink/ink2402.xml"/><Relationship Id="rId133" Type="http://schemas.openxmlformats.org/officeDocument/2006/relationships/image" Target="../media/image2399.png"/><Relationship Id="rId154" Type="http://schemas.openxmlformats.org/officeDocument/2006/relationships/customXml" Target="../ink/ink2423.xml"/><Relationship Id="rId175" Type="http://schemas.openxmlformats.org/officeDocument/2006/relationships/image" Target="../media/image2420.png"/><Relationship Id="rId196" Type="http://schemas.openxmlformats.org/officeDocument/2006/relationships/customXml" Target="../ink/ink2444.xml"/><Relationship Id="rId200" Type="http://schemas.openxmlformats.org/officeDocument/2006/relationships/customXml" Target="../ink/ink2446.xml"/><Relationship Id="rId16" Type="http://schemas.openxmlformats.org/officeDocument/2006/relationships/customXml" Target="../ink/ink2354.xml"/><Relationship Id="rId221" Type="http://schemas.openxmlformats.org/officeDocument/2006/relationships/image" Target="../media/image2443.png"/><Relationship Id="rId37" Type="http://schemas.openxmlformats.org/officeDocument/2006/relationships/image" Target="../media/image2351.png"/><Relationship Id="rId58" Type="http://schemas.openxmlformats.org/officeDocument/2006/relationships/customXml" Target="../ink/ink2375.xml"/><Relationship Id="rId79" Type="http://schemas.openxmlformats.org/officeDocument/2006/relationships/image" Target="../media/image2372.png"/><Relationship Id="rId102" Type="http://schemas.openxmlformats.org/officeDocument/2006/relationships/customXml" Target="../ink/ink2397.xml"/><Relationship Id="rId123" Type="http://schemas.openxmlformats.org/officeDocument/2006/relationships/image" Target="../media/image2394.png"/><Relationship Id="rId144" Type="http://schemas.openxmlformats.org/officeDocument/2006/relationships/customXml" Target="../ink/ink2418.xml"/><Relationship Id="rId90" Type="http://schemas.openxmlformats.org/officeDocument/2006/relationships/customXml" Target="../ink/ink2391.xml"/><Relationship Id="rId165" Type="http://schemas.openxmlformats.org/officeDocument/2006/relationships/image" Target="../media/image2415.png"/><Relationship Id="rId186" Type="http://schemas.openxmlformats.org/officeDocument/2006/relationships/customXml" Target="../ink/ink2439.xml"/><Relationship Id="rId211" Type="http://schemas.openxmlformats.org/officeDocument/2006/relationships/image" Target="../media/image2438.png"/><Relationship Id="rId27" Type="http://schemas.openxmlformats.org/officeDocument/2006/relationships/image" Target="../media/image2346.png"/><Relationship Id="rId48" Type="http://schemas.openxmlformats.org/officeDocument/2006/relationships/customXml" Target="../ink/ink2370.xml"/><Relationship Id="rId69" Type="http://schemas.openxmlformats.org/officeDocument/2006/relationships/image" Target="../media/image2367.png"/><Relationship Id="rId113" Type="http://schemas.openxmlformats.org/officeDocument/2006/relationships/image" Target="../media/image2389.png"/><Relationship Id="rId134" Type="http://schemas.openxmlformats.org/officeDocument/2006/relationships/customXml" Target="../ink/ink2413.xml"/><Relationship Id="rId80" Type="http://schemas.openxmlformats.org/officeDocument/2006/relationships/customXml" Target="../ink/ink2386.xml"/><Relationship Id="rId155" Type="http://schemas.openxmlformats.org/officeDocument/2006/relationships/image" Target="../media/image2410.png"/><Relationship Id="rId176" Type="http://schemas.openxmlformats.org/officeDocument/2006/relationships/customXml" Target="../ink/ink2434.xml"/><Relationship Id="rId197" Type="http://schemas.openxmlformats.org/officeDocument/2006/relationships/image" Target="../media/image2431.png"/><Relationship Id="rId201" Type="http://schemas.openxmlformats.org/officeDocument/2006/relationships/image" Target="../media/image2433.png"/><Relationship Id="rId222" Type="http://schemas.openxmlformats.org/officeDocument/2006/relationships/customXml" Target="../ink/ink2457.xml"/><Relationship Id="rId17" Type="http://schemas.openxmlformats.org/officeDocument/2006/relationships/image" Target="../media/image2341.png"/><Relationship Id="rId38" Type="http://schemas.openxmlformats.org/officeDocument/2006/relationships/customXml" Target="../ink/ink2365.xml"/><Relationship Id="rId59" Type="http://schemas.openxmlformats.org/officeDocument/2006/relationships/image" Target="../media/image2362.png"/><Relationship Id="rId103" Type="http://schemas.openxmlformats.org/officeDocument/2006/relationships/image" Target="../media/image2384.png"/><Relationship Id="rId124" Type="http://schemas.openxmlformats.org/officeDocument/2006/relationships/customXml" Target="../ink/ink2408.xml"/><Relationship Id="rId70" Type="http://schemas.openxmlformats.org/officeDocument/2006/relationships/customXml" Target="../ink/ink2381.xml"/><Relationship Id="rId91" Type="http://schemas.openxmlformats.org/officeDocument/2006/relationships/image" Target="../media/image2378.png"/><Relationship Id="rId145" Type="http://schemas.openxmlformats.org/officeDocument/2006/relationships/image" Target="../media/image2405.png"/><Relationship Id="rId166" Type="http://schemas.openxmlformats.org/officeDocument/2006/relationships/customXml" Target="../ink/ink2429.xml"/><Relationship Id="rId187" Type="http://schemas.openxmlformats.org/officeDocument/2006/relationships/image" Target="../media/image2426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452.xml"/><Relationship Id="rId28" Type="http://schemas.openxmlformats.org/officeDocument/2006/relationships/customXml" Target="../ink/ink2360.xml"/><Relationship Id="rId49" Type="http://schemas.openxmlformats.org/officeDocument/2006/relationships/image" Target="../media/image2357.png"/><Relationship Id="rId114" Type="http://schemas.openxmlformats.org/officeDocument/2006/relationships/customXml" Target="../ink/ink2403.xml"/><Relationship Id="rId60" Type="http://schemas.openxmlformats.org/officeDocument/2006/relationships/customXml" Target="../ink/ink2376.xml"/><Relationship Id="rId81" Type="http://schemas.openxmlformats.org/officeDocument/2006/relationships/image" Target="../media/image2373.png"/><Relationship Id="rId135" Type="http://schemas.openxmlformats.org/officeDocument/2006/relationships/image" Target="../media/image2400.png"/><Relationship Id="rId156" Type="http://schemas.openxmlformats.org/officeDocument/2006/relationships/customXml" Target="../ink/ink2424.xml"/><Relationship Id="rId177" Type="http://schemas.openxmlformats.org/officeDocument/2006/relationships/image" Target="../media/image2421.png"/><Relationship Id="rId198" Type="http://schemas.openxmlformats.org/officeDocument/2006/relationships/customXml" Target="../ink/ink2445.xml"/><Relationship Id="rId202" Type="http://schemas.openxmlformats.org/officeDocument/2006/relationships/customXml" Target="../ink/ink2447.xml"/><Relationship Id="rId223" Type="http://schemas.openxmlformats.org/officeDocument/2006/relationships/image" Target="../media/image2444.png"/><Relationship Id="rId18" Type="http://schemas.openxmlformats.org/officeDocument/2006/relationships/customXml" Target="../ink/ink2355.xml"/><Relationship Id="rId39" Type="http://schemas.openxmlformats.org/officeDocument/2006/relationships/image" Target="../media/image2352.png"/><Relationship Id="rId50" Type="http://schemas.openxmlformats.org/officeDocument/2006/relationships/customXml" Target="../ink/ink2371.xml"/><Relationship Id="rId104" Type="http://schemas.openxmlformats.org/officeDocument/2006/relationships/customXml" Target="../ink/ink2398.xml"/><Relationship Id="rId125" Type="http://schemas.openxmlformats.org/officeDocument/2006/relationships/image" Target="../media/image2395.png"/><Relationship Id="rId146" Type="http://schemas.openxmlformats.org/officeDocument/2006/relationships/customXml" Target="../ink/ink2419.xml"/><Relationship Id="rId167" Type="http://schemas.openxmlformats.org/officeDocument/2006/relationships/image" Target="../media/image2416.png"/><Relationship Id="rId188" Type="http://schemas.openxmlformats.org/officeDocument/2006/relationships/customXml" Target="../ink/ink2440.xml"/><Relationship Id="rId71" Type="http://schemas.openxmlformats.org/officeDocument/2006/relationships/image" Target="../media/image2368.png"/><Relationship Id="rId92" Type="http://schemas.openxmlformats.org/officeDocument/2006/relationships/customXml" Target="../ink/ink2392.xml"/><Relationship Id="rId213" Type="http://schemas.openxmlformats.org/officeDocument/2006/relationships/image" Target="../media/image2439.png"/><Relationship Id="rId2" Type="http://schemas.openxmlformats.org/officeDocument/2006/relationships/customXml" Target="../ink/ink2347.xml"/><Relationship Id="rId29" Type="http://schemas.openxmlformats.org/officeDocument/2006/relationships/image" Target="../media/image2347.png"/><Relationship Id="rId40" Type="http://schemas.openxmlformats.org/officeDocument/2006/relationships/customXml" Target="../ink/ink2366.xml"/><Relationship Id="rId115" Type="http://schemas.openxmlformats.org/officeDocument/2006/relationships/image" Target="../media/image2390.png"/><Relationship Id="rId136" Type="http://schemas.openxmlformats.org/officeDocument/2006/relationships/customXml" Target="../ink/ink2414.xml"/><Relationship Id="rId157" Type="http://schemas.openxmlformats.org/officeDocument/2006/relationships/image" Target="../media/image2411.png"/><Relationship Id="rId178" Type="http://schemas.openxmlformats.org/officeDocument/2006/relationships/customXml" Target="../ink/ink2435.xml"/><Relationship Id="rId61" Type="http://schemas.openxmlformats.org/officeDocument/2006/relationships/image" Target="../media/image2363.png"/><Relationship Id="rId82" Type="http://schemas.openxmlformats.org/officeDocument/2006/relationships/customXml" Target="../ink/ink2387.xml"/><Relationship Id="rId199" Type="http://schemas.openxmlformats.org/officeDocument/2006/relationships/image" Target="../media/image2432.png"/><Relationship Id="rId203" Type="http://schemas.openxmlformats.org/officeDocument/2006/relationships/image" Target="../media/image2434.png"/><Relationship Id="rId19" Type="http://schemas.openxmlformats.org/officeDocument/2006/relationships/image" Target="../media/image2342.png"/><Relationship Id="rId224" Type="http://schemas.openxmlformats.org/officeDocument/2006/relationships/customXml" Target="../ink/ink2458.xml"/><Relationship Id="rId30" Type="http://schemas.openxmlformats.org/officeDocument/2006/relationships/customXml" Target="../ink/ink2361.xml"/><Relationship Id="rId105" Type="http://schemas.openxmlformats.org/officeDocument/2006/relationships/image" Target="../media/image2385.png"/><Relationship Id="rId126" Type="http://schemas.openxmlformats.org/officeDocument/2006/relationships/customXml" Target="../ink/ink2409.xml"/><Relationship Id="rId147" Type="http://schemas.openxmlformats.org/officeDocument/2006/relationships/image" Target="../media/image2406.png"/><Relationship Id="rId168" Type="http://schemas.openxmlformats.org/officeDocument/2006/relationships/customXml" Target="../ink/ink2430.xml"/><Relationship Id="rId51" Type="http://schemas.openxmlformats.org/officeDocument/2006/relationships/image" Target="../media/image2358.png"/><Relationship Id="rId72" Type="http://schemas.openxmlformats.org/officeDocument/2006/relationships/customXml" Target="../ink/ink2382.xml"/><Relationship Id="rId93" Type="http://schemas.openxmlformats.org/officeDocument/2006/relationships/image" Target="../media/image2379.png"/><Relationship Id="rId189" Type="http://schemas.openxmlformats.org/officeDocument/2006/relationships/image" Target="../media/image2427.png"/><Relationship Id="rId3" Type="http://schemas.openxmlformats.org/officeDocument/2006/relationships/image" Target="../media/image1810.png"/><Relationship Id="rId214" Type="http://schemas.openxmlformats.org/officeDocument/2006/relationships/customXml" Target="../ink/ink2453.xml"/></Relationships>
</file>

<file path=ppt/slides/_rels/slide4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473.xml"/><Relationship Id="rId21" Type="http://schemas.openxmlformats.org/officeDocument/2006/relationships/image" Target="../media/image2456.png"/><Relationship Id="rId42" Type="http://schemas.openxmlformats.org/officeDocument/2006/relationships/customXml" Target="../ink/ink2481.xml"/><Relationship Id="rId47" Type="http://schemas.openxmlformats.org/officeDocument/2006/relationships/image" Target="../media/image2469.png"/><Relationship Id="rId63" Type="http://schemas.openxmlformats.org/officeDocument/2006/relationships/image" Target="../media/image2477.png"/><Relationship Id="rId68" Type="http://schemas.openxmlformats.org/officeDocument/2006/relationships/customXml" Target="../ink/ink2494.xml"/><Relationship Id="rId84" Type="http://schemas.openxmlformats.org/officeDocument/2006/relationships/customXml" Target="../ink/ink2502.xml"/><Relationship Id="rId89" Type="http://schemas.openxmlformats.org/officeDocument/2006/relationships/image" Target="../media/image2490.png"/><Relationship Id="rId112" Type="http://schemas.openxmlformats.org/officeDocument/2006/relationships/customXml" Target="../ink/ink2516.xml"/><Relationship Id="rId16" Type="http://schemas.openxmlformats.org/officeDocument/2006/relationships/customXml" Target="../ink/ink2468.xml"/><Relationship Id="rId107" Type="http://schemas.openxmlformats.org/officeDocument/2006/relationships/image" Target="../media/image2499.png"/><Relationship Id="rId11" Type="http://schemas.openxmlformats.org/officeDocument/2006/relationships/image" Target="../media/image2451.png"/><Relationship Id="rId32" Type="http://schemas.openxmlformats.org/officeDocument/2006/relationships/customXml" Target="../ink/ink2476.xml"/><Relationship Id="rId37" Type="http://schemas.openxmlformats.org/officeDocument/2006/relationships/image" Target="../media/image2464.png"/><Relationship Id="rId53" Type="http://schemas.openxmlformats.org/officeDocument/2006/relationships/image" Target="../media/image2472.png"/><Relationship Id="rId58" Type="http://schemas.openxmlformats.org/officeDocument/2006/relationships/customXml" Target="../ink/ink2489.xml"/><Relationship Id="rId74" Type="http://schemas.openxmlformats.org/officeDocument/2006/relationships/customXml" Target="../ink/ink2497.xml"/><Relationship Id="rId79" Type="http://schemas.openxmlformats.org/officeDocument/2006/relationships/image" Target="../media/image2485.png"/><Relationship Id="rId102" Type="http://schemas.openxmlformats.org/officeDocument/2006/relationships/customXml" Target="../ink/ink2511.xml"/><Relationship Id="rId5" Type="http://schemas.openxmlformats.org/officeDocument/2006/relationships/image" Target="../media/image2448.png"/><Relationship Id="rId90" Type="http://schemas.openxmlformats.org/officeDocument/2006/relationships/customXml" Target="../ink/ink2505.xml"/><Relationship Id="rId95" Type="http://schemas.openxmlformats.org/officeDocument/2006/relationships/image" Target="../media/image2493.png"/><Relationship Id="rId22" Type="http://schemas.openxmlformats.org/officeDocument/2006/relationships/customXml" Target="../ink/ink2471.xml"/><Relationship Id="rId27" Type="http://schemas.openxmlformats.org/officeDocument/2006/relationships/image" Target="../media/image2459.png"/><Relationship Id="rId43" Type="http://schemas.openxmlformats.org/officeDocument/2006/relationships/image" Target="../media/image2467.png"/><Relationship Id="rId48" Type="http://schemas.openxmlformats.org/officeDocument/2006/relationships/customXml" Target="../ink/ink2484.xml"/><Relationship Id="rId64" Type="http://schemas.openxmlformats.org/officeDocument/2006/relationships/customXml" Target="../ink/ink2492.xml"/><Relationship Id="rId69" Type="http://schemas.openxmlformats.org/officeDocument/2006/relationships/image" Target="../media/image2480.png"/><Relationship Id="rId113" Type="http://schemas.openxmlformats.org/officeDocument/2006/relationships/image" Target="../media/image2502.png"/><Relationship Id="rId80" Type="http://schemas.openxmlformats.org/officeDocument/2006/relationships/customXml" Target="../ink/ink2500.xml"/><Relationship Id="rId85" Type="http://schemas.openxmlformats.org/officeDocument/2006/relationships/image" Target="../media/image2488.png"/><Relationship Id="rId12" Type="http://schemas.openxmlformats.org/officeDocument/2006/relationships/customXml" Target="../ink/ink2466.xml"/><Relationship Id="rId17" Type="http://schemas.openxmlformats.org/officeDocument/2006/relationships/image" Target="../media/image2454.png"/><Relationship Id="rId33" Type="http://schemas.openxmlformats.org/officeDocument/2006/relationships/image" Target="../media/image2462.png"/><Relationship Id="rId38" Type="http://schemas.openxmlformats.org/officeDocument/2006/relationships/customXml" Target="../ink/ink2479.xml"/><Relationship Id="rId59" Type="http://schemas.openxmlformats.org/officeDocument/2006/relationships/image" Target="../media/image2475.png"/><Relationship Id="rId103" Type="http://schemas.openxmlformats.org/officeDocument/2006/relationships/image" Target="../media/image2497.png"/><Relationship Id="rId108" Type="http://schemas.openxmlformats.org/officeDocument/2006/relationships/customXml" Target="../ink/ink2514.xml"/><Relationship Id="rId54" Type="http://schemas.openxmlformats.org/officeDocument/2006/relationships/customXml" Target="../ink/ink2487.xml"/><Relationship Id="rId70" Type="http://schemas.openxmlformats.org/officeDocument/2006/relationships/customXml" Target="../ink/ink2495.xml"/><Relationship Id="rId75" Type="http://schemas.openxmlformats.org/officeDocument/2006/relationships/image" Target="../media/image2483.png"/><Relationship Id="rId91" Type="http://schemas.openxmlformats.org/officeDocument/2006/relationships/image" Target="../media/image2491.png"/><Relationship Id="rId96" Type="http://schemas.openxmlformats.org/officeDocument/2006/relationships/customXml" Target="../ink/ink250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63.xml"/><Relationship Id="rId15" Type="http://schemas.openxmlformats.org/officeDocument/2006/relationships/image" Target="../media/image2453.png"/><Relationship Id="rId23" Type="http://schemas.openxmlformats.org/officeDocument/2006/relationships/image" Target="../media/image2457.png"/><Relationship Id="rId28" Type="http://schemas.openxmlformats.org/officeDocument/2006/relationships/customXml" Target="../ink/ink2474.xml"/><Relationship Id="rId36" Type="http://schemas.openxmlformats.org/officeDocument/2006/relationships/customXml" Target="../ink/ink2478.xml"/><Relationship Id="rId49" Type="http://schemas.openxmlformats.org/officeDocument/2006/relationships/image" Target="../media/image2470.png"/><Relationship Id="rId57" Type="http://schemas.openxmlformats.org/officeDocument/2006/relationships/image" Target="../media/image2474.png"/><Relationship Id="rId106" Type="http://schemas.openxmlformats.org/officeDocument/2006/relationships/customXml" Target="../ink/ink2513.xml"/><Relationship Id="rId114" Type="http://schemas.openxmlformats.org/officeDocument/2006/relationships/customXml" Target="../ink/ink2517.xml"/><Relationship Id="rId10" Type="http://schemas.openxmlformats.org/officeDocument/2006/relationships/customXml" Target="../ink/ink2465.xml"/><Relationship Id="rId31" Type="http://schemas.openxmlformats.org/officeDocument/2006/relationships/image" Target="../media/image2461.png"/><Relationship Id="rId44" Type="http://schemas.openxmlformats.org/officeDocument/2006/relationships/customXml" Target="../ink/ink2482.xml"/><Relationship Id="rId52" Type="http://schemas.openxmlformats.org/officeDocument/2006/relationships/customXml" Target="../ink/ink2486.xml"/><Relationship Id="rId60" Type="http://schemas.openxmlformats.org/officeDocument/2006/relationships/customXml" Target="../ink/ink2490.xml"/><Relationship Id="rId65" Type="http://schemas.openxmlformats.org/officeDocument/2006/relationships/image" Target="../media/image2478.png"/><Relationship Id="rId73" Type="http://schemas.openxmlformats.org/officeDocument/2006/relationships/image" Target="../media/image2482.png"/><Relationship Id="rId78" Type="http://schemas.openxmlformats.org/officeDocument/2006/relationships/customXml" Target="../ink/ink2499.xml"/><Relationship Id="rId81" Type="http://schemas.openxmlformats.org/officeDocument/2006/relationships/image" Target="../media/image2486.png"/><Relationship Id="rId86" Type="http://schemas.openxmlformats.org/officeDocument/2006/relationships/customXml" Target="../ink/ink2503.xml"/><Relationship Id="rId94" Type="http://schemas.openxmlformats.org/officeDocument/2006/relationships/customXml" Target="../ink/ink2507.xml"/><Relationship Id="rId99" Type="http://schemas.openxmlformats.org/officeDocument/2006/relationships/image" Target="../media/image2495.png"/><Relationship Id="rId101" Type="http://schemas.openxmlformats.org/officeDocument/2006/relationships/image" Target="../media/image2496.png"/><Relationship Id="rId4" Type="http://schemas.openxmlformats.org/officeDocument/2006/relationships/customXml" Target="../ink/ink2462.xml"/><Relationship Id="rId9" Type="http://schemas.openxmlformats.org/officeDocument/2006/relationships/image" Target="../media/image2450.png"/><Relationship Id="rId13" Type="http://schemas.openxmlformats.org/officeDocument/2006/relationships/image" Target="../media/image2452.png"/><Relationship Id="rId18" Type="http://schemas.openxmlformats.org/officeDocument/2006/relationships/customXml" Target="../ink/ink2469.xml"/><Relationship Id="rId39" Type="http://schemas.openxmlformats.org/officeDocument/2006/relationships/image" Target="../media/image2465.png"/><Relationship Id="rId109" Type="http://schemas.openxmlformats.org/officeDocument/2006/relationships/image" Target="../media/image2500.png"/><Relationship Id="rId34" Type="http://schemas.openxmlformats.org/officeDocument/2006/relationships/customXml" Target="../ink/ink2477.xml"/><Relationship Id="rId50" Type="http://schemas.openxmlformats.org/officeDocument/2006/relationships/customXml" Target="../ink/ink2485.xml"/><Relationship Id="rId55" Type="http://schemas.openxmlformats.org/officeDocument/2006/relationships/image" Target="../media/image2473.png"/><Relationship Id="rId76" Type="http://schemas.openxmlformats.org/officeDocument/2006/relationships/customXml" Target="../ink/ink2498.xml"/><Relationship Id="rId97" Type="http://schemas.openxmlformats.org/officeDocument/2006/relationships/image" Target="../media/image2494.png"/><Relationship Id="rId104" Type="http://schemas.openxmlformats.org/officeDocument/2006/relationships/customXml" Target="../ink/ink2512.xml"/><Relationship Id="rId7" Type="http://schemas.openxmlformats.org/officeDocument/2006/relationships/image" Target="../media/image2449.png"/><Relationship Id="rId71" Type="http://schemas.openxmlformats.org/officeDocument/2006/relationships/image" Target="../media/image2481.png"/><Relationship Id="rId92" Type="http://schemas.openxmlformats.org/officeDocument/2006/relationships/customXml" Target="../ink/ink2506.xml"/><Relationship Id="rId2" Type="http://schemas.openxmlformats.org/officeDocument/2006/relationships/customXml" Target="../ink/ink2461.xml"/><Relationship Id="rId29" Type="http://schemas.openxmlformats.org/officeDocument/2006/relationships/image" Target="../media/image2460.png"/><Relationship Id="rId24" Type="http://schemas.openxmlformats.org/officeDocument/2006/relationships/customXml" Target="../ink/ink2472.xml"/><Relationship Id="rId40" Type="http://schemas.openxmlformats.org/officeDocument/2006/relationships/customXml" Target="../ink/ink2480.xml"/><Relationship Id="rId45" Type="http://schemas.openxmlformats.org/officeDocument/2006/relationships/image" Target="../media/image2468.png"/><Relationship Id="rId66" Type="http://schemas.openxmlformats.org/officeDocument/2006/relationships/customXml" Target="../ink/ink2493.xml"/><Relationship Id="rId87" Type="http://schemas.openxmlformats.org/officeDocument/2006/relationships/image" Target="../media/image2489.png"/><Relationship Id="rId110" Type="http://schemas.openxmlformats.org/officeDocument/2006/relationships/customXml" Target="../ink/ink2515.xml"/><Relationship Id="rId115" Type="http://schemas.openxmlformats.org/officeDocument/2006/relationships/image" Target="../media/image2503.png"/><Relationship Id="rId61" Type="http://schemas.openxmlformats.org/officeDocument/2006/relationships/image" Target="../media/image2476.png"/><Relationship Id="rId82" Type="http://schemas.openxmlformats.org/officeDocument/2006/relationships/customXml" Target="../ink/ink2501.xml"/><Relationship Id="rId19" Type="http://schemas.openxmlformats.org/officeDocument/2006/relationships/image" Target="../media/image2455.png"/><Relationship Id="rId14" Type="http://schemas.openxmlformats.org/officeDocument/2006/relationships/customXml" Target="../ink/ink2467.xml"/><Relationship Id="rId30" Type="http://schemas.openxmlformats.org/officeDocument/2006/relationships/customXml" Target="../ink/ink2475.xml"/><Relationship Id="rId35" Type="http://schemas.openxmlformats.org/officeDocument/2006/relationships/image" Target="../media/image2463.png"/><Relationship Id="rId56" Type="http://schemas.openxmlformats.org/officeDocument/2006/relationships/customXml" Target="../ink/ink2488.xml"/><Relationship Id="rId77" Type="http://schemas.openxmlformats.org/officeDocument/2006/relationships/image" Target="../media/image2484.png"/><Relationship Id="rId100" Type="http://schemas.openxmlformats.org/officeDocument/2006/relationships/customXml" Target="../ink/ink2510.xml"/><Relationship Id="rId105" Type="http://schemas.openxmlformats.org/officeDocument/2006/relationships/image" Target="../media/image2498.png"/><Relationship Id="rId8" Type="http://schemas.openxmlformats.org/officeDocument/2006/relationships/customXml" Target="../ink/ink2464.xml"/><Relationship Id="rId51" Type="http://schemas.openxmlformats.org/officeDocument/2006/relationships/image" Target="../media/image2471.png"/><Relationship Id="rId72" Type="http://schemas.openxmlformats.org/officeDocument/2006/relationships/customXml" Target="../ink/ink2496.xml"/><Relationship Id="rId93" Type="http://schemas.openxmlformats.org/officeDocument/2006/relationships/image" Target="../media/image2492.png"/><Relationship Id="rId98" Type="http://schemas.openxmlformats.org/officeDocument/2006/relationships/customXml" Target="../ink/ink2509.xml"/><Relationship Id="rId3" Type="http://schemas.openxmlformats.org/officeDocument/2006/relationships/image" Target="../media/image1810.png"/><Relationship Id="rId25" Type="http://schemas.openxmlformats.org/officeDocument/2006/relationships/image" Target="../media/image2458.png"/><Relationship Id="rId46" Type="http://schemas.openxmlformats.org/officeDocument/2006/relationships/customXml" Target="../ink/ink2483.xml"/><Relationship Id="rId67" Type="http://schemas.openxmlformats.org/officeDocument/2006/relationships/image" Target="../media/image2479.png"/><Relationship Id="rId20" Type="http://schemas.openxmlformats.org/officeDocument/2006/relationships/customXml" Target="../ink/ink2470.xml"/><Relationship Id="rId41" Type="http://schemas.openxmlformats.org/officeDocument/2006/relationships/image" Target="../media/image2466.png"/><Relationship Id="rId62" Type="http://schemas.openxmlformats.org/officeDocument/2006/relationships/customXml" Target="../ink/ink2491.xml"/><Relationship Id="rId83" Type="http://schemas.openxmlformats.org/officeDocument/2006/relationships/image" Target="../media/image2487.png"/><Relationship Id="rId88" Type="http://schemas.openxmlformats.org/officeDocument/2006/relationships/customXml" Target="../ink/ink2504.xml"/><Relationship Id="rId111" Type="http://schemas.openxmlformats.org/officeDocument/2006/relationships/image" Target="../media/image2501.png"/></Relationships>
</file>

<file path=ppt/slides/_rels/slide4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60.png"/><Relationship Id="rId299" Type="http://schemas.openxmlformats.org/officeDocument/2006/relationships/image" Target="../media/image2651.png"/><Relationship Id="rId21" Type="http://schemas.openxmlformats.org/officeDocument/2006/relationships/image" Target="../media/image2512.png"/><Relationship Id="rId63" Type="http://schemas.openxmlformats.org/officeDocument/2006/relationships/image" Target="../media/image2533.png"/><Relationship Id="rId159" Type="http://schemas.openxmlformats.org/officeDocument/2006/relationships/image" Target="../media/image2581.png"/><Relationship Id="rId324" Type="http://schemas.openxmlformats.org/officeDocument/2006/relationships/customXml" Target="../ink/ink2679.xml"/><Relationship Id="rId366" Type="http://schemas.openxmlformats.org/officeDocument/2006/relationships/customXml" Target="../ink/ink2700.xml"/><Relationship Id="rId170" Type="http://schemas.openxmlformats.org/officeDocument/2006/relationships/customXml" Target="../ink/ink2602.xml"/><Relationship Id="rId226" Type="http://schemas.openxmlformats.org/officeDocument/2006/relationships/customXml" Target="../ink/ink2630.xml"/><Relationship Id="rId268" Type="http://schemas.openxmlformats.org/officeDocument/2006/relationships/customXml" Target="../ink/ink2651.xml"/><Relationship Id="rId32" Type="http://schemas.openxmlformats.org/officeDocument/2006/relationships/customXml" Target="../ink/ink2533.xml"/><Relationship Id="rId74" Type="http://schemas.openxmlformats.org/officeDocument/2006/relationships/customXml" Target="../ink/ink2554.xml"/><Relationship Id="rId128" Type="http://schemas.openxmlformats.org/officeDocument/2006/relationships/customXml" Target="../ink/ink2581.xml"/><Relationship Id="rId335" Type="http://schemas.openxmlformats.org/officeDocument/2006/relationships/image" Target="../media/image2669.png"/><Relationship Id="rId5" Type="http://schemas.openxmlformats.org/officeDocument/2006/relationships/image" Target="../media/image2504.png"/><Relationship Id="rId181" Type="http://schemas.openxmlformats.org/officeDocument/2006/relationships/image" Target="../media/image2592.png"/><Relationship Id="rId237" Type="http://schemas.openxmlformats.org/officeDocument/2006/relationships/image" Target="../media/image2620.png"/><Relationship Id="rId279" Type="http://schemas.openxmlformats.org/officeDocument/2006/relationships/image" Target="../media/image2641.png"/><Relationship Id="rId43" Type="http://schemas.openxmlformats.org/officeDocument/2006/relationships/image" Target="../media/image2523.png"/><Relationship Id="rId139" Type="http://schemas.openxmlformats.org/officeDocument/2006/relationships/image" Target="../media/image2571.png"/><Relationship Id="rId290" Type="http://schemas.openxmlformats.org/officeDocument/2006/relationships/customXml" Target="../ink/ink2662.xml"/><Relationship Id="rId304" Type="http://schemas.openxmlformats.org/officeDocument/2006/relationships/customXml" Target="../ink/ink2669.xml"/><Relationship Id="rId346" Type="http://schemas.openxmlformats.org/officeDocument/2006/relationships/customXml" Target="../ink/ink2690.xml"/><Relationship Id="rId85" Type="http://schemas.openxmlformats.org/officeDocument/2006/relationships/image" Target="../media/image2544.png"/><Relationship Id="rId150" Type="http://schemas.openxmlformats.org/officeDocument/2006/relationships/customXml" Target="../ink/ink2592.xml"/><Relationship Id="rId192" Type="http://schemas.openxmlformats.org/officeDocument/2006/relationships/customXml" Target="../ink/ink2613.xml"/><Relationship Id="rId206" Type="http://schemas.openxmlformats.org/officeDocument/2006/relationships/customXml" Target="../ink/ink2620.xml"/><Relationship Id="rId248" Type="http://schemas.openxmlformats.org/officeDocument/2006/relationships/customXml" Target="../ink/ink2641.xml"/><Relationship Id="rId12" Type="http://schemas.openxmlformats.org/officeDocument/2006/relationships/customXml" Target="../ink/ink2523.xml"/><Relationship Id="rId108" Type="http://schemas.openxmlformats.org/officeDocument/2006/relationships/customXml" Target="../ink/ink2571.xml"/><Relationship Id="rId315" Type="http://schemas.openxmlformats.org/officeDocument/2006/relationships/image" Target="../media/image2659.png"/><Relationship Id="rId357" Type="http://schemas.openxmlformats.org/officeDocument/2006/relationships/image" Target="../media/image2680.png"/><Relationship Id="rId54" Type="http://schemas.openxmlformats.org/officeDocument/2006/relationships/customXml" Target="../ink/ink2544.xml"/><Relationship Id="rId96" Type="http://schemas.openxmlformats.org/officeDocument/2006/relationships/customXml" Target="../ink/ink2565.xml"/><Relationship Id="rId161" Type="http://schemas.openxmlformats.org/officeDocument/2006/relationships/image" Target="../media/image2582.png"/><Relationship Id="rId217" Type="http://schemas.openxmlformats.org/officeDocument/2006/relationships/image" Target="../media/image2610.png"/><Relationship Id="rId259" Type="http://schemas.openxmlformats.org/officeDocument/2006/relationships/image" Target="../media/image2631.png"/><Relationship Id="rId23" Type="http://schemas.openxmlformats.org/officeDocument/2006/relationships/image" Target="../media/image2513.png"/><Relationship Id="rId119" Type="http://schemas.openxmlformats.org/officeDocument/2006/relationships/image" Target="../media/image2561.png"/><Relationship Id="rId270" Type="http://schemas.openxmlformats.org/officeDocument/2006/relationships/customXml" Target="../ink/ink2652.xml"/><Relationship Id="rId326" Type="http://schemas.openxmlformats.org/officeDocument/2006/relationships/customXml" Target="../ink/ink2680.xml"/><Relationship Id="rId65" Type="http://schemas.openxmlformats.org/officeDocument/2006/relationships/image" Target="../media/image2534.png"/><Relationship Id="rId130" Type="http://schemas.openxmlformats.org/officeDocument/2006/relationships/customXml" Target="../ink/ink2582.xml"/><Relationship Id="rId172" Type="http://schemas.openxmlformats.org/officeDocument/2006/relationships/customXml" Target="../ink/ink2603.xml"/><Relationship Id="rId228" Type="http://schemas.openxmlformats.org/officeDocument/2006/relationships/customXml" Target="../ink/ink2631.xml"/><Relationship Id="rId281" Type="http://schemas.openxmlformats.org/officeDocument/2006/relationships/image" Target="../media/image2642.png"/><Relationship Id="rId337" Type="http://schemas.openxmlformats.org/officeDocument/2006/relationships/image" Target="../media/image2670.png"/><Relationship Id="rId34" Type="http://schemas.openxmlformats.org/officeDocument/2006/relationships/customXml" Target="../ink/ink2534.xml"/><Relationship Id="rId76" Type="http://schemas.openxmlformats.org/officeDocument/2006/relationships/customXml" Target="../ink/ink2555.xml"/><Relationship Id="rId141" Type="http://schemas.openxmlformats.org/officeDocument/2006/relationships/image" Target="../media/image2572.png"/><Relationship Id="rId7" Type="http://schemas.openxmlformats.org/officeDocument/2006/relationships/image" Target="../media/image2505.png"/><Relationship Id="rId183" Type="http://schemas.openxmlformats.org/officeDocument/2006/relationships/image" Target="../media/image2593.png"/><Relationship Id="rId239" Type="http://schemas.openxmlformats.org/officeDocument/2006/relationships/image" Target="../media/image2621.png"/><Relationship Id="rId250" Type="http://schemas.openxmlformats.org/officeDocument/2006/relationships/customXml" Target="../ink/ink2642.xml"/><Relationship Id="rId292" Type="http://schemas.openxmlformats.org/officeDocument/2006/relationships/customXml" Target="../ink/ink2663.xml"/><Relationship Id="rId306" Type="http://schemas.openxmlformats.org/officeDocument/2006/relationships/customXml" Target="../ink/ink2670.xml"/><Relationship Id="rId45" Type="http://schemas.openxmlformats.org/officeDocument/2006/relationships/image" Target="../media/image2524.png"/><Relationship Id="rId87" Type="http://schemas.openxmlformats.org/officeDocument/2006/relationships/image" Target="../media/image2545.png"/><Relationship Id="rId110" Type="http://schemas.openxmlformats.org/officeDocument/2006/relationships/customXml" Target="../ink/ink2572.xml"/><Relationship Id="rId348" Type="http://schemas.openxmlformats.org/officeDocument/2006/relationships/customXml" Target="../ink/ink2691.xml"/><Relationship Id="rId152" Type="http://schemas.openxmlformats.org/officeDocument/2006/relationships/customXml" Target="../ink/ink2593.xml"/><Relationship Id="rId194" Type="http://schemas.openxmlformats.org/officeDocument/2006/relationships/customXml" Target="../ink/ink2614.xml"/><Relationship Id="rId208" Type="http://schemas.openxmlformats.org/officeDocument/2006/relationships/customXml" Target="../ink/ink2621.xml"/><Relationship Id="rId261" Type="http://schemas.openxmlformats.org/officeDocument/2006/relationships/image" Target="../media/image2632.png"/><Relationship Id="rId14" Type="http://schemas.openxmlformats.org/officeDocument/2006/relationships/customXml" Target="../ink/ink2524.xml"/><Relationship Id="rId56" Type="http://schemas.openxmlformats.org/officeDocument/2006/relationships/customXml" Target="../ink/ink2545.xml"/><Relationship Id="rId317" Type="http://schemas.openxmlformats.org/officeDocument/2006/relationships/image" Target="../media/image2660.png"/><Relationship Id="rId359" Type="http://schemas.openxmlformats.org/officeDocument/2006/relationships/image" Target="../media/image2681.png"/><Relationship Id="rId98" Type="http://schemas.openxmlformats.org/officeDocument/2006/relationships/customXml" Target="../ink/ink2566.xml"/><Relationship Id="rId121" Type="http://schemas.openxmlformats.org/officeDocument/2006/relationships/image" Target="../media/image2562.png"/><Relationship Id="rId163" Type="http://schemas.openxmlformats.org/officeDocument/2006/relationships/image" Target="../media/image2583.png"/><Relationship Id="rId219" Type="http://schemas.openxmlformats.org/officeDocument/2006/relationships/image" Target="../media/image2611.png"/><Relationship Id="rId230" Type="http://schemas.openxmlformats.org/officeDocument/2006/relationships/customXml" Target="../ink/ink2632.xml"/><Relationship Id="rId25" Type="http://schemas.openxmlformats.org/officeDocument/2006/relationships/image" Target="../media/image2514.png"/><Relationship Id="rId67" Type="http://schemas.openxmlformats.org/officeDocument/2006/relationships/image" Target="../media/image2535.png"/><Relationship Id="rId272" Type="http://schemas.openxmlformats.org/officeDocument/2006/relationships/customXml" Target="../ink/ink2653.xml"/><Relationship Id="rId328" Type="http://schemas.openxmlformats.org/officeDocument/2006/relationships/customXml" Target="../ink/ink2681.xml"/><Relationship Id="rId132" Type="http://schemas.openxmlformats.org/officeDocument/2006/relationships/customXml" Target="../ink/ink2583.xml"/><Relationship Id="rId174" Type="http://schemas.openxmlformats.org/officeDocument/2006/relationships/customXml" Target="../ink/ink2604.xml"/><Relationship Id="rId220" Type="http://schemas.openxmlformats.org/officeDocument/2006/relationships/customXml" Target="../ink/ink2627.xml"/><Relationship Id="rId241" Type="http://schemas.openxmlformats.org/officeDocument/2006/relationships/image" Target="../media/image2622.png"/><Relationship Id="rId15" Type="http://schemas.openxmlformats.org/officeDocument/2006/relationships/image" Target="../media/image2509.png"/><Relationship Id="rId36" Type="http://schemas.openxmlformats.org/officeDocument/2006/relationships/customXml" Target="../ink/ink2535.xml"/><Relationship Id="rId57" Type="http://schemas.openxmlformats.org/officeDocument/2006/relationships/image" Target="../media/image2530.png"/><Relationship Id="rId262" Type="http://schemas.openxmlformats.org/officeDocument/2006/relationships/customXml" Target="../ink/ink2648.xml"/><Relationship Id="rId283" Type="http://schemas.openxmlformats.org/officeDocument/2006/relationships/image" Target="../media/image2643.png"/><Relationship Id="rId318" Type="http://schemas.openxmlformats.org/officeDocument/2006/relationships/customXml" Target="../ink/ink2676.xml"/><Relationship Id="rId339" Type="http://schemas.openxmlformats.org/officeDocument/2006/relationships/image" Target="../media/image2671.png"/><Relationship Id="rId78" Type="http://schemas.openxmlformats.org/officeDocument/2006/relationships/customXml" Target="../ink/ink2556.xml"/><Relationship Id="rId99" Type="http://schemas.openxmlformats.org/officeDocument/2006/relationships/image" Target="../media/image2551.png"/><Relationship Id="rId101" Type="http://schemas.openxmlformats.org/officeDocument/2006/relationships/image" Target="../media/image2552.png"/><Relationship Id="rId122" Type="http://schemas.openxmlformats.org/officeDocument/2006/relationships/customXml" Target="../ink/ink2578.xml"/><Relationship Id="rId143" Type="http://schemas.openxmlformats.org/officeDocument/2006/relationships/image" Target="../media/image2573.png"/><Relationship Id="rId164" Type="http://schemas.openxmlformats.org/officeDocument/2006/relationships/customXml" Target="../ink/ink2599.xml"/><Relationship Id="rId185" Type="http://schemas.openxmlformats.org/officeDocument/2006/relationships/image" Target="../media/image2594.png"/><Relationship Id="rId350" Type="http://schemas.openxmlformats.org/officeDocument/2006/relationships/customXml" Target="../ink/ink2692.xml"/><Relationship Id="rId9" Type="http://schemas.openxmlformats.org/officeDocument/2006/relationships/image" Target="../media/image2506.png"/><Relationship Id="rId210" Type="http://schemas.openxmlformats.org/officeDocument/2006/relationships/customXml" Target="../ink/ink2622.xml"/><Relationship Id="rId26" Type="http://schemas.openxmlformats.org/officeDocument/2006/relationships/customXml" Target="../ink/ink2530.xml"/><Relationship Id="rId231" Type="http://schemas.openxmlformats.org/officeDocument/2006/relationships/image" Target="../media/image2617.png"/><Relationship Id="rId252" Type="http://schemas.openxmlformats.org/officeDocument/2006/relationships/customXml" Target="../ink/ink2643.xml"/><Relationship Id="rId273" Type="http://schemas.openxmlformats.org/officeDocument/2006/relationships/image" Target="../media/image2638.png"/><Relationship Id="rId294" Type="http://schemas.openxmlformats.org/officeDocument/2006/relationships/customXml" Target="../ink/ink2664.xml"/><Relationship Id="rId308" Type="http://schemas.openxmlformats.org/officeDocument/2006/relationships/customXml" Target="../ink/ink2671.xml"/><Relationship Id="rId329" Type="http://schemas.openxmlformats.org/officeDocument/2006/relationships/image" Target="../media/image2666.png"/><Relationship Id="rId47" Type="http://schemas.openxmlformats.org/officeDocument/2006/relationships/image" Target="../media/image2525.png"/><Relationship Id="rId68" Type="http://schemas.openxmlformats.org/officeDocument/2006/relationships/customXml" Target="../ink/ink2551.xml"/><Relationship Id="rId89" Type="http://schemas.openxmlformats.org/officeDocument/2006/relationships/image" Target="../media/image2546.png"/><Relationship Id="rId112" Type="http://schemas.openxmlformats.org/officeDocument/2006/relationships/customXml" Target="../ink/ink2573.xml"/><Relationship Id="rId133" Type="http://schemas.openxmlformats.org/officeDocument/2006/relationships/image" Target="../media/image2568.png"/><Relationship Id="rId154" Type="http://schemas.openxmlformats.org/officeDocument/2006/relationships/customXml" Target="../ink/ink2594.xml"/><Relationship Id="rId175" Type="http://schemas.openxmlformats.org/officeDocument/2006/relationships/image" Target="../media/image2589.png"/><Relationship Id="rId340" Type="http://schemas.openxmlformats.org/officeDocument/2006/relationships/customXml" Target="../ink/ink2687.xml"/><Relationship Id="rId361" Type="http://schemas.openxmlformats.org/officeDocument/2006/relationships/image" Target="../media/image2682.png"/><Relationship Id="rId196" Type="http://schemas.openxmlformats.org/officeDocument/2006/relationships/customXml" Target="../ink/ink2615.xml"/><Relationship Id="rId200" Type="http://schemas.openxmlformats.org/officeDocument/2006/relationships/customXml" Target="../ink/ink2617.xml"/><Relationship Id="rId16" Type="http://schemas.openxmlformats.org/officeDocument/2006/relationships/customXml" Target="../ink/ink2525.xml"/><Relationship Id="rId221" Type="http://schemas.openxmlformats.org/officeDocument/2006/relationships/image" Target="../media/image2612.png"/><Relationship Id="rId242" Type="http://schemas.openxmlformats.org/officeDocument/2006/relationships/customXml" Target="../ink/ink2638.xml"/><Relationship Id="rId263" Type="http://schemas.openxmlformats.org/officeDocument/2006/relationships/image" Target="../media/image2633.png"/><Relationship Id="rId284" Type="http://schemas.openxmlformats.org/officeDocument/2006/relationships/customXml" Target="../ink/ink2659.xml"/><Relationship Id="rId319" Type="http://schemas.openxmlformats.org/officeDocument/2006/relationships/image" Target="../media/image2661.png"/><Relationship Id="rId37" Type="http://schemas.openxmlformats.org/officeDocument/2006/relationships/image" Target="../media/image2520.png"/><Relationship Id="rId58" Type="http://schemas.openxmlformats.org/officeDocument/2006/relationships/customXml" Target="../ink/ink2546.xml"/><Relationship Id="rId79" Type="http://schemas.openxmlformats.org/officeDocument/2006/relationships/image" Target="../media/image2541.png"/><Relationship Id="rId102" Type="http://schemas.openxmlformats.org/officeDocument/2006/relationships/customXml" Target="../ink/ink2568.xml"/><Relationship Id="rId123" Type="http://schemas.openxmlformats.org/officeDocument/2006/relationships/image" Target="../media/image2563.png"/><Relationship Id="rId144" Type="http://schemas.openxmlformats.org/officeDocument/2006/relationships/customXml" Target="../ink/ink2589.xml"/><Relationship Id="rId330" Type="http://schemas.openxmlformats.org/officeDocument/2006/relationships/customXml" Target="../ink/ink2682.xml"/><Relationship Id="rId90" Type="http://schemas.openxmlformats.org/officeDocument/2006/relationships/customXml" Target="../ink/ink2562.xml"/><Relationship Id="rId165" Type="http://schemas.openxmlformats.org/officeDocument/2006/relationships/image" Target="../media/image2584.png"/><Relationship Id="rId186" Type="http://schemas.openxmlformats.org/officeDocument/2006/relationships/customXml" Target="../ink/ink2610.xml"/><Relationship Id="rId351" Type="http://schemas.openxmlformats.org/officeDocument/2006/relationships/image" Target="../media/image2677.png"/><Relationship Id="rId211" Type="http://schemas.openxmlformats.org/officeDocument/2006/relationships/image" Target="../media/image2607.png"/><Relationship Id="rId232" Type="http://schemas.openxmlformats.org/officeDocument/2006/relationships/customXml" Target="../ink/ink2633.xml"/><Relationship Id="rId253" Type="http://schemas.openxmlformats.org/officeDocument/2006/relationships/image" Target="../media/image2628.png"/><Relationship Id="rId274" Type="http://schemas.openxmlformats.org/officeDocument/2006/relationships/customXml" Target="../ink/ink2654.xml"/><Relationship Id="rId295" Type="http://schemas.openxmlformats.org/officeDocument/2006/relationships/image" Target="../media/image2649.png"/><Relationship Id="rId309" Type="http://schemas.openxmlformats.org/officeDocument/2006/relationships/image" Target="../media/image2656.png"/><Relationship Id="rId27" Type="http://schemas.openxmlformats.org/officeDocument/2006/relationships/image" Target="../media/image2515.png"/><Relationship Id="rId48" Type="http://schemas.openxmlformats.org/officeDocument/2006/relationships/customXml" Target="../ink/ink2541.xml"/><Relationship Id="rId69" Type="http://schemas.openxmlformats.org/officeDocument/2006/relationships/image" Target="../media/image2536.png"/><Relationship Id="rId113" Type="http://schemas.openxmlformats.org/officeDocument/2006/relationships/image" Target="../media/image2558.png"/><Relationship Id="rId134" Type="http://schemas.openxmlformats.org/officeDocument/2006/relationships/customXml" Target="../ink/ink2584.xml"/><Relationship Id="rId320" Type="http://schemas.openxmlformats.org/officeDocument/2006/relationships/customXml" Target="../ink/ink2677.xml"/><Relationship Id="rId80" Type="http://schemas.openxmlformats.org/officeDocument/2006/relationships/customXml" Target="../ink/ink2557.xml"/><Relationship Id="rId155" Type="http://schemas.openxmlformats.org/officeDocument/2006/relationships/image" Target="../media/image2579.png"/><Relationship Id="rId176" Type="http://schemas.openxmlformats.org/officeDocument/2006/relationships/customXml" Target="../ink/ink2605.xml"/><Relationship Id="rId197" Type="http://schemas.openxmlformats.org/officeDocument/2006/relationships/image" Target="../media/image2600.png"/><Relationship Id="rId341" Type="http://schemas.openxmlformats.org/officeDocument/2006/relationships/image" Target="../media/image2672.png"/><Relationship Id="rId362" Type="http://schemas.openxmlformats.org/officeDocument/2006/relationships/customXml" Target="../ink/ink2698.xml"/><Relationship Id="rId201" Type="http://schemas.openxmlformats.org/officeDocument/2006/relationships/image" Target="../media/image2602.png"/><Relationship Id="rId222" Type="http://schemas.openxmlformats.org/officeDocument/2006/relationships/customXml" Target="../ink/ink2628.xml"/><Relationship Id="rId243" Type="http://schemas.openxmlformats.org/officeDocument/2006/relationships/image" Target="../media/image2623.png"/><Relationship Id="rId264" Type="http://schemas.openxmlformats.org/officeDocument/2006/relationships/customXml" Target="../ink/ink2649.xml"/><Relationship Id="rId285" Type="http://schemas.openxmlformats.org/officeDocument/2006/relationships/image" Target="../media/image2644.png"/><Relationship Id="rId17" Type="http://schemas.openxmlformats.org/officeDocument/2006/relationships/image" Target="../media/image2510.png"/><Relationship Id="rId38" Type="http://schemas.openxmlformats.org/officeDocument/2006/relationships/customXml" Target="../ink/ink2536.xml"/><Relationship Id="rId59" Type="http://schemas.openxmlformats.org/officeDocument/2006/relationships/image" Target="../media/image2531.png"/><Relationship Id="rId103" Type="http://schemas.openxmlformats.org/officeDocument/2006/relationships/image" Target="../media/image2553.png"/><Relationship Id="rId124" Type="http://schemas.openxmlformats.org/officeDocument/2006/relationships/customXml" Target="../ink/ink2579.xml"/><Relationship Id="rId310" Type="http://schemas.openxmlformats.org/officeDocument/2006/relationships/customXml" Target="../ink/ink2672.xml"/><Relationship Id="rId70" Type="http://schemas.openxmlformats.org/officeDocument/2006/relationships/customXml" Target="../ink/ink2552.xml"/><Relationship Id="rId91" Type="http://schemas.openxmlformats.org/officeDocument/2006/relationships/image" Target="../media/image2547.png"/><Relationship Id="rId145" Type="http://schemas.openxmlformats.org/officeDocument/2006/relationships/image" Target="../media/image2574.png"/><Relationship Id="rId166" Type="http://schemas.openxmlformats.org/officeDocument/2006/relationships/customXml" Target="../ink/ink2600.xml"/><Relationship Id="rId187" Type="http://schemas.openxmlformats.org/officeDocument/2006/relationships/image" Target="../media/image2595.png"/><Relationship Id="rId331" Type="http://schemas.openxmlformats.org/officeDocument/2006/relationships/image" Target="../media/image2667.png"/><Relationship Id="rId352" Type="http://schemas.openxmlformats.org/officeDocument/2006/relationships/customXml" Target="../ink/ink2693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623.xml"/><Relationship Id="rId233" Type="http://schemas.openxmlformats.org/officeDocument/2006/relationships/image" Target="../media/image2618.png"/><Relationship Id="rId254" Type="http://schemas.openxmlformats.org/officeDocument/2006/relationships/customXml" Target="../ink/ink2644.xml"/><Relationship Id="rId28" Type="http://schemas.openxmlformats.org/officeDocument/2006/relationships/customXml" Target="../ink/ink2531.xml"/><Relationship Id="rId49" Type="http://schemas.openxmlformats.org/officeDocument/2006/relationships/image" Target="../media/image2526.png"/><Relationship Id="rId114" Type="http://schemas.openxmlformats.org/officeDocument/2006/relationships/customXml" Target="../ink/ink2574.xml"/><Relationship Id="rId275" Type="http://schemas.openxmlformats.org/officeDocument/2006/relationships/image" Target="../media/image2639.png"/><Relationship Id="rId296" Type="http://schemas.openxmlformats.org/officeDocument/2006/relationships/customXml" Target="../ink/ink2665.xml"/><Relationship Id="rId300" Type="http://schemas.openxmlformats.org/officeDocument/2006/relationships/customXml" Target="../ink/ink2667.xml"/><Relationship Id="rId60" Type="http://schemas.openxmlformats.org/officeDocument/2006/relationships/customXml" Target="../ink/ink2547.xml"/><Relationship Id="rId81" Type="http://schemas.openxmlformats.org/officeDocument/2006/relationships/image" Target="../media/image2542.png"/><Relationship Id="rId135" Type="http://schemas.openxmlformats.org/officeDocument/2006/relationships/image" Target="../media/image2569.png"/><Relationship Id="rId156" Type="http://schemas.openxmlformats.org/officeDocument/2006/relationships/customXml" Target="../ink/ink2595.xml"/><Relationship Id="rId177" Type="http://schemas.openxmlformats.org/officeDocument/2006/relationships/image" Target="../media/image2590.png"/><Relationship Id="rId198" Type="http://schemas.openxmlformats.org/officeDocument/2006/relationships/customXml" Target="../ink/ink2616.xml"/><Relationship Id="rId321" Type="http://schemas.openxmlformats.org/officeDocument/2006/relationships/image" Target="../media/image2662.png"/><Relationship Id="rId342" Type="http://schemas.openxmlformats.org/officeDocument/2006/relationships/customXml" Target="../ink/ink2688.xml"/><Relationship Id="rId363" Type="http://schemas.openxmlformats.org/officeDocument/2006/relationships/image" Target="../media/image2683.png"/><Relationship Id="rId202" Type="http://schemas.openxmlformats.org/officeDocument/2006/relationships/customXml" Target="../ink/ink2618.xml"/><Relationship Id="rId223" Type="http://schemas.openxmlformats.org/officeDocument/2006/relationships/image" Target="../media/image2613.png"/><Relationship Id="rId244" Type="http://schemas.openxmlformats.org/officeDocument/2006/relationships/customXml" Target="../ink/ink2639.xml"/><Relationship Id="rId18" Type="http://schemas.openxmlformats.org/officeDocument/2006/relationships/customXml" Target="../ink/ink2526.xml"/><Relationship Id="rId39" Type="http://schemas.openxmlformats.org/officeDocument/2006/relationships/image" Target="../media/image2521.png"/><Relationship Id="rId265" Type="http://schemas.openxmlformats.org/officeDocument/2006/relationships/image" Target="../media/image2634.png"/><Relationship Id="rId286" Type="http://schemas.openxmlformats.org/officeDocument/2006/relationships/customXml" Target="../ink/ink2660.xml"/><Relationship Id="rId50" Type="http://schemas.openxmlformats.org/officeDocument/2006/relationships/customXml" Target="../ink/ink2542.xml"/><Relationship Id="rId104" Type="http://schemas.openxmlformats.org/officeDocument/2006/relationships/customXml" Target="../ink/ink2569.xml"/><Relationship Id="rId125" Type="http://schemas.openxmlformats.org/officeDocument/2006/relationships/image" Target="../media/image2564.png"/><Relationship Id="rId146" Type="http://schemas.openxmlformats.org/officeDocument/2006/relationships/customXml" Target="../ink/ink2590.xml"/><Relationship Id="rId167" Type="http://schemas.openxmlformats.org/officeDocument/2006/relationships/image" Target="../media/image2585.png"/><Relationship Id="rId188" Type="http://schemas.openxmlformats.org/officeDocument/2006/relationships/customXml" Target="../ink/ink2611.xml"/><Relationship Id="rId311" Type="http://schemas.openxmlformats.org/officeDocument/2006/relationships/image" Target="../media/image2657.png"/><Relationship Id="rId332" Type="http://schemas.openxmlformats.org/officeDocument/2006/relationships/customXml" Target="../ink/ink2683.xml"/><Relationship Id="rId353" Type="http://schemas.openxmlformats.org/officeDocument/2006/relationships/image" Target="../media/image2678.png"/><Relationship Id="rId71" Type="http://schemas.openxmlformats.org/officeDocument/2006/relationships/image" Target="../media/image2537.png"/><Relationship Id="rId92" Type="http://schemas.openxmlformats.org/officeDocument/2006/relationships/customXml" Target="../ink/ink2563.xml"/><Relationship Id="rId213" Type="http://schemas.openxmlformats.org/officeDocument/2006/relationships/image" Target="../media/image2608.png"/><Relationship Id="rId234" Type="http://schemas.openxmlformats.org/officeDocument/2006/relationships/customXml" Target="../ink/ink2634.xml"/><Relationship Id="rId2" Type="http://schemas.openxmlformats.org/officeDocument/2006/relationships/customXml" Target="../ink/ink2518.xml"/><Relationship Id="rId29" Type="http://schemas.openxmlformats.org/officeDocument/2006/relationships/image" Target="../media/image2516.png"/><Relationship Id="rId255" Type="http://schemas.openxmlformats.org/officeDocument/2006/relationships/image" Target="../media/image2629.png"/><Relationship Id="rId276" Type="http://schemas.openxmlformats.org/officeDocument/2006/relationships/customXml" Target="../ink/ink2655.xml"/><Relationship Id="rId297" Type="http://schemas.openxmlformats.org/officeDocument/2006/relationships/image" Target="../media/image2650.png"/><Relationship Id="rId40" Type="http://schemas.openxmlformats.org/officeDocument/2006/relationships/customXml" Target="../ink/ink2537.xml"/><Relationship Id="rId115" Type="http://schemas.openxmlformats.org/officeDocument/2006/relationships/image" Target="../media/image2559.png"/><Relationship Id="rId136" Type="http://schemas.openxmlformats.org/officeDocument/2006/relationships/customXml" Target="../ink/ink2585.xml"/><Relationship Id="rId157" Type="http://schemas.openxmlformats.org/officeDocument/2006/relationships/image" Target="../media/image2580.png"/><Relationship Id="rId178" Type="http://schemas.openxmlformats.org/officeDocument/2006/relationships/customXml" Target="../ink/ink2606.xml"/><Relationship Id="rId301" Type="http://schemas.openxmlformats.org/officeDocument/2006/relationships/image" Target="../media/image2652.png"/><Relationship Id="rId322" Type="http://schemas.openxmlformats.org/officeDocument/2006/relationships/customXml" Target="../ink/ink2678.xml"/><Relationship Id="rId343" Type="http://schemas.openxmlformats.org/officeDocument/2006/relationships/image" Target="../media/image2673.png"/><Relationship Id="rId364" Type="http://schemas.openxmlformats.org/officeDocument/2006/relationships/customXml" Target="../ink/ink2699.xml"/><Relationship Id="rId61" Type="http://schemas.openxmlformats.org/officeDocument/2006/relationships/image" Target="../media/image2532.png"/><Relationship Id="rId82" Type="http://schemas.openxmlformats.org/officeDocument/2006/relationships/customXml" Target="../ink/ink2558.xml"/><Relationship Id="rId199" Type="http://schemas.openxmlformats.org/officeDocument/2006/relationships/image" Target="../media/image2601.png"/><Relationship Id="rId203" Type="http://schemas.openxmlformats.org/officeDocument/2006/relationships/image" Target="../media/image2603.png"/><Relationship Id="rId19" Type="http://schemas.openxmlformats.org/officeDocument/2006/relationships/image" Target="../media/image2511.png"/><Relationship Id="rId224" Type="http://schemas.openxmlformats.org/officeDocument/2006/relationships/customXml" Target="../ink/ink2629.xml"/><Relationship Id="rId245" Type="http://schemas.openxmlformats.org/officeDocument/2006/relationships/image" Target="../media/image2624.png"/><Relationship Id="rId266" Type="http://schemas.openxmlformats.org/officeDocument/2006/relationships/customXml" Target="../ink/ink2650.xml"/><Relationship Id="rId287" Type="http://schemas.openxmlformats.org/officeDocument/2006/relationships/image" Target="../media/image2645.png"/><Relationship Id="rId30" Type="http://schemas.openxmlformats.org/officeDocument/2006/relationships/customXml" Target="../ink/ink2532.xml"/><Relationship Id="rId105" Type="http://schemas.openxmlformats.org/officeDocument/2006/relationships/image" Target="../media/image2554.png"/><Relationship Id="rId126" Type="http://schemas.openxmlformats.org/officeDocument/2006/relationships/customXml" Target="../ink/ink2580.xml"/><Relationship Id="rId147" Type="http://schemas.openxmlformats.org/officeDocument/2006/relationships/image" Target="../media/image2575.png"/><Relationship Id="rId168" Type="http://schemas.openxmlformats.org/officeDocument/2006/relationships/customXml" Target="../ink/ink2601.xml"/><Relationship Id="rId312" Type="http://schemas.openxmlformats.org/officeDocument/2006/relationships/customXml" Target="../ink/ink2673.xml"/><Relationship Id="rId333" Type="http://schemas.openxmlformats.org/officeDocument/2006/relationships/image" Target="../media/image2668.png"/><Relationship Id="rId354" Type="http://schemas.openxmlformats.org/officeDocument/2006/relationships/customXml" Target="../ink/ink2694.xml"/><Relationship Id="rId51" Type="http://schemas.openxmlformats.org/officeDocument/2006/relationships/image" Target="../media/image2527.png"/><Relationship Id="rId72" Type="http://schemas.openxmlformats.org/officeDocument/2006/relationships/customXml" Target="../ink/ink2553.xml"/><Relationship Id="rId93" Type="http://schemas.openxmlformats.org/officeDocument/2006/relationships/image" Target="../media/image2548.png"/><Relationship Id="rId189" Type="http://schemas.openxmlformats.org/officeDocument/2006/relationships/image" Target="../media/image2596.png"/><Relationship Id="rId3" Type="http://schemas.openxmlformats.org/officeDocument/2006/relationships/image" Target="../media/image1810.png"/><Relationship Id="rId214" Type="http://schemas.openxmlformats.org/officeDocument/2006/relationships/customXml" Target="../ink/ink2624.xml"/><Relationship Id="rId235" Type="http://schemas.openxmlformats.org/officeDocument/2006/relationships/image" Target="../media/image2619.png"/><Relationship Id="rId256" Type="http://schemas.openxmlformats.org/officeDocument/2006/relationships/customXml" Target="../ink/ink2645.xml"/><Relationship Id="rId277" Type="http://schemas.openxmlformats.org/officeDocument/2006/relationships/image" Target="../media/image2640.png"/><Relationship Id="rId298" Type="http://schemas.openxmlformats.org/officeDocument/2006/relationships/customXml" Target="../ink/ink2666.xml"/><Relationship Id="rId116" Type="http://schemas.openxmlformats.org/officeDocument/2006/relationships/customXml" Target="../ink/ink2575.xml"/><Relationship Id="rId137" Type="http://schemas.openxmlformats.org/officeDocument/2006/relationships/image" Target="../media/image2570.png"/><Relationship Id="rId158" Type="http://schemas.openxmlformats.org/officeDocument/2006/relationships/customXml" Target="../ink/ink2596.xml"/><Relationship Id="rId302" Type="http://schemas.openxmlformats.org/officeDocument/2006/relationships/customXml" Target="../ink/ink2668.xml"/><Relationship Id="rId323" Type="http://schemas.openxmlformats.org/officeDocument/2006/relationships/image" Target="../media/image2663.png"/><Relationship Id="rId344" Type="http://schemas.openxmlformats.org/officeDocument/2006/relationships/customXml" Target="../ink/ink2689.xml"/><Relationship Id="rId20" Type="http://schemas.openxmlformats.org/officeDocument/2006/relationships/customXml" Target="../ink/ink2527.xml"/><Relationship Id="rId41" Type="http://schemas.openxmlformats.org/officeDocument/2006/relationships/image" Target="../media/image2522.png"/><Relationship Id="rId62" Type="http://schemas.openxmlformats.org/officeDocument/2006/relationships/customXml" Target="../ink/ink2548.xml"/><Relationship Id="rId83" Type="http://schemas.openxmlformats.org/officeDocument/2006/relationships/image" Target="../media/image2543.png"/><Relationship Id="rId179" Type="http://schemas.openxmlformats.org/officeDocument/2006/relationships/image" Target="../media/image2591.png"/><Relationship Id="rId365" Type="http://schemas.openxmlformats.org/officeDocument/2006/relationships/image" Target="../media/image2684.png"/><Relationship Id="rId190" Type="http://schemas.openxmlformats.org/officeDocument/2006/relationships/customXml" Target="../ink/ink2612.xml"/><Relationship Id="rId204" Type="http://schemas.openxmlformats.org/officeDocument/2006/relationships/customXml" Target="../ink/ink2619.xml"/><Relationship Id="rId225" Type="http://schemas.openxmlformats.org/officeDocument/2006/relationships/image" Target="../media/image2614.png"/><Relationship Id="rId246" Type="http://schemas.openxmlformats.org/officeDocument/2006/relationships/customXml" Target="../ink/ink2640.xml"/><Relationship Id="rId267" Type="http://schemas.openxmlformats.org/officeDocument/2006/relationships/image" Target="../media/image2635.png"/><Relationship Id="rId288" Type="http://schemas.openxmlformats.org/officeDocument/2006/relationships/customXml" Target="../ink/ink2661.xml"/><Relationship Id="rId106" Type="http://schemas.openxmlformats.org/officeDocument/2006/relationships/customXml" Target="../ink/ink2570.xml"/><Relationship Id="rId127" Type="http://schemas.openxmlformats.org/officeDocument/2006/relationships/image" Target="../media/image2565.png"/><Relationship Id="rId313" Type="http://schemas.openxmlformats.org/officeDocument/2006/relationships/image" Target="../media/image2658.png"/><Relationship Id="rId10" Type="http://schemas.openxmlformats.org/officeDocument/2006/relationships/customXml" Target="../ink/ink2522.xml"/><Relationship Id="rId31" Type="http://schemas.openxmlformats.org/officeDocument/2006/relationships/image" Target="../media/image2517.png"/><Relationship Id="rId52" Type="http://schemas.openxmlformats.org/officeDocument/2006/relationships/customXml" Target="../ink/ink2543.xml"/><Relationship Id="rId73" Type="http://schemas.openxmlformats.org/officeDocument/2006/relationships/image" Target="../media/image2538.png"/><Relationship Id="rId94" Type="http://schemas.openxmlformats.org/officeDocument/2006/relationships/customXml" Target="../ink/ink2564.xml"/><Relationship Id="rId148" Type="http://schemas.openxmlformats.org/officeDocument/2006/relationships/customXml" Target="../ink/ink2591.xml"/><Relationship Id="rId169" Type="http://schemas.openxmlformats.org/officeDocument/2006/relationships/image" Target="../media/image2586.png"/><Relationship Id="rId334" Type="http://schemas.openxmlformats.org/officeDocument/2006/relationships/customXml" Target="../ink/ink2684.xml"/><Relationship Id="rId355" Type="http://schemas.openxmlformats.org/officeDocument/2006/relationships/image" Target="../media/image2679.png"/><Relationship Id="rId4" Type="http://schemas.openxmlformats.org/officeDocument/2006/relationships/customXml" Target="../ink/ink2519.xml"/><Relationship Id="rId180" Type="http://schemas.openxmlformats.org/officeDocument/2006/relationships/customXml" Target="../ink/ink2607.xml"/><Relationship Id="rId215" Type="http://schemas.openxmlformats.org/officeDocument/2006/relationships/image" Target="../media/image2609.png"/><Relationship Id="rId236" Type="http://schemas.openxmlformats.org/officeDocument/2006/relationships/customXml" Target="../ink/ink2635.xml"/><Relationship Id="rId257" Type="http://schemas.openxmlformats.org/officeDocument/2006/relationships/image" Target="../media/image2630.png"/><Relationship Id="rId278" Type="http://schemas.openxmlformats.org/officeDocument/2006/relationships/customXml" Target="../ink/ink2656.xml"/><Relationship Id="rId303" Type="http://schemas.openxmlformats.org/officeDocument/2006/relationships/image" Target="../media/image2653.png"/><Relationship Id="rId42" Type="http://schemas.openxmlformats.org/officeDocument/2006/relationships/customXml" Target="../ink/ink2538.xml"/><Relationship Id="rId84" Type="http://schemas.openxmlformats.org/officeDocument/2006/relationships/customXml" Target="../ink/ink2559.xml"/><Relationship Id="rId138" Type="http://schemas.openxmlformats.org/officeDocument/2006/relationships/customXml" Target="../ink/ink2586.xml"/><Relationship Id="rId345" Type="http://schemas.openxmlformats.org/officeDocument/2006/relationships/image" Target="../media/image2674.png"/><Relationship Id="rId191" Type="http://schemas.openxmlformats.org/officeDocument/2006/relationships/image" Target="../media/image2597.png"/><Relationship Id="rId205" Type="http://schemas.openxmlformats.org/officeDocument/2006/relationships/image" Target="../media/image2604.png"/><Relationship Id="rId247" Type="http://schemas.openxmlformats.org/officeDocument/2006/relationships/image" Target="../media/image2625.png"/><Relationship Id="rId107" Type="http://schemas.openxmlformats.org/officeDocument/2006/relationships/image" Target="../media/image2555.png"/><Relationship Id="rId289" Type="http://schemas.openxmlformats.org/officeDocument/2006/relationships/image" Target="../media/image2646.png"/><Relationship Id="rId11" Type="http://schemas.openxmlformats.org/officeDocument/2006/relationships/image" Target="../media/image2507.png"/><Relationship Id="rId53" Type="http://schemas.openxmlformats.org/officeDocument/2006/relationships/image" Target="../media/image2528.png"/><Relationship Id="rId149" Type="http://schemas.openxmlformats.org/officeDocument/2006/relationships/image" Target="../media/image2576.png"/><Relationship Id="rId314" Type="http://schemas.openxmlformats.org/officeDocument/2006/relationships/customXml" Target="../ink/ink2674.xml"/><Relationship Id="rId356" Type="http://schemas.openxmlformats.org/officeDocument/2006/relationships/customXml" Target="../ink/ink2695.xml"/><Relationship Id="rId95" Type="http://schemas.openxmlformats.org/officeDocument/2006/relationships/image" Target="../media/image2549.png"/><Relationship Id="rId160" Type="http://schemas.openxmlformats.org/officeDocument/2006/relationships/customXml" Target="../ink/ink2597.xml"/><Relationship Id="rId216" Type="http://schemas.openxmlformats.org/officeDocument/2006/relationships/customXml" Target="../ink/ink2625.xml"/><Relationship Id="rId258" Type="http://schemas.openxmlformats.org/officeDocument/2006/relationships/customXml" Target="../ink/ink2646.xml"/><Relationship Id="rId22" Type="http://schemas.openxmlformats.org/officeDocument/2006/relationships/customXml" Target="../ink/ink2528.xml"/><Relationship Id="rId64" Type="http://schemas.openxmlformats.org/officeDocument/2006/relationships/customXml" Target="../ink/ink2549.xml"/><Relationship Id="rId118" Type="http://schemas.openxmlformats.org/officeDocument/2006/relationships/customXml" Target="../ink/ink2576.xml"/><Relationship Id="rId325" Type="http://schemas.openxmlformats.org/officeDocument/2006/relationships/image" Target="../media/image2664.png"/><Relationship Id="rId367" Type="http://schemas.openxmlformats.org/officeDocument/2006/relationships/image" Target="../media/image2685.png"/><Relationship Id="rId171" Type="http://schemas.openxmlformats.org/officeDocument/2006/relationships/image" Target="../media/image2587.png"/><Relationship Id="rId227" Type="http://schemas.openxmlformats.org/officeDocument/2006/relationships/image" Target="../media/image2615.png"/><Relationship Id="rId269" Type="http://schemas.openxmlformats.org/officeDocument/2006/relationships/image" Target="../media/image2636.png"/><Relationship Id="rId33" Type="http://schemas.openxmlformats.org/officeDocument/2006/relationships/image" Target="../media/image2518.png"/><Relationship Id="rId129" Type="http://schemas.openxmlformats.org/officeDocument/2006/relationships/image" Target="../media/image2566.png"/><Relationship Id="rId280" Type="http://schemas.openxmlformats.org/officeDocument/2006/relationships/customXml" Target="../ink/ink2657.xml"/><Relationship Id="rId336" Type="http://schemas.openxmlformats.org/officeDocument/2006/relationships/customXml" Target="../ink/ink2685.xml"/><Relationship Id="rId75" Type="http://schemas.openxmlformats.org/officeDocument/2006/relationships/image" Target="../media/image2539.png"/><Relationship Id="rId140" Type="http://schemas.openxmlformats.org/officeDocument/2006/relationships/customXml" Target="../ink/ink2587.xml"/><Relationship Id="rId182" Type="http://schemas.openxmlformats.org/officeDocument/2006/relationships/customXml" Target="../ink/ink2608.xml"/><Relationship Id="rId6" Type="http://schemas.openxmlformats.org/officeDocument/2006/relationships/customXml" Target="../ink/ink2520.xml"/><Relationship Id="rId238" Type="http://schemas.openxmlformats.org/officeDocument/2006/relationships/customXml" Target="../ink/ink2636.xml"/><Relationship Id="rId291" Type="http://schemas.openxmlformats.org/officeDocument/2006/relationships/image" Target="../media/image2647.png"/><Relationship Id="rId305" Type="http://schemas.openxmlformats.org/officeDocument/2006/relationships/image" Target="../media/image2654.png"/><Relationship Id="rId347" Type="http://schemas.openxmlformats.org/officeDocument/2006/relationships/image" Target="../media/image2675.png"/><Relationship Id="rId44" Type="http://schemas.openxmlformats.org/officeDocument/2006/relationships/customXml" Target="../ink/ink2539.xml"/><Relationship Id="rId86" Type="http://schemas.openxmlformats.org/officeDocument/2006/relationships/customXml" Target="../ink/ink2560.xml"/><Relationship Id="rId151" Type="http://schemas.openxmlformats.org/officeDocument/2006/relationships/image" Target="../media/image2577.png"/><Relationship Id="rId193" Type="http://schemas.openxmlformats.org/officeDocument/2006/relationships/image" Target="../media/image2598.png"/><Relationship Id="rId207" Type="http://schemas.openxmlformats.org/officeDocument/2006/relationships/image" Target="../media/image2605.png"/><Relationship Id="rId249" Type="http://schemas.openxmlformats.org/officeDocument/2006/relationships/image" Target="../media/image2626.png"/><Relationship Id="rId13" Type="http://schemas.openxmlformats.org/officeDocument/2006/relationships/image" Target="../media/image2508.png"/><Relationship Id="rId109" Type="http://schemas.openxmlformats.org/officeDocument/2006/relationships/image" Target="../media/image2556.png"/><Relationship Id="rId260" Type="http://schemas.openxmlformats.org/officeDocument/2006/relationships/customXml" Target="../ink/ink2647.xml"/><Relationship Id="rId316" Type="http://schemas.openxmlformats.org/officeDocument/2006/relationships/customXml" Target="../ink/ink2675.xml"/><Relationship Id="rId55" Type="http://schemas.openxmlformats.org/officeDocument/2006/relationships/image" Target="../media/image2529.png"/><Relationship Id="rId97" Type="http://schemas.openxmlformats.org/officeDocument/2006/relationships/image" Target="../media/image2550.png"/><Relationship Id="rId120" Type="http://schemas.openxmlformats.org/officeDocument/2006/relationships/customXml" Target="../ink/ink2577.xml"/><Relationship Id="rId358" Type="http://schemas.openxmlformats.org/officeDocument/2006/relationships/customXml" Target="../ink/ink2696.xml"/><Relationship Id="rId162" Type="http://schemas.openxmlformats.org/officeDocument/2006/relationships/customXml" Target="../ink/ink2598.xml"/><Relationship Id="rId218" Type="http://schemas.openxmlformats.org/officeDocument/2006/relationships/customXml" Target="../ink/ink2626.xml"/><Relationship Id="rId271" Type="http://schemas.openxmlformats.org/officeDocument/2006/relationships/image" Target="../media/image2637.png"/><Relationship Id="rId24" Type="http://schemas.openxmlformats.org/officeDocument/2006/relationships/customXml" Target="../ink/ink2529.xml"/><Relationship Id="rId66" Type="http://schemas.openxmlformats.org/officeDocument/2006/relationships/customXml" Target="../ink/ink2550.xml"/><Relationship Id="rId131" Type="http://schemas.openxmlformats.org/officeDocument/2006/relationships/image" Target="../media/image2567.png"/><Relationship Id="rId327" Type="http://schemas.openxmlformats.org/officeDocument/2006/relationships/image" Target="../media/image2665.png"/><Relationship Id="rId173" Type="http://schemas.openxmlformats.org/officeDocument/2006/relationships/image" Target="../media/image2588.png"/><Relationship Id="rId229" Type="http://schemas.openxmlformats.org/officeDocument/2006/relationships/image" Target="../media/image2616.png"/><Relationship Id="rId240" Type="http://schemas.openxmlformats.org/officeDocument/2006/relationships/customXml" Target="../ink/ink2637.xml"/><Relationship Id="rId35" Type="http://schemas.openxmlformats.org/officeDocument/2006/relationships/image" Target="../media/image2519.png"/><Relationship Id="rId77" Type="http://schemas.openxmlformats.org/officeDocument/2006/relationships/image" Target="../media/image2540.png"/><Relationship Id="rId100" Type="http://schemas.openxmlformats.org/officeDocument/2006/relationships/customXml" Target="../ink/ink2567.xml"/><Relationship Id="rId282" Type="http://schemas.openxmlformats.org/officeDocument/2006/relationships/customXml" Target="../ink/ink2658.xml"/><Relationship Id="rId338" Type="http://schemas.openxmlformats.org/officeDocument/2006/relationships/customXml" Target="../ink/ink2686.xml"/><Relationship Id="rId8" Type="http://schemas.openxmlformats.org/officeDocument/2006/relationships/customXml" Target="../ink/ink2521.xml"/><Relationship Id="rId142" Type="http://schemas.openxmlformats.org/officeDocument/2006/relationships/customXml" Target="../ink/ink2588.xml"/><Relationship Id="rId184" Type="http://schemas.openxmlformats.org/officeDocument/2006/relationships/customXml" Target="../ink/ink2609.xml"/><Relationship Id="rId251" Type="http://schemas.openxmlformats.org/officeDocument/2006/relationships/image" Target="../media/image2627.png"/><Relationship Id="rId46" Type="http://schemas.openxmlformats.org/officeDocument/2006/relationships/customXml" Target="../ink/ink2540.xml"/><Relationship Id="rId293" Type="http://schemas.openxmlformats.org/officeDocument/2006/relationships/image" Target="../media/image2648.png"/><Relationship Id="rId307" Type="http://schemas.openxmlformats.org/officeDocument/2006/relationships/image" Target="../media/image2655.png"/><Relationship Id="rId349" Type="http://schemas.openxmlformats.org/officeDocument/2006/relationships/image" Target="../media/image2676.png"/><Relationship Id="rId88" Type="http://schemas.openxmlformats.org/officeDocument/2006/relationships/customXml" Target="../ink/ink2561.xml"/><Relationship Id="rId111" Type="http://schemas.openxmlformats.org/officeDocument/2006/relationships/image" Target="../media/image2557.png"/><Relationship Id="rId153" Type="http://schemas.openxmlformats.org/officeDocument/2006/relationships/image" Target="../media/image2578.png"/><Relationship Id="rId195" Type="http://schemas.openxmlformats.org/officeDocument/2006/relationships/image" Target="../media/image2599.png"/><Relationship Id="rId209" Type="http://schemas.openxmlformats.org/officeDocument/2006/relationships/image" Target="../media/image2606.png"/><Relationship Id="rId360" Type="http://schemas.openxmlformats.org/officeDocument/2006/relationships/customXml" Target="../ink/ink2697.xml"/></Relationships>
</file>

<file path=ppt/slides/_rels/slide4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43.png"/><Relationship Id="rId21" Type="http://schemas.openxmlformats.org/officeDocument/2006/relationships/image" Target="../media/image2695.png"/><Relationship Id="rId42" Type="http://schemas.openxmlformats.org/officeDocument/2006/relationships/customXml" Target="../ink/ink2721.xml"/><Relationship Id="rId63" Type="http://schemas.openxmlformats.org/officeDocument/2006/relationships/image" Target="../media/image2716.png"/><Relationship Id="rId84" Type="http://schemas.openxmlformats.org/officeDocument/2006/relationships/customXml" Target="../ink/ink2742.xml"/><Relationship Id="rId138" Type="http://schemas.openxmlformats.org/officeDocument/2006/relationships/customXml" Target="../ink/ink2769.xml"/><Relationship Id="rId159" Type="http://schemas.openxmlformats.org/officeDocument/2006/relationships/image" Target="../media/image2764.png"/><Relationship Id="rId170" Type="http://schemas.openxmlformats.org/officeDocument/2006/relationships/customXml" Target="../ink/ink2785.xml"/><Relationship Id="rId191" Type="http://schemas.openxmlformats.org/officeDocument/2006/relationships/image" Target="../media/image2780.png"/><Relationship Id="rId205" Type="http://schemas.openxmlformats.org/officeDocument/2006/relationships/image" Target="../media/image2787.png"/><Relationship Id="rId107" Type="http://schemas.openxmlformats.org/officeDocument/2006/relationships/image" Target="../media/image2738.png"/><Relationship Id="rId11" Type="http://schemas.openxmlformats.org/officeDocument/2006/relationships/image" Target="../media/image2690.png"/><Relationship Id="rId32" Type="http://schemas.openxmlformats.org/officeDocument/2006/relationships/customXml" Target="../ink/ink2716.xml"/><Relationship Id="rId53" Type="http://schemas.openxmlformats.org/officeDocument/2006/relationships/image" Target="../media/image2711.png"/><Relationship Id="rId74" Type="http://schemas.openxmlformats.org/officeDocument/2006/relationships/customXml" Target="../ink/ink2737.xml"/><Relationship Id="rId128" Type="http://schemas.openxmlformats.org/officeDocument/2006/relationships/customXml" Target="../ink/ink2764.xml"/><Relationship Id="rId149" Type="http://schemas.openxmlformats.org/officeDocument/2006/relationships/image" Target="../media/image2759.png"/><Relationship Id="rId5" Type="http://schemas.openxmlformats.org/officeDocument/2006/relationships/image" Target="../media/image2687.png"/><Relationship Id="rId95" Type="http://schemas.openxmlformats.org/officeDocument/2006/relationships/image" Target="../media/image2732.png"/><Relationship Id="rId160" Type="http://schemas.openxmlformats.org/officeDocument/2006/relationships/customXml" Target="../ink/ink2780.xml"/><Relationship Id="rId181" Type="http://schemas.openxmlformats.org/officeDocument/2006/relationships/image" Target="../media/image2775.png"/><Relationship Id="rId216" Type="http://schemas.openxmlformats.org/officeDocument/2006/relationships/customXml" Target="../ink/ink2808.xml"/><Relationship Id="rId22" Type="http://schemas.openxmlformats.org/officeDocument/2006/relationships/customXml" Target="../ink/ink2711.xml"/><Relationship Id="rId43" Type="http://schemas.openxmlformats.org/officeDocument/2006/relationships/image" Target="../media/image2706.png"/><Relationship Id="rId64" Type="http://schemas.openxmlformats.org/officeDocument/2006/relationships/customXml" Target="../ink/ink2732.xml"/><Relationship Id="rId118" Type="http://schemas.openxmlformats.org/officeDocument/2006/relationships/customXml" Target="../ink/ink2759.xml"/><Relationship Id="rId139" Type="http://schemas.openxmlformats.org/officeDocument/2006/relationships/image" Target="../media/image2754.png"/><Relationship Id="rId85" Type="http://schemas.openxmlformats.org/officeDocument/2006/relationships/image" Target="../media/image2727.png"/><Relationship Id="rId150" Type="http://schemas.openxmlformats.org/officeDocument/2006/relationships/customXml" Target="../ink/ink2775.xml"/><Relationship Id="rId171" Type="http://schemas.openxmlformats.org/officeDocument/2006/relationships/image" Target="../media/image2770.png"/><Relationship Id="rId192" Type="http://schemas.openxmlformats.org/officeDocument/2006/relationships/customXml" Target="../ink/ink2796.xml"/><Relationship Id="rId206" Type="http://schemas.openxmlformats.org/officeDocument/2006/relationships/customXml" Target="../ink/ink2803.xml"/><Relationship Id="rId12" Type="http://schemas.openxmlformats.org/officeDocument/2006/relationships/customXml" Target="../ink/ink2706.xml"/><Relationship Id="rId33" Type="http://schemas.openxmlformats.org/officeDocument/2006/relationships/image" Target="../media/image2701.png"/><Relationship Id="rId108" Type="http://schemas.openxmlformats.org/officeDocument/2006/relationships/customXml" Target="../ink/ink2754.xml"/><Relationship Id="rId129" Type="http://schemas.openxmlformats.org/officeDocument/2006/relationships/image" Target="../media/image2749.png"/><Relationship Id="rId54" Type="http://schemas.openxmlformats.org/officeDocument/2006/relationships/customXml" Target="../ink/ink2727.xml"/><Relationship Id="rId75" Type="http://schemas.openxmlformats.org/officeDocument/2006/relationships/image" Target="../media/image2722.png"/><Relationship Id="rId96" Type="http://schemas.openxmlformats.org/officeDocument/2006/relationships/customXml" Target="../ink/ink2748.xml"/><Relationship Id="rId140" Type="http://schemas.openxmlformats.org/officeDocument/2006/relationships/customXml" Target="../ink/ink2770.xml"/><Relationship Id="rId161" Type="http://schemas.openxmlformats.org/officeDocument/2006/relationships/image" Target="../media/image2765.png"/><Relationship Id="rId182" Type="http://schemas.openxmlformats.org/officeDocument/2006/relationships/customXml" Target="../ink/ink2791.xml"/><Relationship Id="rId217" Type="http://schemas.openxmlformats.org/officeDocument/2006/relationships/image" Target="../media/image2793.png"/><Relationship Id="rId6" Type="http://schemas.openxmlformats.org/officeDocument/2006/relationships/customXml" Target="../ink/ink2703.xml"/><Relationship Id="rId23" Type="http://schemas.openxmlformats.org/officeDocument/2006/relationships/image" Target="../media/image2696.png"/><Relationship Id="rId119" Type="http://schemas.openxmlformats.org/officeDocument/2006/relationships/image" Target="../media/image2744.png"/><Relationship Id="rId44" Type="http://schemas.openxmlformats.org/officeDocument/2006/relationships/customXml" Target="../ink/ink2722.xml"/><Relationship Id="rId65" Type="http://schemas.openxmlformats.org/officeDocument/2006/relationships/image" Target="../media/image2717.png"/><Relationship Id="rId86" Type="http://schemas.openxmlformats.org/officeDocument/2006/relationships/customXml" Target="../ink/ink2743.xml"/><Relationship Id="rId130" Type="http://schemas.openxmlformats.org/officeDocument/2006/relationships/customXml" Target="../ink/ink2765.xml"/><Relationship Id="rId151" Type="http://schemas.openxmlformats.org/officeDocument/2006/relationships/image" Target="../media/image2760.png"/><Relationship Id="rId172" Type="http://schemas.openxmlformats.org/officeDocument/2006/relationships/customXml" Target="../ink/ink2786.xml"/><Relationship Id="rId193" Type="http://schemas.openxmlformats.org/officeDocument/2006/relationships/image" Target="../media/image2781.png"/><Relationship Id="rId207" Type="http://schemas.openxmlformats.org/officeDocument/2006/relationships/image" Target="../media/image2788.png"/><Relationship Id="rId13" Type="http://schemas.openxmlformats.org/officeDocument/2006/relationships/image" Target="../media/image2691.png"/><Relationship Id="rId109" Type="http://schemas.openxmlformats.org/officeDocument/2006/relationships/image" Target="../media/image2739.png"/><Relationship Id="rId34" Type="http://schemas.openxmlformats.org/officeDocument/2006/relationships/customXml" Target="../ink/ink2717.xml"/><Relationship Id="rId55" Type="http://schemas.openxmlformats.org/officeDocument/2006/relationships/image" Target="../media/image2712.png"/><Relationship Id="rId76" Type="http://schemas.openxmlformats.org/officeDocument/2006/relationships/customXml" Target="../ink/ink2738.xml"/><Relationship Id="rId97" Type="http://schemas.openxmlformats.org/officeDocument/2006/relationships/image" Target="../media/image2733.png"/><Relationship Id="rId120" Type="http://schemas.openxmlformats.org/officeDocument/2006/relationships/customXml" Target="../ink/ink2760.xml"/><Relationship Id="rId141" Type="http://schemas.openxmlformats.org/officeDocument/2006/relationships/image" Target="../media/image2755.png"/><Relationship Id="rId7" Type="http://schemas.openxmlformats.org/officeDocument/2006/relationships/image" Target="../media/image2688.png"/><Relationship Id="rId162" Type="http://schemas.openxmlformats.org/officeDocument/2006/relationships/customXml" Target="../ink/ink2781.xml"/><Relationship Id="rId183" Type="http://schemas.openxmlformats.org/officeDocument/2006/relationships/image" Target="../media/image2776.png"/><Relationship Id="rId24" Type="http://schemas.openxmlformats.org/officeDocument/2006/relationships/customXml" Target="../ink/ink2712.xml"/><Relationship Id="rId45" Type="http://schemas.openxmlformats.org/officeDocument/2006/relationships/image" Target="../media/image2707.png"/><Relationship Id="rId66" Type="http://schemas.openxmlformats.org/officeDocument/2006/relationships/customXml" Target="../ink/ink2733.xml"/><Relationship Id="rId87" Type="http://schemas.openxmlformats.org/officeDocument/2006/relationships/image" Target="../media/image2728.png"/><Relationship Id="rId110" Type="http://schemas.openxmlformats.org/officeDocument/2006/relationships/customXml" Target="../ink/ink2755.xml"/><Relationship Id="rId131" Type="http://schemas.openxmlformats.org/officeDocument/2006/relationships/image" Target="../media/image2750.png"/><Relationship Id="rId152" Type="http://schemas.openxmlformats.org/officeDocument/2006/relationships/customXml" Target="../ink/ink2776.xml"/><Relationship Id="rId173" Type="http://schemas.openxmlformats.org/officeDocument/2006/relationships/image" Target="../media/image2771.png"/><Relationship Id="rId194" Type="http://schemas.openxmlformats.org/officeDocument/2006/relationships/customXml" Target="../ink/ink2797.xml"/><Relationship Id="rId208" Type="http://schemas.openxmlformats.org/officeDocument/2006/relationships/customXml" Target="../ink/ink2804.xml"/><Relationship Id="rId14" Type="http://schemas.openxmlformats.org/officeDocument/2006/relationships/customXml" Target="../ink/ink2707.xml"/><Relationship Id="rId30" Type="http://schemas.openxmlformats.org/officeDocument/2006/relationships/customXml" Target="../ink/ink2715.xml"/><Relationship Id="rId35" Type="http://schemas.openxmlformats.org/officeDocument/2006/relationships/image" Target="../media/image2702.png"/><Relationship Id="rId56" Type="http://schemas.openxmlformats.org/officeDocument/2006/relationships/customXml" Target="../ink/ink2728.xml"/><Relationship Id="rId77" Type="http://schemas.openxmlformats.org/officeDocument/2006/relationships/image" Target="../media/image2723.png"/><Relationship Id="rId100" Type="http://schemas.openxmlformats.org/officeDocument/2006/relationships/customXml" Target="../ink/ink2750.xml"/><Relationship Id="rId105" Type="http://schemas.openxmlformats.org/officeDocument/2006/relationships/image" Target="../media/image2737.png"/><Relationship Id="rId126" Type="http://schemas.openxmlformats.org/officeDocument/2006/relationships/customXml" Target="../ink/ink2763.xml"/><Relationship Id="rId147" Type="http://schemas.openxmlformats.org/officeDocument/2006/relationships/image" Target="../media/image2758.png"/><Relationship Id="rId168" Type="http://schemas.openxmlformats.org/officeDocument/2006/relationships/customXml" Target="../ink/ink2784.xml"/><Relationship Id="rId8" Type="http://schemas.openxmlformats.org/officeDocument/2006/relationships/customXml" Target="../ink/ink2704.xml"/><Relationship Id="rId51" Type="http://schemas.openxmlformats.org/officeDocument/2006/relationships/image" Target="../media/image2710.png"/><Relationship Id="rId72" Type="http://schemas.openxmlformats.org/officeDocument/2006/relationships/customXml" Target="../ink/ink2736.xml"/><Relationship Id="rId93" Type="http://schemas.openxmlformats.org/officeDocument/2006/relationships/image" Target="../media/image2731.png"/><Relationship Id="rId98" Type="http://schemas.openxmlformats.org/officeDocument/2006/relationships/customXml" Target="../ink/ink2749.xml"/><Relationship Id="rId121" Type="http://schemas.openxmlformats.org/officeDocument/2006/relationships/image" Target="../media/image2745.png"/><Relationship Id="rId142" Type="http://schemas.openxmlformats.org/officeDocument/2006/relationships/customXml" Target="../ink/ink2771.xml"/><Relationship Id="rId163" Type="http://schemas.openxmlformats.org/officeDocument/2006/relationships/image" Target="../media/image2766.png"/><Relationship Id="rId184" Type="http://schemas.openxmlformats.org/officeDocument/2006/relationships/customXml" Target="../ink/ink2792.xml"/><Relationship Id="rId189" Type="http://schemas.openxmlformats.org/officeDocument/2006/relationships/image" Target="../media/image2779.png"/><Relationship Id="rId3" Type="http://schemas.openxmlformats.org/officeDocument/2006/relationships/image" Target="../media/image2686.png"/><Relationship Id="rId214" Type="http://schemas.openxmlformats.org/officeDocument/2006/relationships/customXml" Target="../ink/ink2807.xml"/><Relationship Id="rId25" Type="http://schemas.openxmlformats.org/officeDocument/2006/relationships/image" Target="../media/image2697.png"/><Relationship Id="rId46" Type="http://schemas.openxmlformats.org/officeDocument/2006/relationships/customXml" Target="../ink/ink2723.xml"/><Relationship Id="rId67" Type="http://schemas.openxmlformats.org/officeDocument/2006/relationships/image" Target="../media/image2718.png"/><Relationship Id="rId116" Type="http://schemas.openxmlformats.org/officeDocument/2006/relationships/customXml" Target="../ink/ink2758.xml"/><Relationship Id="rId137" Type="http://schemas.openxmlformats.org/officeDocument/2006/relationships/image" Target="../media/image2753.png"/><Relationship Id="rId158" Type="http://schemas.openxmlformats.org/officeDocument/2006/relationships/customXml" Target="../ink/ink2779.xml"/><Relationship Id="rId20" Type="http://schemas.openxmlformats.org/officeDocument/2006/relationships/customXml" Target="../ink/ink2710.xml"/><Relationship Id="rId41" Type="http://schemas.openxmlformats.org/officeDocument/2006/relationships/image" Target="../media/image2705.png"/><Relationship Id="rId62" Type="http://schemas.openxmlformats.org/officeDocument/2006/relationships/customXml" Target="../ink/ink2731.xml"/><Relationship Id="rId83" Type="http://schemas.openxmlformats.org/officeDocument/2006/relationships/image" Target="../media/image2726.png"/><Relationship Id="rId88" Type="http://schemas.openxmlformats.org/officeDocument/2006/relationships/customXml" Target="../ink/ink2744.xml"/><Relationship Id="rId111" Type="http://schemas.openxmlformats.org/officeDocument/2006/relationships/image" Target="../media/image2740.png"/><Relationship Id="rId132" Type="http://schemas.openxmlformats.org/officeDocument/2006/relationships/customXml" Target="../ink/ink2766.xml"/><Relationship Id="rId153" Type="http://schemas.openxmlformats.org/officeDocument/2006/relationships/image" Target="../media/image2761.png"/><Relationship Id="rId174" Type="http://schemas.openxmlformats.org/officeDocument/2006/relationships/customXml" Target="../ink/ink2787.xml"/><Relationship Id="rId179" Type="http://schemas.openxmlformats.org/officeDocument/2006/relationships/image" Target="../media/image2774.png"/><Relationship Id="rId195" Type="http://schemas.openxmlformats.org/officeDocument/2006/relationships/image" Target="../media/image2782.png"/><Relationship Id="rId209" Type="http://schemas.openxmlformats.org/officeDocument/2006/relationships/image" Target="../media/image2789.png"/><Relationship Id="rId190" Type="http://schemas.openxmlformats.org/officeDocument/2006/relationships/customXml" Target="../ink/ink2795.xml"/><Relationship Id="rId204" Type="http://schemas.openxmlformats.org/officeDocument/2006/relationships/customXml" Target="../ink/ink2802.xml"/><Relationship Id="rId15" Type="http://schemas.openxmlformats.org/officeDocument/2006/relationships/image" Target="../media/image2692.png"/><Relationship Id="rId36" Type="http://schemas.openxmlformats.org/officeDocument/2006/relationships/customXml" Target="../ink/ink2718.xml"/><Relationship Id="rId57" Type="http://schemas.openxmlformats.org/officeDocument/2006/relationships/image" Target="../media/image2713.png"/><Relationship Id="rId106" Type="http://schemas.openxmlformats.org/officeDocument/2006/relationships/customXml" Target="../ink/ink2753.xml"/><Relationship Id="rId127" Type="http://schemas.openxmlformats.org/officeDocument/2006/relationships/image" Target="../media/image2748.png"/><Relationship Id="rId10" Type="http://schemas.openxmlformats.org/officeDocument/2006/relationships/customXml" Target="../ink/ink2705.xml"/><Relationship Id="rId31" Type="http://schemas.openxmlformats.org/officeDocument/2006/relationships/image" Target="../media/image2700.png"/><Relationship Id="rId52" Type="http://schemas.openxmlformats.org/officeDocument/2006/relationships/customXml" Target="../ink/ink2726.xml"/><Relationship Id="rId73" Type="http://schemas.openxmlformats.org/officeDocument/2006/relationships/image" Target="../media/image2721.png"/><Relationship Id="rId78" Type="http://schemas.openxmlformats.org/officeDocument/2006/relationships/customXml" Target="../ink/ink2739.xml"/><Relationship Id="rId94" Type="http://schemas.openxmlformats.org/officeDocument/2006/relationships/customXml" Target="../ink/ink2747.xml"/><Relationship Id="rId99" Type="http://schemas.openxmlformats.org/officeDocument/2006/relationships/image" Target="../media/image2734.png"/><Relationship Id="rId101" Type="http://schemas.openxmlformats.org/officeDocument/2006/relationships/image" Target="../media/image2735.png"/><Relationship Id="rId122" Type="http://schemas.openxmlformats.org/officeDocument/2006/relationships/customXml" Target="../ink/ink2761.xml"/><Relationship Id="rId143" Type="http://schemas.openxmlformats.org/officeDocument/2006/relationships/image" Target="../media/image2756.png"/><Relationship Id="rId148" Type="http://schemas.openxmlformats.org/officeDocument/2006/relationships/customXml" Target="../ink/ink2774.xml"/><Relationship Id="rId164" Type="http://schemas.openxmlformats.org/officeDocument/2006/relationships/customXml" Target="../ink/ink2782.xml"/><Relationship Id="rId169" Type="http://schemas.openxmlformats.org/officeDocument/2006/relationships/image" Target="../media/image2769.png"/><Relationship Id="rId185" Type="http://schemas.openxmlformats.org/officeDocument/2006/relationships/image" Target="../media/image2777.png"/><Relationship Id="rId4" Type="http://schemas.openxmlformats.org/officeDocument/2006/relationships/customXml" Target="../ink/ink2702.xml"/><Relationship Id="rId9" Type="http://schemas.openxmlformats.org/officeDocument/2006/relationships/image" Target="../media/image2689.png"/><Relationship Id="rId180" Type="http://schemas.openxmlformats.org/officeDocument/2006/relationships/customXml" Target="../ink/ink2790.xml"/><Relationship Id="rId210" Type="http://schemas.openxmlformats.org/officeDocument/2006/relationships/customXml" Target="../ink/ink2805.xml"/><Relationship Id="rId215" Type="http://schemas.openxmlformats.org/officeDocument/2006/relationships/image" Target="../media/image2792.png"/><Relationship Id="rId26" Type="http://schemas.openxmlformats.org/officeDocument/2006/relationships/customXml" Target="../ink/ink2713.xml"/><Relationship Id="rId47" Type="http://schemas.openxmlformats.org/officeDocument/2006/relationships/image" Target="../media/image2708.png"/><Relationship Id="rId68" Type="http://schemas.openxmlformats.org/officeDocument/2006/relationships/customXml" Target="../ink/ink2734.xml"/><Relationship Id="rId89" Type="http://schemas.openxmlformats.org/officeDocument/2006/relationships/image" Target="../media/image2729.png"/><Relationship Id="rId112" Type="http://schemas.openxmlformats.org/officeDocument/2006/relationships/customXml" Target="../ink/ink2756.xml"/><Relationship Id="rId133" Type="http://schemas.openxmlformats.org/officeDocument/2006/relationships/image" Target="../media/image2751.png"/><Relationship Id="rId154" Type="http://schemas.openxmlformats.org/officeDocument/2006/relationships/customXml" Target="../ink/ink2777.xml"/><Relationship Id="rId175" Type="http://schemas.openxmlformats.org/officeDocument/2006/relationships/image" Target="../media/image2772.png"/><Relationship Id="rId196" Type="http://schemas.openxmlformats.org/officeDocument/2006/relationships/customXml" Target="../ink/ink2798.xml"/><Relationship Id="rId200" Type="http://schemas.openxmlformats.org/officeDocument/2006/relationships/customXml" Target="../ink/ink2800.xml"/><Relationship Id="rId16" Type="http://schemas.openxmlformats.org/officeDocument/2006/relationships/customXml" Target="../ink/ink2708.xml"/><Relationship Id="rId37" Type="http://schemas.openxmlformats.org/officeDocument/2006/relationships/image" Target="../media/image2703.png"/><Relationship Id="rId58" Type="http://schemas.openxmlformats.org/officeDocument/2006/relationships/customXml" Target="../ink/ink2729.xml"/><Relationship Id="rId79" Type="http://schemas.openxmlformats.org/officeDocument/2006/relationships/image" Target="../media/image2724.png"/><Relationship Id="rId102" Type="http://schemas.openxmlformats.org/officeDocument/2006/relationships/customXml" Target="../ink/ink2751.xml"/><Relationship Id="rId123" Type="http://schemas.openxmlformats.org/officeDocument/2006/relationships/image" Target="../media/image2746.png"/><Relationship Id="rId144" Type="http://schemas.openxmlformats.org/officeDocument/2006/relationships/customXml" Target="../ink/ink2772.xml"/><Relationship Id="rId90" Type="http://schemas.openxmlformats.org/officeDocument/2006/relationships/customXml" Target="../ink/ink2745.xml"/><Relationship Id="rId165" Type="http://schemas.openxmlformats.org/officeDocument/2006/relationships/image" Target="../media/image2767.png"/><Relationship Id="rId186" Type="http://schemas.openxmlformats.org/officeDocument/2006/relationships/customXml" Target="../ink/ink2793.xml"/><Relationship Id="rId211" Type="http://schemas.openxmlformats.org/officeDocument/2006/relationships/image" Target="../media/image2790.png"/><Relationship Id="rId27" Type="http://schemas.openxmlformats.org/officeDocument/2006/relationships/image" Target="../media/image2698.png"/><Relationship Id="rId48" Type="http://schemas.openxmlformats.org/officeDocument/2006/relationships/customXml" Target="../ink/ink2724.xml"/><Relationship Id="rId69" Type="http://schemas.openxmlformats.org/officeDocument/2006/relationships/image" Target="../media/image2719.png"/><Relationship Id="rId113" Type="http://schemas.openxmlformats.org/officeDocument/2006/relationships/image" Target="../media/image2741.png"/><Relationship Id="rId134" Type="http://schemas.openxmlformats.org/officeDocument/2006/relationships/customXml" Target="../ink/ink2767.xml"/><Relationship Id="rId80" Type="http://schemas.openxmlformats.org/officeDocument/2006/relationships/customXml" Target="../ink/ink2740.xml"/><Relationship Id="rId155" Type="http://schemas.openxmlformats.org/officeDocument/2006/relationships/image" Target="../media/image2762.png"/><Relationship Id="rId176" Type="http://schemas.openxmlformats.org/officeDocument/2006/relationships/customXml" Target="../ink/ink2788.xml"/><Relationship Id="rId197" Type="http://schemas.openxmlformats.org/officeDocument/2006/relationships/image" Target="../media/image2783.png"/><Relationship Id="rId201" Type="http://schemas.openxmlformats.org/officeDocument/2006/relationships/image" Target="../media/image2785.png"/><Relationship Id="rId17" Type="http://schemas.openxmlformats.org/officeDocument/2006/relationships/image" Target="../media/image2693.png"/><Relationship Id="rId38" Type="http://schemas.openxmlformats.org/officeDocument/2006/relationships/customXml" Target="../ink/ink2719.xml"/><Relationship Id="rId59" Type="http://schemas.openxmlformats.org/officeDocument/2006/relationships/image" Target="../media/image2714.png"/><Relationship Id="rId103" Type="http://schemas.openxmlformats.org/officeDocument/2006/relationships/image" Target="../media/image2736.png"/><Relationship Id="rId124" Type="http://schemas.openxmlformats.org/officeDocument/2006/relationships/customXml" Target="../ink/ink2762.xml"/><Relationship Id="rId70" Type="http://schemas.openxmlformats.org/officeDocument/2006/relationships/customXml" Target="../ink/ink2735.xml"/><Relationship Id="rId91" Type="http://schemas.openxmlformats.org/officeDocument/2006/relationships/image" Target="../media/image2730.png"/><Relationship Id="rId145" Type="http://schemas.openxmlformats.org/officeDocument/2006/relationships/image" Target="../media/image2757.png"/><Relationship Id="rId166" Type="http://schemas.openxmlformats.org/officeDocument/2006/relationships/customXml" Target="../ink/ink2783.xml"/><Relationship Id="rId187" Type="http://schemas.openxmlformats.org/officeDocument/2006/relationships/image" Target="../media/image277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806.xml"/><Relationship Id="rId28" Type="http://schemas.openxmlformats.org/officeDocument/2006/relationships/customXml" Target="../ink/ink2714.xml"/><Relationship Id="rId49" Type="http://schemas.openxmlformats.org/officeDocument/2006/relationships/image" Target="../media/image2709.png"/><Relationship Id="rId114" Type="http://schemas.openxmlformats.org/officeDocument/2006/relationships/customXml" Target="../ink/ink2757.xml"/><Relationship Id="rId60" Type="http://schemas.openxmlformats.org/officeDocument/2006/relationships/customXml" Target="../ink/ink2730.xml"/><Relationship Id="rId81" Type="http://schemas.openxmlformats.org/officeDocument/2006/relationships/image" Target="../media/image2725.png"/><Relationship Id="rId135" Type="http://schemas.openxmlformats.org/officeDocument/2006/relationships/image" Target="../media/image2752.png"/><Relationship Id="rId156" Type="http://schemas.openxmlformats.org/officeDocument/2006/relationships/customXml" Target="../ink/ink2778.xml"/><Relationship Id="rId177" Type="http://schemas.openxmlformats.org/officeDocument/2006/relationships/image" Target="../media/image2773.png"/><Relationship Id="rId198" Type="http://schemas.openxmlformats.org/officeDocument/2006/relationships/customXml" Target="../ink/ink2799.xml"/><Relationship Id="rId202" Type="http://schemas.openxmlformats.org/officeDocument/2006/relationships/customXml" Target="../ink/ink2801.xml"/><Relationship Id="rId18" Type="http://schemas.openxmlformats.org/officeDocument/2006/relationships/customXml" Target="../ink/ink2709.xml"/><Relationship Id="rId39" Type="http://schemas.openxmlformats.org/officeDocument/2006/relationships/image" Target="../media/image2704.png"/><Relationship Id="rId50" Type="http://schemas.openxmlformats.org/officeDocument/2006/relationships/customXml" Target="../ink/ink2725.xml"/><Relationship Id="rId104" Type="http://schemas.openxmlformats.org/officeDocument/2006/relationships/customXml" Target="../ink/ink2752.xml"/><Relationship Id="rId125" Type="http://schemas.openxmlformats.org/officeDocument/2006/relationships/image" Target="../media/image2747.png"/><Relationship Id="rId146" Type="http://schemas.openxmlformats.org/officeDocument/2006/relationships/customXml" Target="../ink/ink2773.xml"/><Relationship Id="rId167" Type="http://schemas.openxmlformats.org/officeDocument/2006/relationships/image" Target="../media/image2768.png"/><Relationship Id="rId188" Type="http://schemas.openxmlformats.org/officeDocument/2006/relationships/customXml" Target="../ink/ink2794.xml"/><Relationship Id="rId71" Type="http://schemas.openxmlformats.org/officeDocument/2006/relationships/image" Target="../media/image2720.png"/><Relationship Id="rId92" Type="http://schemas.openxmlformats.org/officeDocument/2006/relationships/customXml" Target="../ink/ink2746.xml"/><Relationship Id="rId213" Type="http://schemas.openxmlformats.org/officeDocument/2006/relationships/image" Target="../media/image2791.png"/><Relationship Id="rId2" Type="http://schemas.openxmlformats.org/officeDocument/2006/relationships/customXml" Target="../ink/ink2701.xml"/><Relationship Id="rId29" Type="http://schemas.openxmlformats.org/officeDocument/2006/relationships/image" Target="../media/image2699.png"/><Relationship Id="rId40" Type="http://schemas.openxmlformats.org/officeDocument/2006/relationships/customXml" Target="../ink/ink2720.xml"/><Relationship Id="rId115" Type="http://schemas.openxmlformats.org/officeDocument/2006/relationships/image" Target="../media/image2742.png"/><Relationship Id="rId136" Type="http://schemas.openxmlformats.org/officeDocument/2006/relationships/customXml" Target="../ink/ink2768.xml"/><Relationship Id="rId157" Type="http://schemas.openxmlformats.org/officeDocument/2006/relationships/image" Target="../media/image2763.png"/><Relationship Id="rId178" Type="http://schemas.openxmlformats.org/officeDocument/2006/relationships/customXml" Target="../ink/ink2789.xml"/><Relationship Id="rId61" Type="http://schemas.openxmlformats.org/officeDocument/2006/relationships/image" Target="../media/image2715.png"/><Relationship Id="rId82" Type="http://schemas.openxmlformats.org/officeDocument/2006/relationships/customXml" Target="../ink/ink2741.xml"/><Relationship Id="rId199" Type="http://schemas.openxmlformats.org/officeDocument/2006/relationships/image" Target="../media/image2784.png"/><Relationship Id="rId203" Type="http://schemas.openxmlformats.org/officeDocument/2006/relationships/image" Target="../media/image2786.png"/><Relationship Id="rId19" Type="http://schemas.openxmlformats.org/officeDocument/2006/relationships/image" Target="../media/image269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EB95FDA-8015-C088-0684-E7CCB1541371}"/>
              </a:ext>
            </a:extLst>
          </p:cNvPr>
          <p:cNvSpPr/>
          <p:nvPr/>
        </p:nvSpPr>
        <p:spPr>
          <a:xfrm>
            <a:off x="442763" y="606392"/>
            <a:ext cx="1413573" cy="521689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sz="1400" dirty="0"/>
            </a:br>
            <a:r>
              <a:rPr lang="en-US" sz="1400" dirty="0"/>
              <a:t>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11BD49-970C-6C5E-8406-367B427B8438}"/>
              </a:ext>
            </a:extLst>
          </p:cNvPr>
          <p:cNvSpPr/>
          <p:nvPr/>
        </p:nvSpPr>
        <p:spPr>
          <a:xfrm>
            <a:off x="2597218" y="606392"/>
            <a:ext cx="1384697" cy="36287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r>
              <a:rPr lang="en-US" sz="1400" dirty="0"/>
              <a:t> (70%)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535E6B-5471-965F-B1A0-8DBB90BE8146}"/>
              </a:ext>
            </a:extLst>
          </p:cNvPr>
          <p:cNvSpPr/>
          <p:nvPr/>
        </p:nvSpPr>
        <p:spPr>
          <a:xfrm>
            <a:off x="2597218" y="4292866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r>
              <a:rPr lang="en-US" sz="1400" dirty="0"/>
              <a:t> (15%)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C0731-C6C0-ACAC-3291-020E78E0AE0C}"/>
              </a:ext>
            </a:extLst>
          </p:cNvPr>
          <p:cNvSpPr/>
          <p:nvPr/>
        </p:nvSpPr>
        <p:spPr>
          <a:xfrm>
            <a:off x="2597218" y="5091763"/>
            <a:ext cx="1381753" cy="73152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X_test</a:t>
            </a:r>
            <a:r>
              <a:rPr lang="en-US" sz="1400" dirty="0"/>
              <a:t> (15%)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C11F8D1D-6EAE-8B6F-4D29-1501601E9DD2}"/>
              </a:ext>
            </a:extLst>
          </p:cNvPr>
          <p:cNvSpPr/>
          <p:nvPr/>
        </p:nvSpPr>
        <p:spPr>
          <a:xfrm>
            <a:off x="4456497" y="5197640"/>
            <a:ext cx="5138276" cy="51976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A9442F-BC4D-96A6-0497-E7E02E1108DF}"/>
              </a:ext>
            </a:extLst>
          </p:cNvPr>
          <p:cNvCxnSpPr/>
          <p:nvPr/>
        </p:nvCxnSpPr>
        <p:spPr>
          <a:xfrm>
            <a:off x="4543124" y="336884"/>
            <a:ext cx="0" cy="61794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AC2CE51-3338-FFF9-05B9-927A6F855B7A}"/>
              </a:ext>
            </a:extLst>
          </p:cNvPr>
          <p:cNvSpPr txBox="1"/>
          <p:nvPr/>
        </p:nvSpPr>
        <p:spPr>
          <a:xfrm>
            <a:off x="4629752" y="237060"/>
            <a:ext cx="2233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EDA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F449307-5F90-3AF0-0223-A8AA6A4B3F1B}"/>
              </a:ext>
            </a:extLst>
          </p:cNvPr>
          <p:cNvCxnSpPr/>
          <p:nvPr/>
        </p:nvCxnSpPr>
        <p:spPr>
          <a:xfrm>
            <a:off x="7063339" y="339290"/>
            <a:ext cx="0" cy="61794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01052E4-EF06-CC55-CD57-E2000EB63536}"/>
              </a:ext>
            </a:extLst>
          </p:cNvPr>
          <p:cNvSpPr txBox="1"/>
          <p:nvPr/>
        </p:nvSpPr>
        <p:spPr>
          <a:xfrm>
            <a:off x="7149967" y="239466"/>
            <a:ext cx="2233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Model Building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D14865-C523-0CFA-7F60-692CF5D6AA25}"/>
              </a:ext>
            </a:extLst>
          </p:cNvPr>
          <p:cNvCxnSpPr/>
          <p:nvPr/>
        </p:nvCxnSpPr>
        <p:spPr>
          <a:xfrm>
            <a:off x="9325276" y="336884"/>
            <a:ext cx="0" cy="61794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C56834A-8273-977A-D43C-F9803CD1E32D}"/>
              </a:ext>
            </a:extLst>
          </p:cNvPr>
          <p:cNvSpPr txBox="1"/>
          <p:nvPr/>
        </p:nvSpPr>
        <p:spPr>
          <a:xfrm>
            <a:off x="9411904" y="237060"/>
            <a:ext cx="2233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Final Evaluation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1559FDF-0D43-C466-4E8F-53F00DA4A0E6}"/>
                  </a:ext>
                </a:extLst>
              </p14:cNvPr>
              <p14:cNvContentPartPr/>
              <p14:nvPr/>
            </p14:nvContentPartPr>
            <p14:xfrm>
              <a:off x="-146880" y="3663739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1559FDF-0D43-C466-4E8F-53F00DA4A0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53000" y="3657619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74FF34CA-0316-360E-253F-223D85403991}"/>
              </a:ext>
            </a:extLst>
          </p:cNvPr>
          <p:cNvSpPr/>
          <p:nvPr/>
        </p:nvSpPr>
        <p:spPr>
          <a:xfrm>
            <a:off x="1886552" y="606392"/>
            <a:ext cx="336884" cy="52168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4258E7-06D7-F87B-CD4D-46E5893D1846}"/>
              </a:ext>
            </a:extLst>
          </p:cNvPr>
          <p:cNvSpPr/>
          <p:nvPr/>
        </p:nvSpPr>
        <p:spPr>
          <a:xfrm>
            <a:off x="4039666" y="606392"/>
            <a:ext cx="336884" cy="3628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1D49B2-6085-B613-6322-C7C65062B4D1}"/>
              </a:ext>
            </a:extLst>
          </p:cNvPr>
          <p:cNvSpPr/>
          <p:nvPr/>
        </p:nvSpPr>
        <p:spPr>
          <a:xfrm>
            <a:off x="4036722" y="4292866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FD8D39-BE1B-9CA2-58E2-67C591125490}"/>
              </a:ext>
            </a:extLst>
          </p:cNvPr>
          <p:cNvSpPr/>
          <p:nvPr/>
        </p:nvSpPr>
        <p:spPr>
          <a:xfrm>
            <a:off x="4039666" y="5086949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Y_test</a:t>
            </a:r>
            <a:endParaRPr lang="en-US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C2C5C-0FA8-7E91-BC19-51DA38370B58}"/>
              </a:ext>
            </a:extLst>
          </p:cNvPr>
          <p:cNvSpPr/>
          <p:nvPr/>
        </p:nvSpPr>
        <p:spPr>
          <a:xfrm>
            <a:off x="4910224" y="606392"/>
            <a:ext cx="1384697" cy="36287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E27D70-9836-EC37-7F72-DBBCF8A0C34E}"/>
              </a:ext>
            </a:extLst>
          </p:cNvPr>
          <p:cNvSpPr/>
          <p:nvPr/>
        </p:nvSpPr>
        <p:spPr>
          <a:xfrm>
            <a:off x="4910224" y="4292866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r>
              <a:rPr lang="en-US" sz="1400" dirty="0"/>
              <a:t> (15%)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0BFBBC0-02AE-55C5-D510-A2ABB8B9C463}"/>
              </a:ext>
            </a:extLst>
          </p:cNvPr>
          <p:cNvSpPr/>
          <p:nvPr/>
        </p:nvSpPr>
        <p:spPr>
          <a:xfrm>
            <a:off x="6352672" y="606392"/>
            <a:ext cx="336884" cy="3628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87B4B8-33D0-CDCC-8E3E-54F673EDE17A}"/>
              </a:ext>
            </a:extLst>
          </p:cNvPr>
          <p:cNvSpPr/>
          <p:nvPr/>
        </p:nvSpPr>
        <p:spPr>
          <a:xfrm>
            <a:off x="6349728" y="4292866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7E3CCE-C45B-3D70-5359-1C949BE189EB}"/>
              </a:ext>
            </a:extLst>
          </p:cNvPr>
          <p:cNvSpPr/>
          <p:nvPr/>
        </p:nvSpPr>
        <p:spPr>
          <a:xfrm>
            <a:off x="7304642" y="601581"/>
            <a:ext cx="1384697" cy="36287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2B07C48-6362-9210-E4AB-F31FA5901DD6}"/>
              </a:ext>
            </a:extLst>
          </p:cNvPr>
          <p:cNvSpPr/>
          <p:nvPr/>
        </p:nvSpPr>
        <p:spPr>
          <a:xfrm>
            <a:off x="7304642" y="4288055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r>
              <a:rPr lang="en-US" sz="1400" dirty="0"/>
              <a:t> (15%)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5D851D5-1559-FF0B-86BF-937B0643BCEA}"/>
              </a:ext>
            </a:extLst>
          </p:cNvPr>
          <p:cNvSpPr/>
          <p:nvPr/>
        </p:nvSpPr>
        <p:spPr>
          <a:xfrm>
            <a:off x="8747090" y="601581"/>
            <a:ext cx="336884" cy="3628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21B0DA-F756-B393-B5B1-43D3A1404127}"/>
              </a:ext>
            </a:extLst>
          </p:cNvPr>
          <p:cNvSpPr/>
          <p:nvPr/>
        </p:nvSpPr>
        <p:spPr>
          <a:xfrm>
            <a:off x="8744146" y="4288055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F152C3-44B2-F3C7-F173-8BE6F2EF29EC}"/>
              </a:ext>
            </a:extLst>
          </p:cNvPr>
          <p:cNvSpPr txBox="1"/>
          <p:nvPr/>
        </p:nvSpPr>
        <p:spPr>
          <a:xfrm>
            <a:off x="2096835" y="231239"/>
            <a:ext cx="2233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Train – test split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9C56C9-F693-AF3E-25C4-08A0A76EE7A7}"/>
              </a:ext>
            </a:extLst>
          </p:cNvPr>
          <p:cNvSpPr/>
          <p:nvPr/>
        </p:nvSpPr>
        <p:spPr>
          <a:xfrm>
            <a:off x="9681400" y="5197640"/>
            <a:ext cx="1381753" cy="73152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X_test</a:t>
            </a:r>
            <a:r>
              <a:rPr lang="en-US" sz="1400" dirty="0"/>
              <a:t> (15%)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7F8755-3202-4EC1-1D95-92F8EEF10F9E}"/>
              </a:ext>
            </a:extLst>
          </p:cNvPr>
          <p:cNvSpPr/>
          <p:nvPr/>
        </p:nvSpPr>
        <p:spPr>
          <a:xfrm>
            <a:off x="11123848" y="5192826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Y_test</a:t>
            </a:r>
            <a:endParaRPr lang="en-US" sz="1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3763F-2C35-F12A-9E53-5A682B9A148D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Data Split</a:t>
            </a:r>
          </a:p>
        </p:txBody>
      </p:sp>
    </p:spTree>
    <p:extLst>
      <p:ext uri="{BB962C8B-B14F-4D97-AF65-F5344CB8AC3E}">
        <p14:creationId xmlns:p14="http://schemas.microsoft.com/office/powerpoint/2010/main" val="464337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F47FDE-5FEE-CF3B-9BF7-1F9BF03DBFF1}"/>
              </a:ext>
            </a:extLst>
          </p:cNvPr>
          <p:cNvSpPr/>
          <p:nvPr/>
        </p:nvSpPr>
        <p:spPr>
          <a:xfrm>
            <a:off x="442763" y="606392"/>
            <a:ext cx="1780673" cy="521689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65EC64-5956-28E7-E018-CB101D2DA059}"/>
              </a:ext>
            </a:extLst>
          </p:cNvPr>
          <p:cNvSpPr/>
          <p:nvPr/>
        </p:nvSpPr>
        <p:spPr>
          <a:xfrm>
            <a:off x="442763" y="5399773"/>
            <a:ext cx="1790299" cy="4235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037FCA-26E1-B05B-5C0F-AE5CB101D49C}"/>
              </a:ext>
            </a:extLst>
          </p:cNvPr>
          <p:cNvSpPr/>
          <p:nvPr/>
        </p:nvSpPr>
        <p:spPr>
          <a:xfrm>
            <a:off x="221381" y="4803006"/>
            <a:ext cx="2387065" cy="121278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BBB728-E829-0F65-54C9-7FA472FE3692}"/>
              </a:ext>
            </a:extLst>
          </p:cNvPr>
          <p:cNvSpPr/>
          <p:nvPr/>
        </p:nvSpPr>
        <p:spPr>
          <a:xfrm>
            <a:off x="433137" y="3869357"/>
            <a:ext cx="1790299" cy="48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86888D-CF10-31D8-8F40-918557F38D9B}"/>
              </a:ext>
            </a:extLst>
          </p:cNvPr>
          <p:cNvSpPr/>
          <p:nvPr/>
        </p:nvSpPr>
        <p:spPr>
          <a:xfrm>
            <a:off x="433136" y="2327711"/>
            <a:ext cx="1790299" cy="48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DE4DD0-C3AA-2CFA-90B1-9FA8FE4748AF}"/>
              </a:ext>
            </a:extLst>
          </p:cNvPr>
          <p:cNvSpPr/>
          <p:nvPr/>
        </p:nvSpPr>
        <p:spPr>
          <a:xfrm>
            <a:off x="442763" y="1257703"/>
            <a:ext cx="1790299" cy="48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A90CFD-9903-10C3-BDE5-DE72A8B3CF32}"/>
              </a:ext>
            </a:extLst>
          </p:cNvPr>
          <p:cNvSpPr/>
          <p:nvPr/>
        </p:nvSpPr>
        <p:spPr>
          <a:xfrm>
            <a:off x="221381" y="3590223"/>
            <a:ext cx="2387065" cy="121278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DEF792-4CF2-ADEB-587E-F7E5AA32254D}"/>
              </a:ext>
            </a:extLst>
          </p:cNvPr>
          <p:cNvSpPr/>
          <p:nvPr/>
        </p:nvSpPr>
        <p:spPr>
          <a:xfrm>
            <a:off x="221380" y="606392"/>
            <a:ext cx="2387065" cy="300308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8347F7-5E36-1795-2DE7-FD67435402A5}"/>
              </a:ext>
            </a:extLst>
          </p:cNvPr>
          <p:cNvSpPr txBox="1"/>
          <p:nvPr/>
        </p:nvSpPr>
        <p:spPr>
          <a:xfrm>
            <a:off x="5053263" y="1305829"/>
            <a:ext cx="4822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90% of patient healthy</a:t>
            </a:r>
          </a:p>
          <a:p>
            <a:r>
              <a:rPr lang="en-US" dirty="0"/>
              <a:t>10% with cancer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4EABDB-9C3F-D349-5354-22F68D69E3A6}"/>
              </a:ext>
            </a:extLst>
          </p:cNvPr>
          <p:cNvCxnSpPr>
            <a:endCxn id="11" idx="3"/>
          </p:cNvCxnSpPr>
          <p:nvPr/>
        </p:nvCxnSpPr>
        <p:spPr>
          <a:xfrm flipH="1">
            <a:off x="2608445" y="1597794"/>
            <a:ext cx="2242688" cy="510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E38F5B-1767-D2C9-F40D-D39762EC7DB2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2608446" y="1607420"/>
            <a:ext cx="2242687" cy="2589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08E65FA-1A58-2780-D3E5-50C2AF741A08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2608446" y="1628994"/>
            <a:ext cx="2242687" cy="3780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A60277E-AC08-E2F5-F689-802E682020C2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Data Split</a:t>
            </a:r>
          </a:p>
        </p:txBody>
      </p:sp>
    </p:spTree>
    <p:extLst>
      <p:ext uri="{BB962C8B-B14F-4D97-AF65-F5344CB8AC3E}">
        <p14:creationId xmlns:p14="http://schemas.microsoft.com/office/powerpoint/2010/main" val="2036598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F47FDE-5FEE-CF3B-9BF7-1F9BF03DBFF1}"/>
              </a:ext>
            </a:extLst>
          </p:cNvPr>
          <p:cNvSpPr/>
          <p:nvPr/>
        </p:nvSpPr>
        <p:spPr>
          <a:xfrm>
            <a:off x="442763" y="606392"/>
            <a:ext cx="1780673" cy="521689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65EC64-5956-28E7-E018-CB101D2DA059}"/>
              </a:ext>
            </a:extLst>
          </p:cNvPr>
          <p:cNvSpPr/>
          <p:nvPr/>
        </p:nvSpPr>
        <p:spPr>
          <a:xfrm>
            <a:off x="442763" y="5312535"/>
            <a:ext cx="1790299" cy="5107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BBB728-E829-0F65-54C9-7FA472FE3692}"/>
              </a:ext>
            </a:extLst>
          </p:cNvPr>
          <p:cNvSpPr/>
          <p:nvPr/>
        </p:nvSpPr>
        <p:spPr>
          <a:xfrm>
            <a:off x="433137" y="3869357"/>
            <a:ext cx="1790299" cy="48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DE4DD0-C3AA-2CFA-90B1-9FA8FE4748AF}"/>
              </a:ext>
            </a:extLst>
          </p:cNvPr>
          <p:cNvSpPr/>
          <p:nvPr/>
        </p:nvSpPr>
        <p:spPr>
          <a:xfrm>
            <a:off x="442763" y="1257703"/>
            <a:ext cx="1790299" cy="48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8347F7-5E36-1795-2DE7-FD67435402A5}"/>
              </a:ext>
            </a:extLst>
          </p:cNvPr>
          <p:cNvSpPr txBox="1"/>
          <p:nvPr/>
        </p:nvSpPr>
        <p:spPr>
          <a:xfrm>
            <a:off x="172291" y="0"/>
            <a:ext cx="2387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90% of patient healthy</a:t>
            </a:r>
          </a:p>
          <a:p>
            <a:r>
              <a:rPr lang="en-US" dirty="0">
                <a:solidFill>
                  <a:srgbClr val="FF0000"/>
                </a:solidFill>
              </a:rPr>
              <a:t>10% with cancer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E38F5B-1767-D2C9-F40D-D39762EC7DB2}"/>
              </a:ext>
            </a:extLst>
          </p:cNvPr>
          <p:cNvCxnSpPr>
            <a:cxnSpLocks/>
          </p:cNvCxnSpPr>
          <p:nvPr/>
        </p:nvCxnSpPr>
        <p:spPr>
          <a:xfrm>
            <a:off x="3747752" y="3194684"/>
            <a:ext cx="39151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7207D09-025F-CB93-BBED-DC775E375561}"/>
              </a:ext>
            </a:extLst>
          </p:cNvPr>
          <p:cNvSpPr/>
          <p:nvPr/>
        </p:nvSpPr>
        <p:spPr>
          <a:xfrm>
            <a:off x="8817756" y="606392"/>
            <a:ext cx="1780673" cy="521689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4E65A-9ECC-7AA2-29F4-1FF1EACE28C4}"/>
              </a:ext>
            </a:extLst>
          </p:cNvPr>
          <p:cNvSpPr/>
          <p:nvPr/>
        </p:nvSpPr>
        <p:spPr>
          <a:xfrm>
            <a:off x="8817756" y="3533218"/>
            <a:ext cx="1790299" cy="48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9CB56A-58C8-9E4C-F5F4-8A451A73C9E2}"/>
              </a:ext>
            </a:extLst>
          </p:cNvPr>
          <p:cNvSpPr/>
          <p:nvPr/>
        </p:nvSpPr>
        <p:spPr>
          <a:xfrm>
            <a:off x="8808129" y="2327711"/>
            <a:ext cx="1790299" cy="48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D0EEF6-8DA9-167F-708E-7D4E5B4C7D1B}"/>
              </a:ext>
            </a:extLst>
          </p:cNvPr>
          <p:cNvSpPr/>
          <p:nvPr/>
        </p:nvSpPr>
        <p:spPr>
          <a:xfrm>
            <a:off x="8817756" y="1257703"/>
            <a:ext cx="1790299" cy="48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1BF593-F29A-4763-BED8-A48E6EFCCCDD}"/>
              </a:ext>
            </a:extLst>
          </p:cNvPr>
          <p:cNvSpPr/>
          <p:nvPr/>
        </p:nvSpPr>
        <p:spPr>
          <a:xfrm>
            <a:off x="8808128" y="5528108"/>
            <a:ext cx="1790299" cy="48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A9D9B1-B85C-133A-F537-527248DF55D7}"/>
              </a:ext>
            </a:extLst>
          </p:cNvPr>
          <p:cNvSpPr/>
          <p:nvPr/>
        </p:nvSpPr>
        <p:spPr>
          <a:xfrm>
            <a:off x="8817756" y="4673665"/>
            <a:ext cx="1790299" cy="48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DB023A-2FBC-B764-85ED-C4812862328F}"/>
              </a:ext>
            </a:extLst>
          </p:cNvPr>
          <p:cNvSpPr/>
          <p:nvPr/>
        </p:nvSpPr>
        <p:spPr>
          <a:xfrm>
            <a:off x="8509744" y="619826"/>
            <a:ext cx="2387065" cy="10299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230BE3-83B8-E8E2-49AC-54A886FC151A}"/>
              </a:ext>
            </a:extLst>
          </p:cNvPr>
          <p:cNvSpPr/>
          <p:nvPr/>
        </p:nvSpPr>
        <p:spPr>
          <a:xfrm>
            <a:off x="8509743" y="1649769"/>
            <a:ext cx="2387065" cy="10299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F2BA2D-C81D-778E-F4C1-48A7107717A9}"/>
              </a:ext>
            </a:extLst>
          </p:cNvPr>
          <p:cNvSpPr/>
          <p:nvPr/>
        </p:nvSpPr>
        <p:spPr>
          <a:xfrm>
            <a:off x="8509743" y="2679712"/>
            <a:ext cx="2387065" cy="10299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7D09345-21A6-575F-B299-CEC40F50820E}"/>
              </a:ext>
            </a:extLst>
          </p:cNvPr>
          <p:cNvSpPr/>
          <p:nvPr/>
        </p:nvSpPr>
        <p:spPr>
          <a:xfrm>
            <a:off x="8519372" y="3709655"/>
            <a:ext cx="2387065" cy="10299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58A888D-8C8E-DCD5-1CE3-1462FB3BE837}"/>
              </a:ext>
            </a:extLst>
          </p:cNvPr>
          <p:cNvSpPr/>
          <p:nvPr/>
        </p:nvSpPr>
        <p:spPr>
          <a:xfrm>
            <a:off x="8529001" y="4739598"/>
            <a:ext cx="2387065" cy="10299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0EC962-6CB7-E83C-8DEC-4B406EE30D6A}"/>
              </a:ext>
            </a:extLst>
          </p:cNvPr>
          <p:cNvSpPr/>
          <p:nvPr/>
        </p:nvSpPr>
        <p:spPr>
          <a:xfrm>
            <a:off x="169039" y="619826"/>
            <a:ext cx="2387065" cy="10299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3CC7B76-9719-D5BD-98CC-C668EEAD269C}"/>
              </a:ext>
            </a:extLst>
          </p:cNvPr>
          <p:cNvSpPr/>
          <p:nvPr/>
        </p:nvSpPr>
        <p:spPr>
          <a:xfrm>
            <a:off x="169038" y="1649769"/>
            <a:ext cx="2387065" cy="10299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7519895-3497-ACF1-2BF8-49519ED8B90B}"/>
              </a:ext>
            </a:extLst>
          </p:cNvPr>
          <p:cNvSpPr/>
          <p:nvPr/>
        </p:nvSpPr>
        <p:spPr>
          <a:xfrm>
            <a:off x="169038" y="2679712"/>
            <a:ext cx="2387065" cy="10299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D34341A-BC2B-1048-629C-96ADB527CDFB}"/>
              </a:ext>
            </a:extLst>
          </p:cNvPr>
          <p:cNvSpPr/>
          <p:nvPr/>
        </p:nvSpPr>
        <p:spPr>
          <a:xfrm>
            <a:off x="178667" y="3709655"/>
            <a:ext cx="2387065" cy="10299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3386E9B-BE42-059C-E99D-D257103CF672}"/>
              </a:ext>
            </a:extLst>
          </p:cNvPr>
          <p:cNvSpPr/>
          <p:nvPr/>
        </p:nvSpPr>
        <p:spPr>
          <a:xfrm>
            <a:off x="188296" y="4739598"/>
            <a:ext cx="2387065" cy="10299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9FBC2D-E053-D158-4531-E252667ADC15}"/>
              </a:ext>
            </a:extLst>
          </p:cNvPr>
          <p:cNvSpPr txBox="1"/>
          <p:nvPr/>
        </p:nvSpPr>
        <p:spPr>
          <a:xfrm>
            <a:off x="8529001" y="0"/>
            <a:ext cx="2387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90% of patient healthy</a:t>
            </a:r>
          </a:p>
          <a:p>
            <a:r>
              <a:rPr lang="en-US" dirty="0">
                <a:solidFill>
                  <a:srgbClr val="FF0000"/>
                </a:solidFill>
              </a:rPr>
              <a:t>10% with cancer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B129E8-B064-1FF4-B66E-FBB2547EF449}"/>
              </a:ext>
            </a:extLst>
          </p:cNvPr>
          <p:cNvSpPr txBox="1"/>
          <p:nvPr/>
        </p:nvSpPr>
        <p:spPr>
          <a:xfrm>
            <a:off x="2873744" y="2271353"/>
            <a:ext cx="47891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Ensure </a:t>
            </a:r>
            <a:r>
              <a:rPr lang="en-US" b="1" dirty="0">
                <a:solidFill>
                  <a:schemeClr val="tx2"/>
                </a:solidFill>
              </a:rPr>
              <a:t>EQUAL </a:t>
            </a:r>
            <a:r>
              <a:rPr lang="en-US" dirty="0">
                <a:solidFill>
                  <a:schemeClr val="tx2"/>
                </a:solidFill>
              </a:rPr>
              <a:t>representation of target variable (cancer vs. healthy) across </a:t>
            </a:r>
            <a:r>
              <a:rPr lang="en-US" b="1" dirty="0">
                <a:solidFill>
                  <a:schemeClr val="tx2"/>
                </a:solidFill>
              </a:rPr>
              <a:t>ALL FOLDS</a:t>
            </a:r>
          </a:p>
          <a:p>
            <a:pPr algn="ctr"/>
            <a:endParaRPr lang="en-US" b="1" dirty="0">
              <a:solidFill>
                <a:schemeClr val="tx2"/>
              </a:solidFill>
            </a:endParaRPr>
          </a:p>
          <a:p>
            <a:pPr algn="ctr"/>
            <a:r>
              <a:rPr lang="en-US" b="1" dirty="0">
                <a:solidFill>
                  <a:schemeClr val="tx2"/>
                </a:solidFill>
              </a:rPr>
              <a:t>`</a:t>
            </a:r>
            <a:r>
              <a:rPr lang="en-US" b="1" dirty="0" err="1">
                <a:solidFill>
                  <a:schemeClr val="tx2"/>
                </a:solidFill>
              </a:rPr>
              <a:t>sklearn.model_selection.StratifiedKfold</a:t>
            </a:r>
            <a:r>
              <a:rPr lang="en-US" b="1" dirty="0">
                <a:solidFill>
                  <a:schemeClr val="tx2"/>
                </a:solidFill>
              </a:rPr>
              <a:t>`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878F28-1CCE-473A-00DD-CDAB34F44A1D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Stratify and Split</a:t>
            </a:r>
          </a:p>
        </p:txBody>
      </p:sp>
    </p:spTree>
    <p:extLst>
      <p:ext uri="{BB962C8B-B14F-4D97-AF65-F5344CB8AC3E}">
        <p14:creationId xmlns:p14="http://schemas.microsoft.com/office/powerpoint/2010/main" val="3018980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DB0156-7401-2D2E-6847-1ADC2BF27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478"/>
            <a:ext cx="12192000" cy="636104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BDB8C5-6C2E-2DC8-BF10-594302A6818C}"/>
              </a:ext>
            </a:extLst>
          </p:cNvPr>
          <p:cNvSpPr/>
          <p:nvPr/>
        </p:nvSpPr>
        <p:spPr>
          <a:xfrm>
            <a:off x="23937" y="754498"/>
            <a:ext cx="1025692" cy="1054983"/>
          </a:xfrm>
          <a:prstGeom prst="rect">
            <a:avLst/>
          </a:prstGeom>
          <a:noFill/>
          <a:ln w="3810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DF3E87-3741-5588-1CF3-C277FED41920}"/>
              </a:ext>
            </a:extLst>
          </p:cNvPr>
          <p:cNvSpPr/>
          <p:nvPr/>
        </p:nvSpPr>
        <p:spPr>
          <a:xfrm>
            <a:off x="23937" y="1835237"/>
            <a:ext cx="1025692" cy="1054983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34AA2B-0347-0FBE-2B82-9CB78C945A1A}"/>
              </a:ext>
            </a:extLst>
          </p:cNvPr>
          <p:cNvSpPr/>
          <p:nvPr/>
        </p:nvSpPr>
        <p:spPr>
          <a:xfrm>
            <a:off x="23937" y="2921352"/>
            <a:ext cx="1025692" cy="105498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F845BE-7FBD-B283-6E6A-EEC27D14B13D}"/>
              </a:ext>
            </a:extLst>
          </p:cNvPr>
          <p:cNvSpPr/>
          <p:nvPr/>
        </p:nvSpPr>
        <p:spPr>
          <a:xfrm>
            <a:off x="23937" y="4014969"/>
            <a:ext cx="1025692" cy="1054983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3C6CD6-7AAE-6DED-9678-849E5F03A8BC}"/>
              </a:ext>
            </a:extLst>
          </p:cNvPr>
          <p:cNvSpPr/>
          <p:nvPr/>
        </p:nvSpPr>
        <p:spPr>
          <a:xfrm>
            <a:off x="23937" y="5105410"/>
            <a:ext cx="1025692" cy="105498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94CCA1-E39A-EA96-2643-948D7026CDC6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Stratify and Split</a:t>
            </a:r>
          </a:p>
        </p:txBody>
      </p:sp>
    </p:spTree>
    <p:extLst>
      <p:ext uri="{BB962C8B-B14F-4D97-AF65-F5344CB8AC3E}">
        <p14:creationId xmlns:p14="http://schemas.microsoft.com/office/powerpoint/2010/main" val="834125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DD458F4-D81A-33E7-4D55-F8CED2D6EA2B}"/>
                  </a:ext>
                </a:extLst>
              </p14:cNvPr>
              <p14:cNvContentPartPr/>
              <p14:nvPr/>
            </p14:nvContentPartPr>
            <p14:xfrm>
              <a:off x="2260800" y="2480419"/>
              <a:ext cx="2872440" cy="1456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DD458F4-D81A-33E7-4D55-F8CED2D6EA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54680" y="2474299"/>
                <a:ext cx="2884680" cy="146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DD6661E-638E-D989-8549-7CFBE6F5C3C6}"/>
                  </a:ext>
                </a:extLst>
              </p14:cNvPr>
              <p14:cNvContentPartPr/>
              <p14:nvPr/>
            </p14:nvContentPartPr>
            <p14:xfrm>
              <a:off x="2140200" y="2594539"/>
              <a:ext cx="3036600" cy="1383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DD6661E-638E-D989-8549-7CFBE6F5C3C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34080" y="2588419"/>
                <a:ext cx="3048840" cy="13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C20D06A-9EE1-3992-D2DE-0B97C1B7C478}"/>
                  </a:ext>
                </a:extLst>
              </p14:cNvPr>
              <p14:cNvContentPartPr/>
              <p14:nvPr/>
            </p14:nvContentPartPr>
            <p14:xfrm>
              <a:off x="2016360" y="2535499"/>
              <a:ext cx="3249720" cy="1519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C20D06A-9EE1-3992-D2DE-0B97C1B7C47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10240" y="2529379"/>
                <a:ext cx="3261960" cy="153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855BB3F-5C38-B509-975C-FDB825537E86}"/>
                  </a:ext>
                </a:extLst>
              </p14:cNvPr>
              <p14:cNvContentPartPr/>
              <p14:nvPr/>
            </p14:nvContentPartPr>
            <p14:xfrm>
              <a:off x="6502320" y="1038619"/>
              <a:ext cx="3448080" cy="1462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855BB3F-5C38-B509-975C-FDB825537E8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96200" y="1032499"/>
                <a:ext cx="3460320" cy="147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3CC43EC-B882-691C-6C59-BEB41F45F09F}"/>
                  </a:ext>
                </a:extLst>
              </p14:cNvPr>
              <p14:cNvContentPartPr/>
              <p14:nvPr/>
            </p14:nvContentPartPr>
            <p14:xfrm>
              <a:off x="6501240" y="1110979"/>
              <a:ext cx="3777480" cy="1602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3CC43EC-B882-691C-6C59-BEB41F45F09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95120" y="1104859"/>
                <a:ext cx="3789720" cy="161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7195005-09A9-B1B2-7653-ADD6124A0E61}"/>
                  </a:ext>
                </a:extLst>
              </p14:cNvPr>
              <p14:cNvContentPartPr/>
              <p14:nvPr/>
            </p14:nvContentPartPr>
            <p14:xfrm>
              <a:off x="8847360" y="600139"/>
              <a:ext cx="428760" cy="620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7195005-09A9-B1B2-7653-ADD6124A0E6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841240" y="594019"/>
                <a:ext cx="441000" cy="63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609045C-5320-7349-F7B2-186531984308}"/>
                  </a:ext>
                </a:extLst>
              </p14:cNvPr>
              <p14:cNvContentPartPr/>
              <p14:nvPr/>
            </p14:nvContentPartPr>
            <p14:xfrm>
              <a:off x="6238080" y="1034299"/>
              <a:ext cx="755280" cy="3265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609045C-5320-7349-F7B2-18653198430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231960" y="1028179"/>
                <a:ext cx="767520" cy="3387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3B072C4-540D-C020-1F33-D92239784086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Feature EDA</a:t>
            </a:r>
          </a:p>
        </p:txBody>
      </p:sp>
    </p:spTree>
    <p:extLst>
      <p:ext uri="{BB962C8B-B14F-4D97-AF65-F5344CB8AC3E}">
        <p14:creationId xmlns:p14="http://schemas.microsoft.com/office/powerpoint/2010/main" val="2291793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37A49A-21DB-E82C-F336-A0475941FA0F}"/>
              </a:ext>
            </a:extLst>
          </p:cNvPr>
          <p:cNvSpPr/>
          <p:nvPr/>
        </p:nvSpPr>
        <p:spPr>
          <a:xfrm>
            <a:off x="1097280" y="606392"/>
            <a:ext cx="4044058" cy="36287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X_train</a:t>
            </a:r>
            <a:r>
              <a:rPr lang="en-US" dirty="0"/>
              <a:t> (120 samples)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D76F8C-F8FA-26B6-6818-D30D9B74B8DE}"/>
              </a:ext>
            </a:extLst>
          </p:cNvPr>
          <p:cNvSpPr/>
          <p:nvPr/>
        </p:nvSpPr>
        <p:spPr>
          <a:xfrm>
            <a:off x="1097280" y="5167936"/>
            <a:ext cx="4035460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X_test</a:t>
            </a:r>
            <a:r>
              <a:rPr lang="en-US" dirty="0"/>
              <a:t> (30 samples here)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283ECA-D302-219A-93C1-B31D45B748EF}"/>
              </a:ext>
            </a:extLst>
          </p:cNvPr>
          <p:cNvSpPr/>
          <p:nvPr/>
        </p:nvSpPr>
        <p:spPr>
          <a:xfrm>
            <a:off x="9240517" y="601580"/>
            <a:ext cx="1183643" cy="3628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 err="1"/>
              <a:t>Y_train</a:t>
            </a:r>
            <a:r>
              <a:rPr lang="en-US" dirty="0"/>
              <a:t> (120 answers here)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61990A-03DC-D55F-499F-D8D80D461728}"/>
              </a:ext>
            </a:extLst>
          </p:cNvPr>
          <p:cNvSpPr/>
          <p:nvPr/>
        </p:nvSpPr>
        <p:spPr>
          <a:xfrm>
            <a:off x="9237324" y="4386716"/>
            <a:ext cx="1183643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200" dirty="0" err="1"/>
              <a:t>Y_test</a:t>
            </a:r>
            <a:r>
              <a:rPr lang="en-US" sz="1200" dirty="0"/>
              <a:t> (30 answers here)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48AD436-5BF8-3CA1-E643-3FC1C072D1C3}"/>
              </a:ext>
            </a:extLst>
          </p:cNvPr>
          <p:cNvSpPr/>
          <p:nvPr/>
        </p:nvSpPr>
        <p:spPr>
          <a:xfrm>
            <a:off x="6096000" y="4638546"/>
            <a:ext cx="1828800" cy="17902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LogisticRegression</a:t>
            </a:r>
            <a:endParaRPr lang="en-US" sz="12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96ED6F4-2108-A36B-10FE-A1603506ABBA}"/>
              </a:ext>
            </a:extLst>
          </p:cNvPr>
          <p:cNvCxnSpPr>
            <a:endCxn id="9" idx="2"/>
          </p:cNvCxnSpPr>
          <p:nvPr/>
        </p:nvCxnSpPr>
        <p:spPr>
          <a:xfrm>
            <a:off x="5223641" y="5533695"/>
            <a:ext cx="87235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2AAB838-742D-9F00-D139-036E50B2FBF9}"/>
              </a:ext>
            </a:extLst>
          </p:cNvPr>
          <p:cNvSpPr/>
          <p:nvPr/>
        </p:nvSpPr>
        <p:spPr>
          <a:xfrm>
            <a:off x="9237325" y="5163125"/>
            <a:ext cx="1183643" cy="7363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200" dirty="0" err="1"/>
              <a:t>Y_pred</a:t>
            </a:r>
            <a:r>
              <a:rPr lang="en-US" sz="1200" dirty="0"/>
              <a:t> (30 predictions here)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ACE1622-06A4-80DB-19E7-9E7614A7200B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7924800" y="5531291"/>
            <a:ext cx="13125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E4E3580-4D66-9B75-1E23-45D1814C196C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Model Training</a:t>
            </a:r>
          </a:p>
        </p:txBody>
      </p:sp>
    </p:spTree>
    <p:extLst>
      <p:ext uri="{BB962C8B-B14F-4D97-AF65-F5344CB8AC3E}">
        <p14:creationId xmlns:p14="http://schemas.microsoft.com/office/powerpoint/2010/main" val="3396775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EE3BD8-CF59-0827-48F7-514A5C613A3D}"/>
              </a:ext>
            </a:extLst>
          </p:cNvPr>
          <p:cNvSpPr/>
          <p:nvPr/>
        </p:nvSpPr>
        <p:spPr>
          <a:xfrm>
            <a:off x="818147" y="1134442"/>
            <a:ext cx="1511166" cy="48896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29369B-AC11-401C-7254-7FBF3480A6CE}"/>
              </a:ext>
            </a:extLst>
          </p:cNvPr>
          <p:cNvSpPr/>
          <p:nvPr/>
        </p:nvSpPr>
        <p:spPr>
          <a:xfrm>
            <a:off x="2481714" y="1134442"/>
            <a:ext cx="338487" cy="48896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45383C3-BB06-A658-8F62-E55ACAB9E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984902"/>
              </p:ext>
            </p:extLst>
          </p:nvPr>
        </p:nvGraphicFramePr>
        <p:xfrm>
          <a:off x="3244783" y="1134443"/>
          <a:ext cx="8042444" cy="4889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611">
                  <a:extLst>
                    <a:ext uri="{9D8B030D-6E8A-4147-A177-3AD203B41FA5}">
                      <a16:colId xmlns:a16="http://schemas.microsoft.com/office/drawing/2014/main" val="1878097257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3820170039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2946969815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3498806278"/>
                    </a:ext>
                  </a:extLst>
                </a:gridCol>
              </a:tblGrid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746719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221012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32111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94124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215089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275822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33398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B414F9E-0719-1951-B43D-EC8B8D635490}"/>
              </a:ext>
            </a:extLst>
          </p:cNvPr>
          <p:cNvSpPr/>
          <p:nvPr/>
        </p:nvSpPr>
        <p:spPr>
          <a:xfrm>
            <a:off x="818147" y="266564"/>
            <a:ext cx="10469080" cy="72483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Regression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404A97-4D43-5CF0-6F67-A5C2748A7D2C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Model Training: Regression</a:t>
            </a:r>
          </a:p>
        </p:txBody>
      </p:sp>
    </p:spTree>
    <p:extLst>
      <p:ext uri="{BB962C8B-B14F-4D97-AF65-F5344CB8AC3E}">
        <p14:creationId xmlns:p14="http://schemas.microsoft.com/office/powerpoint/2010/main" val="3264850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450C6-480A-B8D6-FD26-D3CC78662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B080-922F-D6F4-3A3B-FBBCD40BC73E}"/>
              </a:ext>
            </a:extLst>
          </p:cNvPr>
          <p:cNvSpPr/>
          <p:nvPr/>
        </p:nvSpPr>
        <p:spPr>
          <a:xfrm>
            <a:off x="818147" y="1134442"/>
            <a:ext cx="1511166" cy="48896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FED321-5E9C-1D1F-00FB-459E9D4F4FF1}"/>
              </a:ext>
            </a:extLst>
          </p:cNvPr>
          <p:cNvSpPr/>
          <p:nvPr/>
        </p:nvSpPr>
        <p:spPr>
          <a:xfrm>
            <a:off x="2481714" y="1134442"/>
            <a:ext cx="338487" cy="48896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7EDCED-F1DB-9E0D-53FE-BC9414ED9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026764"/>
              </p:ext>
            </p:extLst>
          </p:nvPr>
        </p:nvGraphicFramePr>
        <p:xfrm>
          <a:off x="3244783" y="1134443"/>
          <a:ext cx="8042444" cy="4889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611">
                  <a:extLst>
                    <a:ext uri="{9D8B030D-6E8A-4147-A177-3AD203B41FA5}">
                      <a16:colId xmlns:a16="http://schemas.microsoft.com/office/drawing/2014/main" val="1878097257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3820170039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2946969815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3498806278"/>
                    </a:ext>
                  </a:extLst>
                </a:gridCol>
              </a:tblGrid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Sugar Every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Cancer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746719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221012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32111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94124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215089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275822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33398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F15EE3C-4332-B8F7-90EA-6883C22C3941}"/>
              </a:ext>
            </a:extLst>
          </p:cNvPr>
          <p:cNvSpPr/>
          <p:nvPr/>
        </p:nvSpPr>
        <p:spPr>
          <a:xfrm>
            <a:off x="818147" y="266564"/>
            <a:ext cx="10469080" cy="72483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Classification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67E015-0559-0672-7E53-D71C4372D9E3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Model Training: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077740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67F897-CDDD-5C11-E035-3370B7182B60}"/>
              </a:ext>
            </a:extLst>
          </p:cNvPr>
          <p:cNvSpPr/>
          <p:nvPr/>
        </p:nvSpPr>
        <p:spPr>
          <a:xfrm>
            <a:off x="1986333" y="1525343"/>
            <a:ext cx="1381753" cy="27624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X_test</a:t>
            </a:r>
            <a:r>
              <a:rPr lang="en-US" sz="1400" dirty="0"/>
              <a:t> (15%)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3B0E82-6A55-B343-1C61-80A5E9BA9A9B}"/>
              </a:ext>
            </a:extLst>
          </p:cNvPr>
          <p:cNvSpPr/>
          <p:nvPr/>
        </p:nvSpPr>
        <p:spPr>
          <a:xfrm>
            <a:off x="9868783" y="1507167"/>
            <a:ext cx="336884" cy="278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Y_test</a:t>
            </a:r>
            <a:endParaRPr lang="en-US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12E4C4-2026-5844-69B4-1761AB932508}"/>
              </a:ext>
            </a:extLst>
          </p:cNvPr>
          <p:cNvSpPr/>
          <p:nvPr/>
        </p:nvSpPr>
        <p:spPr>
          <a:xfrm>
            <a:off x="5113443" y="2079057"/>
            <a:ext cx="1381753" cy="167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Model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C9A47E-894D-B79C-3AC0-FE332DCC8615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3368086" y="2906569"/>
            <a:ext cx="1745357" cy="9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4C79BE4-5EDF-13C6-48A0-C00B4CCF82E0}"/>
              </a:ext>
            </a:extLst>
          </p:cNvPr>
          <p:cNvSpPr/>
          <p:nvPr/>
        </p:nvSpPr>
        <p:spPr>
          <a:xfrm>
            <a:off x="7903669" y="1525343"/>
            <a:ext cx="336884" cy="278062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Y_pred</a:t>
            </a:r>
            <a:endParaRPr lang="en-US" sz="1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0633A72-791C-70AF-C8F5-223CFD5BF654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495196" y="2915653"/>
            <a:ext cx="14084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E2A3494-54F2-F244-D9BB-25431A20A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186837"/>
              </p:ext>
            </p:extLst>
          </p:nvPr>
        </p:nvGraphicFramePr>
        <p:xfrm>
          <a:off x="240976" y="1525343"/>
          <a:ext cx="1699689" cy="2762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563">
                  <a:extLst>
                    <a:ext uri="{9D8B030D-6E8A-4147-A177-3AD203B41FA5}">
                      <a16:colId xmlns:a16="http://schemas.microsoft.com/office/drawing/2014/main" val="488963587"/>
                    </a:ext>
                  </a:extLst>
                </a:gridCol>
                <a:gridCol w="566563">
                  <a:extLst>
                    <a:ext uri="{9D8B030D-6E8A-4147-A177-3AD203B41FA5}">
                      <a16:colId xmlns:a16="http://schemas.microsoft.com/office/drawing/2014/main" val="4281970515"/>
                    </a:ext>
                  </a:extLst>
                </a:gridCol>
                <a:gridCol w="566563">
                  <a:extLst>
                    <a:ext uri="{9D8B030D-6E8A-4147-A177-3AD203B41FA5}">
                      <a16:colId xmlns:a16="http://schemas.microsoft.com/office/drawing/2014/main" val="1191809810"/>
                    </a:ext>
                  </a:extLst>
                </a:gridCol>
              </a:tblGrid>
              <a:tr h="552490">
                <a:tc>
                  <a:txBody>
                    <a:bodyPr/>
                    <a:lstStyle/>
                    <a:p>
                      <a:r>
                        <a:rPr lang="en-US" sz="105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Sugar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948767"/>
                  </a:ext>
                </a:extLst>
              </a:tr>
              <a:tr h="552490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569208"/>
                  </a:ext>
                </a:extLst>
              </a:tr>
              <a:tr h="552490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585377"/>
                  </a:ext>
                </a:extLst>
              </a:tr>
              <a:tr h="552490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76261"/>
                  </a:ext>
                </a:extLst>
              </a:tr>
              <a:tr h="552490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73186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18AA9C9-FE25-B9B2-DA42-1344D3A52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619564"/>
              </p:ext>
            </p:extLst>
          </p:nvPr>
        </p:nvGraphicFramePr>
        <p:xfrm>
          <a:off x="8240553" y="1525342"/>
          <a:ext cx="710942" cy="2762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942">
                  <a:extLst>
                    <a:ext uri="{9D8B030D-6E8A-4147-A177-3AD203B41FA5}">
                      <a16:colId xmlns:a16="http://schemas.microsoft.com/office/drawing/2014/main" val="235930647"/>
                    </a:ext>
                  </a:extLst>
                </a:gridCol>
              </a:tblGrid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662784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54000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494424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65000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375447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120000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474847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18000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61583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EA088DB-61B8-6918-EF61-6F5D9A5BD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486283"/>
              </p:ext>
            </p:extLst>
          </p:nvPr>
        </p:nvGraphicFramePr>
        <p:xfrm>
          <a:off x="10205666" y="1507167"/>
          <a:ext cx="1090537" cy="2762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537">
                  <a:extLst>
                    <a:ext uri="{9D8B030D-6E8A-4147-A177-3AD203B41FA5}">
                      <a16:colId xmlns:a16="http://schemas.microsoft.com/office/drawing/2014/main" val="235930647"/>
                    </a:ext>
                  </a:extLst>
                </a:gridCol>
              </a:tblGrid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662784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80000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494424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60000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375447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110000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474847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25000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6158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DA14D7C-F608-E8CF-0CF8-CDF57E2F719F}"/>
                  </a:ext>
                </a:extLst>
              </p14:cNvPr>
              <p14:cNvContentPartPr/>
              <p14:nvPr/>
            </p14:nvContentPartPr>
            <p14:xfrm>
              <a:off x="1190444" y="4642219"/>
              <a:ext cx="76320" cy="2152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DA14D7C-F608-E8CF-0CF8-CDF57E2F71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4324" y="4636099"/>
                <a:ext cx="8856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DA6A996-4643-8B34-FDDA-36165C06D9B4}"/>
                  </a:ext>
                </a:extLst>
              </p14:cNvPr>
              <p14:cNvContentPartPr/>
              <p14:nvPr/>
            </p14:nvContentPartPr>
            <p14:xfrm>
              <a:off x="1287284" y="4726819"/>
              <a:ext cx="51840" cy="97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DA6A996-4643-8B34-FDDA-36165C06D9B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1164" y="4720699"/>
                <a:ext cx="640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C1047AC-DF13-1E4F-C679-3254512C618F}"/>
                  </a:ext>
                </a:extLst>
              </p14:cNvPr>
              <p14:cNvContentPartPr/>
              <p14:nvPr/>
            </p14:nvContentPartPr>
            <p14:xfrm>
              <a:off x="1357844" y="4700899"/>
              <a:ext cx="86760" cy="1062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C1047AC-DF13-1E4F-C679-3254512C61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51724" y="4694779"/>
                <a:ext cx="9900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49A29FD-EF19-788E-CCC8-CDE4D4F3A33E}"/>
                  </a:ext>
                </a:extLst>
              </p14:cNvPr>
              <p14:cNvContentPartPr/>
              <p14:nvPr/>
            </p14:nvContentPartPr>
            <p14:xfrm>
              <a:off x="7867364" y="1411939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49A29FD-EF19-788E-CCC8-CDE4D4F3A33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61244" y="1405819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D5D2BA56-776F-BDE0-EE89-F5CD477EF0D8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Model Training and Prediction</a:t>
            </a:r>
          </a:p>
        </p:txBody>
      </p:sp>
    </p:spTree>
    <p:extLst>
      <p:ext uri="{BB962C8B-B14F-4D97-AF65-F5344CB8AC3E}">
        <p14:creationId xmlns:p14="http://schemas.microsoft.com/office/powerpoint/2010/main" val="460827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0EBA1F-E44C-D854-1E11-58D8E6D18C52}"/>
              </a:ext>
            </a:extLst>
          </p:cNvPr>
          <p:cNvGrpSpPr/>
          <p:nvPr/>
        </p:nvGrpSpPr>
        <p:grpSpPr>
          <a:xfrm>
            <a:off x="1513364" y="939619"/>
            <a:ext cx="8144640" cy="4550040"/>
            <a:chOff x="1513364" y="939619"/>
            <a:chExt cx="8144640" cy="455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686CF79-9836-2E22-6B31-A9A982E5FE10}"/>
                    </a:ext>
                  </a:extLst>
                </p14:cNvPr>
                <p14:cNvContentPartPr/>
                <p14:nvPr/>
              </p14:nvContentPartPr>
              <p14:xfrm>
                <a:off x="2101964" y="939619"/>
                <a:ext cx="383760" cy="4550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686CF79-9836-2E22-6B31-A9A982E5FE1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95844" y="933499"/>
                  <a:ext cx="396000" cy="45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3276773-6303-1892-7C77-AE4496A98284}"/>
                    </a:ext>
                  </a:extLst>
                </p14:cNvPr>
                <p14:cNvContentPartPr/>
                <p14:nvPr/>
              </p14:nvContentPartPr>
              <p14:xfrm>
                <a:off x="1513364" y="4972339"/>
                <a:ext cx="8144640" cy="73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3276773-6303-1892-7C77-AE4496A9828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07244" y="4966219"/>
                  <a:ext cx="8156880" cy="8568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3B0AF24-FA3D-028E-0743-1B91D8496F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021993"/>
              </p:ext>
            </p:extLst>
          </p:nvPr>
        </p:nvGraphicFramePr>
        <p:xfrm>
          <a:off x="906102" y="1574757"/>
          <a:ext cx="617855" cy="2762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855">
                  <a:extLst>
                    <a:ext uri="{9D8B030D-6E8A-4147-A177-3AD203B41FA5}">
                      <a16:colId xmlns:a16="http://schemas.microsoft.com/office/drawing/2014/main" val="235930647"/>
                    </a:ext>
                  </a:extLst>
                </a:gridCol>
              </a:tblGrid>
              <a:tr h="552489">
                <a:tc>
                  <a:txBody>
                    <a:bodyPr/>
                    <a:lstStyle/>
                    <a:p>
                      <a:r>
                        <a:rPr lang="en-US" sz="1000" dirty="0" err="1"/>
                        <a:t>Y_pred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662784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54000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494424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65000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375447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120000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474847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18000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61583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23A92BA-08EB-0F2A-F61A-E932DC8F5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029379"/>
              </p:ext>
            </p:extLst>
          </p:nvPr>
        </p:nvGraphicFramePr>
        <p:xfrm>
          <a:off x="9873001" y="4837508"/>
          <a:ext cx="805635" cy="2762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5">
                  <a:extLst>
                    <a:ext uri="{9D8B030D-6E8A-4147-A177-3AD203B41FA5}">
                      <a16:colId xmlns:a16="http://schemas.microsoft.com/office/drawing/2014/main" val="235930647"/>
                    </a:ext>
                  </a:extLst>
                </a:gridCol>
              </a:tblGrid>
              <a:tr h="552489">
                <a:tc>
                  <a:txBody>
                    <a:bodyPr/>
                    <a:lstStyle/>
                    <a:p>
                      <a:r>
                        <a:rPr lang="en-US" sz="1000" dirty="0" err="1"/>
                        <a:t>Y_test</a:t>
                      </a:r>
                      <a:endParaRPr lang="en-US" sz="1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662784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80000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494424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60000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375447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110000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474847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25000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615838"/>
                  </a:ext>
                </a:extLst>
              </a:tr>
            </a:tbl>
          </a:graphicData>
        </a:graphic>
      </p:graphicFrame>
      <p:grpSp>
        <p:nvGrpSpPr>
          <p:cNvPr id="20" name="Group 19">
            <a:extLst>
              <a:ext uri="{FF2B5EF4-FFF2-40B4-BE49-F238E27FC236}">
                <a16:creationId xmlns:a16="http://schemas.microsoft.com/office/drawing/2014/main" id="{4755C913-A994-228D-F56C-6E3D19961D38}"/>
              </a:ext>
            </a:extLst>
          </p:cNvPr>
          <p:cNvGrpSpPr/>
          <p:nvPr/>
        </p:nvGrpSpPr>
        <p:grpSpPr>
          <a:xfrm>
            <a:off x="2148764" y="3400219"/>
            <a:ext cx="172080" cy="1273320"/>
            <a:chOff x="2148764" y="3400219"/>
            <a:chExt cx="172080" cy="127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A376492-9A19-6986-33D6-B11521F24D65}"/>
                    </a:ext>
                  </a:extLst>
                </p14:cNvPr>
                <p14:cNvContentPartPr/>
                <p14:nvPr/>
              </p14:nvContentPartPr>
              <p14:xfrm>
                <a:off x="2148764" y="4673179"/>
                <a:ext cx="6552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A376492-9A19-6986-33D6-B11521F24D6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42644" y="4667059"/>
                  <a:ext cx="77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CB12939-2F76-77C4-6C9D-5A2DCBC00365}"/>
                    </a:ext>
                  </a:extLst>
                </p14:cNvPr>
                <p14:cNvContentPartPr/>
                <p14:nvPr/>
              </p14:nvContentPartPr>
              <p14:xfrm>
                <a:off x="2184404" y="4262779"/>
                <a:ext cx="45000" cy="3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CB12939-2F76-77C4-6C9D-5A2DCBC0036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78284" y="4256659"/>
                  <a:ext cx="5724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53CA368-53CD-D7F3-992C-CB0CD04B7D07}"/>
                    </a:ext>
                  </a:extLst>
                </p14:cNvPr>
                <p14:cNvContentPartPr/>
                <p14:nvPr/>
              </p14:nvContentPartPr>
              <p14:xfrm>
                <a:off x="2251004" y="3816019"/>
                <a:ext cx="4824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53CA368-53CD-D7F3-992C-CB0CD04B7D0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44884" y="3809899"/>
                  <a:ext cx="604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F190012-FF3B-22F8-0B20-015F787099D1}"/>
                    </a:ext>
                  </a:extLst>
                </p14:cNvPr>
                <p14:cNvContentPartPr/>
                <p14:nvPr/>
              </p14:nvContentPartPr>
              <p14:xfrm>
                <a:off x="2275844" y="3400219"/>
                <a:ext cx="45000" cy="3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F190012-FF3B-22F8-0B20-015F787099D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69724" y="3394099"/>
                  <a:ext cx="57240" cy="1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90F0634-6895-C42B-8FFF-523861AF42F0}"/>
              </a:ext>
            </a:extLst>
          </p:cNvPr>
          <p:cNvGrpSpPr/>
          <p:nvPr/>
        </p:nvGrpSpPr>
        <p:grpSpPr>
          <a:xfrm>
            <a:off x="2325524" y="2440099"/>
            <a:ext cx="231840" cy="521280"/>
            <a:chOff x="2325524" y="2440099"/>
            <a:chExt cx="231840" cy="52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364CDB8-3F84-B4E3-CD24-6C2A24EF141E}"/>
                    </a:ext>
                  </a:extLst>
                </p14:cNvPr>
                <p14:cNvContentPartPr/>
                <p14:nvPr/>
              </p14:nvContentPartPr>
              <p14:xfrm>
                <a:off x="2325524" y="2957419"/>
                <a:ext cx="58680" cy="3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364CDB8-3F84-B4E3-CD24-6C2A24EF141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19404" y="2951299"/>
                  <a:ext cx="7092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EA3AE3D-E1C6-8A2A-9583-43A8125C4815}"/>
                    </a:ext>
                  </a:extLst>
                </p14:cNvPr>
                <p14:cNvContentPartPr/>
                <p14:nvPr/>
              </p14:nvContentPartPr>
              <p14:xfrm>
                <a:off x="2374844" y="2440099"/>
                <a:ext cx="8604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EA3AE3D-E1C6-8A2A-9583-43A8125C481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368724" y="2433979"/>
                  <a:ext cx="98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A2E2E87-6C72-0F6F-EE35-124BFED994EA}"/>
                    </a:ext>
                  </a:extLst>
                </p14:cNvPr>
                <p14:cNvContentPartPr/>
                <p14:nvPr/>
              </p14:nvContentPartPr>
              <p14:xfrm>
                <a:off x="2386004" y="2716939"/>
                <a:ext cx="171360" cy="3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A2E2E87-6C72-0F6F-EE35-124BFED994E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79884" y="2710819"/>
                  <a:ext cx="183600" cy="1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53776CF-FA87-CCE5-8D6F-9811A4E0C00C}"/>
                  </a:ext>
                </a:extLst>
              </p14:cNvPr>
              <p14:cNvContentPartPr/>
              <p14:nvPr/>
            </p14:nvContentPartPr>
            <p14:xfrm>
              <a:off x="2594444" y="4970179"/>
              <a:ext cx="360" cy="1220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53776CF-FA87-CCE5-8D6F-9811A4E0C00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588324" y="4964059"/>
                <a:ext cx="1260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41E0A0E-1AC9-6310-FBF4-176B0FD239F3}"/>
                  </a:ext>
                </a:extLst>
              </p14:cNvPr>
              <p14:cNvContentPartPr/>
              <p14:nvPr/>
            </p14:nvContentPartPr>
            <p14:xfrm>
              <a:off x="3067124" y="4993579"/>
              <a:ext cx="3960" cy="892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41E0A0E-1AC9-6310-FBF4-176B0FD239F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061004" y="4987459"/>
                <a:ext cx="162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219C275-4AE2-9F2C-086E-F9900BE2E5BE}"/>
                  </a:ext>
                </a:extLst>
              </p14:cNvPr>
              <p14:cNvContentPartPr/>
              <p14:nvPr/>
            </p14:nvContentPartPr>
            <p14:xfrm>
              <a:off x="3543404" y="5006179"/>
              <a:ext cx="8280" cy="100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219C275-4AE2-9F2C-086E-F9900BE2E5B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537284" y="5000059"/>
                <a:ext cx="2052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4018B36-F381-A262-907B-25847C855642}"/>
                  </a:ext>
                </a:extLst>
              </p14:cNvPr>
              <p14:cNvContentPartPr/>
              <p14:nvPr/>
            </p14:nvContentPartPr>
            <p14:xfrm>
              <a:off x="3936884" y="5019499"/>
              <a:ext cx="3960" cy="748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4018B36-F381-A262-907B-25847C85564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930764" y="5013379"/>
                <a:ext cx="1620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DCEC16C-CD91-D239-4D8D-903C84352D1A}"/>
                  </a:ext>
                </a:extLst>
              </p14:cNvPr>
              <p14:cNvContentPartPr/>
              <p14:nvPr/>
            </p14:nvContentPartPr>
            <p14:xfrm>
              <a:off x="4424324" y="4991779"/>
              <a:ext cx="8640" cy="2887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DCEC16C-CD91-D239-4D8D-903C84352D1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418204" y="4985659"/>
                <a:ext cx="2088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60C44AD-8D05-0C17-0796-74B44A9DF9C5}"/>
                  </a:ext>
                </a:extLst>
              </p14:cNvPr>
              <p14:cNvContentPartPr/>
              <p14:nvPr/>
            </p14:nvContentPartPr>
            <p14:xfrm>
              <a:off x="4834724" y="5007259"/>
              <a:ext cx="10800" cy="2221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60C44AD-8D05-0C17-0796-74B44A9DF9C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828604" y="5001139"/>
                <a:ext cx="2304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875AA7A-1B60-ADD8-C22C-4F15C89DF5C9}"/>
                  </a:ext>
                </a:extLst>
              </p14:cNvPr>
              <p14:cNvContentPartPr/>
              <p14:nvPr/>
            </p14:nvContentPartPr>
            <p14:xfrm>
              <a:off x="5273564" y="4989979"/>
              <a:ext cx="360" cy="1234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875AA7A-1B60-ADD8-C22C-4F15C89DF5C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267444" y="4983859"/>
                <a:ext cx="1260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F848D24-A139-E8D3-96B4-DA227014B857}"/>
                  </a:ext>
                </a:extLst>
              </p14:cNvPr>
              <p14:cNvContentPartPr/>
              <p14:nvPr/>
            </p14:nvContentPartPr>
            <p14:xfrm>
              <a:off x="5700884" y="5003659"/>
              <a:ext cx="8280" cy="114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F848D24-A139-E8D3-96B4-DA227014B85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694764" y="4997539"/>
                <a:ext cx="205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1A3239A-411F-E034-4428-5D237433530B}"/>
                  </a:ext>
                </a:extLst>
              </p14:cNvPr>
              <p14:cNvContentPartPr/>
              <p14:nvPr/>
            </p14:nvContentPartPr>
            <p14:xfrm>
              <a:off x="5601524" y="2643139"/>
              <a:ext cx="59400" cy="853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1A3239A-411F-E034-4428-5D237433530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595404" y="2637019"/>
                <a:ext cx="71640" cy="9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6F0CA0A3-756A-AD26-BF3C-65945853ECC8}"/>
              </a:ext>
            </a:extLst>
          </p:cNvPr>
          <p:cNvGrpSpPr/>
          <p:nvPr/>
        </p:nvGrpSpPr>
        <p:grpSpPr>
          <a:xfrm>
            <a:off x="9700484" y="4105099"/>
            <a:ext cx="790560" cy="446040"/>
            <a:chOff x="9700484" y="4105099"/>
            <a:chExt cx="79056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9FF63FB-EFCB-7855-1E4B-F4F96BE02180}"/>
                    </a:ext>
                  </a:extLst>
                </p14:cNvPr>
                <p14:cNvContentPartPr/>
                <p14:nvPr/>
              </p14:nvContentPartPr>
              <p14:xfrm>
                <a:off x="9772844" y="4105099"/>
                <a:ext cx="33480" cy="326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9FF63FB-EFCB-7855-1E4B-F4F96BE0218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766724" y="4098979"/>
                  <a:ext cx="457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307633A-1B3E-C304-D553-5E4DBB5E24AA}"/>
                    </a:ext>
                  </a:extLst>
                </p14:cNvPr>
                <p14:cNvContentPartPr/>
                <p14:nvPr/>
              </p14:nvContentPartPr>
              <p14:xfrm>
                <a:off x="9700484" y="4249819"/>
                <a:ext cx="261360" cy="36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307633A-1B3E-C304-D553-5E4DBB5E24A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694364" y="4243699"/>
                  <a:ext cx="2736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3F6F169-10AB-4CAC-DC76-43FE76B102AC}"/>
                    </a:ext>
                  </a:extLst>
                </p14:cNvPr>
                <p14:cNvContentPartPr/>
                <p14:nvPr/>
              </p14:nvContentPartPr>
              <p14:xfrm>
                <a:off x="9953204" y="4293379"/>
                <a:ext cx="265680" cy="104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3F6F169-10AB-4CAC-DC76-43FE76B102A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947084" y="4287259"/>
                  <a:ext cx="2779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711A350-AF13-3059-BA98-D1011317D126}"/>
                    </a:ext>
                  </a:extLst>
                </p14:cNvPr>
                <p14:cNvContentPartPr/>
                <p14:nvPr/>
              </p14:nvContentPartPr>
              <p14:xfrm>
                <a:off x="10173524" y="4311019"/>
                <a:ext cx="213840" cy="191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711A350-AF13-3059-BA98-D1011317D12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167404" y="4304899"/>
                  <a:ext cx="2260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37FE231-424D-25FB-A2C4-1BC84B2D85E4}"/>
                    </a:ext>
                  </a:extLst>
                </p14:cNvPr>
                <p14:cNvContentPartPr/>
                <p14:nvPr/>
              </p14:nvContentPartPr>
              <p14:xfrm>
                <a:off x="10337324" y="4285819"/>
                <a:ext cx="129960" cy="265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37FE231-424D-25FB-A2C4-1BC84B2D85E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331204" y="4279699"/>
                  <a:ext cx="1422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923B4D8-42B3-E046-E692-82F09F2EDFD5}"/>
                    </a:ext>
                  </a:extLst>
                </p14:cNvPr>
                <p14:cNvContentPartPr/>
                <p14:nvPr/>
              </p14:nvContentPartPr>
              <p14:xfrm>
                <a:off x="10229684" y="4309579"/>
                <a:ext cx="261360" cy="45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923B4D8-42B3-E046-E692-82F09F2EDFD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223564" y="4303459"/>
                  <a:ext cx="273600" cy="5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BC4263D-9D00-0237-B8B8-045B57D56412}"/>
                  </a:ext>
                </a:extLst>
              </p14:cNvPr>
              <p14:cNvContentPartPr/>
              <p14:nvPr/>
            </p14:nvContentPartPr>
            <p14:xfrm>
              <a:off x="2456924" y="1990459"/>
              <a:ext cx="72360" cy="72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BC4263D-9D00-0237-B8B8-045B57D5641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450804" y="1984339"/>
                <a:ext cx="846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970C16C-C593-265F-F96A-3B88CCFF9B70}"/>
                  </a:ext>
                </a:extLst>
              </p14:cNvPr>
              <p14:cNvContentPartPr/>
              <p14:nvPr/>
            </p14:nvContentPartPr>
            <p14:xfrm>
              <a:off x="2423444" y="2189179"/>
              <a:ext cx="64080" cy="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4970C16C-C593-265F-F96A-3B88CCFF9B7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417324" y="2183059"/>
                <a:ext cx="763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3832756-FDA5-17D6-A665-27E3A56B94C3}"/>
                  </a:ext>
                </a:extLst>
              </p14:cNvPr>
              <p14:cNvContentPartPr/>
              <p14:nvPr/>
            </p14:nvContentPartPr>
            <p14:xfrm>
              <a:off x="4768844" y="2139139"/>
              <a:ext cx="63720" cy="806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3832756-FDA5-17D6-A665-27E3A56B94C3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762724" y="2133019"/>
                <a:ext cx="7596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CC805A1-9130-E8FB-027E-8F0FBD30FCFB}"/>
                  </a:ext>
                </a:extLst>
              </p14:cNvPr>
              <p14:cNvContentPartPr/>
              <p14:nvPr/>
            </p14:nvContentPartPr>
            <p14:xfrm>
              <a:off x="2488604" y="1587619"/>
              <a:ext cx="6876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CC805A1-9130-E8FB-027E-8F0FBD30FCF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482484" y="1581499"/>
                <a:ext cx="810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F0EE1E4-B784-4AE8-36A6-DB4BC0A1442A}"/>
                  </a:ext>
                </a:extLst>
              </p14:cNvPr>
              <p14:cNvContentPartPr/>
              <p14:nvPr/>
            </p14:nvContentPartPr>
            <p14:xfrm>
              <a:off x="2474924" y="1194859"/>
              <a:ext cx="55080" cy="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F0EE1E4-B784-4AE8-36A6-DB4BC0A1442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468804" y="1188739"/>
                <a:ext cx="6732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FF4B6C5F-DAF7-0EED-5E5B-060DAC7A9E45}"/>
              </a:ext>
            </a:extLst>
          </p:cNvPr>
          <p:cNvGrpSpPr/>
          <p:nvPr/>
        </p:nvGrpSpPr>
        <p:grpSpPr>
          <a:xfrm>
            <a:off x="2418404" y="525619"/>
            <a:ext cx="415080" cy="509400"/>
            <a:chOff x="2418404" y="525619"/>
            <a:chExt cx="415080" cy="50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462B14D-3E1C-F167-7967-50DE3F7B465C}"/>
                    </a:ext>
                  </a:extLst>
                </p14:cNvPr>
                <p14:cNvContentPartPr/>
                <p14:nvPr/>
              </p14:nvContentPartPr>
              <p14:xfrm>
                <a:off x="2418764" y="691219"/>
                <a:ext cx="18720" cy="222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462B14D-3E1C-F167-7967-50DE3F7B465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412644" y="685099"/>
                  <a:ext cx="309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1EB7C64-354D-B73B-9852-D63B4790FEE8}"/>
                    </a:ext>
                  </a:extLst>
                </p14:cNvPr>
                <p14:cNvContentPartPr/>
                <p14:nvPr/>
              </p14:nvContentPartPr>
              <p14:xfrm>
                <a:off x="2418404" y="646579"/>
                <a:ext cx="61920" cy="129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1EB7C64-354D-B73B-9852-D63B4790FEE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412284" y="640459"/>
                  <a:ext cx="741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19C1FD8-EB1E-66E1-D164-C58177548AD0}"/>
                    </a:ext>
                  </a:extLst>
                </p14:cNvPr>
                <p14:cNvContentPartPr/>
                <p14:nvPr/>
              </p14:nvContentPartPr>
              <p14:xfrm>
                <a:off x="2534684" y="633979"/>
                <a:ext cx="65880" cy="135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19C1FD8-EB1E-66E1-D164-C58177548AD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528564" y="627859"/>
                  <a:ext cx="781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5E74657-26AA-09E0-B992-D67ACA4BDA63}"/>
                    </a:ext>
                  </a:extLst>
                </p14:cNvPr>
                <p14:cNvContentPartPr/>
                <p14:nvPr/>
              </p14:nvContentPartPr>
              <p14:xfrm>
                <a:off x="2579324" y="655579"/>
                <a:ext cx="121680" cy="173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5E74657-26AA-09E0-B992-D67ACA4BDA6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573204" y="649459"/>
                  <a:ext cx="1339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E816772-646D-E8F6-9B93-A73DABD37E88}"/>
                    </a:ext>
                  </a:extLst>
                </p14:cNvPr>
                <p14:cNvContentPartPr/>
                <p14:nvPr/>
              </p14:nvContentPartPr>
              <p14:xfrm>
                <a:off x="2728364" y="525619"/>
                <a:ext cx="105120" cy="509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E816772-646D-E8F6-9B93-A73DABD37E8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722244" y="519499"/>
                  <a:ext cx="11736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AD14812-848A-CE94-6683-C8C7788651C8}"/>
                    </a:ext>
                  </a:extLst>
                </p14:cNvPr>
                <p14:cNvContentPartPr/>
                <p14:nvPr/>
              </p14:nvContentPartPr>
              <p14:xfrm>
                <a:off x="2505524" y="784819"/>
                <a:ext cx="55080" cy="3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AD14812-848A-CE94-6683-C8C7788651C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499404" y="778699"/>
                  <a:ext cx="67320" cy="1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EE6DD473-0AC5-AFFF-C5B8-6F6C33AD25EB}"/>
                  </a:ext>
                </a:extLst>
              </p14:cNvPr>
              <p14:cNvContentPartPr/>
              <p14:nvPr/>
            </p14:nvContentPartPr>
            <p14:xfrm>
              <a:off x="2451164" y="370099"/>
              <a:ext cx="150840" cy="176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EE6DD473-0AC5-AFFF-C5B8-6F6C33AD25EB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445044" y="363979"/>
                <a:ext cx="16308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9A6292D-AE18-3186-C1C4-DAFFC161E52D}"/>
                  </a:ext>
                </a:extLst>
              </p14:cNvPr>
              <p14:cNvContentPartPr/>
              <p14:nvPr/>
            </p14:nvContentPartPr>
            <p14:xfrm>
              <a:off x="6125324" y="5000779"/>
              <a:ext cx="16200" cy="655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9A6292D-AE18-3186-C1C4-DAFFC161E52D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119204" y="4994659"/>
                <a:ext cx="284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F2AEFA9-8517-27B1-CB4C-60102AD505EC}"/>
                  </a:ext>
                </a:extLst>
              </p14:cNvPr>
              <p14:cNvContentPartPr/>
              <p14:nvPr/>
            </p14:nvContentPartPr>
            <p14:xfrm>
              <a:off x="6596924" y="5008339"/>
              <a:ext cx="3960" cy="450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F2AEFA9-8517-27B1-CB4C-60102AD505EC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590804" y="5002219"/>
                <a:ext cx="1620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924A0C8-34F3-CA33-B724-781374CCE5D9}"/>
                  </a:ext>
                </a:extLst>
              </p14:cNvPr>
              <p14:cNvContentPartPr/>
              <p14:nvPr/>
            </p14:nvContentPartPr>
            <p14:xfrm>
              <a:off x="7024244" y="4978099"/>
              <a:ext cx="3960" cy="921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924A0C8-34F3-CA33-B724-781374CCE5D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018124" y="4971979"/>
                <a:ext cx="1620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8CBB59B5-8235-538A-D1EF-14D5B8AA775D}"/>
                  </a:ext>
                </a:extLst>
              </p14:cNvPr>
              <p14:cNvContentPartPr/>
              <p14:nvPr/>
            </p14:nvContentPartPr>
            <p14:xfrm>
              <a:off x="6912284" y="421939"/>
              <a:ext cx="56160" cy="1440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8CBB59B5-8235-538A-D1EF-14D5B8AA775D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6906164" y="415819"/>
                <a:ext cx="6840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EDEDC0F-0C5C-2B14-31A0-3DC0EE15958B}"/>
                  </a:ext>
                </a:extLst>
              </p14:cNvPr>
              <p14:cNvContentPartPr/>
              <p14:nvPr/>
            </p14:nvContentPartPr>
            <p14:xfrm>
              <a:off x="2164604" y="4392379"/>
              <a:ext cx="74520" cy="39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EDEDC0F-0C5C-2B14-31A0-3DC0EE15958B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158484" y="4386259"/>
                <a:ext cx="8676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A335DCC-76AD-F0BE-53AC-5AF6CE17324D}"/>
                  </a:ext>
                </a:extLst>
              </p14:cNvPr>
              <p14:cNvContentPartPr/>
              <p14:nvPr/>
            </p14:nvContentPartPr>
            <p14:xfrm>
              <a:off x="3288884" y="4470499"/>
              <a:ext cx="61560" cy="6192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2A335DCC-76AD-F0BE-53AC-5AF6CE17324D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282764" y="4464379"/>
                <a:ext cx="7380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50F2D114-E41D-D00F-49F2-FB733AAD44F1}"/>
                  </a:ext>
                </a:extLst>
              </p14:cNvPr>
              <p14:cNvContentPartPr/>
              <p14:nvPr/>
            </p14:nvContentPartPr>
            <p14:xfrm>
              <a:off x="3759404" y="3216619"/>
              <a:ext cx="41400" cy="414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50F2D114-E41D-D00F-49F2-FB733AAD44F1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753284" y="3210499"/>
                <a:ext cx="5364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4008BEB3-6CF6-A05D-5757-DB99C05BD396}"/>
                  </a:ext>
                </a:extLst>
              </p14:cNvPr>
              <p14:cNvContentPartPr/>
              <p14:nvPr/>
            </p14:nvContentPartPr>
            <p14:xfrm>
              <a:off x="4573364" y="3598579"/>
              <a:ext cx="34560" cy="417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4008BEB3-6CF6-A05D-5757-DB99C05BD396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567244" y="3592459"/>
                <a:ext cx="468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F11BB9A-ACE9-4DD6-4D9E-C4023F4BE698}"/>
                  </a:ext>
                </a:extLst>
              </p14:cNvPr>
              <p14:cNvContentPartPr/>
              <p14:nvPr/>
            </p14:nvContentPartPr>
            <p14:xfrm>
              <a:off x="4793324" y="1153459"/>
              <a:ext cx="30960" cy="439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F11BB9A-ACE9-4DD6-4D9E-C4023F4BE698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4787204" y="1147339"/>
                <a:ext cx="4320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2430380-7056-1A7A-1231-B330C9A8C2CF}"/>
                  </a:ext>
                </a:extLst>
              </p14:cNvPr>
              <p14:cNvContentPartPr/>
              <p14:nvPr/>
            </p14:nvContentPartPr>
            <p14:xfrm>
              <a:off x="7122884" y="3249739"/>
              <a:ext cx="230760" cy="3528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62430380-7056-1A7A-1231-B330C9A8C2CF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7116764" y="3243619"/>
                <a:ext cx="24300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A0AAEF8-F249-1966-FE41-EC1CC97D1500}"/>
                  </a:ext>
                </a:extLst>
              </p14:cNvPr>
              <p14:cNvContentPartPr/>
              <p14:nvPr/>
            </p14:nvContentPartPr>
            <p14:xfrm>
              <a:off x="8079764" y="1804339"/>
              <a:ext cx="27000" cy="1288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A0AAEF8-F249-1966-FE41-EC1CC97D1500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073644" y="1798219"/>
                <a:ext cx="3924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37FCBDD-E28E-3D6D-57A5-A9EB622E5CCA}"/>
                  </a:ext>
                </a:extLst>
              </p14:cNvPr>
              <p14:cNvContentPartPr/>
              <p14:nvPr/>
            </p14:nvContentPartPr>
            <p14:xfrm>
              <a:off x="5863604" y="3940939"/>
              <a:ext cx="37080" cy="1137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37FCBDD-E28E-3D6D-57A5-A9EB622E5CCA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857484" y="3934819"/>
                <a:ext cx="4932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5A8949A-C530-30C1-012F-37F501D6EF9E}"/>
                  </a:ext>
                </a:extLst>
              </p14:cNvPr>
              <p14:cNvContentPartPr/>
              <p14:nvPr/>
            </p14:nvContentPartPr>
            <p14:xfrm>
              <a:off x="3880004" y="2031859"/>
              <a:ext cx="171360" cy="1062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5A8949A-C530-30C1-012F-37F501D6EF9E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3873884" y="2025739"/>
                <a:ext cx="18360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A76991EF-1FE6-1550-EB6D-56BAE563578A}"/>
                  </a:ext>
                </a:extLst>
              </p14:cNvPr>
              <p14:cNvContentPartPr/>
              <p14:nvPr/>
            </p14:nvContentPartPr>
            <p14:xfrm>
              <a:off x="5779724" y="1002619"/>
              <a:ext cx="87120" cy="702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A76991EF-1FE6-1550-EB6D-56BAE563578A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5773604" y="996499"/>
                <a:ext cx="993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82136406-3026-4348-5619-D1D12BB09440}"/>
                  </a:ext>
                </a:extLst>
              </p14:cNvPr>
              <p14:cNvContentPartPr/>
              <p14:nvPr/>
            </p14:nvContentPartPr>
            <p14:xfrm>
              <a:off x="6274364" y="1765819"/>
              <a:ext cx="27720" cy="576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82136406-3026-4348-5619-D1D12BB09440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6268244" y="1759699"/>
                <a:ext cx="3996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B48FCA1-BA53-0F9C-6C52-520A1AD37F2A}"/>
                  </a:ext>
                </a:extLst>
              </p14:cNvPr>
              <p14:cNvContentPartPr/>
              <p14:nvPr/>
            </p14:nvContentPartPr>
            <p14:xfrm>
              <a:off x="5950004" y="2087299"/>
              <a:ext cx="14040" cy="266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B48FCA1-BA53-0F9C-6C52-520A1AD37F2A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5943884" y="2081179"/>
                <a:ext cx="262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FAF2ADA-BA66-4930-D705-17A97348722A}"/>
                  </a:ext>
                </a:extLst>
              </p14:cNvPr>
              <p14:cNvContentPartPr/>
              <p14:nvPr/>
            </p14:nvContentPartPr>
            <p14:xfrm>
              <a:off x="5007884" y="2525779"/>
              <a:ext cx="183600" cy="2350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FAF2ADA-BA66-4930-D705-17A97348722A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5001764" y="2519659"/>
                <a:ext cx="19584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ECBE1C48-DDDD-5380-8BB7-53E29316312E}"/>
                  </a:ext>
                </a:extLst>
              </p14:cNvPr>
              <p14:cNvContentPartPr/>
              <p14:nvPr/>
            </p14:nvContentPartPr>
            <p14:xfrm>
              <a:off x="6737684" y="1282699"/>
              <a:ext cx="123480" cy="1188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ECBE1C48-DDDD-5380-8BB7-53E29316312E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6731564" y="1276579"/>
                <a:ext cx="13572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7A75B1DA-74EA-62F9-EA4E-AF1D7D30B51C}"/>
                  </a:ext>
                </a:extLst>
              </p14:cNvPr>
              <p14:cNvContentPartPr/>
              <p14:nvPr/>
            </p14:nvContentPartPr>
            <p14:xfrm>
              <a:off x="6284804" y="2248579"/>
              <a:ext cx="24840" cy="363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7A75B1DA-74EA-62F9-EA4E-AF1D7D30B51C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6278684" y="2242459"/>
                <a:ext cx="3708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3D1CCFC1-7A2A-E131-C1D5-7D520C8DA54B}"/>
                  </a:ext>
                </a:extLst>
              </p14:cNvPr>
              <p14:cNvContentPartPr/>
              <p14:nvPr/>
            </p14:nvContentPartPr>
            <p14:xfrm>
              <a:off x="5080964" y="3270259"/>
              <a:ext cx="138240" cy="2415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3D1CCFC1-7A2A-E131-C1D5-7D520C8DA54B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5074844" y="3264139"/>
                <a:ext cx="15048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38EA0D9-540D-2C6E-6648-9FABD53C75F8}"/>
                  </a:ext>
                </a:extLst>
              </p14:cNvPr>
              <p14:cNvContentPartPr/>
              <p14:nvPr/>
            </p14:nvContentPartPr>
            <p14:xfrm>
              <a:off x="2896124" y="759979"/>
              <a:ext cx="5113440" cy="35593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38EA0D9-540D-2C6E-6648-9FABD53C75F8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2890004" y="753859"/>
                <a:ext cx="5125680" cy="357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A76E2D5-E600-75AA-AAE9-D43477835373}"/>
                  </a:ext>
                </a:extLst>
              </p14:cNvPr>
              <p14:cNvContentPartPr/>
              <p14:nvPr/>
            </p14:nvContentPartPr>
            <p14:xfrm>
              <a:off x="8161124" y="78859"/>
              <a:ext cx="579600" cy="6984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A76E2D5-E600-75AA-AAE9-D43477835373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155004" y="72739"/>
                <a:ext cx="591840" cy="71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3088AE87-DF6B-FCEC-B54D-EA259C9F6F12}"/>
              </a:ext>
            </a:extLst>
          </p:cNvPr>
          <p:cNvGrpSpPr/>
          <p:nvPr/>
        </p:nvGrpSpPr>
        <p:grpSpPr>
          <a:xfrm>
            <a:off x="8816684" y="1368019"/>
            <a:ext cx="2359800" cy="1026720"/>
            <a:chOff x="8816684" y="1368019"/>
            <a:chExt cx="2359800" cy="102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8D14E77-1E9C-1A09-2C13-53F1A841022D}"/>
                    </a:ext>
                  </a:extLst>
                </p14:cNvPr>
                <p14:cNvContentPartPr/>
                <p14:nvPr/>
              </p14:nvContentPartPr>
              <p14:xfrm>
                <a:off x="8816684" y="1706419"/>
                <a:ext cx="250200" cy="688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8D14E77-1E9C-1A09-2C13-53F1A841022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810564" y="1700299"/>
                  <a:ext cx="262440" cy="70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2ACF31B-5C21-C9B9-165F-4D9C2D0E2BF6}"/>
                    </a:ext>
                  </a:extLst>
                </p14:cNvPr>
                <p14:cNvContentPartPr/>
                <p14:nvPr/>
              </p14:nvContentPartPr>
              <p14:xfrm>
                <a:off x="9180644" y="1979299"/>
                <a:ext cx="443160" cy="21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2ACF31B-5C21-C9B9-165F-4D9C2D0E2BF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174524" y="1973179"/>
                  <a:ext cx="455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9479805-6D27-5765-32A4-C7DF593C8DA0}"/>
                    </a:ext>
                  </a:extLst>
                </p14:cNvPr>
                <p14:cNvContentPartPr/>
                <p14:nvPr/>
              </p14:nvContentPartPr>
              <p14:xfrm>
                <a:off x="9367124" y="1901899"/>
                <a:ext cx="245880" cy="54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9479805-6D27-5765-32A4-C7DF593C8DA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361004" y="1895779"/>
                  <a:ext cx="25812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AA6DBC1-DA05-FD1B-DF13-E81B42BD7722}"/>
                    </a:ext>
                  </a:extLst>
                </p14:cNvPr>
                <p14:cNvContentPartPr/>
                <p14:nvPr/>
              </p14:nvContentPartPr>
              <p14:xfrm>
                <a:off x="9807404" y="1678339"/>
                <a:ext cx="363600" cy="315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AA6DBC1-DA05-FD1B-DF13-E81B42BD772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801284" y="1672219"/>
                  <a:ext cx="3758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15C4B91-CB12-70F2-5D29-55CFDC7C4CC4}"/>
                    </a:ext>
                  </a:extLst>
                </p14:cNvPr>
                <p14:cNvContentPartPr/>
                <p14:nvPr/>
              </p14:nvContentPartPr>
              <p14:xfrm>
                <a:off x="10228604" y="1717939"/>
                <a:ext cx="260280" cy="249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15C4B91-CB12-70F2-5D29-55CFDC7C4CC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222484" y="1711819"/>
                  <a:ext cx="2725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D1D5C6F-8E82-AB0F-0087-105F3B3E1985}"/>
                    </a:ext>
                  </a:extLst>
                </p14:cNvPr>
                <p14:cNvContentPartPr/>
                <p14:nvPr/>
              </p14:nvContentPartPr>
              <p14:xfrm>
                <a:off x="10716404" y="1748539"/>
                <a:ext cx="27000" cy="203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D1D5C6F-8E82-AB0F-0087-105F3B3E198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710284" y="1742419"/>
                  <a:ext cx="392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7689610-0D37-9057-B608-8A875A4E14FD}"/>
                    </a:ext>
                  </a:extLst>
                </p14:cNvPr>
                <p14:cNvContentPartPr/>
                <p14:nvPr/>
              </p14:nvContentPartPr>
              <p14:xfrm>
                <a:off x="10650524" y="1845019"/>
                <a:ext cx="214200" cy="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7689610-0D37-9057-B608-8A875A4E14F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644404" y="1838899"/>
                  <a:ext cx="226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419C6CD-E98A-240A-FDA3-AC43232B0ADA}"/>
                    </a:ext>
                  </a:extLst>
                </p14:cNvPr>
                <p14:cNvContentPartPr/>
                <p14:nvPr/>
              </p14:nvContentPartPr>
              <p14:xfrm>
                <a:off x="11028524" y="1368019"/>
                <a:ext cx="147960" cy="567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419C6CD-E98A-240A-FDA3-AC43232B0AD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022404" y="1361899"/>
                  <a:ext cx="16020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471317F-3870-6145-0E88-7E0AF2556CE3}"/>
                    </a:ext>
                  </a:extLst>
                </p14:cNvPr>
                <p14:cNvContentPartPr/>
                <p14:nvPr/>
              </p14:nvContentPartPr>
              <p14:xfrm>
                <a:off x="9767444" y="2103859"/>
                <a:ext cx="462600" cy="5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471317F-3870-6145-0E88-7E0AF2556CE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761324" y="2097739"/>
                  <a:ext cx="47484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9869DEC-A976-65E6-CFDE-E5DFE8C69F86}"/>
                    </a:ext>
                  </a:extLst>
                </p14:cNvPr>
                <p14:cNvContentPartPr/>
                <p14:nvPr/>
              </p14:nvContentPartPr>
              <p14:xfrm>
                <a:off x="9872564" y="2191699"/>
                <a:ext cx="201600" cy="14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9869DEC-A976-65E6-CFDE-E5DFE8C69F8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866444" y="2185579"/>
                  <a:ext cx="21384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824DE4C-EF69-38EB-EB89-A8C85AD5A09C}"/>
              </a:ext>
            </a:extLst>
          </p:cNvPr>
          <p:cNvGrpSpPr/>
          <p:nvPr/>
        </p:nvGrpSpPr>
        <p:grpSpPr>
          <a:xfrm>
            <a:off x="5457164" y="2170099"/>
            <a:ext cx="1443240" cy="382320"/>
            <a:chOff x="5457164" y="2170099"/>
            <a:chExt cx="1443240" cy="38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1D520D6-32A6-7437-D136-22EDA07FC848}"/>
                    </a:ext>
                  </a:extLst>
                </p14:cNvPr>
                <p14:cNvContentPartPr/>
                <p14:nvPr/>
              </p14:nvContentPartPr>
              <p14:xfrm>
                <a:off x="5457164" y="2522539"/>
                <a:ext cx="1443240" cy="13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1D520D6-32A6-7437-D136-22EDA07FC84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451044" y="2516419"/>
                  <a:ext cx="14554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BE6EDF8-9AE1-6FF2-66E5-1ABAC4995A36}"/>
                    </a:ext>
                  </a:extLst>
                </p14:cNvPr>
                <p14:cNvContentPartPr/>
                <p14:nvPr/>
              </p14:nvContentPartPr>
              <p14:xfrm>
                <a:off x="5922284" y="2224099"/>
                <a:ext cx="57960" cy="328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BE6EDF8-9AE1-6FF2-66E5-1ABAC4995A3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916164" y="2217979"/>
                  <a:ext cx="702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249F71E-CADF-6FE7-2F83-BB29B32EF9BE}"/>
                    </a:ext>
                  </a:extLst>
                </p14:cNvPr>
                <p14:cNvContentPartPr/>
                <p14:nvPr/>
              </p14:nvContentPartPr>
              <p14:xfrm>
                <a:off x="6097964" y="2170099"/>
                <a:ext cx="146880" cy="2372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249F71E-CADF-6FE7-2F83-BB29B32EF9B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091844" y="2163979"/>
                  <a:ext cx="1591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31A6B0F-ED0E-B980-D820-553222A96DA9}"/>
                    </a:ext>
                  </a:extLst>
                </p14:cNvPr>
                <p14:cNvContentPartPr/>
                <p14:nvPr/>
              </p14:nvContentPartPr>
              <p14:xfrm>
                <a:off x="6119924" y="2303299"/>
                <a:ext cx="161280" cy="3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31A6B0F-ED0E-B980-D820-553222A96DA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113804" y="2297179"/>
                  <a:ext cx="173520" cy="1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15386557-C732-CA60-781F-5B2B18FDFD3B}"/>
              </a:ext>
            </a:extLst>
          </p:cNvPr>
          <p:cNvGrpSpPr/>
          <p:nvPr/>
        </p:nvGrpSpPr>
        <p:grpSpPr>
          <a:xfrm>
            <a:off x="1840244" y="4326859"/>
            <a:ext cx="1046880" cy="556560"/>
            <a:chOff x="1840244" y="4326859"/>
            <a:chExt cx="1046880" cy="55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897D55F-DE28-8689-5D9B-6C9CDD720A96}"/>
                    </a:ext>
                  </a:extLst>
                </p14:cNvPr>
                <p14:cNvContentPartPr/>
                <p14:nvPr/>
              </p14:nvContentPartPr>
              <p14:xfrm>
                <a:off x="2824484" y="4326859"/>
                <a:ext cx="62640" cy="550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897D55F-DE28-8689-5D9B-6C9CDD720A96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818364" y="4320739"/>
                  <a:ext cx="748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82B1D38-F236-A528-94E3-A50218DCCB1C}"/>
                    </a:ext>
                  </a:extLst>
                </p14:cNvPr>
                <p14:cNvContentPartPr/>
                <p14:nvPr/>
              </p14:nvContentPartPr>
              <p14:xfrm>
                <a:off x="2658524" y="4433059"/>
                <a:ext cx="76320" cy="61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82B1D38-F236-A528-94E3-A50218DCCB1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652404" y="4426939"/>
                  <a:ext cx="885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C7214D9-4F3F-53DA-6260-037AA515FC29}"/>
                    </a:ext>
                  </a:extLst>
                </p14:cNvPr>
                <p14:cNvContentPartPr/>
                <p14:nvPr/>
              </p14:nvContentPartPr>
              <p14:xfrm>
                <a:off x="2455844" y="4561219"/>
                <a:ext cx="101880" cy="78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C7214D9-4F3F-53DA-6260-037AA515FC2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449724" y="4555099"/>
                  <a:ext cx="114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A9F42F6-AE45-F1F0-79F3-89FDAC115385}"/>
                    </a:ext>
                  </a:extLst>
                </p14:cNvPr>
                <p14:cNvContentPartPr/>
                <p14:nvPr/>
              </p14:nvContentPartPr>
              <p14:xfrm>
                <a:off x="2262524" y="4701259"/>
                <a:ext cx="93600" cy="586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A9F42F6-AE45-F1F0-79F3-89FDAC11538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256404" y="4695139"/>
                  <a:ext cx="1058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9DEF55C-406A-65E9-20E8-EFB3644F3C97}"/>
                    </a:ext>
                  </a:extLst>
                </p14:cNvPr>
                <p14:cNvContentPartPr/>
                <p14:nvPr/>
              </p14:nvContentPartPr>
              <p14:xfrm>
                <a:off x="2098724" y="4818979"/>
                <a:ext cx="69480" cy="41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9DEF55C-406A-65E9-20E8-EFB3644F3C9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092604" y="4812859"/>
                  <a:ext cx="817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0CC499A-BEE3-50B4-4A87-05EE5EAC04D2}"/>
                    </a:ext>
                  </a:extLst>
                </p14:cNvPr>
                <p14:cNvContentPartPr/>
                <p14:nvPr/>
              </p14:nvContentPartPr>
              <p14:xfrm>
                <a:off x="2036444" y="4859659"/>
                <a:ext cx="265680" cy="23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0CC499A-BEE3-50B4-4A87-05EE5EAC04D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030324" y="4853539"/>
                  <a:ext cx="277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3098A19-F8B7-C089-9D07-FC0B5FA3271F}"/>
                    </a:ext>
                  </a:extLst>
                </p14:cNvPr>
                <p14:cNvContentPartPr/>
                <p14:nvPr/>
              </p14:nvContentPartPr>
              <p14:xfrm>
                <a:off x="1840244" y="4588939"/>
                <a:ext cx="173520" cy="281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3098A19-F8B7-C089-9D07-FC0B5FA3271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834124" y="4582819"/>
                  <a:ext cx="185760" cy="29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F59CBF0-E3E9-D5CF-B251-F2FAC38D30E3}"/>
              </a:ext>
            </a:extLst>
          </p:cNvPr>
          <p:cNvGrpSpPr/>
          <p:nvPr/>
        </p:nvGrpSpPr>
        <p:grpSpPr>
          <a:xfrm>
            <a:off x="11041124" y="2046979"/>
            <a:ext cx="213840" cy="125280"/>
            <a:chOff x="11041124" y="2046979"/>
            <a:chExt cx="213840" cy="12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874C27E-BBE7-DBD2-14F1-4FAC2AE71825}"/>
                    </a:ext>
                  </a:extLst>
                </p14:cNvPr>
                <p14:cNvContentPartPr/>
                <p14:nvPr/>
              </p14:nvContentPartPr>
              <p14:xfrm>
                <a:off x="11041124" y="2046979"/>
                <a:ext cx="173520" cy="3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874C27E-BBE7-DBD2-14F1-4FAC2AE71825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035004" y="2040859"/>
                  <a:ext cx="185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29A0AB9-06C1-57C8-7242-11C9A80C770D}"/>
                    </a:ext>
                  </a:extLst>
                </p14:cNvPr>
                <p14:cNvContentPartPr/>
                <p14:nvPr/>
              </p14:nvContentPartPr>
              <p14:xfrm>
                <a:off x="11117084" y="2163259"/>
                <a:ext cx="137880" cy="90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29A0AB9-06C1-57C8-7242-11C9A80C770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110964" y="2157139"/>
                  <a:ext cx="15012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14A2F50-641A-B7A2-3359-522F87B78F5C}"/>
              </a:ext>
            </a:extLst>
          </p:cNvPr>
          <p:cNvGrpSpPr/>
          <p:nvPr/>
        </p:nvGrpSpPr>
        <p:grpSpPr>
          <a:xfrm>
            <a:off x="589244" y="5938219"/>
            <a:ext cx="798480" cy="371880"/>
            <a:chOff x="589244" y="5938219"/>
            <a:chExt cx="798480" cy="37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08DF9B4-F4AD-FD50-13A9-AFCFCC0F356E}"/>
                    </a:ext>
                  </a:extLst>
                </p14:cNvPr>
                <p14:cNvContentPartPr/>
                <p14:nvPr/>
              </p14:nvContentPartPr>
              <p14:xfrm>
                <a:off x="589244" y="5938219"/>
                <a:ext cx="136080" cy="3718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08DF9B4-F4AD-FD50-13A9-AFCFCC0F356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83124" y="5932099"/>
                  <a:ext cx="1483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DB901D6-9EBC-6C7B-277D-DCCC1E7B9C7B}"/>
                    </a:ext>
                  </a:extLst>
                </p14:cNvPr>
                <p14:cNvContentPartPr/>
                <p14:nvPr/>
              </p14:nvContentPartPr>
              <p14:xfrm>
                <a:off x="807044" y="6141259"/>
                <a:ext cx="61920" cy="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DB901D6-9EBC-6C7B-277D-DCCC1E7B9C7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00924" y="6135139"/>
                  <a:ext cx="74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D6E8C76-5363-F835-534E-4294EE462CB2}"/>
                    </a:ext>
                  </a:extLst>
                </p14:cNvPr>
                <p14:cNvContentPartPr/>
                <p14:nvPr/>
              </p14:nvContentPartPr>
              <p14:xfrm>
                <a:off x="865364" y="6082219"/>
                <a:ext cx="48240" cy="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D6E8C76-5363-F835-534E-4294EE462CB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59244" y="6076099"/>
                  <a:ext cx="604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6B3A572-DBB6-3DB6-6B75-79FB6BEBD424}"/>
                    </a:ext>
                  </a:extLst>
                </p14:cNvPr>
                <p14:cNvContentPartPr/>
                <p14:nvPr/>
              </p14:nvContentPartPr>
              <p14:xfrm>
                <a:off x="1009004" y="6024979"/>
                <a:ext cx="168480" cy="104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6B3A572-DBB6-3DB6-6B75-79FB6BEBD42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02884" y="6018859"/>
                  <a:ext cx="1807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DB7B21E-9B39-63C9-F949-7853978756D2}"/>
                    </a:ext>
                  </a:extLst>
                </p14:cNvPr>
                <p14:cNvContentPartPr/>
                <p14:nvPr/>
              </p14:nvContentPartPr>
              <p14:xfrm>
                <a:off x="1225004" y="6020299"/>
                <a:ext cx="162720" cy="154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DB7B21E-9B39-63C9-F949-7853978756D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218884" y="6014179"/>
                  <a:ext cx="17496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302D5782-06D0-77FC-30AE-97FC5D606BA7}"/>
              </a:ext>
            </a:extLst>
          </p:cNvPr>
          <p:cNvGrpSpPr/>
          <p:nvPr/>
        </p:nvGrpSpPr>
        <p:grpSpPr>
          <a:xfrm>
            <a:off x="1565204" y="5740579"/>
            <a:ext cx="307080" cy="392040"/>
            <a:chOff x="1565204" y="5740579"/>
            <a:chExt cx="307080" cy="39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426DA81-CA80-9706-CA1B-AF25C6229062}"/>
                    </a:ext>
                  </a:extLst>
                </p14:cNvPr>
                <p14:cNvContentPartPr/>
                <p14:nvPr/>
              </p14:nvContentPartPr>
              <p14:xfrm>
                <a:off x="1582484" y="5956939"/>
                <a:ext cx="13680" cy="1756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426DA81-CA80-9706-CA1B-AF25C622906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576364" y="5950819"/>
                  <a:ext cx="259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240EB63-07C7-F05F-1D48-326E137AF491}"/>
                    </a:ext>
                  </a:extLst>
                </p14:cNvPr>
                <p14:cNvContentPartPr/>
                <p14:nvPr/>
              </p14:nvContentPartPr>
              <p14:xfrm>
                <a:off x="1565204" y="6048019"/>
                <a:ext cx="87120" cy="72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240EB63-07C7-F05F-1D48-326E137AF49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559084" y="6041899"/>
                  <a:ext cx="993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2C1DE80-2A6C-4DEB-163C-98D13F713D56}"/>
                    </a:ext>
                  </a:extLst>
                </p14:cNvPr>
                <p14:cNvContentPartPr/>
                <p14:nvPr/>
              </p14:nvContentPartPr>
              <p14:xfrm>
                <a:off x="1790564" y="5740579"/>
                <a:ext cx="81720" cy="3841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2C1DE80-2A6C-4DEB-163C-98D13F713D5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784444" y="5734459"/>
                  <a:ext cx="93960" cy="39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67949CB-6046-71AB-FD10-125A6AE24296}"/>
              </a:ext>
            </a:extLst>
          </p:cNvPr>
          <p:cNvGrpSpPr/>
          <p:nvPr/>
        </p:nvGrpSpPr>
        <p:grpSpPr>
          <a:xfrm>
            <a:off x="2204204" y="5889619"/>
            <a:ext cx="561960" cy="453600"/>
            <a:chOff x="2204204" y="5889619"/>
            <a:chExt cx="561960" cy="45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1F62524-0287-2216-5CB0-3D19DDAF2E01}"/>
                    </a:ext>
                  </a:extLst>
                </p14:cNvPr>
                <p14:cNvContentPartPr/>
                <p14:nvPr/>
              </p14:nvContentPartPr>
              <p14:xfrm>
                <a:off x="2204204" y="6060979"/>
                <a:ext cx="345600" cy="39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1F62524-0287-2216-5CB0-3D19DDAF2E0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198084" y="6054859"/>
                  <a:ext cx="35784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D0C44BA-B27D-7BF4-360F-2EC8CA78B4BC}"/>
                    </a:ext>
                  </a:extLst>
                </p14:cNvPr>
                <p14:cNvContentPartPr/>
                <p14:nvPr/>
              </p14:nvContentPartPr>
              <p14:xfrm>
                <a:off x="2244884" y="5984299"/>
                <a:ext cx="303840" cy="14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D0C44BA-B27D-7BF4-360F-2EC8CA78B4BC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238764" y="5978179"/>
                  <a:ext cx="3160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F2557C8-05F5-C048-C119-E418396CB8AC}"/>
                    </a:ext>
                  </a:extLst>
                </p14:cNvPr>
                <p14:cNvContentPartPr/>
                <p14:nvPr/>
              </p14:nvContentPartPr>
              <p14:xfrm>
                <a:off x="2246684" y="5889619"/>
                <a:ext cx="519480" cy="4536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F2557C8-05F5-C048-C119-E418396CB8A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240564" y="5883499"/>
                  <a:ext cx="531720" cy="46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3FA54A38-2B17-9A26-99A2-A06889EE74B9}"/>
                  </a:ext>
                </a:extLst>
              </p14:cNvPr>
              <p14:cNvContentPartPr/>
              <p14:nvPr/>
            </p14:nvContentPartPr>
            <p14:xfrm>
              <a:off x="1118444" y="920899"/>
              <a:ext cx="151920" cy="38988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3FA54A38-2B17-9A26-99A2-A06889EE74B9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1112324" y="914779"/>
                <a:ext cx="16416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76FD185B-2A80-55BB-6EB4-0C44E6F80959}"/>
                  </a:ext>
                </a:extLst>
              </p14:cNvPr>
              <p14:cNvContentPartPr/>
              <p14:nvPr/>
            </p14:nvContentPartPr>
            <p14:xfrm>
              <a:off x="1283684" y="5686939"/>
              <a:ext cx="89640" cy="20952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76FD185B-2A80-55BB-6EB4-0C44E6F80959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1277564" y="5680819"/>
                <a:ext cx="101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7D72D0D8-E65F-DDC1-6ABA-542F590BDEB9}"/>
              </a:ext>
            </a:extLst>
          </p:cNvPr>
          <p:cNvGrpSpPr/>
          <p:nvPr/>
        </p:nvGrpSpPr>
        <p:grpSpPr>
          <a:xfrm>
            <a:off x="3031484" y="5826619"/>
            <a:ext cx="1154880" cy="833760"/>
            <a:chOff x="3031484" y="5826619"/>
            <a:chExt cx="1154880" cy="83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C62AA61-DE4E-1879-A3A9-59058907F45F}"/>
                    </a:ext>
                  </a:extLst>
                </p14:cNvPr>
                <p14:cNvContentPartPr/>
                <p14:nvPr/>
              </p14:nvContentPartPr>
              <p14:xfrm>
                <a:off x="3031484" y="5826619"/>
                <a:ext cx="204840" cy="2894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C62AA61-DE4E-1879-A3A9-59058907F45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025364" y="5820499"/>
                  <a:ext cx="2170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DEB0C4E-EB2A-7019-4CA4-31B3B1600FE3}"/>
                    </a:ext>
                  </a:extLst>
                </p14:cNvPr>
                <p14:cNvContentPartPr/>
                <p14:nvPr/>
              </p14:nvContentPartPr>
              <p14:xfrm>
                <a:off x="3226604" y="5997259"/>
                <a:ext cx="96120" cy="774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DEB0C4E-EB2A-7019-4CA4-31B3B1600FE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220484" y="5991139"/>
                  <a:ext cx="1083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6C544D5-AAFE-6818-0B16-1D3ABAD86106}"/>
                    </a:ext>
                  </a:extLst>
                </p14:cNvPr>
                <p14:cNvContentPartPr/>
                <p14:nvPr/>
              </p14:nvContentPartPr>
              <p14:xfrm>
                <a:off x="3346844" y="5847499"/>
                <a:ext cx="10440" cy="1695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6C544D5-AAFE-6818-0B16-1D3ABAD86106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340724" y="5841379"/>
                  <a:ext cx="226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E4F2849-BD2E-029A-503C-FEFB2CE66ADD}"/>
                    </a:ext>
                  </a:extLst>
                </p14:cNvPr>
                <p14:cNvContentPartPr/>
                <p14:nvPr/>
              </p14:nvContentPartPr>
              <p14:xfrm>
                <a:off x="3406244" y="5898979"/>
                <a:ext cx="103320" cy="1324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E4F2849-BD2E-029A-503C-FEFB2CE66ADD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400124" y="5892859"/>
                  <a:ext cx="1155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5A0C223-5095-9547-AFC7-D08AD29B760D}"/>
                    </a:ext>
                  </a:extLst>
                </p14:cNvPr>
                <p14:cNvContentPartPr/>
                <p14:nvPr/>
              </p14:nvContentPartPr>
              <p14:xfrm>
                <a:off x="3545924" y="5878099"/>
                <a:ext cx="67680" cy="115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5A0C223-5095-9547-AFC7-D08AD29B760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539804" y="5871979"/>
                  <a:ext cx="799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3284680-9CEC-5FFB-5FED-D0035B23A4C3}"/>
                    </a:ext>
                  </a:extLst>
                </p14:cNvPr>
                <p14:cNvContentPartPr/>
                <p14:nvPr/>
              </p14:nvContentPartPr>
              <p14:xfrm>
                <a:off x="3239204" y="5888899"/>
                <a:ext cx="602640" cy="7714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3284680-9CEC-5FFB-5FED-D0035B23A4C3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233084" y="5882779"/>
                  <a:ext cx="614880" cy="78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DE4D3EC-7E32-B9E9-AF09-C903E4EF7D76}"/>
                    </a:ext>
                  </a:extLst>
                </p14:cNvPr>
                <p14:cNvContentPartPr/>
                <p14:nvPr/>
              </p14:nvContentPartPr>
              <p14:xfrm>
                <a:off x="3897644" y="6082219"/>
                <a:ext cx="288720" cy="3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DE4D3EC-7E32-B9E9-AF09-C903E4EF7D7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891524" y="6076099"/>
                  <a:ext cx="300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5F81B50-A58A-C117-F211-D5D5339B431A}"/>
                    </a:ext>
                  </a:extLst>
                </p14:cNvPr>
                <p14:cNvContentPartPr/>
                <p14:nvPr/>
              </p14:nvContentPartPr>
              <p14:xfrm>
                <a:off x="3985124" y="6009499"/>
                <a:ext cx="87480" cy="39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5F81B50-A58A-C117-F211-D5D5339B431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979004" y="6003379"/>
                  <a:ext cx="99720" cy="1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90892EE2-025A-135F-AC64-18D830755D52}"/>
                  </a:ext>
                </a:extLst>
              </p14:cNvPr>
              <p14:cNvContentPartPr/>
              <p14:nvPr/>
            </p14:nvContentPartPr>
            <p14:xfrm>
              <a:off x="4313084" y="5772979"/>
              <a:ext cx="204120" cy="31212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90892EE2-025A-135F-AC64-18D830755D52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4306964" y="5766859"/>
                <a:ext cx="216360" cy="32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D053390-1577-F085-A8BA-BEC40FF03A82}"/>
              </a:ext>
            </a:extLst>
          </p:cNvPr>
          <p:cNvGrpSpPr/>
          <p:nvPr/>
        </p:nvGrpSpPr>
        <p:grpSpPr>
          <a:xfrm>
            <a:off x="4718084" y="5884939"/>
            <a:ext cx="138240" cy="141120"/>
            <a:chOff x="4718084" y="5884939"/>
            <a:chExt cx="138240" cy="14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E5A36E2-618C-6A6B-6037-1F520B30621A}"/>
                    </a:ext>
                  </a:extLst>
                </p14:cNvPr>
                <p14:cNvContentPartPr/>
                <p14:nvPr/>
              </p14:nvContentPartPr>
              <p14:xfrm>
                <a:off x="4724924" y="5884939"/>
                <a:ext cx="77760" cy="1296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E5A36E2-618C-6A6B-6037-1F520B30621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718804" y="5878819"/>
                  <a:ext cx="900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CB87A67-0065-BC79-6621-803609D108C9}"/>
                    </a:ext>
                  </a:extLst>
                </p14:cNvPr>
                <p14:cNvContentPartPr/>
                <p14:nvPr/>
              </p14:nvContentPartPr>
              <p14:xfrm>
                <a:off x="4718084" y="5896459"/>
                <a:ext cx="138240" cy="1296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CB87A67-0065-BC79-6621-803609D108C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711964" y="5890339"/>
                  <a:ext cx="15048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223F3B6-3B09-9C75-B182-F11D0C24839F}"/>
              </a:ext>
            </a:extLst>
          </p:cNvPr>
          <p:cNvGrpSpPr/>
          <p:nvPr/>
        </p:nvGrpSpPr>
        <p:grpSpPr>
          <a:xfrm>
            <a:off x="5064764" y="5807539"/>
            <a:ext cx="534600" cy="648000"/>
            <a:chOff x="5064764" y="5807539"/>
            <a:chExt cx="534600" cy="64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152954B-77B1-95BA-5196-FB49668C3973}"/>
                    </a:ext>
                  </a:extLst>
                </p14:cNvPr>
                <p14:cNvContentPartPr/>
                <p14:nvPr/>
              </p14:nvContentPartPr>
              <p14:xfrm>
                <a:off x="5080244" y="5807539"/>
                <a:ext cx="188640" cy="1022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152954B-77B1-95BA-5196-FB49668C397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074124" y="5801419"/>
                  <a:ext cx="2008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BFCD91B-EEBB-4C8D-9B65-72F93FFE4164}"/>
                    </a:ext>
                  </a:extLst>
                </p14:cNvPr>
                <p14:cNvContentPartPr/>
                <p14:nvPr/>
              </p14:nvContentPartPr>
              <p14:xfrm>
                <a:off x="5064764" y="5809339"/>
                <a:ext cx="323280" cy="6462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BFCD91B-EEBB-4C8D-9B65-72F93FFE416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058644" y="5803219"/>
                  <a:ext cx="335520" cy="65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5873088-4EE2-4ACC-FF94-6EEF6BA0E87C}"/>
                    </a:ext>
                  </a:extLst>
                </p14:cNvPr>
                <p14:cNvContentPartPr/>
                <p14:nvPr/>
              </p14:nvContentPartPr>
              <p14:xfrm>
                <a:off x="5424044" y="5827339"/>
                <a:ext cx="175320" cy="126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5873088-4EE2-4ACC-FF94-6EEF6BA0E87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417924" y="5821219"/>
                  <a:ext cx="18756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C5014182-1252-630C-6578-76B86A8CCCEB}"/>
              </a:ext>
            </a:extLst>
          </p:cNvPr>
          <p:cNvGrpSpPr/>
          <p:nvPr/>
        </p:nvGrpSpPr>
        <p:grpSpPr>
          <a:xfrm>
            <a:off x="5798444" y="5629699"/>
            <a:ext cx="981720" cy="365760"/>
            <a:chOff x="5798444" y="5629699"/>
            <a:chExt cx="981720" cy="36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5FEB8EA-1841-3E2B-40DF-2157288AB5FD}"/>
                    </a:ext>
                  </a:extLst>
                </p14:cNvPr>
                <p14:cNvContentPartPr/>
                <p14:nvPr/>
              </p14:nvContentPartPr>
              <p14:xfrm>
                <a:off x="5841644" y="5756779"/>
                <a:ext cx="8280" cy="2386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5FEB8EA-1841-3E2B-40DF-2157288AB5F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835524" y="5750659"/>
                  <a:ext cx="205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3F8EBC0-B807-252A-30B7-6C2544C527D5}"/>
                    </a:ext>
                  </a:extLst>
                </p14:cNvPr>
                <p14:cNvContentPartPr/>
                <p14:nvPr/>
              </p14:nvContentPartPr>
              <p14:xfrm>
                <a:off x="5798444" y="5832379"/>
                <a:ext cx="114840" cy="39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3F8EBC0-B807-252A-30B7-6C2544C527D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792324" y="5826259"/>
                  <a:ext cx="12708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C19B22F-73F6-6DE1-CC4A-5866693F6DB6}"/>
                    </a:ext>
                  </a:extLst>
                </p14:cNvPr>
                <p14:cNvContentPartPr/>
                <p14:nvPr/>
              </p14:nvContentPartPr>
              <p14:xfrm>
                <a:off x="6036044" y="5664259"/>
                <a:ext cx="126000" cy="2811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C19B22F-73F6-6DE1-CC4A-5866693F6DB6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029924" y="5658139"/>
                  <a:ext cx="1382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528B333-C94C-155B-08BF-740FC1328368}"/>
                    </a:ext>
                  </a:extLst>
                </p14:cNvPr>
                <p14:cNvContentPartPr/>
                <p14:nvPr/>
              </p14:nvContentPartPr>
              <p14:xfrm>
                <a:off x="5995004" y="5629699"/>
                <a:ext cx="230040" cy="108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528B333-C94C-155B-08BF-740FC132836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988884" y="5623579"/>
                  <a:ext cx="242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D9907C8-0DCA-BCF5-0FBB-18450CA43B39}"/>
                    </a:ext>
                  </a:extLst>
                </p14:cNvPr>
                <p14:cNvContentPartPr/>
                <p14:nvPr/>
              </p14:nvContentPartPr>
              <p14:xfrm>
                <a:off x="6290924" y="5662099"/>
                <a:ext cx="156600" cy="2156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D9907C8-0DCA-BCF5-0FBB-18450CA43B39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284804" y="5655979"/>
                  <a:ext cx="1688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3756381-30CA-B497-7A0C-BC127ADAF30B}"/>
                    </a:ext>
                  </a:extLst>
                </p14:cNvPr>
                <p14:cNvContentPartPr/>
                <p14:nvPr/>
              </p14:nvContentPartPr>
              <p14:xfrm>
                <a:off x="6433484" y="5674699"/>
                <a:ext cx="152280" cy="1605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3756381-30CA-B497-7A0C-BC127ADAF30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427364" y="5668579"/>
                  <a:ext cx="164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6A2EFAC-A7CC-D919-C977-12C6B75EB2FB}"/>
                    </a:ext>
                  </a:extLst>
                </p14:cNvPr>
                <p14:cNvContentPartPr/>
                <p14:nvPr/>
              </p14:nvContentPartPr>
              <p14:xfrm>
                <a:off x="6648404" y="5679379"/>
                <a:ext cx="131760" cy="1764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6A2EFAC-A7CC-D919-C977-12C6B75EB2F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642284" y="5673259"/>
                  <a:ext cx="144000" cy="188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F7D2DB5A-93AE-37FA-C7AF-DE0544F1201C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1620486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ED19BC-F6EF-30AF-6049-8F9188AEF787}"/>
              </a:ext>
            </a:extLst>
          </p:cNvPr>
          <p:cNvCxnSpPr>
            <a:cxnSpLocks/>
          </p:cNvCxnSpPr>
          <p:nvPr/>
        </p:nvCxnSpPr>
        <p:spPr>
          <a:xfrm>
            <a:off x="2079057" y="741146"/>
            <a:ext cx="0" cy="46682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4B0115-031E-6E37-91F7-49F689AEE1CB}"/>
              </a:ext>
            </a:extLst>
          </p:cNvPr>
          <p:cNvCxnSpPr>
            <a:cxnSpLocks/>
          </p:cNvCxnSpPr>
          <p:nvPr/>
        </p:nvCxnSpPr>
        <p:spPr>
          <a:xfrm flipH="1">
            <a:off x="1856072" y="4995513"/>
            <a:ext cx="60847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9634857-A1B7-78E6-1F3A-CE9F83C8BBDC}"/>
              </a:ext>
            </a:extLst>
          </p:cNvPr>
          <p:cNvSpPr/>
          <p:nvPr/>
        </p:nvSpPr>
        <p:spPr>
          <a:xfrm>
            <a:off x="2983832" y="3551722"/>
            <a:ext cx="269507" cy="2791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D9CDA1-C44C-EFCB-E2F7-2404640F5D4D}"/>
              </a:ext>
            </a:extLst>
          </p:cNvPr>
          <p:cNvSpPr/>
          <p:nvPr/>
        </p:nvSpPr>
        <p:spPr>
          <a:xfrm>
            <a:off x="4445268" y="3551722"/>
            <a:ext cx="269507" cy="2791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7D5DE82-1E37-6560-995F-16EBD0A09284}"/>
              </a:ext>
            </a:extLst>
          </p:cNvPr>
          <p:cNvSpPr/>
          <p:nvPr/>
        </p:nvSpPr>
        <p:spPr>
          <a:xfrm>
            <a:off x="3607870" y="2279583"/>
            <a:ext cx="269507" cy="2791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77B368B-8584-8712-6CCD-6AD95D5ABC39}"/>
              </a:ext>
            </a:extLst>
          </p:cNvPr>
          <p:cNvSpPr/>
          <p:nvPr/>
        </p:nvSpPr>
        <p:spPr>
          <a:xfrm>
            <a:off x="4445267" y="1722920"/>
            <a:ext cx="269507" cy="2791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64F1116-4E8A-0B60-851B-244601045608}"/>
              </a:ext>
            </a:extLst>
          </p:cNvPr>
          <p:cNvSpPr/>
          <p:nvPr/>
        </p:nvSpPr>
        <p:spPr>
          <a:xfrm>
            <a:off x="4570395" y="2637321"/>
            <a:ext cx="269507" cy="2791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83AC351-6F13-7D10-C24E-EDF5B12657A2}"/>
              </a:ext>
            </a:extLst>
          </p:cNvPr>
          <p:cNvSpPr/>
          <p:nvPr/>
        </p:nvSpPr>
        <p:spPr>
          <a:xfrm>
            <a:off x="6254817" y="2140016"/>
            <a:ext cx="269507" cy="2791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54178C9-462C-3264-06C7-AC48893DBE77}"/>
              </a:ext>
            </a:extLst>
          </p:cNvPr>
          <p:cNvSpPr/>
          <p:nvPr/>
        </p:nvSpPr>
        <p:spPr>
          <a:xfrm>
            <a:off x="5435065" y="1722920"/>
            <a:ext cx="269507" cy="2791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47E4CF-C918-4CB6-C677-D4A826A86BBB}"/>
              </a:ext>
            </a:extLst>
          </p:cNvPr>
          <p:cNvGrpSpPr/>
          <p:nvPr/>
        </p:nvGrpSpPr>
        <p:grpSpPr>
          <a:xfrm>
            <a:off x="904604" y="695899"/>
            <a:ext cx="317520" cy="313920"/>
            <a:chOff x="904604" y="695899"/>
            <a:chExt cx="317520" cy="31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F6928E8-2E1A-7013-AF43-520D84E6087D}"/>
                    </a:ext>
                  </a:extLst>
                </p14:cNvPr>
                <p14:cNvContentPartPr/>
                <p14:nvPr/>
              </p14:nvContentPartPr>
              <p14:xfrm>
                <a:off x="904604" y="724699"/>
                <a:ext cx="153360" cy="285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F6928E8-2E1A-7013-AF43-520D84E6087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8484" y="718579"/>
                  <a:ext cx="1656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2F76747-2F38-97A1-8855-1BFDAA7986CD}"/>
                    </a:ext>
                  </a:extLst>
                </p14:cNvPr>
                <p14:cNvContentPartPr/>
                <p14:nvPr/>
              </p14:nvContentPartPr>
              <p14:xfrm>
                <a:off x="1086044" y="853219"/>
                <a:ext cx="100800" cy="149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2F76747-2F38-97A1-8855-1BFDAA7986C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79924" y="847099"/>
                  <a:ext cx="1130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C9CE9A1-A445-A359-9297-F4A891FF916C}"/>
                    </a:ext>
                  </a:extLst>
                </p14:cNvPr>
                <p14:cNvContentPartPr/>
                <p14:nvPr/>
              </p14:nvContentPartPr>
              <p14:xfrm>
                <a:off x="1193324" y="695899"/>
                <a:ext cx="28800" cy="309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C9CE9A1-A445-A359-9297-F4A891FF916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87204" y="689779"/>
                  <a:ext cx="41040" cy="32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1B002B2-8155-0DDD-5837-2A44CC62DB3D}"/>
              </a:ext>
            </a:extLst>
          </p:cNvPr>
          <p:cNvGrpSpPr/>
          <p:nvPr/>
        </p:nvGrpSpPr>
        <p:grpSpPr>
          <a:xfrm>
            <a:off x="7649564" y="4856059"/>
            <a:ext cx="1113480" cy="752400"/>
            <a:chOff x="7649564" y="4856059"/>
            <a:chExt cx="1113480" cy="75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D1377D4-4750-7E5A-A2B9-CE94ECE00CAE}"/>
                    </a:ext>
                  </a:extLst>
                </p14:cNvPr>
                <p14:cNvContentPartPr/>
                <p14:nvPr/>
              </p14:nvContentPartPr>
              <p14:xfrm>
                <a:off x="7653164" y="5280499"/>
                <a:ext cx="10800" cy="219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D1377D4-4750-7E5A-A2B9-CE94ECE00CA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47044" y="5274379"/>
                  <a:ext cx="230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A65832B-192B-2D71-7236-AD417384F2B1}"/>
                    </a:ext>
                  </a:extLst>
                </p14:cNvPr>
                <p14:cNvContentPartPr/>
                <p14:nvPr/>
              </p14:nvContentPartPr>
              <p14:xfrm>
                <a:off x="7649564" y="5245579"/>
                <a:ext cx="198000" cy="93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A65832B-192B-2D71-7236-AD417384F2B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643444" y="5239459"/>
                  <a:ext cx="2102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B9335E7-07B3-A19C-ABC8-41B48CA34565}"/>
                    </a:ext>
                  </a:extLst>
                </p14:cNvPr>
                <p14:cNvContentPartPr/>
                <p14:nvPr/>
              </p14:nvContentPartPr>
              <p14:xfrm>
                <a:off x="7818404" y="5387059"/>
                <a:ext cx="51840" cy="79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B9335E7-07B3-A19C-ABC8-41B48CA3456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812284" y="5380939"/>
                  <a:ext cx="640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C3F540D-CF77-D689-6B8C-9A3EA1FB9A43}"/>
                    </a:ext>
                  </a:extLst>
                </p14:cNvPr>
                <p14:cNvContentPartPr/>
                <p14:nvPr/>
              </p14:nvContentPartPr>
              <p14:xfrm>
                <a:off x="7907324" y="5420179"/>
                <a:ext cx="122760" cy="101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C3F540D-CF77-D689-6B8C-9A3EA1FB9A4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901204" y="5414059"/>
                  <a:ext cx="1350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DABB431-CF21-2D6A-2992-785E94AA1102}"/>
                    </a:ext>
                  </a:extLst>
                </p14:cNvPr>
                <p14:cNvContentPartPr/>
                <p14:nvPr/>
              </p14:nvContentPartPr>
              <p14:xfrm>
                <a:off x="8180564" y="5492899"/>
                <a:ext cx="58680" cy="10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DABB431-CF21-2D6A-2992-785E94AA110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74444" y="5486779"/>
                  <a:ext cx="709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481F851-1148-2A7E-012B-511B3B5A61EC}"/>
                    </a:ext>
                  </a:extLst>
                </p14:cNvPr>
                <p14:cNvContentPartPr/>
                <p14:nvPr/>
              </p14:nvContentPartPr>
              <p14:xfrm>
                <a:off x="8300804" y="5361139"/>
                <a:ext cx="128880" cy="208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481F851-1148-2A7E-012B-511B3B5A61E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94684" y="5355019"/>
                  <a:ext cx="1411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3FCBC4F-3667-581C-550D-5FC19DDCAB88}"/>
                    </a:ext>
                  </a:extLst>
                </p14:cNvPr>
                <p14:cNvContentPartPr/>
                <p14:nvPr/>
              </p14:nvContentPartPr>
              <p14:xfrm>
                <a:off x="8483684" y="5418019"/>
                <a:ext cx="173520" cy="190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3FCBC4F-3667-581C-550D-5FC19DDCAB8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477564" y="5411899"/>
                  <a:ext cx="1857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F8060B3-33FC-06FD-A817-0CF0B378FE34}"/>
                    </a:ext>
                  </a:extLst>
                </p14:cNvPr>
                <p14:cNvContentPartPr/>
                <p14:nvPr/>
              </p14:nvContentPartPr>
              <p14:xfrm>
                <a:off x="8625524" y="4856059"/>
                <a:ext cx="137520" cy="743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F8060B3-33FC-06FD-A817-0CF0B378FE3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619404" y="4849939"/>
                  <a:ext cx="149760" cy="75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3C69BBE-AC27-A4F6-4A60-0B7CC28A8C14}"/>
                  </a:ext>
                </a:extLst>
              </p14:cNvPr>
              <p14:cNvContentPartPr/>
              <p14:nvPr/>
            </p14:nvContentPartPr>
            <p14:xfrm>
              <a:off x="1928804" y="1512379"/>
              <a:ext cx="4599000" cy="33192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3C69BBE-AC27-A4F6-4A60-0B7CC28A8C1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922684" y="1506259"/>
                <a:ext cx="4611240" cy="333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76B8E5B-E775-6E0A-3B07-0E8A9611948E}"/>
                  </a:ext>
                </a:extLst>
              </p14:cNvPr>
              <p14:cNvContentPartPr/>
              <p14:nvPr/>
            </p14:nvContentPartPr>
            <p14:xfrm>
              <a:off x="2710724" y="3250819"/>
              <a:ext cx="41400" cy="3499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76B8E5B-E775-6E0A-3B07-0E8A9611948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704604" y="3244699"/>
                <a:ext cx="53640" cy="36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001B3387-766F-2A84-545C-51437C7287BB}"/>
              </a:ext>
            </a:extLst>
          </p:cNvPr>
          <p:cNvGrpSpPr/>
          <p:nvPr/>
        </p:nvGrpSpPr>
        <p:grpSpPr>
          <a:xfrm>
            <a:off x="1758884" y="3626659"/>
            <a:ext cx="406080" cy="234000"/>
            <a:chOff x="1758884" y="3626659"/>
            <a:chExt cx="40608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BAD4208-A8D7-D3C5-6700-4E9347DEB432}"/>
                    </a:ext>
                  </a:extLst>
                </p14:cNvPr>
                <p14:cNvContentPartPr/>
                <p14:nvPr/>
              </p14:nvContentPartPr>
              <p14:xfrm>
                <a:off x="2084684" y="3697579"/>
                <a:ext cx="8028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BAD4208-A8D7-D3C5-6700-4E9347DEB43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78564" y="3691459"/>
                  <a:ext cx="925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C423C39-A547-4476-CF00-F98C448D5708}"/>
                    </a:ext>
                  </a:extLst>
                </p14:cNvPr>
                <p14:cNvContentPartPr/>
                <p14:nvPr/>
              </p14:nvContentPartPr>
              <p14:xfrm>
                <a:off x="1758884" y="3652939"/>
                <a:ext cx="79200" cy="127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C423C39-A547-4476-CF00-F98C448D570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752764" y="3646819"/>
                  <a:ext cx="914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CDD7A94-2E4B-4FC9-6E5A-276D9AFED39F}"/>
                    </a:ext>
                  </a:extLst>
                </p14:cNvPr>
                <p14:cNvContentPartPr/>
                <p14:nvPr/>
              </p14:nvContentPartPr>
              <p14:xfrm>
                <a:off x="1789124" y="3626659"/>
                <a:ext cx="6552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CDD7A94-2E4B-4FC9-6E5A-276D9AFED39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783004" y="3620539"/>
                  <a:ext cx="77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149D83F-544D-40B9-7C16-8CAF4680C4DC}"/>
                    </a:ext>
                  </a:extLst>
                </p14:cNvPr>
                <p14:cNvContentPartPr/>
                <p14:nvPr/>
              </p14:nvContentPartPr>
              <p14:xfrm>
                <a:off x="1887044" y="3750859"/>
                <a:ext cx="93600" cy="109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149D83F-544D-40B9-7C16-8CAF4680C4D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80924" y="3744739"/>
                  <a:ext cx="10584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1162D1B-1EF4-7221-3D40-30AD7CA7C5F1}"/>
              </a:ext>
            </a:extLst>
          </p:cNvPr>
          <p:cNvGrpSpPr/>
          <p:nvPr/>
        </p:nvGrpSpPr>
        <p:grpSpPr>
          <a:xfrm>
            <a:off x="3183404" y="4908259"/>
            <a:ext cx="236160" cy="623520"/>
            <a:chOff x="3183404" y="4908259"/>
            <a:chExt cx="236160" cy="62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24EC58E-21F8-7344-824A-49830CF8D9FF}"/>
                    </a:ext>
                  </a:extLst>
                </p14:cNvPr>
                <p14:cNvContentPartPr/>
                <p14:nvPr/>
              </p14:nvContentPartPr>
              <p14:xfrm>
                <a:off x="3249644" y="4908259"/>
                <a:ext cx="17280" cy="134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24EC58E-21F8-7344-824A-49830CF8D9F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43524" y="4902139"/>
                  <a:ext cx="295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0242CFB-6C7D-42E3-8567-5F292B0CB719}"/>
                    </a:ext>
                  </a:extLst>
                </p14:cNvPr>
                <p14:cNvContentPartPr/>
                <p14:nvPr/>
              </p14:nvContentPartPr>
              <p14:xfrm>
                <a:off x="3183404" y="5152699"/>
                <a:ext cx="97560" cy="223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0242CFB-6C7D-42E3-8567-5F292B0CB71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77284" y="5146579"/>
                  <a:ext cx="1098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2CE39E7-A53F-0DC0-1B5E-02306A40D328}"/>
                    </a:ext>
                  </a:extLst>
                </p14:cNvPr>
                <p14:cNvContentPartPr/>
                <p14:nvPr/>
              </p14:nvContentPartPr>
              <p14:xfrm>
                <a:off x="3357644" y="5240899"/>
                <a:ext cx="61920" cy="290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2CE39E7-A53F-0DC0-1B5E-02306A40D32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51524" y="5234779"/>
                  <a:ext cx="74160" cy="30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C6526DA-57EA-6033-DBF0-CC9268BE84EF}"/>
              </a:ext>
            </a:extLst>
          </p:cNvPr>
          <p:cNvGrpSpPr/>
          <p:nvPr/>
        </p:nvGrpSpPr>
        <p:grpSpPr>
          <a:xfrm>
            <a:off x="7444724" y="569899"/>
            <a:ext cx="974880" cy="349560"/>
            <a:chOff x="7444724" y="569899"/>
            <a:chExt cx="974880" cy="34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8172C21-9054-FEBF-34B9-B63CD001DB06}"/>
                    </a:ext>
                  </a:extLst>
                </p14:cNvPr>
                <p14:cNvContentPartPr/>
                <p14:nvPr/>
              </p14:nvContentPartPr>
              <p14:xfrm>
                <a:off x="7444724" y="627859"/>
                <a:ext cx="68760" cy="228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8172C21-9054-FEBF-34B9-B63CD001DB0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38604" y="621739"/>
                  <a:ext cx="810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839DBB3-EEB1-95BB-96CA-1F124835A730}"/>
                    </a:ext>
                  </a:extLst>
                </p14:cNvPr>
                <p14:cNvContentPartPr/>
                <p14:nvPr/>
              </p14:nvContentPartPr>
              <p14:xfrm>
                <a:off x="7478564" y="625339"/>
                <a:ext cx="6192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839DBB3-EEB1-95BB-96CA-1F124835A73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72444" y="619219"/>
                  <a:ext cx="74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3ACC813-5C9D-0F5A-6BDF-0990D2DFE015}"/>
                    </a:ext>
                  </a:extLst>
                </p14:cNvPr>
                <p14:cNvContentPartPr/>
                <p14:nvPr/>
              </p14:nvContentPartPr>
              <p14:xfrm>
                <a:off x="7539404" y="657379"/>
                <a:ext cx="209880" cy="198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3ACC813-5C9D-0F5A-6BDF-0990D2DFE01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533284" y="651259"/>
                  <a:ext cx="2221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A78B81D-09DE-9668-F352-9D539B44EBE6}"/>
                    </a:ext>
                  </a:extLst>
                </p14:cNvPr>
                <p14:cNvContentPartPr/>
                <p14:nvPr/>
              </p14:nvContentPartPr>
              <p14:xfrm>
                <a:off x="7854404" y="738019"/>
                <a:ext cx="149760" cy="22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A78B81D-09DE-9668-F352-9D539B44EBE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848284" y="731899"/>
                  <a:ext cx="1620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A7CA228-E141-619C-ED96-78F032D05810}"/>
                    </a:ext>
                  </a:extLst>
                </p14:cNvPr>
                <p14:cNvContentPartPr/>
                <p14:nvPr/>
              </p14:nvContentPartPr>
              <p14:xfrm>
                <a:off x="8044844" y="632899"/>
                <a:ext cx="126720" cy="191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A7CA228-E141-619C-ED96-78F032D0581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038724" y="626779"/>
                  <a:ext cx="1389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CB95E81-6B22-B72C-27A9-BA21A22744D1}"/>
                    </a:ext>
                  </a:extLst>
                </p14:cNvPr>
                <p14:cNvContentPartPr/>
                <p14:nvPr/>
              </p14:nvContentPartPr>
              <p14:xfrm>
                <a:off x="8232404" y="606619"/>
                <a:ext cx="123120" cy="240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CB95E81-6B22-B72C-27A9-BA21A22744D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226284" y="600499"/>
                  <a:ext cx="1353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3CA0CA6-377C-9DA5-E334-AE4540A91748}"/>
                    </a:ext>
                  </a:extLst>
                </p14:cNvPr>
                <p14:cNvContentPartPr/>
                <p14:nvPr/>
              </p14:nvContentPartPr>
              <p14:xfrm>
                <a:off x="8408804" y="569899"/>
                <a:ext cx="10800" cy="3495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3CA0CA6-377C-9DA5-E334-AE4540A9174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402684" y="563779"/>
                  <a:ext cx="23040" cy="36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4D64B819-DD6D-6C5D-3CBD-3D93788A1A34}"/>
                  </a:ext>
                </a:extLst>
              </p14:cNvPr>
              <p14:cNvContentPartPr/>
              <p14:nvPr/>
            </p14:nvContentPartPr>
            <p14:xfrm>
              <a:off x="7294964" y="586099"/>
              <a:ext cx="23400" cy="4161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4D64B819-DD6D-6C5D-3CBD-3D93788A1A3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288844" y="579979"/>
                <a:ext cx="3564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1B50486A-29BD-0D5A-CCAD-5404F17BCE46}"/>
                  </a:ext>
                </a:extLst>
              </p14:cNvPr>
              <p14:cNvContentPartPr/>
              <p14:nvPr/>
            </p14:nvContentPartPr>
            <p14:xfrm>
              <a:off x="3020324" y="3254419"/>
              <a:ext cx="184680" cy="1864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1B50486A-29BD-0D5A-CCAD-5404F17BCE4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014204" y="3248299"/>
                <a:ext cx="196920" cy="19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C40DF598-6541-7011-DE2B-C30698056C8E}"/>
              </a:ext>
            </a:extLst>
          </p:cNvPr>
          <p:cNvGrpSpPr/>
          <p:nvPr/>
        </p:nvGrpSpPr>
        <p:grpSpPr>
          <a:xfrm>
            <a:off x="4571924" y="4905379"/>
            <a:ext cx="215280" cy="489240"/>
            <a:chOff x="4571924" y="4905379"/>
            <a:chExt cx="215280" cy="48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D075D8B-BF46-EF43-CE14-D1CFDFCA13CC}"/>
                    </a:ext>
                  </a:extLst>
                </p14:cNvPr>
                <p14:cNvContentPartPr/>
                <p14:nvPr/>
              </p14:nvContentPartPr>
              <p14:xfrm>
                <a:off x="4670924" y="4905379"/>
                <a:ext cx="9000" cy="159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D075D8B-BF46-EF43-CE14-D1CFDFCA13C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64804" y="4899259"/>
                  <a:ext cx="212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DECF5BD-9B75-7BD7-ADC7-397B3B60F695}"/>
                    </a:ext>
                  </a:extLst>
                </p14:cNvPr>
                <p14:cNvContentPartPr/>
                <p14:nvPr/>
              </p14:nvContentPartPr>
              <p14:xfrm>
                <a:off x="4571924" y="5186179"/>
                <a:ext cx="73440" cy="190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DECF5BD-9B75-7BD7-ADC7-397B3B60F69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65804" y="5180059"/>
                  <a:ext cx="856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EAF5050-9FC1-FACC-A74F-61D75251EB5E}"/>
                    </a:ext>
                  </a:extLst>
                </p14:cNvPr>
                <p14:cNvContentPartPr/>
                <p14:nvPr/>
              </p14:nvContentPartPr>
              <p14:xfrm>
                <a:off x="4711604" y="5260699"/>
                <a:ext cx="65520" cy="1339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EAF5050-9FC1-FACC-A74F-61D75251EB5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05484" y="5254579"/>
                  <a:ext cx="777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F956B33-5669-0E03-545D-2E879214EF78}"/>
                    </a:ext>
                  </a:extLst>
                </p14:cNvPr>
                <p14:cNvContentPartPr/>
                <p14:nvPr/>
              </p14:nvContentPartPr>
              <p14:xfrm>
                <a:off x="4732124" y="5205979"/>
                <a:ext cx="55080" cy="10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F956B33-5669-0E03-545D-2E879214EF7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26004" y="5199859"/>
                  <a:ext cx="6732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216EA44-6E10-A2E4-6A89-1DDA2CD5293B}"/>
              </a:ext>
            </a:extLst>
          </p:cNvPr>
          <p:cNvGrpSpPr/>
          <p:nvPr/>
        </p:nvGrpSpPr>
        <p:grpSpPr>
          <a:xfrm>
            <a:off x="8595644" y="502579"/>
            <a:ext cx="1480320" cy="472320"/>
            <a:chOff x="8595644" y="502579"/>
            <a:chExt cx="1480320" cy="47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88C5D14-2302-85DC-D713-9B263EB82D65}"/>
                    </a:ext>
                  </a:extLst>
                </p14:cNvPr>
                <p14:cNvContentPartPr/>
                <p14:nvPr/>
              </p14:nvContentPartPr>
              <p14:xfrm>
                <a:off x="8690324" y="609499"/>
                <a:ext cx="7200" cy="330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88C5D14-2302-85DC-D713-9B263EB82D6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684204" y="603379"/>
                  <a:ext cx="194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97C6E4A-72A2-C986-507B-FF78CA69E0FA}"/>
                    </a:ext>
                  </a:extLst>
                </p14:cNvPr>
                <p14:cNvContentPartPr/>
                <p14:nvPr/>
              </p14:nvContentPartPr>
              <p14:xfrm>
                <a:off x="8595644" y="775459"/>
                <a:ext cx="185760" cy="17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97C6E4A-72A2-C986-507B-FF78CA69E0F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589524" y="769339"/>
                  <a:ext cx="1980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C2FC243-E71A-DFEB-ADF1-6697051B5631}"/>
                    </a:ext>
                  </a:extLst>
                </p14:cNvPr>
                <p14:cNvContentPartPr/>
                <p14:nvPr/>
              </p14:nvContentPartPr>
              <p14:xfrm>
                <a:off x="8932604" y="549019"/>
                <a:ext cx="10440" cy="425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C2FC243-E71A-DFEB-ADF1-6697051B563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926484" y="542899"/>
                  <a:ext cx="2268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8B3BBF5-CF89-4FEB-5379-DFB92956BE4F}"/>
                    </a:ext>
                  </a:extLst>
                </p14:cNvPr>
                <p14:cNvContentPartPr/>
                <p14:nvPr/>
              </p14:nvContentPartPr>
              <p14:xfrm>
                <a:off x="9056804" y="641179"/>
                <a:ext cx="79200" cy="221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8B3BBF5-CF89-4FEB-5379-DFB92956BE4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050684" y="635059"/>
                  <a:ext cx="91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3311B90-F49B-7E77-F88F-5A5697B2761B}"/>
                    </a:ext>
                  </a:extLst>
                </p14:cNvPr>
                <p14:cNvContentPartPr/>
                <p14:nvPr/>
              </p14:nvContentPartPr>
              <p14:xfrm>
                <a:off x="9144644" y="663499"/>
                <a:ext cx="89280" cy="244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3311B90-F49B-7E77-F88F-5A5697B2761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138524" y="657379"/>
                  <a:ext cx="101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298DBA4-98CC-3CC5-BE3B-0E71EF7F6749}"/>
                    </a:ext>
                  </a:extLst>
                </p14:cNvPr>
                <p14:cNvContentPartPr/>
                <p14:nvPr/>
              </p14:nvContentPartPr>
              <p14:xfrm>
                <a:off x="9167324" y="681859"/>
                <a:ext cx="209160" cy="174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298DBA4-98CC-3CC5-BE3B-0E71EF7F674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61204" y="675739"/>
                  <a:ext cx="221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E41F56E-328E-EB73-21F9-C55811CAD586}"/>
                    </a:ext>
                  </a:extLst>
                </p14:cNvPr>
                <p14:cNvContentPartPr/>
                <p14:nvPr/>
              </p14:nvContentPartPr>
              <p14:xfrm>
                <a:off x="9490604" y="773299"/>
                <a:ext cx="72360" cy="3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E41F56E-328E-EB73-21F9-C55811CAD58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484484" y="767179"/>
                  <a:ext cx="8460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10B0472-D07D-7A53-E862-5F21739BD1A3}"/>
                    </a:ext>
                  </a:extLst>
                </p14:cNvPr>
                <p14:cNvContentPartPr/>
                <p14:nvPr/>
              </p14:nvContentPartPr>
              <p14:xfrm>
                <a:off x="9694004" y="502579"/>
                <a:ext cx="72720" cy="2397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10B0472-D07D-7A53-E862-5F21739BD1A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87884" y="496459"/>
                  <a:ext cx="849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FC333A1-5A9E-3555-4CCB-C1F2840772B8}"/>
                    </a:ext>
                  </a:extLst>
                </p14:cNvPr>
                <p14:cNvContentPartPr/>
                <p14:nvPr/>
              </p14:nvContentPartPr>
              <p14:xfrm>
                <a:off x="9799484" y="579979"/>
                <a:ext cx="172800" cy="188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FC333A1-5A9E-3555-4CCB-C1F2840772B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793364" y="573859"/>
                  <a:ext cx="1850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52C51FA-61F8-CC22-E99A-16AFCA37A00F}"/>
                    </a:ext>
                  </a:extLst>
                </p14:cNvPr>
                <p14:cNvContentPartPr/>
                <p14:nvPr/>
              </p14:nvContentPartPr>
              <p14:xfrm>
                <a:off x="9814604" y="565219"/>
                <a:ext cx="176400" cy="18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52C51FA-61F8-CC22-E99A-16AFCA37A00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808484" y="559099"/>
                  <a:ext cx="1886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C961ABD-5AA4-38BB-D181-4F103640AE4D}"/>
                    </a:ext>
                  </a:extLst>
                </p14:cNvPr>
                <p14:cNvContentPartPr/>
                <p14:nvPr/>
              </p14:nvContentPartPr>
              <p14:xfrm>
                <a:off x="10055444" y="528139"/>
                <a:ext cx="20520" cy="3938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C961ABD-5AA4-38BB-D181-4F103640AE4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49324" y="522019"/>
                  <a:ext cx="32760" cy="40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FE6170A-DEDF-8584-4BB7-DB4F4578C4E7}"/>
                  </a:ext>
                </a:extLst>
              </p14:cNvPr>
              <p14:cNvContentPartPr/>
              <p14:nvPr/>
            </p14:nvContentPartPr>
            <p14:xfrm>
              <a:off x="4780364" y="3362059"/>
              <a:ext cx="170280" cy="2250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FE6170A-DEDF-8584-4BB7-DB4F4578C4E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774244" y="3355939"/>
                <a:ext cx="18252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EF6CB4A6-8546-9AC9-4593-E730B9156B37}"/>
                  </a:ext>
                </a:extLst>
              </p14:cNvPr>
              <p14:cNvContentPartPr/>
              <p14:nvPr/>
            </p14:nvContentPartPr>
            <p14:xfrm>
              <a:off x="10254524" y="556579"/>
              <a:ext cx="12240" cy="1692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EF6CB4A6-8546-9AC9-4593-E730B9156B3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248404" y="550459"/>
                <a:ext cx="24480" cy="18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49CC703E-4296-3008-E351-EAAC6C10B9BB}"/>
              </a:ext>
            </a:extLst>
          </p:cNvPr>
          <p:cNvGrpSpPr/>
          <p:nvPr/>
        </p:nvGrpSpPr>
        <p:grpSpPr>
          <a:xfrm>
            <a:off x="10193324" y="463699"/>
            <a:ext cx="239760" cy="369000"/>
            <a:chOff x="10193324" y="463699"/>
            <a:chExt cx="239760" cy="36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877824A-1A7F-189F-2318-C92C265B9BE1}"/>
                    </a:ext>
                  </a:extLst>
                </p14:cNvPr>
                <p14:cNvContentPartPr/>
                <p14:nvPr/>
              </p14:nvContentPartPr>
              <p14:xfrm>
                <a:off x="10193324" y="631819"/>
                <a:ext cx="113400" cy="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877824A-1A7F-189F-2318-C92C265B9BE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187204" y="625699"/>
                  <a:ext cx="1256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4BDE670-A654-B932-4B17-C1E6DEB424AE}"/>
                    </a:ext>
                  </a:extLst>
                </p14:cNvPr>
                <p14:cNvContentPartPr/>
                <p14:nvPr/>
              </p14:nvContentPartPr>
              <p14:xfrm>
                <a:off x="10429124" y="463699"/>
                <a:ext cx="3960" cy="3690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4BDE670-A654-B932-4B17-C1E6DEB424A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423004" y="457579"/>
                  <a:ext cx="16200" cy="38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AF6FBE1-1410-96AF-4B0E-F956F048FE07}"/>
              </a:ext>
            </a:extLst>
          </p:cNvPr>
          <p:cNvGrpSpPr/>
          <p:nvPr/>
        </p:nvGrpSpPr>
        <p:grpSpPr>
          <a:xfrm>
            <a:off x="10606244" y="516979"/>
            <a:ext cx="773640" cy="340200"/>
            <a:chOff x="10606244" y="516979"/>
            <a:chExt cx="77364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36F5C5A-1119-65C7-0C93-3CAB6C0D0BD5}"/>
                    </a:ext>
                  </a:extLst>
                </p14:cNvPr>
                <p14:cNvContentPartPr/>
                <p14:nvPr/>
              </p14:nvContentPartPr>
              <p14:xfrm>
                <a:off x="10606244" y="554419"/>
                <a:ext cx="121320" cy="2264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36F5C5A-1119-65C7-0C93-3CAB6C0D0BD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600124" y="548299"/>
                  <a:ext cx="1335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F7B8A3B-D18F-11DA-91AC-71C1361ECC90}"/>
                    </a:ext>
                  </a:extLst>
                </p14:cNvPr>
                <p14:cNvContentPartPr/>
                <p14:nvPr/>
              </p14:nvContentPartPr>
              <p14:xfrm>
                <a:off x="10770404" y="595819"/>
                <a:ext cx="102600" cy="1508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F7B8A3B-D18F-11DA-91AC-71C1361ECC9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764284" y="589699"/>
                  <a:ext cx="1148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837D4BC-0089-B1F4-F31B-FD64DA16671A}"/>
                    </a:ext>
                  </a:extLst>
                </p14:cNvPr>
                <p14:cNvContentPartPr/>
                <p14:nvPr/>
              </p14:nvContentPartPr>
              <p14:xfrm>
                <a:off x="10937084" y="670339"/>
                <a:ext cx="112680" cy="7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837D4BC-0089-B1F4-F31B-FD64DA16671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930964" y="664219"/>
                  <a:ext cx="1249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BED1D87-84C9-DB1C-1020-FD22C5ECA67F}"/>
                    </a:ext>
                  </a:extLst>
                </p14:cNvPr>
                <p14:cNvContentPartPr/>
                <p14:nvPr/>
              </p14:nvContentPartPr>
              <p14:xfrm>
                <a:off x="11000444" y="520579"/>
                <a:ext cx="153000" cy="263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BED1D87-84C9-DB1C-1020-FD22C5ECA67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994324" y="514459"/>
                  <a:ext cx="1652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4838653-EFF7-E84A-63FF-32734A22139D}"/>
                    </a:ext>
                  </a:extLst>
                </p14:cNvPr>
                <p14:cNvContentPartPr/>
                <p14:nvPr/>
              </p14:nvContentPartPr>
              <p14:xfrm>
                <a:off x="11174324" y="567379"/>
                <a:ext cx="126000" cy="1159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4838653-EFF7-E84A-63FF-32734A22139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168204" y="561259"/>
                  <a:ext cx="1382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01AF986-548A-CC5A-D515-82456DF2E624}"/>
                    </a:ext>
                  </a:extLst>
                </p14:cNvPr>
                <p14:cNvContentPartPr/>
                <p14:nvPr/>
              </p14:nvContentPartPr>
              <p14:xfrm>
                <a:off x="11357564" y="516979"/>
                <a:ext cx="22320" cy="340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01AF986-548A-CC5A-D515-82456DF2E62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351444" y="510859"/>
                  <a:ext cx="34560" cy="35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5F904F69-1A67-9152-6D6C-8B6B0D794522}"/>
              </a:ext>
            </a:extLst>
          </p:cNvPr>
          <p:cNvGrpSpPr/>
          <p:nvPr/>
        </p:nvGrpSpPr>
        <p:grpSpPr>
          <a:xfrm>
            <a:off x="8267324" y="1395739"/>
            <a:ext cx="133920" cy="135720"/>
            <a:chOff x="8267324" y="1395739"/>
            <a:chExt cx="133920" cy="13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80FE0EA-7701-6382-CFCA-1A505D86D9FB}"/>
                    </a:ext>
                  </a:extLst>
                </p14:cNvPr>
                <p14:cNvContentPartPr/>
                <p14:nvPr/>
              </p14:nvContentPartPr>
              <p14:xfrm>
                <a:off x="8274164" y="1395739"/>
                <a:ext cx="5400" cy="1357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80FE0EA-7701-6382-CFCA-1A505D86D9F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268044" y="1389619"/>
                  <a:ext cx="176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8309128-4547-7CEB-B39E-FBE60BEFF541}"/>
                    </a:ext>
                  </a:extLst>
                </p14:cNvPr>
                <p14:cNvContentPartPr/>
                <p14:nvPr/>
              </p14:nvContentPartPr>
              <p14:xfrm>
                <a:off x="8267324" y="1489699"/>
                <a:ext cx="133920" cy="10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8309128-4547-7CEB-B39E-FBE60BEFF54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261204" y="1483579"/>
                  <a:ext cx="146160" cy="2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530042B2-DEC7-B7FC-08C6-E297320F8A98}"/>
                  </a:ext>
                </a:extLst>
              </p14:cNvPr>
              <p14:cNvContentPartPr/>
              <p14:nvPr/>
            </p14:nvContentPartPr>
            <p14:xfrm>
              <a:off x="4907084" y="2414899"/>
              <a:ext cx="326160" cy="36900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530042B2-DEC7-B7FC-08C6-E297320F8A9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900964" y="2408779"/>
                <a:ext cx="338400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88A58A1E-1AEA-A7E5-8293-7813C620D2B7}"/>
                  </a:ext>
                </a:extLst>
              </p14:cNvPr>
              <p14:cNvContentPartPr/>
              <p14:nvPr/>
            </p14:nvContentPartPr>
            <p14:xfrm>
              <a:off x="3657524" y="1861579"/>
              <a:ext cx="390960" cy="2746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88A58A1E-1AEA-A7E5-8293-7813C620D2B7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651404" y="1855459"/>
                <a:ext cx="40320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D7A1D57C-0490-358D-70C6-CABFD14479CA}"/>
                  </a:ext>
                </a:extLst>
              </p14:cNvPr>
              <p14:cNvContentPartPr/>
              <p14:nvPr/>
            </p14:nvContentPartPr>
            <p14:xfrm>
              <a:off x="8634884" y="1258579"/>
              <a:ext cx="53640" cy="3967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D7A1D57C-0490-358D-70C6-CABFD14479C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628764" y="1252459"/>
                <a:ext cx="65880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013778A1-5A4A-8403-FBBF-B2E539447556}"/>
                  </a:ext>
                </a:extLst>
              </p14:cNvPr>
              <p14:cNvContentPartPr/>
              <p14:nvPr/>
            </p14:nvContentPartPr>
            <p14:xfrm>
              <a:off x="4646804" y="1576099"/>
              <a:ext cx="110880" cy="9108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013778A1-5A4A-8403-FBBF-B2E53944755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640684" y="1569979"/>
                <a:ext cx="12312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453B9EE2-EB80-B1CF-28CE-7C384F80F824}"/>
                  </a:ext>
                </a:extLst>
              </p14:cNvPr>
              <p14:cNvContentPartPr/>
              <p14:nvPr/>
            </p14:nvContentPartPr>
            <p14:xfrm>
              <a:off x="5724644" y="1410499"/>
              <a:ext cx="320760" cy="2062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453B9EE2-EB80-B1CF-28CE-7C384F80F82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718524" y="1404379"/>
                <a:ext cx="33300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226565FA-DCED-C529-A728-77A0C0DCF4D4}"/>
                  </a:ext>
                </a:extLst>
              </p14:cNvPr>
              <p14:cNvContentPartPr/>
              <p14:nvPr/>
            </p14:nvContentPartPr>
            <p14:xfrm>
              <a:off x="6632924" y="1887139"/>
              <a:ext cx="329400" cy="2854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226565FA-DCED-C529-A728-77A0C0DCF4D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626804" y="1881019"/>
                <a:ext cx="34164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CEB3D2C2-89C0-C6CC-C876-9F8A1A9086EA}"/>
                  </a:ext>
                </a:extLst>
              </p14:cNvPr>
              <p14:cNvContentPartPr/>
              <p14:nvPr/>
            </p14:nvContentPartPr>
            <p14:xfrm>
              <a:off x="7880684" y="180379"/>
              <a:ext cx="10800" cy="15840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CEB3D2C2-89C0-C6CC-C876-9F8A1A9086EA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874564" y="174259"/>
                <a:ext cx="23040" cy="17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0E7929F4-1AF3-7FBD-43F5-73ACF87E2691}"/>
              </a:ext>
            </a:extLst>
          </p:cNvPr>
          <p:cNvGrpSpPr/>
          <p:nvPr/>
        </p:nvGrpSpPr>
        <p:grpSpPr>
          <a:xfrm>
            <a:off x="9292964" y="179659"/>
            <a:ext cx="447480" cy="234360"/>
            <a:chOff x="9292964" y="179659"/>
            <a:chExt cx="447480" cy="23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6FE9044-DAAA-BECA-8C77-69ABE9119765}"/>
                    </a:ext>
                  </a:extLst>
                </p14:cNvPr>
                <p14:cNvContentPartPr/>
                <p14:nvPr/>
              </p14:nvContentPartPr>
              <p14:xfrm>
                <a:off x="9292964" y="182899"/>
                <a:ext cx="155880" cy="2311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6FE9044-DAAA-BECA-8C77-69ABE911976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286844" y="176779"/>
                  <a:ext cx="1681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BBE07AD-EFAA-4289-D46B-CBA0B7438865}"/>
                    </a:ext>
                  </a:extLst>
                </p14:cNvPr>
                <p14:cNvContentPartPr/>
                <p14:nvPr/>
              </p14:nvContentPartPr>
              <p14:xfrm>
                <a:off x="9476924" y="190819"/>
                <a:ext cx="97560" cy="2070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BBE07AD-EFAA-4289-D46B-CBA0B743886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470804" y="184699"/>
                  <a:ext cx="109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6F6C567-6D88-E42A-BE65-78A000E850C5}"/>
                    </a:ext>
                  </a:extLst>
                </p14:cNvPr>
                <p14:cNvContentPartPr/>
                <p14:nvPr/>
              </p14:nvContentPartPr>
              <p14:xfrm>
                <a:off x="9508964" y="179659"/>
                <a:ext cx="231480" cy="18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6F6C567-6D88-E42A-BE65-78A000E850C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502844" y="173539"/>
                  <a:ext cx="243720" cy="3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D5217D76-C580-AAFF-2CED-1C47F2E4423B}"/>
                  </a:ext>
                </a:extLst>
              </p14:cNvPr>
              <p14:cNvContentPartPr/>
              <p14:nvPr/>
            </p14:nvContentPartPr>
            <p14:xfrm>
              <a:off x="10943204" y="173899"/>
              <a:ext cx="116280" cy="12348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D5217D76-C580-AAFF-2CED-1C47F2E4423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937084" y="167779"/>
                <a:ext cx="128520" cy="13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C00C7A3-C6E5-0107-997B-FC70F4BDE21B}"/>
              </a:ext>
            </a:extLst>
          </p:cNvPr>
          <p:cNvGrpSpPr/>
          <p:nvPr/>
        </p:nvGrpSpPr>
        <p:grpSpPr>
          <a:xfrm>
            <a:off x="8837564" y="1058419"/>
            <a:ext cx="715680" cy="607680"/>
            <a:chOff x="8837564" y="1058419"/>
            <a:chExt cx="715680" cy="60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0A15973-04FB-0C0F-96FE-4DB66BF16113}"/>
                    </a:ext>
                  </a:extLst>
                </p14:cNvPr>
                <p14:cNvContentPartPr/>
                <p14:nvPr/>
              </p14:nvContentPartPr>
              <p14:xfrm>
                <a:off x="8837564" y="1293499"/>
                <a:ext cx="61200" cy="221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0A15973-04FB-0C0F-96FE-4DB66BF1611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831444" y="1287379"/>
                  <a:ext cx="734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09D3989-86A5-2AC5-3E41-11A1E61193AC}"/>
                    </a:ext>
                  </a:extLst>
                </p14:cNvPr>
                <p14:cNvContentPartPr/>
                <p14:nvPr/>
              </p14:nvContentPartPr>
              <p14:xfrm>
                <a:off x="8911364" y="1347859"/>
                <a:ext cx="92880" cy="1166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09D3989-86A5-2AC5-3E41-11A1E61193A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905244" y="1341739"/>
                  <a:ext cx="1051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6275E18-4559-DF74-66AA-4D8DA987DC53}"/>
                    </a:ext>
                  </a:extLst>
                </p14:cNvPr>
                <p14:cNvContentPartPr/>
                <p14:nvPr/>
              </p14:nvContentPartPr>
              <p14:xfrm>
                <a:off x="9119084" y="1376299"/>
                <a:ext cx="48240" cy="3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6275E18-4559-DF74-66AA-4D8DA987DC5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112964" y="1370179"/>
                  <a:ext cx="6048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333AFD4-4D0A-ECA5-45D7-3EF12708A708}"/>
                    </a:ext>
                  </a:extLst>
                </p14:cNvPr>
                <p14:cNvContentPartPr/>
                <p14:nvPr/>
              </p14:nvContentPartPr>
              <p14:xfrm>
                <a:off x="9220604" y="1264339"/>
                <a:ext cx="63720" cy="187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333AFD4-4D0A-ECA5-45D7-3EF12708A70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214484" y="1258219"/>
                  <a:ext cx="759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32137D4-E3B4-B27A-FBE7-63852ACBCCB1}"/>
                    </a:ext>
                  </a:extLst>
                </p14:cNvPr>
                <p14:cNvContentPartPr/>
                <p14:nvPr/>
              </p14:nvContentPartPr>
              <p14:xfrm>
                <a:off x="9326444" y="1324099"/>
                <a:ext cx="72360" cy="147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32137D4-E3B4-B27A-FBE7-63852ACBCCB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320324" y="1317979"/>
                  <a:ext cx="846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3DBD9CA-583E-5E0E-0FC0-B76EF003041D}"/>
                    </a:ext>
                  </a:extLst>
                </p14:cNvPr>
                <p14:cNvContentPartPr/>
                <p14:nvPr/>
              </p14:nvContentPartPr>
              <p14:xfrm>
                <a:off x="9353804" y="1312579"/>
                <a:ext cx="87120" cy="39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3DBD9CA-583E-5E0E-0FC0-B76EF003041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347684" y="1306459"/>
                  <a:ext cx="9936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D2B28E6-E7FD-5784-5A65-CD2A72972402}"/>
                    </a:ext>
                  </a:extLst>
                </p14:cNvPr>
                <p14:cNvContentPartPr/>
                <p14:nvPr/>
              </p14:nvContentPartPr>
              <p14:xfrm>
                <a:off x="9488444" y="1247059"/>
                <a:ext cx="64800" cy="4190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D2B28E6-E7FD-5784-5A65-CD2A7297240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482324" y="1240939"/>
                  <a:ext cx="7704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8BF2530-69E7-7A01-0FB4-A1454110A6C7}"/>
                    </a:ext>
                  </a:extLst>
                </p14:cNvPr>
                <p14:cNvContentPartPr/>
                <p14:nvPr/>
              </p14:nvContentPartPr>
              <p14:xfrm>
                <a:off x="8982644" y="1068499"/>
                <a:ext cx="22320" cy="900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8BF2530-69E7-7A01-0FB4-A1454110A6C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976524" y="1062379"/>
                  <a:ext cx="345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48F32D4-E09C-2053-C48D-86465DFCD46A}"/>
                    </a:ext>
                  </a:extLst>
                </p14:cNvPr>
                <p14:cNvContentPartPr/>
                <p14:nvPr/>
              </p14:nvContentPartPr>
              <p14:xfrm>
                <a:off x="9098204" y="1058419"/>
                <a:ext cx="58680" cy="1508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48F32D4-E09C-2053-C48D-86465DFCD46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092084" y="1052299"/>
                  <a:ext cx="709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9C092A5-AADA-CA84-4CFE-27F55B322E21}"/>
                    </a:ext>
                  </a:extLst>
                </p14:cNvPr>
                <p14:cNvContentPartPr/>
                <p14:nvPr/>
              </p14:nvContentPartPr>
              <p14:xfrm>
                <a:off x="9132044" y="1061299"/>
                <a:ext cx="106920" cy="23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9C092A5-AADA-CA84-4CFE-27F55B322E2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125924" y="1055179"/>
                  <a:ext cx="11916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685B9F4-EAE7-9B95-32FC-4D7D670D181C}"/>
              </a:ext>
            </a:extLst>
          </p:cNvPr>
          <p:cNvGrpSpPr/>
          <p:nvPr/>
        </p:nvGrpSpPr>
        <p:grpSpPr>
          <a:xfrm>
            <a:off x="8618684" y="2450539"/>
            <a:ext cx="1522080" cy="486720"/>
            <a:chOff x="8618684" y="2450539"/>
            <a:chExt cx="1522080" cy="48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2662E58-FA58-7513-CF0F-B4A39166C7FA}"/>
                    </a:ext>
                  </a:extLst>
                </p14:cNvPr>
                <p14:cNvContentPartPr/>
                <p14:nvPr/>
              </p14:nvContentPartPr>
              <p14:xfrm>
                <a:off x="9205844" y="2457379"/>
                <a:ext cx="80280" cy="2350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2662E58-FA58-7513-CF0F-B4A39166C7F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199724" y="2451259"/>
                  <a:ext cx="925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AA7AA61-5EC1-DB11-11B3-F42627755502}"/>
                    </a:ext>
                  </a:extLst>
                </p14:cNvPr>
                <p14:cNvContentPartPr/>
                <p14:nvPr/>
              </p14:nvContentPartPr>
              <p14:xfrm>
                <a:off x="9247964" y="2474659"/>
                <a:ext cx="153000" cy="122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AA7AA61-5EC1-DB11-11B3-F4262775550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241844" y="2468539"/>
                  <a:ext cx="1652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8F522EB-7BE5-AF1A-4D18-A2234592B534}"/>
                    </a:ext>
                  </a:extLst>
                </p14:cNvPr>
                <p14:cNvContentPartPr/>
                <p14:nvPr/>
              </p14:nvContentPartPr>
              <p14:xfrm>
                <a:off x="9471524" y="2450539"/>
                <a:ext cx="20160" cy="288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8F522EB-7BE5-AF1A-4D18-A2234592B53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465404" y="2444419"/>
                  <a:ext cx="324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613A84B-446E-1C9A-B167-4953765C3FD0}"/>
                    </a:ext>
                  </a:extLst>
                </p14:cNvPr>
                <p14:cNvContentPartPr/>
                <p14:nvPr/>
              </p14:nvContentPartPr>
              <p14:xfrm>
                <a:off x="8618684" y="2830339"/>
                <a:ext cx="1522080" cy="1069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613A84B-446E-1C9A-B167-4953765C3FD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612564" y="2824219"/>
                  <a:ext cx="153432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CDE02CB-6E6A-3EA8-83B1-2D45EC11F79E}"/>
              </a:ext>
            </a:extLst>
          </p:cNvPr>
          <p:cNvGrpSpPr/>
          <p:nvPr/>
        </p:nvGrpSpPr>
        <p:grpSpPr>
          <a:xfrm>
            <a:off x="9312044" y="3060739"/>
            <a:ext cx="279720" cy="239760"/>
            <a:chOff x="9312044" y="3060739"/>
            <a:chExt cx="279720" cy="2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D60C5FA-6F71-03E5-1C68-A0EC0F3F73C3}"/>
                    </a:ext>
                  </a:extLst>
                </p14:cNvPr>
                <p14:cNvContentPartPr/>
                <p14:nvPr/>
              </p14:nvContentPartPr>
              <p14:xfrm>
                <a:off x="9312044" y="3061099"/>
                <a:ext cx="96120" cy="239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D60C5FA-6F71-03E5-1C68-A0EC0F3F73C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305924" y="3054979"/>
                  <a:ext cx="1083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2A665DD-ABEE-1BF1-FA2F-5B8D9F69DCF3}"/>
                    </a:ext>
                  </a:extLst>
                </p14:cNvPr>
                <p14:cNvContentPartPr/>
                <p14:nvPr/>
              </p14:nvContentPartPr>
              <p14:xfrm>
                <a:off x="9353804" y="3060739"/>
                <a:ext cx="237960" cy="118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2A665DD-ABEE-1BF1-FA2F-5B8D9F69DCF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347684" y="3054619"/>
                  <a:ext cx="25020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CA3B6B6C-9063-F795-7D94-04C7F1758694}"/>
              </a:ext>
            </a:extLst>
          </p:cNvPr>
          <p:cNvGrpSpPr/>
          <p:nvPr/>
        </p:nvGrpSpPr>
        <p:grpSpPr>
          <a:xfrm>
            <a:off x="10300244" y="2718019"/>
            <a:ext cx="882000" cy="250200"/>
            <a:chOff x="10300244" y="2718019"/>
            <a:chExt cx="882000" cy="25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B685054-A020-FA57-759B-808CBF31BBD4}"/>
                    </a:ext>
                  </a:extLst>
                </p14:cNvPr>
                <p14:cNvContentPartPr/>
                <p14:nvPr/>
              </p14:nvContentPartPr>
              <p14:xfrm>
                <a:off x="10300244" y="2955979"/>
                <a:ext cx="138960" cy="122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B685054-A020-FA57-759B-808CBF31BBD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294124" y="2949859"/>
                  <a:ext cx="1512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03A189A-F9B8-E49F-82A2-01D12E480E8D}"/>
                    </a:ext>
                  </a:extLst>
                </p14:cNvPr>
                <p14:cNvContentPartPr/>
                <p14:nvPr/>
              </p14:nvContentPartPr>
              <p14:xfrm>
                <a:off x="10327604" y="2878579"/>
                <a:ext cx="280080" cy="10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03A189A-F9B8-E49F-82A2-01D12E480E8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321484" y="2872459"/>
                  <a:ext cx="2923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4A9EEEC-395A-B4A1-6642-2BF67C87ABD8}"/>
                    </a:ext>
                  </a:extLst>
                </p14:cNvPr>
                <p14:cNvContentPartPr/>
                <p14:nvPr/>
              </p14:nvContentPartPr>
              <p14:xfrm>
                <a:off x="10690844" y="2749339"/>
                <a:ext cx="3960" cy="2012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4A9EEEC-395A-B4A1-6642-2BF67C87ABD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684724" y="2743219"/>
                  <a:ext cx="162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7BBDEF0-5143-449C-F22F-0BD89F3BC299}"/>
                    </a:ext>
                  </a:extLst>
                </p14:cNvPr>
                <p14:cNvContentPartPr/>
                <p14:nvPr/>
              </p14:nvContentPartPr>
              <p14:xfrm>
                <a:off x="10799204" y="2781739"/>
                <a:ext cx="82440" cy="1422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7BBDEF0-5143-449C-F22F-0BD89F3BC29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793084" y="2775619"/>
                  <a:ext cx="946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B0E6192-194F-1F84-89DC-46F4D9A2AEA8}"/>
                    </a:ext>
                  </a:extLst>
                </p14:cNvPr>
                <p14:cNvContentPartPr/>
                <p14:nvPr/>
              </p14:nvContentPartPr>
              <p14:xfrm>
                <a:off x="10933484" y="2856619"/>
                <a:ext cx="360" cy="3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B0E6192-194F-1F84-89DC-46F4D9A2AEA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927364" y="285049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15C2300-9E4F-D66A-18B2-F1706175B719}"/>
                    </a:ext>
                  </a:extLst>
                </p14:cNvPr>
                <p14:cNvContentPartPr/>
                <p14:nvPr/>
              </p14:nvContentPartPr>
              <p14:xfrm>
                <a:off x="11006564" y="2718019"/>
                <a:ext cx="175680" cy="2030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15C2300-9E4F-D66A-18B2-F1706175B71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000444" y="2711899"/>
                  <a:ext cx="187920" cy="21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402ECC3-D491-6986-849A-5B3763960E03}"/>
              </a:ext>
            </a:extLst>
          </p:cNvPr>
          <p:cNvGrpSpPr/>
          <p:nvPr/>
        </p:nvGrpSpPr>
        <p:grpSpPr>
          <a:xfrm>
            <a:off x="7141964" y="2671579"/>
            <a:ext cx="1347480" cy="329040"/>
            <a:chOff x="7141964" y="2671579"/>
            <a:chExt cx="134748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D017168-6CDA-B38B-61C0-7380D61EAB60}"/>
                    </a:ext>
                  </a:extLst>
                </p14:cNvPr>
                <p14:cNvContentPartPr/>
                <p14:nvPr/>
              </p14:nvContentPartPr>
              <p14:xfrm>
                <a:off x="7141964" y="2671579"/>
                <a:ext cx="205920" cy="2660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D017168-6CDA-B38B-61C0-7380D61EAB6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35844" y="2665459"/>
                  <a:ext cx="2181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0FD5224-DCF5-54CE-4677-2C3BB4C480CA}"/>
                    </a:ext>
                  </a:extLst>
                </p14:cNvPr>
                <p14:cNvContentPartPr/>
                <p14:nvPr/>
              </p14:nvContentPartPr>
              <p14:xfrm>
                <a:off x="7464884" y="2707939"/>
                <a:ext cx="207360" cy="292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0FD5224-DCF5-54CE-4677-2C3BB4C480C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458764" y="2701819"/>
                  <a:ext cx="2196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DF0E2B9-9313-93C5-C4E6-D6CA22D1BFCC}"/>
                    </a:ext>
                  </a:extLst>
                </p14:cNvPr>
                <p14:cNvContentPartPr/>
                <p14:nvPr/>
              </p14:nvContentPartPr>
              <p14:xfrm>
                <a:off x="7487924" y="2859499"/>
                <a:ext cx="248040" cy="100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DF0E2B9-9313-93C5-C4E6-D6CA22D1BFC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481804" y="2853379"/>
                  <a:ext cx="2602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0DF003E-A6E2-89BA-8D00-392C6AAFF9B1}"/>
                    </a:ext>
                  </a:extLst>
                </p14:cNvPr>
                <p14:cNvContentPartPr/>
                <p14:nvPr/>
              </p14:nvContentPartPr>
              <p14:xfrm>
                <a:off x="7786724" y="2767339"/>
                <a:ext cx="155520" cy="201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0DF003E-A6E2-89BA-8D00-392C6AAFF9B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780604" y="2761219"/>
                  <a:ext cx="1677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EEFCAB4-9C34-DF40-A284-3AEFB2898CF3}"/>
                    </a:ext>
                  </a:extLst>
                </p14:cNvPr>
                <p14:cNvContentPartPr/>
                <p14:nvPr/>
              </p14:nvContentPartPr>
              <p14:xfrm>
                <a:off x="7754684" y="2774179"/>
                <a:ext cx="176400" cy="2124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EEFCAB4-9C34-DF40-A284-3AEFB2898CF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748564" y="2768059"/>
                  <a:ext cx="1886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D05D001-EC61-5372-8581-F2A87D1D6CF7}"/>
                    </a:ext>
                  </a:extLst>
                </p14:cNvPr>
                <p14:cNvContentPartPr/>
                <p14:nvPr/>
              </p14:nvContentPartPr>
              <p14:xfrm>
                <a:off x="7816964" y="2934379"/>
                <a:ext cx="128520" cy="3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D05D001-EC61-5372-8581-F2A87D1D6CF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810844" y="2928259"/>
                  <a:ext cx="140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F4F948E-7858-3F13-7293-2021AB4CF4BE}"/>
                    </a:ext>
                  </a:extLst>
                </p14:cNvPr>
                <p14:cNvContentPartPr/>
                <p14:nvPr/>
              </p14:nvContentPartPr>
              <p14:xfrm>
                <a:off x="8080844" y="2949859"/>
                <a:ext cx="171360" cy="118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F4F948E-7858-3F13-7293-2021AB4CF4B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074724" y="2943739"/>
                  <a:ext cx="1836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1C95D2D-4BDF-51DA-EEB3-3646E2E33AB7}"/>
                    </a:ext>
                  </a:extLst>
                </p14:cNvPr>
                <p14:cNvContentPartPr/>
                <p14:nvPr/>
              </p14:nvContentPartPr>
              <p14:xfrm>
                <a:off x="8076164" y="2810539"/>
                <a:ext cx="413280" cy="151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1C95D2D-4BDF-51DA-EEB3-3646E2E33AB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070044" y="2804419"/>
                  <a:ext cx="425520" cy="27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A7DFAC5-9B64-48D2-CAE2-D815DB6E3F8F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3690345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643C47-5FC4-5672-32D6-D8C41C80A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819285"/>
              </p:ext>
            </p:extLst>
          </p:nvPr>
        </p:nvGraphicFramePr>
        <p:xfrm>
          <a:off x="780716" y="913062"/>
          <a:ext cx="8042444" cy="4889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611">
                  <a:extLst>
                    <a:ext uri="{9D8B030D-6E8A-4147-A177-3AD203B41FA5}">
                      <a16:colId xmlns:a16="http://schemas.microsoft.com/office/drawing/2014/main" val="1878097257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3820170039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2946969815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3498806278"/>
                    </a:ext>
                  </a:extLst>
                </a:gridCol>
              </a:tblGrid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Sugar Every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Y_test</a:t>
                      </a:r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746719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221012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32111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94124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215089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275822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33398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DE86DCD-B6D2-4CA1-675D-B955CB0CB2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568"/>
              </p:ext>
            </p:extLst>
          </p:nvPr>
        </p:nvGraphicFramePr>
        <p:xfrm>
          <a:off x="9400672" y="913062"/>
          <a:ext cx="1495125" cy="4889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125">
                  <a:extLst>
                    <a:ext uri="{9D8B030D-6E8A-4147-A177-3AD203B41FA5}">
                      <a16:colId xmlns:a16="http://schemas.microsoft.com/office/drawing/2014/main" val="1165591573"/>
                    </a:ext>
                  </a:extLst>
                </a:gridCol>
              </a:tblGrid>
              <a:tr h="698519">
                <a:tc>
                  <a:txBody>
                    <a:bodyPr/>
                    <a:lstStyle/>
                    <a:p>
                      <a:r>
                        <a:rPr lang="en-US" dirty="0" err="1"/>
                        <a:t>Y_pred</a:t>
                      </a:r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837902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553244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Yes</a:t>
                      </a:r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018557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612110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431879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974960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143644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E517341B-8501-C80E-2012-660517285B9C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Model Training and Prediction</a:t>
            </a:r>
          </a:p>
        </p:txBody>
      </p:sp>
    </p:spTree>
    <p:extLst>
      <p:ext uri="{BB962C8B-B14F-4D97-AF65-F5344CB8AC3E}">
        <p14:creationId xmlns:p14="http://schemas.microsoft.com/office/powerpoint/2010/main" val="993678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3C6A-BD08-E695-548E-D4559B405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Defintions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EC35B-C9B8-6A7D-FBB5-08DF334DC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True Positives (TP): actually positive and predicted as positive </a:t>
            </a:r>
          </a:p>
          <a:p>
            <a:r>
              <a:rPr lang="en-US" dirty="0"/>
              <a:t>True Negative (TN): actually negative and predicted as negative </a:t>
            </a:r>
          </a:p>
          <a:p>
            <a:r>
              <a:rPr lang="en-US" dirty="0"/>
              <a:t>False Positive (FP): actually negative and predicted positive </a:t>
            </a:r>
          </a:p>
          <a:p>
            <a:r>
              <a:rPr lang="en-US" dirty="0"/>
              <a:t>False Negative (FN): actually positive and predicted negative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644A86-7EBE-D164-96CF-613347A36711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1777796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C8581E2-5F03-72D3-CAA2-E895AD022D32}"/>
                  </a:ext>
                </a:extLst>
              </p14:cNvPr>
              <p14:cNvContentPartPr/>
              <p14:nvPr/>
            </p14:nvContentPartPr>
            <p14:xfrm>
              <a:off x="3280149" y="1244539"/>
              <a:ext cx="39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C8581E2-5F03-72D3-CAA2-E895AD022D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74029" y="1238419"/>
                <a:ext cx="162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4C61B739-C7BD-312A-20F0-5D080A7610D8}"/>
              </a:ext>
            </a:extLst>
          </p:cNvPr>
          <p:cNvSpPr/>
          <p:nvPr/>
        </p:nvSpPr>
        <p:spPr>
          <a:xfrm>
            <a:off x="789271" y="691679"/>
            <a:ext cx="1511166" cy="52168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725C58-7F42-4F8F-9D09-D566278CD604}"/>
              </a:ext>
            </a:extLst>
          </p:cNvPr>
          <p:cNvSpPr/>
          <p:nvPr/>
        </p:nvSpPr>
        <p:spPr>
          <a:xfrm>
            <a:off x="2452838" y="691680"/>
            <a:ext cx="338487" cy="521472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7A9F15-C923-F956-34C6-686191DDC808}"/>
              </a:ext>
            </a:extLst>
          </p:cNvPr>
          <p:cNvSpPr/>
          <p:nvPr/>
        </p:nvSpPr>
        <p:spPr>
          <a:xfrm>
            <a:off x="3598246" y="691680"/>
            <a:ext cx="1384697" cy="36287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r>
              <a:rPr lang="en-US" sz="1400" dirty="0"/>
              <a:t> (70%)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BAE169-457B-0AEE-D5B4-A6D2767F7E9F}"/>
              </a:ext>
            </a:extLst>
          </p:cNvPr>
          <p:cNvSpPr/>
          <p:nvPr/>
        </p:nvSpPr>
        <p:spPr>
          <a:xfrm>
            <a:off x="3598246" y="4378154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r>
              <a:rPr lang="en-US" sz="1400" dirty="0"/>
              <a:t> (15%)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43DBAB-BF36-9D12-774E-708497ACF2F9}"/>
              </a:ext>
            </a:extLst>
          </p:cNvPr>
          <p:cNvSpPr/>
          <p:nvPr/>
        </p:nvSpPr>
        <p:spPr>
          <a:xfrm>
            <a:off x="3598246" y="5174887"/>
            <a:ext cx="1381753" cy="73152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X_test</a:t>
            </a:r>
            <a:r>
              <a:rPr lang="en-US" sz="1400" dirty="0"/>
              <a:t> (15%)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6FE8FC-EA95-B22C-2A23-74475101866B}"/>
              </a:ext>
            </a:extLst>
          </p:cNvPr>
          <p:cNvSpPr/>
          <p:nvPr/>
        </p:nvSpPr>
        <p:spPr>
          <a:xfrm>
            <a:off x="5040694" y="691680"/>
            <a:ext cx="336884" cy="3628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7E66D9-5AFA-D99F-9D6E-FD92E9A4BA21}"/>
              </a:ext>
            </a:extLst>
          </p:cNvPr>
          <p:cNvSpPr/>
          <p:nvPr/>
        </p:nvSpPr>
        <p:spPr>
          <a:xfrm>
            <a:off x="5037750" y="4378154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CF4920-2B23-D4A7-C106-BB4390BCBA8E}"/>
              </a:ext>
            </a:extLst>
          </p:cNvPr>
          <p:cNvSpPr/>
          <p:nvPr/>
        </p:nvSpPr>
        <p:spPr>
          <a:xfrm>
            <a:off x="5069306" y="5170076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Y_test</a:t>
            </a:r>
            <a:endParaRPr lang="en-US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8A0BC6-6841-3304-AD88-F2AD565E5A01}"/>
              </a:ext>
            </a:extLst>
          </p:cNvPr>
          <p:cNvSpPr/>
          <p:nvPr/>
        </p:nvSpPr>
        <p:spPr>
          <a:xfrm>
            <a:off x="6236362" y="691679"/>
            <a:ext cx="1384697" cy="36287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r>
              <a:rPr lang="en-US" sz="1400" dirty="0"/>
              <a:t> (70%)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0EC9B2-8EF2-2068-31CF-BE9B209119C2}"/>
              </a:ext>
            </a:extLst>
          </p:cNvPr>
          <p:cNvSpPr/>
          <p:nvPr/>
        </p:nvSpPr>
        <p:spPr>
          <a:xfrm>
            <a:off x="6236362" y="4378153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r>
              <a:rPr lang="en-US" sz="1400" dirty="0"/>
              <a:t> (15%)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7DDA58-B7C3-8285-9890-72E9BE0567C8}"/>
              </a:ext>
            </a:extLst>
          </p:cNvPr>
          <p:cNvSpPr/>
          <p:nvPr/>
        </p:nvSpPr>
        <p:spPr>
          <a:xfrm>
            <a:off x="7678810" y="691679"/>
            <a:ext cx="336884" cy="3628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0491A6-4003-303B-F7CA-27C24D5EECA0}"/>
              </a:ext>
            </a:extLst>
          </p:cNvPr>
          <p:cNvSpPr/>
          <p:nvPr/>
        </p:nvSpPr>
        <p:spPr>
          <a:xfrm>
            <a:off x="7675866" y="4378153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18FCF9-4D20-DAD2-82D1-2DBDB9EF39C2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Data Split</a:t>
            </a:r>
          </a:p>
        </p:txBody>
      </p:sp>
    </p:spTree>
    <p:extLst>
      <p:ext uri="{BB962C8B-B14F-4D97-AF65-F5344CB8AC3E}">
        <p14:creationId xmlns:p14="http://schemas.microsoft.com/office/powerpoint/2010/main" val="2985106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82275-075E-9B43-4FEA-F95123D5B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FF560CC-B9CF-4EA4-AAC4-5FF282703B0A}"/>
              </a:ext>
            </a:extLst>
          </p:cNvPr>
          <p:cNvSpPr/>
          <p:nvPr/>
        </p:nvSpPr>
        <p:spPr>
          <a:xfrm>
            <a:off x="940200" y="1100754"/>
            <a:ext cx="1384697" cy="36287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B23941-70BE-1CB6-1F5F-A51C85CE4E2A}"/>
              </a:ext>
            </a:extLst>
          </p:cNvPr>
          <p:cNvSpPr/>
          <p:nvPr/>
        </p:nvSpPr>
        <p:spPr>
          <a:xfrm>
            <a:off x="941673" y="4792040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endParaRPr lang="en-US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8545D0-BD00-48DA-23EF-BABD6F204B9A}"/>
              </a:ext>
            </a:extLst>
          </p:cNvPr>
          <p:cNvSpPr/>
          <p:nvPr/>
        </p:nvSpPr>
        <p:spPr>
          <a:xfrm>
            <a:off x="12192000" y="5374368"/>
            <a:ext cx="1381753" cy="73152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X_test</a:t>
            </a:r>
            <a:r>
              <a:rPr lang="en-US" sz="1400" dirty="0"/>
              <a:t> (15%)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7404DB-AE26-26D8-6AF7-FA6605A1E017}"/>
              </a:ext>
            </a:extLst>
          </p:cNvPr>
          <p:cNvSpPr/>
          <p:nvPr/>
        </p:nvSpPr>
        <p:spPr>
          <a:xfrm>
            <a:off x="2384121" y="1105566"/>
            <a:ext cx="336884" cy="3628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802853-E0F2-F615-7AD8-6EDE63570047}"/>
              </a:ext>
            </a:extLst>
          </p:cNvPr>
          <p:cNvSpPr/>
          <p:nvPr/>
        </p:nvSpPr>
        <p:spPr>
          <a:xfrm>
            <a:off x="2381177" y="4792040"/>
            <a:ext cx="336884" cy="7363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4FE2CE-2302-B9E5-BC94-88A060758B62}"/>
              </a:ext>
            </a:extLst>
          </p:cNvPr>
          <p:cNvSpPr/>
          <p:nvPr/>
        </p:nvSpPr>
        <p:spPr>
          <a:xfrm>
            <a:off x="13663060" y="5369557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Y_test</a:t>
            </a:r>
            <a:endParaRPr 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7673D0-5171-A98D-D73E-4C4A08661383}"/>
              </a:ext>
            </a:extLst>
          </p:cNvPr>
          <p:cNvSpPr txBox="1"/>
          <p:nvPr/>
        </p:nvSpPr>
        <p:spPr>
          <a:xfrm>
            <a:off x="941673" y="529389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Fold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FD88F4-0499-F6C4-A257-158764363ED4}"/>
              </a:ext>
            </a:extLst>
          </p:cNvPr>
          <p:cNvSpPr/>
          <p:nvPr/>
        </p:nvSpPr>
        <p:spPr>
          <a:xfrm>
            <a:off x="3230881" y="1100755"/>
            <a:ext cx="1384697" cy="292848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3CC4FF-CB5D-51A5-D5B9-121B4CD3D8FD}"/>
              </a:ext>
            </a:extLst>
          </p:cNvPr>
          <p:cNvSpPr/>
          <p:nvPr/>
        </p:nvSpPr>
        <p:spPr>
          <a:xfrm>
            <a:off x="3227937" y="4029238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endParaRPr lang="en-US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5D413A-37B4-6EA6-82E4-BFB13D62FCFA}"/>
              </a:ext>
            </a:extLst>
          </p:cNvPr>
          <p:cNvSpPr/>
          <p:nvPr/>
        </p:nvSpPr>
        <p:spPr>
          <a:xfrm>
            <a:off x="4673329" y="1100755"/>
            <a:ext cx="336884" cy="3628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CCE846-89A7-2558-8A5A-8543514AA007}"/>
              </a:ext>
            </a:extLst>
          </p:cNvPr>
          <p:cNvSpPr/>
          <p:nvPr/>
        </p:nvSpPr>
        <p:spPr>
          <a:xfrm>
            <a:off x="4682142" y="3993146"/>
            <a:ext cx="336884" cy="7363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1E37D0-81D2-0589-8389-8672C2BEF40F}"/>
              </a:ext>
            </a:extLst>
          </p:cNvPr>
          <p:cNvSpPr txBox="1"/>
          <p:nvPr/>
        </p:nvSpPr>
        <p:spPr>
          <a:xfrm>
            <a:off x="3230881" y="524578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Fold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577C8B-C9E1-89EB-1E7B-D9648CF0D33C}"/>
              </a:ext>
            </a:extLst>
          </p:cNvPr>
          <p:cNvSpPr/>
          <p:nvPr/>
        </p:nvSpPr>
        <p:spPr>
          <a:xfrm>
            <a:off x="3230881" y="4792040"/>
            <a:ext cx="1384697" cy="7315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FE6D4D-E3BF-940D-7E88-7363BD662D8F}"/>
              </a:ext>
            </a:extLst>
          </p:cNvPr>
          <p:cNvSpPr/>
          <p:nvPr/>
        </p:nvSpPr>
        <p:spPr>
          <a:xfrm>
            <a:off x="4673329" y="4792040"/>
            <a:ext cx="336884" cy="7315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F70A08-DF97-BA04-1277-52D8FF3D6FD2}"/>
              </a:ext>
            </a:extLst>
          </p:cNvPr>
          <p:cNvSpPr/>
          <p:nvPr/>
        </p:nvSpPr>
        <p:spPr>
          <a:xfrm>
            <a:off x="5520089" y="1100756"/>
            <a:ext cx="1384697" cy="219696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D87393-1362-1205-D725-FA09361DFDCB}"/>
              </a:ext>
            </a:extLst>
          </p:cNvPr>
          <p:cNvSpPr/>
          <p:nvPr/>
        </p:nvSpPr>
        <p:spPr>
          <a:xfrm>
            <a:off x="5528902" y="3297717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endParaRPr lang="en-US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722AF1-1F44-FEA3-193E-09926B60F0BF}"/>
              </a:ext>
            </a:extLst>
          </p:cNvPr>
          <p:cNvSpPr/>
          <p:nvPr/>
        </p:nvSpPr>
        <p:spPr>
          <a:xfrm>
            <a:off x="6962537" y="1100756"/>
            <a:ext cx="336884" cy="21969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5482C1-44BE-F69D-C225-3F8FDC353207}"/>
              </a:ext>
            </a:extLst>
          </p:cNvPr>
          <p:cNvSpPr/>
          <p:nvPr/>
        </p:nvSpPr>
        <p:spPr>
          <a:xfrm>
            <a:off x="6962252" y="3297717"/>
            <a:ext cx="336884" cy="7363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81F93E-BF53-12C4-19B6-E0CA971C842F}"/>
              </a:ext>
            </a:extLst>
          </p:cNvPr>
          <p:cNvSpPr txBox="1"/>
          <p:nvPr/>
        </p:nvSpPr>
        <p:spPr>
          <a:xfrm>
            <a:off x="5520089" y="524578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Fold 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6B47E7-00F6-7B77-EA2E-14448C3EF83E}"/>
              </a:ext>
            </a:extLst>
          </p:cNvPr>
          <p:cNvSpPr/>
          <p:nvPr/>
        </p:nvSpPr>
        <p:spPr>
          <a:xfrm>
            <a:off x="5520089" y="4029238"/>
            <a:ext cx="1384697" cy="14943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C3134F-7BF8-4512-00C8-FAA79831FBA2}"/>
              </a:ext>
            </a:extLst>
          </p:cNvPr>
          <p:cNvSpPr/>
          <p:nvPr/>
        </p:nvSpPr>
        <p:spPr>
          <a:xfrm>
            <a:off x="6962537" y="4029238"/>
            <a:ext cx="336884" cy="14943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90FFEE4-D929-3BE2-E8B6-2356A0FF285B}"/>
              </a:ext>
            </a:extLst>
          </p:cNvPr>
          <p:cNvSpPr/>
          <p:nvPr/>
        </p:nvSpPr>
        <p:spPr>
          <a:xfrm>
            <a:off x="7711441" y="1100756"/>
            <a:ext cx="1384697" cy="146303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09E72D-C7CF-69A8-4FFA-7EFD2C62FC22}"/>
              </a:ext>
            </a:extLst>
          </p:cNvPr>
          <p:cNvSpPr/>
          <p:nvPr/>
        </p:nvSpPr>
        <p:spPr>
          <a:xfrm>
            <a:off x="7711441" y="2563791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AB37C2-ADAD-F3E2-C17F-C6E774180D54}"/>
              </a:ext>
            </a:extLst>
          </p:cNvPr>
          <p:cNvSpPr/>
          <p:nvPr/>
        </p:nvSpPr>
        <p:spPr>
          <a:xfrm>
            <a:off x="9153889" y="1100756"/>
            <a:ext cx="336884" cy="14630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0E86D5-E6F4-3C70-93BA-DB4347EFB9E1}"/>
              </a:ext>
            </a:extLst>
          </p:cNvPr>
          <p:cNvSpPr/>
          <p:nvPr/>
        </p:nvSpPr>
        <p:spPr>
          <a:xfrm>
            <a:off x="9144791" y="2563791"/>
            <a:ext cx="336884" cy="7363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107F72-6317-889B-70F9-DDA590AAF34C}"/>
              </a:ext>
            </a:extLst>
          </p:cNvPr>
          <p:cNvSpPr txBox="1"/>
          <p:nvPr/>
        </p:nvSpPr>
        <p:spPr>
          <a:xfrm>
            <a:off x="7711441" y="524578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Fold 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B54F709-B7DD-7F73-6006-3245B90DCFE7}"/>
              </a:ext>
            </a:extLst>
          </p:cNvPr>
          <p:cNvSpPr/>
          <p:nvPr/>
        </p:nvSpPr>
        <p:spPr>
          <a:xfrm>
            <a:off x="7711441" y="3295312"/>
            <a:ext cx="1384697" cy="2228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6035C5-1BBF-F463-CBA3-7F35666D39C3}"/>
              </a:ext>
            </a:extLst>
          </p:cNvPr>
          <p:cNvSpPr/>
          <p:nvPr/>
        </p:nvSpPr>
        <p:spPr>
          <a:xfrm>
            <a:off x="9153889" y="3295312"/>
            <a:ext cx="336884" cy="2228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DD4D475-782D-71B4-46B0-F34F32F93007}"/>
              </a:ext>
            </a:extLst>
          </p:cNvPr>
          <p:cNvSpPr/>
          <p:nvPr/>
        </p:nvSpPr>
        <p:spPr>
          <a:xfrm>
            <a:off x="9807879" y="1100755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endParaRPr lang="en-US" sz="1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5374D9-0A28-9166-C1E2-5DF4D69BEA07}"/>
              </a:ext>
            </a:extLst>
          </p:cNvPr>
          <p:cNvSpPr/>
          <p:nvPr/>
        </p:nvSpPr>
        <p:spPr>
          <a:xfrm>
            <a:off x="11250327" y="1100755"/>
            <a:ext cx="336884" cy="7363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6341DC-4390-A685-F4C7-3EC6426519C1}"/>
              </a:ext>
            </a:extLst>
          </p:cNvPr>
          <p:cNvSpPr txBox="1"/>
          <p:nvPr/>
        </p:nvSpPr>
        <p:spPr>
          <a:xfrm>
            <a:off x="9807879" y="524578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Fold 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6C08DF-40A6-DE78-3EF7-D3F4763D4024}"/>
              </a:ext>
            </a:extLst>
          </p:cNvPr>
          <p:cNvSpPr/>
          <p:nvPr/>
        </p:nvSpPr>
        <p:spPr>
          <a:xfrm>
            <a:off x="9807879" y="1832276"/>
            <a:ext cx="1384697" cy="36912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CCD7AA0-392B-8B23-E1D9-87FA4F9F01E4}"/>
              </a:ext>
            </a:extLst>
          </p:cNvPr>
          <p:cNvSpPr/>
          <p:nvPr/>
        </p:nvSpPr>
        <p:spPr>
          <a:xfrm>
            <a:off x="11250327" y="1832276"/>
            <a:ext cx="336884" cy="36912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11F7D1-DFD0-DB99-419B-850027CFD3AF}"/>
              </a:ext>
            </a:extLst>
          </p:cNvPr>
          <p:cNvSpPr txBox="1"/>
          <p:nvPr/>
        </p:nvSpPr>
        <p:spPr>
          <a:xfrm>
            <a:off x="941673" y="5611254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 = 78%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BF21F8-7D7C-AFF4-854A-3EC43FF527AD}"/>
              </a:ext>
            </a:extLst>
          </p:cNvPr>
          <p:cNvSpPr txBox="1"/>
          <p:nvPr/>
        </p:nvSpPr>
        <p:spPr>
          <a:xfrm>
            <a:off x="3230881" y="5606443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 = 79%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2EBBC5F-8E21-9ACA-7018-A9A800BAA689}"/>
              </a:ext>
            </a:extLst>
          </p:cNvPr>
          <p:cNvSpPr txBox="1"/>
          <p:nvPr/>
        </p:nvSpPr>
        <p:spPr>
          <a:xfrm>
            <a:off x="5520089" y="5606443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 = 58%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3A5FE4-2345-7E61-BE38-186C5B67F424}"/>
              </a:ext>
            </a:extLst>
          </p:cNvPr>
          <p:cNvSpPr txBox="1"/>
          <p:nvPr/>
        </p:nvSpPr>
        <p:spPr>
          <a:xfrm>
            <a:off x="7711441" y="5606443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 = 98%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1D02B9-9FD3-B9CE-9551-1F3EF665C49A}"/>
              </a:ext>
            </a:extLst>
          </p:cNvPr>
          <p:cNvSpPr txBox="1"/>
          <p:nvPr/>
        </p:nvSpPr>
        <p:spPr>
          <a:xfrm>
            <a:off x="9807879" y="5606443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 = 78%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660B85-73AD-DD5E-EBD9-04FC563F5B6B}"/>
              </a:ext>
            </a:extLst>
          </p:cNvPr>
          <p:cNvSpPr/>
          <p:nvPr/>
        </p:nvSpPr>
        <p:spPr>
          <a:xfrm>
            <a:off x="2074365" y="6058657"/>
            <a:ext cx="8099538" cy="68721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Linear Regression Model, </a:t>
            </a:r>
            <a:r>
              <a:rPr lang="en-US" sz="1400" dirty="0" err="1"/>
              <a:t>tol</a:t>
            </a:r>
            <a:r>
              <a:rPr lang="en-US" sz="1400" dirty="0"/>
              <a:t>=(1,5,1)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AAF1AF-D542-F74F-7BBE-D9DAADF45E7E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Cross Validation</a:t>
            </a:r>
          </a:p>
        </p:txBody>
      </p:sp>
    </p:spTree>
    <p:extLst>
      <p:ext uri="{BB962C8B-B14F-4D97-AF65-F5344CB8AC3E}">
        <p14:creationId xmlns:p14="http://schemas.microsoft.com/office/powerpoint/2010/main" val="1959042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BEB99C-0FC2-1023-E871-E4171B7B2F34}"/>
              </a:ext>
            </a:extLst>
          </p:cNvPr>
          <p:cNvSpPr/>
          <p:nvPr/>
        </p:nvSpPr>
        <p:spPr>
          <a:xfrm>
            <a:off x="789271" y="691679"/>
            <a:ext cx="1511166" cy="52168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53A4AE-B584-41AC-04BE-67C5AD14C26E}"/>
              </a:ext>
            </a:extLst>
          </p:cNvPr>
          <p:cNvSpPr/>
          <p:nvPr/>
        </p:nvSpPr>
        <p:spPr>
          <a:xfrm>
            <a:off x="2452838" y="691680"/>
            <a:ext cx="338487" cy="521472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C85D80-3602-D8CF-230B-7BE2A5D98197}"/>
              </a:ext>
            </a:extLst>
          </p:cNvPr>
          <p:cNvSpPr/>
          <p:nvPr/>
        </p:nvSpPr>
        <p:spPr>
          <a:xfrm>
            <a:off x="3858126" y="689519"/>
            <a:ext cx="1511166" cy="4142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X_temp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2AA5DD-C5B6-0646-ABE8-1F1154EB5CA7}"/>
              </a:ext>
            </a:extLst>
          </p:cNvPr>
          <p:cNvSpPr/>
          <p:nvPr/>
        </p:nvSpPr>
        <p:spPr>
          <a:xfrm>
            <a:off x="5521693" y="689520"/>
            <a:ext cx="338487" cy="414064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Y_temp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6612BD-B553-B6AB-BABB-536FE56B1C27}"/>
              </a:ext>
            </a:extLst>
          </p:cNvPr>
          <p:cNvSpPr/>
          <p:nvPr/>
        </p:nvSpPr>
        <p:spPr>
          <a:xfrm>
            <a:off x="3858126" y="4918509"/>
            <a:ext cx="1511166" cy="98789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X_test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520426-CE31-913B-758B-CD8EEBE423F0}"/>
              </a:ext>
            </a:extLst>
          </p:cNvPr>
          <p:cNvSpPr/>
          <p:nvPr/>
        </p:nvSpPr>
        <p:spPr>
          <a:xfrm>
            <a:off x="5521693" y="4916758"/>
            <a:ext cx="338487" cy="9874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Y_test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1E78B8-E0A3-6F0D-19E0-F88C687E17A9}"/>
              </a:ext>
            </a:extLst>
          </p:cNvPr>
          <p:cNvSpPr/>
          <p:nvPr/>
        </p:nvSpPr>
        <p:spPr>
          <a:xfrm>
            <a:off x="6822710" y="686515"/>
            <a:ext cx="1511166" cy="3114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29DFAE-BC78-FAEC-CBF9-90A1F8A9315C}"/>
              </a:ext>
            </a:extLst>
          </p:cNvPr>
          <p:cNvSpPr/>
          <p:nvPr/>
        </p:nvSpPr>
        <p:spPr>
          <a:xfrm>
            <a:off x="8486277" y="687805"/>
            <a:ext cx="338487" cy="311288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Y_train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F837BE-77E1-6BE1-3CCF-F04F8C63049B}"/>
              </a:ext>
            </a:extLst>
          </p:cNvPr>
          <p:cNvSpPr/>
          <p:nvPr/>
        </p:nvSpPr>
        <p:spPr>
          <a:xfrm>
            <a:off x="6822710" y="3888606"/>
            <a:ext cx="1511166" cy="9415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X_val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BE78A4-F153-450A-020E-4EC5ABB11407}"/>
              </a:ext>
            </a:extLst>
          </p:cNvPr>
          <p:cNvSpPr/>
          <p:nvPr/>
        </p:nvSpPr>
        <p:spPr>
          <a:xfrm>
            <a:off x="8486277" y="3887281"/>
            <a:ext cx="338487" cy="94117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Y_val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5E55F5-E3B3-A327-2D53-1F91DB803DC3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Data Split</a:t>
            </a:r>
          </a:p>
        </p:txBody>
      </p:sp>
    </p:spTree>
    <p:extLst>
      <p:ext uri="{BB962C8B-B14F-4D97-AF65-F5344CB8AC3E}">
        <p14:creationId xmlns:p14="http://schemas.microsoft.com/office/powerpoint/2010/main" val="770928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DF5E3D-1F3D-C6DB-E35B-99FD7F35C0AF}"/>
              </a:ext>
            </a:extLst>
          </p:cNvPr>
          <p:cNvSpPr/>
          <p:nvPr/>
        </p:nvSpPr>
        <p:spPr>
          <a:xfrm>
            <a:off x="1461438" y="684800"/>
            <a:ext cx="1511166" cy="3114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94E9D9-D6A0-9F11-A090-B16C7A22986B}"/>
              </a:ext>
            </a:extLst>
          </p:cNvPr>
          <p:cNvSpPr/>
          <p:nvPr/>
        </p:nvSpPr>
        <p:spPr>
          <a:xfrm>
            <a:off x="8486277" y="687805"/>
            <a:ext cx="338487" cy="311288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Y_train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61A957-C8EF-37BD-C027-1202D30DEBE7}"/>
              </a:ext>
            </a:extLst>
          </p:cNvPr>
          <p:cNvSpPr/>
          <p:nvPr/>
        </p:nvSpPr>
        <p:spPr>
          <a:xfrm>
            <a:off x="1461438" y="3886891"/>
            <a:ext cx="1511166" cy="9415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X_val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FADC62-74E1-A84D-1655-D0F6927CB9AA}"/>
              </a:ext>
            </a:extLst>
          </p:cNvPr>
          <p:cNvSpPr/>
          <p:nvPr/>
        </p:nvSpPr>
        <p:spPr>
          <a:xfrm>
            <a:off x="8486277" y="3887281"/>
            <a:ext cx="338487" cy="94117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Y_val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17E1B4-BAF9-E715-5CC0-DA51C1F88037}"/>
              </a:ext>
            </a:extLst>
          </p:cNvPr>
          <p:cNvSpPr/>
          <p:nvPr/>
        </p:nvSpPr>
        <p:spPr>
          <a:xfrm>
            <a:off x="4809426" y="1992430"/>
            <a:ext cx="1511166" cy="162206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C399E8-D107-6680-626C-95C234C8AF11}"/>
              </a:ext>
            </a:extLst>
          </p:cNvPr>
          <p:cNvSpPr txBox="1"/>
          <p:nvPr/>
        </p:nvSpPr>
        <p:spPr>
          <a:xfrm>
            <a:off x="2217021" y="5390147"/>
            <a:ext cx="7526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Totalsales</a:t>
            </a:r>
            <a:r>
              <a:rPr lang="en-US" dirty="0"/>
              <a:t> = 5 * </a:t>
            </a:r>
            <a:r>
              <a:rPr lang="en-US" dirty="0" err="1"/>
              <a:t>numberofitems</a:t>
            </a:r>
            <a:r>
              <a:rPr lang="en-US" dirty="0"/>
              <a:t> + 10 *</a:t>
            </a:r>
            <a:r>
              <a:rPr lang="en-US" dirty="0" err="1"/>
              <a:t>uniqueitems</a:t>
            </a:r>
            <a:r>
              <a:rPr lang="en-US" dirty="0"/>
              <a:t> + 100000000 * Country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56366A-1B1F-558D-0BE8-87F54F7AE7A0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Model Training</a:t>
            </a:r>
          </a:p>
        </p:txBody>
      </p:sp>
    </p:spTree>
    <p:extLst>
      <p:ext uri="{BB962C8B-B14F-4D97-AF65-F5344CB8AC3E}">
        <p14:creationId xmlns:p14="http://schemas.microsoft.com/office/powerpoint/2010/main" val="3185016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4C1260-2C29-08A2-4135-FE297D473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04047"/>
              </p:ext>
            </p:extLst>
          </p:nvPr>
        </p:nvGraphicFramePr>
        <p:xfrm>
          <a:off x="2290813" y="2384836"/>
          <a:ext cx="774405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8059">
                  <a:extLst>
                    <a:ext uri="{9D8B030D-6E8A-4147-A177-3AD203B41FA5}">
                      <a16:colId xmlns:a16="http://schemas.microsoft.com/office/drawing/2014/main" val="31119820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341969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63970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523277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Tol/</a:t>
                      </a:r>
                      <a:r>
                        <a:rPr lang="en-US" dirty="0" err="1"/>
                        <a:t>n_jobs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328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0.1 - 10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0.1 - 100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0.1 - 1000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996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0.2 - 10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0.2 - 100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0.2 -1000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092858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6018ECFB-4A0B-6BC0-6BF7-FA1B49B6516A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2006126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AB053-CA75-5CF6-5592-3F6128AD7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0EAF647-859A-8E41-7A5C-FA24C1B8B930}"/>
              </a:ext>
            </a:extLst>
          </p:cNvPr>
          <p:cNvGrpSpPr/>
          <p:nvPr/>
        </p:nvGrpSpPr>
        <p:grpSpPr>
          <a:xfrm>
            <a:off x="1048131" y="2258299"/>
            <a:ext cx="3602160" cy="3460680"/>
            <a:chOff x="1048131" y="2258299"/>
            <a:chExt cx="3602160" cy="346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459EE58-101D-DD73-D375-2413EF73C4C2}"/>
                    </a:ext>
                  </a:extLst>
                </p14:cNvPr>
                <p14:cNvContentPartPr/>
                <p14:nvPr/>
              </p14:nvContentPartPr>
              <p14:xfrm>
                <a:off x="1048131" y="2258299"/>
                <a:ext cx="3602160" cy="3391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459EE58-101D-DD73-D375-2413EF73C4C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42011" y="2252179"/>
                  <a:ext cx="3614400" cy="340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69748AC-D295-6A79-4210-6E448BC08F08}"/>
                    </a:ext>
                  </a:extLst>
                </p14:cNvPr>
                <p14:cNvContentPartPr/>
                <p14:nvPr/>
              </p14:nvContentPartPr>
              <p14:xfrm>
                <a:off x="1372851" y="2272699"/>
                <a:ext cx="285480" cy="3376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69748AC-D295-6A79-4210-6E448BC08F0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66731" y="2266579"/>
                  <a:ext cx="297720" cy="338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642D34B-A893-2714-14A2-3F970AB542B0}"/>
                    </a:ext>
                  </a:extLst>
                </p14:cNvPr>
                <p14:cNvContentPartPr/>
                <p14:nvPr/>
              </p14:nvContentPartPr>
              <p14:xfrm>
                <a:off x="1980531" y="2334619"/>
                <a:ext cx="161640" cy="3384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642D34B-A893-2714-14A2-3F970AB542B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74411" y="2328499"/>
                  <a:ext cx="173880" cy="339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FEDB87D-5776-554A-F124-EA5401360BED}"/>
                    </a:ext>
                  </a:extLst>
                </p14:cNvPr>
                <p14:cNvContentPartPr/>
                <p14:nvPr/>
              </p14:nvContentPartPr>
              <p14:xfrm>
                <a:off x="2608371" y="2339299"/>
                <a:ext cx="92520" cy="3117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FEDB87D-5776-554A-F124-EA5401360BE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02251" y="2333179"/>
                  <a:ext cx="104760" cy="31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122C3D6-45FD-948A-705B-DAD28E52AC4A}"/>
                    </a:ext>
                  </a:extLst>
                </p14:cNvPr>
                <p14:cNvContentPartPr/>
                <p14:nvPr/>
              </p14:nvContentPartPr>
              <p14:xfrm>
                <a:off x="3308211" y="2303659"/>
                <a:ext cx="192960" cy="3253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122C3D6-45FD-948A-705B-DAD28E52AC4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02091" y="2297539"/>
                  <a:ext cx="205200" cy="32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8E5ECBB-1015-A355-560B-59ED220DEA9C}"/>
                    </a:ext>
                  </a:extLst>
                </p14:cNvPr>
                <p14:cNvContentPartPr/>
                <p14:nvPr/>
              </p14:nvContentPartPr>
              <p14:xfrm>
                <a:off x="1051731" y="2605699"/>
                <a:ext cx="3190680" cy="58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8E5ECBB-1015-A355-560B-59ED220DEA9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45611" y="2599579"/>
                  <a:ext cx="320292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AD9E76F-8221-36E5-97C1-DBCAEC42FBC8}"/>
              </a:ext>
            </a:extLst>
          </p:cNvPr>
          <p:cNvGrpSpPr/>
          <p:nvPr/>
        </p:nvGrpSpPr>
        <p:grpSpPr>
          <a:xfrm>
            <a:off x="5025051" y="2167579"/>
            <a:ext cx="1565640" cy="3365280"/>
            <a:chOff x="5025051" y="2167579"/>
            <a:chExt cx="1565640" cy="336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E82A41C-E355-7AAC-DDB6-3C1AD844D2FD}"/>
                    </a:ext>
                  </a:extLst>
                </p14:cNvPr>
                <p14:cNvContentPartPr/>
                <p14:nvPr/>
              </p14:nvContentPartPr>
              <p14:xfrm>
                <a:off x="5025051" y="2167579"/>
                <a:ext cx="1565640" cy="3365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E82A41C-E355-7AAC-DDB6-3C1AD844D2F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18931" y="2161459"/>
                  <a:ext cx="1577880" cy="337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755D96-CE07-495A-CCFE-892DBEAB62C1}"/>
                    </a:ext>
                  </a:extLst>
                </p14:cNvPr>
                <p14:cNvContentPartPr/>
                <p14:nvPr/>
              </p14:nvContentPartPr>
              <p14:xfrm>
                <a:off x="5783211" y="2719459"/>
                <a:ext cx="135000" cy="124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755D96-CE07-495A-CCFE-892DBEAB62C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77091" y="2713339"/>
                  <a:ext cx="1472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FACB050-DF3E-9281-5D8B-5604BDD31511}"/>
                    </a:ext>
                  </a:extLst>
                </p14:cNvPr>
                <p14:cNvContentPartPr/>
                <p14:nvPr/>
              </p14:nvContentPartPr>
              <p14:xfrm>
                <a:off x="5820651" y="3006379"/>
                <a:ext cx="129240" cy="144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FACB050-DF3E-9281-5D8B-5604BDD3151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14531" y="3000259"/>
                  <a:ext cx="1414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EBAF646-505B-CE92-99A9-BBB1504DFB89}"/>
                    </a:ext>
                  </a:extLst>
                </p14:cNvPr>
                <p14:cNvContentPartPr/>
                <p14:nvPr/>
              </p14:nvContentPartPr>
              <p14:xfrm>
                <a:off x="5901291" y="3309859"/>
                <a:ext cx="360" cy="183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EBAF646-505B-CE92-99A9-BBB1504DFB8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95171" y="3303739"/>
                  <a:ext cx="126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D007C8C-15A3-0E8C-37BB-95B936E6838A}"/>
                    </a:ext>
                  </a:extLst>
                </p14:cNvPr>
                <p14:cNvContentPartPr/>
                <p14:nvPr/>
              </p14:nvContentPartPr>
              <p14:xfrm>
                <a:off x="5925771" y="3625939"/>
                <a:ext cx="3600" cy="244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D007C8C-15A3-0E8C-37BB-95B936E6838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19651" y="3619819"/>
                  <a:ext cx="158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3F0FE6E-1F5B-2F98-B5E0-891A1ECC4F4E}"/>
                    </a:ext>
                  </a:extLst>
                </p14:cNvPr>
                <p14:cNvContentPartPr/>
                <p14:nvPr/>
              </p14:nvContentPartPr>
              <p14:xfrm>
                <a:off x="5894451" y="4051459"/>
                <a:ext cx="154440" cy="167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3F0FE6E-1F5B-2F98-B5E0-891A1ECC4F4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888331" y="4045339"/>
                  <a:ext cx="1666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89A441A-86C8-6229-EC65-C67BFBE096E2}"/>
                    </a:ext>
                  </a:extLst>
                </p14:cNvPr>
                <p14:cNvContentPartPr/>
                <p14:nvPr/>
              </p14:nvContentPartPr>
              <p14:xfrm>
                <a:off x="5889411" y="4429459"/>
                <a:ext cx="143640" cy="160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89A441A-86C8-6229-EC65-C67BFBE096E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883291" y="4423339"/>
                  <a:ext cx="1558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A26E97D-D381-2A75-124A-A1712D1D6831}"/>
                    </a:ext>
                  </a:extLst>
                </p14:cNvPr>
                <p14:cNvContentPartPr/>
                <p14:nvPr/>
              </p14:nvContentPartPr>
              <p14:xfrm>
                <a:off x="5993811" y="4704499"/>
                <a:ext cx="11520" cy="257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A26E97D-D381-2A75-124A-A1712D1D683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87691" y="4698379"/>
                  <a:ext cx="237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E35A00F-0D37-6536-1640-9F846BF4CBC0}"/>
                    </a:ext>
                  </a:extLst>
                </p14:cNvPr>
                <p14:cNvContentPartPr/>
                <p14:nvPr/>
              </p14:nvContentPartPr>
              <p14:xfrm>
                <a:off x="5923611" y="5064499"/>
                <a:ext cx="232560" cy="267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E35A00F-0D37-6536-1640-9F846BF4CBC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17491" y="5058379"/>
                  <a:ext cx="244800" cy="28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9EF1790-54B9-C887-7FD2-F50D7F507A0A}"/>
              </a:ext>
            </a:extLst>
          </p:cNvPr>
          <p:cNvGrpSpPr/>
          <p:nvPr/>
        </p:nvGrpSpPr>
        <p:grpSpPr>
          <a:xfrm>
            <a:off x="1175931" y="2406619"/>
            <a:ext cx="1173240" cy="201240"/>
            <a:chOff x="1175931" y="2406619"/>
            <a:chExt cx="1173240" cy="2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39DD652-B4DD-57D1-094C-FD6277A279F7}"/>
                    </a:ext>
                  </a:extLst>
                </p14:cNvPr>
                <p14:cNvContentPartPr/>
                <p14:nvPr/>
              </p14:nvContentPartPr>
              <p14:xfrm>
                <a:off x="1184931" y="2406619"/>
                <a:ext cx="96840" cy="142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39DD652-B4DD-57D1-094C-FD6277A279F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78811" y="2400499"/>
                  <a:ext cx="1090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309C356-5856-45F3-F8FB-DCBDFBC6F4D8}"/>
                    </a:ext>
                  </a:extLst>
                </p14:cNvPr>
                <p14:cNvContentPartPr/>
                <p14:nvPr/>
              </p14:nvContentPartPr>
              <p14:xfrm>
                <a:off x="1175931" y="2492299"/>
                <a:ext cx="9468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309C356-5856-45F3-F8FB-DCBDFBC6F4D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69811" y="2486179"/>
                  <a:ext cx="1069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27049FC-0276-336F-79B8-570512E3F5FF}"/>
                    </a:ext>
                  </a:extLst>
                </p14:cNvPr>
                <p14:cNvContentPartPr/>
                <p14:nvPr/>
              </p14:nvContentPartPr>
              <p14:xfrm>
                <a:off x="1621971" y="2418499"/>
                <a:ext cx="13680" cy="91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27049FC-0276-336F-79B8-570512E3F5F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15851" y="2412379"/>
                  <a:ext cx="259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C25CE85-85A2-EFFF-8C71-02A809D4E622}"/>
                    </a:ext>
                  </a:extLst>
                </p14:cNvPr>
                <p14:cNvContentPartPr/>
                <p14:nvPr/>
              </p14:nvContentPartPr>
              <p14:xfrm>
                <a:off x="1648611" y="2413099"/>
                <a:ext cx="128520" cy="194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C25CE85-85A2-EFFF-8C71-02A809D4E62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642491" y="2406979"/>
                  <a:ext cx="1407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6B50F81-4322-F8B7-2A3C-E4C30037088D}"/>
                    </a:ext>
                  </a:extLst>
                </p14:cNvPr>
                <p14:cNvContentPartPr/>
                <p14:nvPr/>
              </p14:nvContentPartPr>
              <p14:xfrm>
                <a:off x="2348811" y="2543059"/>
                <a:ext cx="36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6B50F81-4322-F8B7-2A3C-E4C30037088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342691" y="253693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09ADB90-A327-58E9-2143-307CCBD7CE03}"/>
                  </a:ext>
                </a:extLst>
              </p14:cNvPr>
              <p14:cNvContentPartPr/>
              <p14:nvPr/>
            </p14:nvContentPartPr>
            <p14:xfrm>
              <a:off x="3122451" y="2598139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09ADB90-A327-58E9-2143-307CCBD7CE0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116331" y="259201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9F0CC58-982B-2803-30C9-93E0124DAB60}"/>
                  </a:ext>
                </a:extLst>
              </p14:cNvPr>
              <p14:cNvContentPartPr/>
              <p14:nvPr/>
            </p14:nvContentPartPr>
            <p14:xfrm>
              <a:off x="3951171" y="2503459"/>
              <a:ext cx="360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9F0CC58-982B-2803-30C9-93E0124DAB6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945051" y="2497339"/>
                <a:ext cx="1584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6B04ADDB-EC2D-9112-C618-C5FA769CB654}"/>
              </a:ext>
            </a:extLst>
          </p:cNvPr>
          <p:cNvGrpSpPr/>
          <p:nvPr/>
        </p:nvGrpSpPr>
        <p:grpSpPr>
          <a:xfrm>
            <a:off x="3841371" y="2926459"/>
            <a:ext cx="1881000" cy="1671480"/>
            <a:chOff x="3841371" y="2926459"/>
            <a:chExt cx="1881000" cy="167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150F6B0-DE6C-40FF-54D3-5471E0F1935A}"/>
                    </a:ext>
                  </a:extLst>
                </p14:cNvPr>
                <p14:cNvContentPartPr/>
                <p14:nvPr/>
              </p14:nvContentPartPr>
              <p14:xfrm>
                <a:off x="4529691" y="3366739"/>
                <a:ext cx="556200" cy="934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150F6B0-DE6C-40FF-54D3-5471E0F1935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523571" y="3360619"/>
                  <a:ext cx="568440" cy="9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333261A-09BD-069D-A35E-58C28D529960}"/>
                    </a:ext>
                  </a:extLst>
                </p14:cNvPr>
                <p14:cNvContentPartPr/>
                <p14:nvPr/>
              </p14:nvContentPartPr>
              <p14:xfrm>
                <a:off x="4720851" y="3678139"/>
                <a:ext cx="200880" cy="254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333261A-09BD-069D-A35E-58C28D52996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714731" y="3672019"/>
                  <a:ext cx="2131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B3CDF70-C352-AA9D-334D-4C678C60AC54}"/>
                    </a:ext>
                  </a:extLst>
                </p14:cNvPr>
                <p14:cNvContentPartPr/>
                <p14:nvPr/>
              </p14:nvContentPartPr>
              <p14:xfrm>
                <a:off x="3841371" y="2926459"/>
                <a:ext cx="1818720" cy="25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B3CDF70-C352-AA9D-334D-4C678C60AC5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835251" y="2920339"/>
                  <a:ext cx="18309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E58BC35-D106-66AE-0D57-E28397123BCB}"/>
                    </a:ext>
                  </a:extLst>
                </p14:cNvPr>
                <p14:cNvContentPartPr/>
                <p14:nvPr/>
              </p14:nvContentPartPr>
              <p14:xfrm>
                <a:off x="3929211" y="3165499"/>
                <a:ext cx="1626120" cy="15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E58BC35-D106-66AE-0D57-E28397123BC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923091" y="3159379"/>
                  <a:ext cx="16383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232DDDE-C91C-F0A0-2514-468E420A8084}"/>
                    </a:ext>
                  </a:extLst>
                </p14:cNvPr>
                <p14:cNvContentPartPr/>
                <p14:nvPr/>
              </p14:nvContentPartPr>
              <p14:xfrm>
                <a:off x="4247091" y="3494539"/>
                <a:ext cx="1337040" cy="28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232DDDE-C91C-F0A0-2514-468E420A808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240971" y="3488419"/>
                  <a:ext cx="13492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1487D8E-7E0B-5E84-C8B6-F7D2C58AD0D3}"/>
                    </a:ext>
                  </a:extLst>
                </p14:cNvPr>
                <p14:cNvContentPartPr/>
                <p14:nvPr/>
              </p14:nvContentPartPr>
              <p14:xfrm>
                <a:off x="4354371" y="3803779"/>
                <a:ext cx="1368000" cy="752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1487D8E-7E0B-5E84-C8B6-F7D2C58AD0D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348251" y="3797659"/>
                  <a:ext cx="13802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1F60153-D739-9EB1-54CC-F672B63CF901}"/>
                    </a:ext>
                  </a:extLst>
                </p14:cNvPr>
                <p14:cNvContentPartPr/>
                <p14:nvPr/>
              </p14:nvContentPartPr>
              <p14:xfrm>
                <a:off x="4477851" y="4127419"/>
                <a:ext cx="1175400" cy="14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1F60153-D739-9EB1-54CC-F672B63CF90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471731" y="4121299"/>
                  <a:ext cx="11876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69246FC-74F0-DA55-F2DF-0EF000BCFF96}"/>
                    </a:ext>
                  </a:extLst>
                </p14:cNvPr>
                <p14:cNvContentPartPr/>
                <p14:nvPr/>
              </p14:nvContentPartPr>
              <p14:xfrm>
                <a:off x="4401171" y="4559059"/>
                <a:ext cx="1151640" cy="38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69246FC-74F0-DA55-F2DF-0EF000BCFF9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395051" y="4552939"/>
                  <a:ext cx="116388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0B6FB47F-2545-7022-890E-D85C910C8649}"/>
                  </a:ext>
                </a:extLst>
              </p14:cNvPr>
              <p14:cNvContentPartPr/>
              <p14:nvPr/>
            </p14:nvContentPartPr>
            <p14:xfrm>
              <a:off x="4357611" y="4920859"/>
              <a:ext cx="1211760" cy="442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0B6FB47F-2545-7022-890E-D85C910C8649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351491" y="4914739"/>
                <a:ext cx="122400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447FBD77-F5ED-0B8F-4BBD-6BE3A8026095}"/>
                  </a:ext>
                </a:extLst>
              </p14:cNvPr>
              <p14:cNvContentPartPr/>
              <p14:nvPr/>
            </p14:nvContentPartPr>
            <p14:xfrm>
              <a:off x="4300371" y="5247739"/>
              <a:ext cx="1303200" cy="1080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447FBD77-F5ED-0B8F-4BBD-6BE3A8026095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294251" y="5241619"/>
                <a:ext cx="1315440" cy="12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959EDBDD-8835-B122-15AD-7F480D5E5ACD}"/>
              </a:ext>
            </a:extLst>
          </p:cNvPr>
          <p:cNvGrpSpPr/>
          <p:nvPr/>
        </p:nvGrpSpPr>
        <p:grpSpPr>
          <a:xfrm>
            <a:off x="5281011" y="525979"/>
            <a:ext cx="1389960" cy="285120"/>
            <a:chOff x="5281011" y="525979"/>
            <a:chExt cx="1389960" cy="28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AA6A5C7-70C9-7AAE-CED7-7BC1236BDEA9}"/>
                    </a:ext>
                  </a:extLst>
                </p14:cNvPr>
                <p14:cNvContentPartPr/>
                <p14:nvPr/>
              </p14:nvContentPartPr>
              <p14:xfrm>
                <a:off x="5281011" y="548299"/>
                <a:ext cx="30960" cy="254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AA6A5C7-70C9-7AAE-CED7-7BC1236BDEA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274891" y="542179"/>
                  <a:ext cx="432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FFDB49E-83DC-5811-ABAB-F30B50EEFF51}"/>
                    </a:ext>
                  </a:extLst>
                </p14:cNvPr>
                <p14:cNvContentPartPr/>
                <p14:nvPr/>
              </p14:nvContentPartPr>
              <p14:xfrm>
                <a:off x="5293971" y="525979"/>
                <a:ext cx="190440" cy="270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FFDB49E-83DC-5811-ABAB-F30B50EEFF5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287851" y="519859"/>
                  <a:ext cx="2026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903CAA6-6EF4-BFE9-8975-7169BC86AA29}"/>
                    </a:ext>
                  </a:extLst>
                </p14:cNvPr>
                <p14:cNvContentPartPr/>
                <p14:nvPr/>
              </p14:nvContentPartPr>
              <p14:xfrm>
                <a:off x="5529771" y="677179"/>
                <a:ext cx="231840" cy="120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903CAA6-6EF4-BFE9-8975-7169BC86AA2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523651" y="671059"/>
                  <a:ext cx="2440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39D4520-E57A-F91D-720E-C386FCB77D61}"/>
                    </a:ext>
                  </a:extLst>
                </p14:cNvPr>
                <p14:cNvContentPartPr/>
                <p14:nvPr/>
              </p14:nvContentPartPr>
              <p14:xfrm>
                <a:off x="5846571" y="653779"/>
                <a:ext cx="154080" cy="148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39D4520-E57A-F91D-720E-C386FCB77D6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840451" y="647659"/>
                  <a:ext cx="1663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A26BEB1-1E99-A9CF-569F-2FD83CE81742}"/>
                    </a:ext>
                  </a:extLst>
                </p14:cNvPr>
                <p14:cNvContentPartPr/>
                <p14:nvPr/>
              </p14:nvContentPartPr>
              <p14:xfrm>
                <a:off x="6079851" y="706699"/>
                <a:ext cx="49320" cy="104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A26BEB1-1E99-A9CF-569F-2FD83CE8174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073731" y="700579"/>
                  <a:ext cx="61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55E0429-C879-34B9-DD50-7707AE5F3930}"/>
                    </a:ext>
                  </a:extLst>
                </p14:cNvPr>
                <p14:cNvContentPartPr/>
                <p14:nvPr/>
              </p14:nvContentPartPr>
              <p14:xfrm>
                <a:off x="6125211" y="621739"/>
                <a:ext cx="3600" cy="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55E0429-C879-34B9-DD50-7707AE5F393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119091" y="615619"/>
                  <a:ext cx="158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4BA0D36-AA2F-C184-BCE5-23F3361D0106}"/>
                    </a:ext>
                  </a:extLst>
                </p14:cNvPr>
                <p14:cNvContentPartPr/>
                <p14:nvPr/>
              </p14:nvContentPartPr>
              <p14:xfrm>
                <a:off x="6172731" y="652339"/>
                <a:ext cx="119160" cy="154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4BA0D36-AA2F-C184-BCE5-23F3361D010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166611" y="646219"/>
                  <a:ext cx="1314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2113B05-EA0B-6E15-E632-8B25ABDEA336}"/>
                    </a:ext>
                  </a:extLst>
                </p14:cNvPr>
                <p14:cNvContentPartPr/>
                <p14:nvPr/>
              </p14:nvContentPartPr>
              <p14:xfrm>
                <a:off x="6344451" y="690499"/>
                <a:ext cx="40320" cy="95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2113B05-EA0B-6E15-E632-8B25ABDEA33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338331" y="684379"/>
                  <a:ext cx="525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524865D-F990-C53D-8B20-217BBC1D4337}"/>
                    </a:ext>
                  </a:extLst>
                </p14:cNvPr>
                <p14:cNvContentPartPr/>
                <p14:nvPr/>
              </p14:nvContentPartPr>
              <p14:xfrm>
                <a:off x="6341211" y="578539"/>
                <a:ext cx="360" cy="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524865D-F990-C53D-8B20-217BBC1D433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335091" y="57241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709E5B0-C75A-F8F4-FADA-162A166618D3}"/>
                    </a:ext>
                  </a:extLst>
                </p14:cNvPr>
                <p14:cNvContentPartPr/>
                <p14:nvPr/>
              </p14:nvContentPartPr>
              <p14:xfrm>
                <a:off x="6454251" y="632899"/>
                <a:ext cx="73800" cy="129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709E5B0-C75A-F8F4-FADA-162A166618D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448131" y="626779"/>
                  <a:ext cx="860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B96D41F-24EF-B3C5-557D-19E50F36D775}"/>
                    </a:ext>
                  </a:extLst>
                </p14:cNvPr>
                <p14:cNvContentPartPr/>
                <p14:nvPr/>
              </p14:nvContentPartPr>
              <p14:xfrm>
                <a:off x="6566931" y="646219"/>
                <a:ext cx="104040" cy="108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B96D41F-24EF-B3C5-557D-19E50F36D77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560811" y="640099"/>
                  <a:ext cx="11628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E520A40-0AD3-2343-F9BC-F44B20C4E2B4}"/>
              </a:ext>
            </a:extLst>
          </p:cNvPr>
          <p:cNvGrpSpPr/>
          <p:nvPr/>
        </p:nvGrpSpPr>
        <p:grpSpPr>
          <a:xfrm>
            <a:off x="5432571" y="938539"/>
            <a:ext cx="1400760" cy="738360"/>
            <a:chOff x="5432571" y="938539"/>
            <a:chExt cx="1400760" cy="73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F761090-0445-864B-46B8-826364059CBA}"/>
                    </a:ext>
                  </a:extLst>
                </p14:cNvPr>
                <p14:cNvContentPartPr/>
                <p14:nvPr/>
              </p14:nvContentPartPr>
              <p14:xfrm>
                <a:off x="5432571" y="938539"/>
                <a:ext cx="573480" cy="3218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F761090-0445-864B-46B8-826364059CB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426451" y="932419"/>
                  <a:ext cx="58572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392F1F7-C876-8421-1B25-1D21D3F1FC00}"/>
                    </a:ext>
                  </a:extLst>
                </p14:cNvPr>
                <p14:cNvContentPartPr/>
                <p14:nvPr/>
              </p14:nvContentPartPr>
              <p14:xfrm>
                <a:off x="5972931" y="1077859"/>
                <a:ext cx="113400" cy="1188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392F1F7-C876-8421-1B25-1D21D3F1FC0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966811" y="1071739"/>
                  <a:ext cx="125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09A60A6-856F-471D-5858-2BE5430EE633}"/>
                    </a:ext>
                  </a:extLst>
                </p14:cNvPr>
                <p14:cNvContentPartPr/>
                <p14:nvPr/>
              </p14:nvContentPartPr>
              <p14:xfrm>
                <a:off x="6164451" y="1116739"/>
                <a:ext cx="58320" cy="93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09A60A6-856F-471D-5858-2BE5430EE63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158331" y="1110619"/>
                  <a:ext cx="70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1923912-C84E-3EDE-3FB2-BB18A8357D04}"/>
                    </a:ext>
                  </a:extLst>
                </p14:cNvPr>
                <p14:cNvContentPartPr/>
                <p14:nvPr/>
              </p14:nvContentPartPr>
              <p14:xfrm>
                <a:off x="6258771" y="1121779"/>
                <a:ext cx="20520" cy="95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1923912-C84E-3EDE-3FB2-BB18A8357D0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252651" y="1115659"/>
                  <a:ext cx="327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35E4DCE-7674-471E-A9A8-C37F7ACCEB1B}"/>
                    </a:ext>
                  </a:extLst>
                </p14:cNvPr>
                <p14:cNvContentPartPr/>
                <p14:nvPr/>
              </p14:nvContentPartPr>
              <p14:xfrm>
                <a:off x="6275331" y="1072099"/>
                <a:ext cx="112680" cy="29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35E4DCE-7674-471E-A9A8-C37F7ACCEB1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269211" y="1065979"/>
                  <a:ext cx="1249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56DAC53-2800-9B06-4FBF-1DD9D895B044}"/>
                    </a:ext>
                  </a:extLst>
                </p14:cNvPr>
                <p14:cNvContentPartPr/>
                <p14:nvPr/>
              </p14:nvContentPartPr>
              <p14:xfrm>
                <a:off x="6446691" y="1085419"/>
                <a:ext cx="78840" cy="128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56DAC53-2800-9B06-4FBF-1DD9D895B04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440571" y="1079299"/>
                  <a:ext cx="910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3BA6C56-2053-CA71-1348-C224E695F5B9}"/>
                    </a:ext>
                  </a:extLst>
                </p14:cNvPr>
                <p14:cNvContentPartPr/>
                <p14:nvPr/>
              </p14:nvContentPartPr>
              <p14:xfrm>
                <a:off x="5661891" y="1442899"/>
                <a:ext cx="23400" cy="1900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3BA6C56-2053-CA71-1348-C224E695F5B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655771" y="1436779"/>
                  <a:ext cx="356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B0C2573-0892-4AA8-9761-FDF6017FD051}"/>
                    </a:ext>
                  </a:extLst>
                </p14:cNvPr>
                <p14:cNvContentPartPr/>
                <p14:nvPr/>
              </p14:nvContentPartPr>
              <p14:xfrm>
                <a:off x="5673771" y="1398619"/>
                <a:ext cx="157320" cy="101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B0C2573-0892-4AA8-9761-FDF6017FD05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667651" y="1392499"/>
                  <a:ext cx="1695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E32EAC9-163B-5BE9-1B83-492C4E3979C0}"/>
                    </a:ext>
                  </a:extLst>
                </p14:cNvPr>
                <p14:cNvContentPartPr/>
                <p14:nvPr/>
              </p14:nvContentPartPr>
              <p14:xfrm>
                <a:off x="5848731" y="1532179"/>
                <a:ext cx="131760" cy="131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E32EAC9-163B-5BE9-1B83-492C4E3979C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842611" y="1526059"/>
                  <a:ext cx="1440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03D919D-5037-C199-3B3B-70FF0FAAD329}"/>
                    </a:ext>
                  </a:extLst>
                </p14:cNvPr>
                <p14:cNvContentPartPr/>
                <p14:nvPr/>
              </p14:nvContentPartPr>
              <p14:xfrm>
                <a:off x="6022251" y="1549099"/>
                <a:ext cx="96840" cy="1252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03D919D-5037-C199-3B3B-70FF0FAAD32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016131" y="1542979"/>
                  <a:ext cx="1090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206FDDC-B936-374E-7135-D240D0F327D9}"/>
                    </a:ext>
                  </a:extLst>
                </p14:cNvPr>
                <p14:cNvContentPartPr/>
                <p14:nvPr/>
              </p14:nvContentPartPr>
              <p14:xfrm>
                <a:off x="6155091" y="1404739"/>
                <a:ext cx="138240" cy="2721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206FDDC-B936-374E-7135-D240D0F327D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148971" y="1398619"/>
                  <a:ext cx="1504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23DF6B9-ED94-851C-5F9F-C3C8DAECE80A}"/>
                    </a:ext>
                  </a:extLst>
                </p14:cNvPr>
                <p14:cNvContentPartPr/>
                <p14:nvPr/>
              </p14:nvContentPartPr>
              <p14:xfrm>
                <a:off x="6454251" y="1249939"/>
                <a:ext cx="379080" cy="403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23DF6B9-ED94-851C-5F9F-C3C8DAECE80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448131" y="1243819"/>
                  <a:ext cx="391320" cy="41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C601AF2C-F471-CC4A-5959-69FEB102087C}"/>
                  </a:ext>
                </a:extLst>
              </p14:cNvPr>
              <p14:cNvContentPartPr/>
              <p14:nvPr/>
            </p14:nvContentPartPr>
            <p14:xfrm>
              <a:off x="9000171" y="635419"/>
              <a:ext cx="20160" cy="3466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C601AF2C-F471-CC4A-5959-69FEB102087C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8994051" y="629299"/>
                <a:ext cx="32400" cy="35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6087DBA-188A-B68D-7045-533DCC667817}"/>
              </a:ext>
            </a:extLst>
          </p:cNvPr>
          <p:cNvGrpSpPr/>
          <p:nvPr/>
        </p:nvGrpSpPr>
        <p:grpSpPr>
          <a:xfrm>
            <a:off x="9195651" y="418339"/>
            <a:ext cx="2050200" cy="555120"/>
            <a:chOff x="9195651" y="418339"/>
            <a:chExt cx="2050200" cy="55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3F5A960-640B-0436-E3FC-397B5E92AF16}"/>
                    </a:ext>
                  </a:extLst>
                </p14:cNvPr>
                <p14:cNvContentPartPr/>
                <p14:nvPr/>
              </p14:nvContentPartPr>
              <p14:xfrm>
                <a:off x="9195651" y="786259"/>
                <a:ext cx="523440" cy="910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3F5A960-640B-0436-E3FC-397B5E92AF1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189531" y="780139"/>
                  <a:ext cx="5356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99FA660-7F36-4F03-2A19-D8902BDCB180}"/>
                    </a:ext>
                  </a:extLst>
                </p14:cNvPr>
                <p14:cNvContentPartPr/>
                <p14:nvPr/>
              </p14:nvContentPartPr>
              <p14:xfrm>
                <a:off x="9839691" y="697339"/>
                <a:ext cx="97920" cy="15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99FA660-7F36-4F03-2A19-D8902BDCB18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833571" y="691219"/>
                  <a:ext cx="1101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82A1BFB-A02D-786B-F904-C672E0DB4C50}"/>
                    </a:ext>
                  </a:extLst>
                </p14:cNvPr>
                <p14:cNvContentPartPr/>
                <p14:nvPr/>
              </p14:nvContentPartPr>
              <p14:xfrm>
                <a:off x="9975771" y="734419"/>
                <a:ext cx="270720" cy="239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82A1BFB-A02D-786B-F904-C672E0DB4C5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969651" y="728299"/>
                  <a:ext cx="2829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512FC36-6ED0-8F89-7CBD-511BC59FDAE3}"/>
                    </a:ext>
                  </a:extLst>
                </p14:cNvPr>
                <p14:cNvContentPartPr/>
                <p14:nvPr/>
              </p14:nvContentPartPr>
              <p14:xfrm>
                <a:off x="10259451" y="669979"/>
                <a:ext cx="57960" cy="219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512FC36-6ED0-8F89-7CBD-511BC59FDAE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253331" y="663859"/>
                  <a:ext cx="702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B027115-72F0-392A-E42B-75166535B462}"/>
                    </a:ext>
                  </a:extLst>
                </p14:cNvPr>
                <p14:cNvContentPartPr/>
                <p14:nvPr/>
              </p14:nvContentPartPr>
              <p14:xfrm>
                <a:off x="10466091" y="617419"/>
                <a:ext cx="127440" cy="210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B027115-72F0-392A-E42B-75166535B46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459971" y="611299"/>
                  <a:ext cx="1396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917E693-CD92-D933-3EFF-125753008714}"/>
                    </a:ext>
                  </a:extLst>
                </p14:cNvPr>
                <p14:cNvContentPartPr/>
                <p14:nvPr/>
              </p14:nvContentPartPr>
              <p14:xfrm>
                <a:off x="10651131" y="680779"/>
                <a:ext cx="57960" cy="1224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917E693-CD92-D933-3EFF-12575300871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645011" y="674659"/>
                  <a:ext cx="702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2A98B30-EE59-1B5A-542D-866EA85CDCD6}"/>
                    </a:ext>
                  </a:extLst>
                </p14:cNvPr>
                <p14:cNvContentPartPr/>
                <p14:nvPr/>
              </p14:nvContentPartPr>
              <p14:xfrm>
                <a:off x="10707651" y="612379"/>
                <a:ext cx="360" cy="10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2A98B30-EE59-1B5A-542D-866EA85CDCD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701531" y="606259"/>
                  <a:ext cx="126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9E2D69B-B00C-3A03-B5A3-A6A934D89D3A}"/>
                    </a:ext>
                  </a:extLst>
                </p14:cNvPr>
                <p14:cNvContentPartPr/>
                <p14:nvPr/>
              </p14:nvContentPartPr>
              <p14:xfrm>
                <a:off x="10737531" y="641899"/>
                <a:ext cx="127800" cy="1375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9E2D69B-B00C-3A03-B5A3-A6A934D89D3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731411" y="635779"/>
                  <a:ext cx="1400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F5F8C51-13CA-38F3-5031-953582700737}"/>
                    </a:ext>
                  </a:extLst>
                </p14:cNvPr>
                <p14:cNvContentPartPr/>
                <p14:nvPr/>
              </p14:nvContentPartPr>
              <p14:xfrm>
                <a:off x="10956411" y="676099"/>
                <a:ext cx="122760" cy="86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F5F8C51-13CA-38F3-5031-95358270073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950291" y="669979"/>
                  <a:ext cx="1350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FC62B26-C517-C6DC-D65F-1E7185D6FFF1}"/>
                    </a:ext>
                  </a:extLst>
                </p14:cNvPr>
                <p14:cNvContentPartPr/>
                <p14:nvPr/>
              </p14:nvContentPartPr>
              <p14:xfrm>
                <a:off x="11158731" y="418339"/>
                <a:ext cx="87120" cy="3585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FC62B26-C517-C6DC-D65F-1E7185D6FFF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152611" y="412219"/>
                  <a:ext cx="99360" cy="37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2D21960-8990-6797-FF91-EAE285E75A1C}"/>
              </a:ext>
            </a:extLst>
          </p:cNvPr>
          <p:cNvGrpSpPr/>
          <p:nvPr/>
        </p:nvGrpSpPr>
        <p:grpSpPr>
          <a:xfrm>
            <a:off x="10340811" y="1256059"/>
            <a:ext cx="504360" cy="501840"/>
            <a:chOff x="10340811" y="1256059"/>
            <a:chExt cx="504360" cy="50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DF3C3BA-3ACA-5652-AD66-8EC559B39088}"/>
                    </a:ext>
                  </a:extLst>
                </p14:cNvPr>
                <p14:cNvContentPartPr/>
                <p14:nvPr/>
              </p14:nvContentPartPr>
              <p14:xfrm>
                <a:off x="10340811" y="1321579"/>
                <a:ext cx="75960" cy="2451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DF3C3BA-3ACA-5652-AD66-8EC559B3908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334691" y="1315459"/>
                  <a:ext cx="882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0C42CCD-2428-0659-DF32-65E830F4009A}"/>
                    </a:ext>
                  </a:extLst>
                </p14:cNvPr>
                <p14:cNvContentPartPr/>
                <p14:nvPr/>
              </p14:nvContentPartPr>
              <p14:xfrm>
                <a:off x="10435851" y="1349659"/>
                <a:ext cx="154440" cy="243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0C42CCD-2428-0659-DF32-65E830F4009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429731" y="1343539"/>
                  <a:ext cx="1666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911E0EA-86F7-B43B-B8D8-949634E4035C}"/>
                    </a:ext>
                  </a:extLst>
                </p14:cNvPr>
                <p14:cNvContentPartPr/>
                <p14:nvPr/>
              </p14:nvContentPartPr>
              <p14:xfrm>
                <a:off x="10583091" y="1447219"/>
                <a:ext cx="84960" cy="10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911E0EA-86F7-B43B-B8D8-949634E4035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576971" y="1441099"/>
                  <a:ext cx="972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E83D22C-3482-AA9E-3348-632B518FB818}"/>
                    </a:ext>
                  </a:extLst>
                </p14:cNvPr>
                <p14:cNvContentPartPr/>
                <p14:nvPr/>
              </p14:nvContentPartPr>
              <p14:xfrm>
                <a:off x="10707291" y="1312939"/>
                <a:ext cx="137880" cy="444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E83D22C-3482-AA9E-3348-632B518FB81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701171" y="1306819"/>
                  <a:ext cx="15012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6AF0A84-4FB6-5F89-F323-9732FA0F16AF}"/>
                    </a:ext>
                  </a:extLst>
                </p14:cNvPr>
                <p14:cNvContentPartPr/>
                <p14:nvPr/>
              </p14:nvContentPartPr>
              <p14:xfrm>
                <a:off x="10796211" y="1256059"/>
                <a:ext cx="360" cy="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6AF0A84-4FB6-5F89-F323-9732FA0F16A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790091" y="124993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248D973-4CB1-66E6-00E8-300C84254424}"/>
                    </a:ext>
                  </a:extLst>
                </p14:cNvPr>
                <p14:cNvContentPartPr/>
                <p14:nvPr/>
              </p14:nvContentPartPr>
              <p14:xfrm>
                <a:off x="10796211" y="1737019"/>
                <a:ext cx="360" cy="104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248D973-4CB1-66E6-00E8-300C8425442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790091" y="1730899"/>
                  <a:ext cx="12600" cy="22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B506F01-4EC1-966C-EE8B-3549F3D45197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Decision Trees</a:t>
            </a:r>
          </a:p>
        </p:txBody>
      </p:sp>
    </p:spTree>
    <p:extLst>
      <p:ext uri="{BB962C8B-B14F-4D97-AF65-F5344CB8AC3E}">
        <p14:creationId xmlns:p14="http://schemas.microsoft.com/office/powerpoint/2010/main" val="3726469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DF1FB05-C10D-5885-1E0D-DC7EC1B950A9}"/>
              </a:ext>
            </a:extLst>
          </p:cNvPr>
          <p:cNvSpPr/>
          <p:nvPr/>
        </p:nvSpPr>
        <p:spPr>
          <a:xfrm>
            <a:off x="7227123" y="604819"/>
            <a:ext cx="1482291" cy="481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 &lt; 65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668436-52E3-30C8-AD29-5B13B20DAB3E}"/>
              </a:ext>
            </a:extLst>
          </p:cNvPr>
          <p:cNvSpPr/>
          <p:nvPr/>
        </p:nvSpPr>
        <p:spPr>
          <a:xfrm>
            <a:off x="6138856" y="1344360"/>
            <a:ext cx="1482291" cy="481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 &gt; 15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CD9B2D-46F9-16C7-E331-660D7DC3EFA2}"/>
              </a:ext>
            </a:extLst>
          </p:cNvPr>
          <p:cNvSpPr/>
          <p:nvPr/>
        </p:nvSpPr>
        <p:spPr>
          <a:xfrm>
            <a:off x="8979091" y="1463779"/>
            <a:ext cx="1482291" cy="481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Survived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5D62C07-1F66-4B0A-2395-EC606E42E520}"/>
              </a:ext>
            </a:extLst>
          </p:cNvPr>
          <p:cNvCxnSpPr>
            <a:stCxn id="21" idx="2"/>
            <a:endCxn id="22" idx="0"/>
          </p:cNvCxnSpPr>
          <p:nvPr/>
        </p:nvCxnSpPr>
        <p:spPr>
          <a:xfrm flipH="1">
            <a:off x="6880002" y="1086082"/>
            <a:ext cx="1088267" cy="258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16CF620-EB61-FB1F-F328-07B71956ED8E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>
            <a:off x="7968269" y="1086082"/>
            <a:ext cx="1751968" cy="377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2C6D0E4-FA0B-6026-E7E8-6E562DD45BAE}"/>
              </a:ext>
            </a:extLst>
          </p:cNvPr>
          <p:cNvSpPr/>
          <p:nvPr/>
        </p:nvSpPr>
        <p:spPr>
          <a:xfrm>
            <a:off x="4783453" y="2083901"/>
            <a:ext cx="1482291" cy="481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Sex = 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8A0D4EA-8C14-368F-0F0F-45E4D8178E3C}"/>
              </a:ext>
            </a:extLst>
          </p:cNvPr>
          <p:cNvSpPr/>
          <p:nvPr/>
        </p:nvSpPr>
        <p:spPr>
          <a:xfrm>
            <a:off x="3525537" y="2959801"/>
            <a:ext cx="1482291" cy="481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Price &gt; 20$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5612499-B1E3-CF93-03A6-991F39B7BA63}"/>
              </a:ext>
            </a:extLst>
          </p:cNvPr>
          <p:cNvCxnSpPr>
            <a:cxnSpLocks/>
            <a:stCxn id="22" idx="2"/>
            <a:endCxn id="29" idx="0"/>
          </p:cNvCxnSpPr>
          <p:nvPr/>
        </p:nvCxnSpPr>
        <p:spPr>
          <a:xfrm flipH="1">
            <a:off x="5524599" y="1825623"/>
            <a:ext cx="1355403" cy="258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1DA94F1F-3361-A1E1-8BFB-0FCC93610B5F}"/>
              </a:ext>
            </a:extLst>
          </p:cNvPr>
          <p:cNvSpPr/>
          <p:nvPr/>
        </p:nvSpPr>
        <p:spPr>
          <a:xfrm>
            <a:off x="2327362" y="3968850"/>
            <a:ext cx="1482291" cy="481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Survive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1051F94-12FE-8B85-0D19-277D0FC741B6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 flipH="1">
            <a:off x="4266683" y="2565164"/>
            <a:ext cx="1257916" cy="394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508C11B-5090-C231-3D9F-87CB81203EE8}"/>
              </a:ext>
            </a:extLst>
          </p:cNvPr>
          <p:cNvCxnSpPr>
            <a:cxnSpLocks/>
            <a:stCxn id="30" idx="2"/>
            <a:endCxn id="34" idx="0"/>
          </p:cNvCxnSpPr>
          <p:nvPr/>
        </p:nvCxnSpPr>
        <p:spPr>
          <a:xfrm flipH="1">
            <a:off x="3068508" y="3441064"/>
            <a:ext cx="1198175" cy="52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ight Arrow 42">
            <a:extLst>
              <a:ext uri="{FF2B5EF4-FFF2-40B4-BE49-F238E27FC236}">
                <a16:creationId xmlns:a16="http://schemas.microsoft.com/office/drawing/2014/main" id="{2B7EA276-CCFB-7705-7AB1-0AF92114FB3F}"/>
              </a:ext>
            </a:extLst>
          </p:cNvPr>
          <p:cNvSpPr/>
          <p:nvPr/>
        </p:nvSpPr>
        <p:spPr>
          <a:xfrm>
            <a:off x="866274" y="3781157"/>
            <a:ext cx="1320006" cy="856648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Leaf Node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CCF8870-8F6A-76B8-8AE7-1D77340B5F6C}"/>
              </a:ext>
            </a:extLst>
          </p:cNvPr>
          <p:cNvSpPr/>
          <p:nvPr/>
        </p:nvSpPr>
        <p:spPr>
          <a:xfrm>
            <a:off x="4895641" y="3963885"/>
            <a:ext cx="1482291" cy="481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Survived</a:t>
            </a:r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4B357833-0F01-3BE7-A80B-66CB21FC3893}"/>
              </a:ext>
            </a:extLst>
          </p:cNvPr>
          <p:cNvSpPr/>
          <p:nvPr/>
        </p:nvSpPr>
        <p:spPr>
          <a:xfrm rot="16200000">
            <a:off x="4976783" y="4867760"/>
            <a:ext cx="1320006" cy="856648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Leaf Node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C41C00B-DFF1-9CDA-FA14-14DDE6FB5DA0}"/>
              </a:ext>
            </a:extLst>
          </p:cNvPr>
          <p:cNvCxnSpPr>
            <a:cxnSpLocks/>
            <a:stCxn id="30" idx="2"/>
            <a:endCxn id="44" idx="0"/>
          </p:cNvCxnSpPr>
          <p:nvPr/>
        </p:nvCxnSpPr>
        <p:spPr>
          <a:xfrm>
            <a:off x="4266683" y="3441064"/>
            <a:ext cx="1370104" cy="522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4E9D3BC-810A-E38A-6D97-6E497BC6A26E}"/>
              </a:ext>
            </a:extLst>
          </p:cNvPr>
          <p:cNvCxnSpPr>
            <a:cxnSpLocks/>
            <a:stCxn id="29" idx="2"/>
            <a:endCxn id="52" idx="0"/>
          </p:cNvCxnSpPr>
          <p:nvPr/>
        </p:nvCxnSpPr>
        <p:spPr>
          <a:xfrm>
            <a:off x="5524599" y="2565164"/>
            <a:ext cx="2046972" cy="394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CBAECDBA-EE38-A1B5-9519-2D87AB0309AB}"/>
              </a:ext>
            </a:extLst>
          </p:cNvPr>
          <p:cNvSpPr/>
          <p:nvPr/>
        </p:nvSpPr>
        <p:spPr>
          <a:xfrm>
            <a:off x="6830425" y="2959801"/>
            <a:ext cx="1482291" cy="481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Survived</a:t>
            </a:r>
          </a:p>
        </p:txBody>
      </p:sp>
      <p:sp>
        <p:nvSpPr>
          <p:cNvPr id="63" name="Right Arrow 62">
            <a:extLst>
              <a:ext uri="{FF2B5EF4-FFF2-40B4-BE49-F238E27FC236}">
                <a16:creationId xmlns:a16="http://schemas.microsoft.com/office/drawing/2014/main" id="{CA166A8A-D732-675C-AADB-5AE726E8845E}"/>
              </a:ext>
            </a:extLst>
          </p:cNvPr>
          <p:cNvSpPr/>
          <p:nvPr/>
        </p:nvSpPr>
        <p:spPr>
          <a:xfrm rot="16200000">
            <a:off x="6961144" y="3725498"/>
            <a:ext cx="1320006" cy="856648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Leaf Node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098AC56-C015-4718-98B4-DC8B7433763B}"/>
              </a:ext>
            </a:extLst>
          </p:cNvPr>
          <p:cNvCxnSpPr>
            <a:cxnSpLocks/>
            <a:stCxn id="22" idx="2"/>
            <a:endCxn id="68" idx="0"/>
          </p:cNvCxnSpPr>
          <p:nvPr/>
        </p:nvCxnSpPr>
        <p:spPr>
          <a:xfrm>
            <a:off x="6880002" y="1825623"/>
            <a:ext cx="2514166" cy="564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27D6DF18-C693-31C7-AF9A-2ED4DA962CFD}"/>
              </a:ext>
            </a:extLst>
          </p:cNvPr>
          <p:cNvSpPr/>
          <p:nvPr/>
        </p:nvSpPr>
        <p:spPr>
          <a:xfrm>
            <a:off x="8653022" y="2390087"/>
            <a:ext cx="1482291" cy="481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Survived</a:t>
            </a:r>
          </a:p>
        </p:txBody>
      </p:sp>
      <p:sp>
        <p:nvSpPr>
          <p:cNvPr id="71" name="Right Arrow 70">
            <a:extLst>
              <a:ext uri="{FF2B5EF4-FFF2-40B4-BE49-F238E27FC236}">
                <a16:creationId xmlns:a16="http://schemas.microsoft.com/office/drawing/2014/main" id="{CA468A41-C1C3-B6B3-2CBA-CAA6AA40AAB5}"/>
              </a:ext>
            </a:extLst>
          </p:cNvPr>
          <p:cNvSpPr/>
          <p:nvPr/>
        </p:nvSpPr>
        <p:spPr>
          <a:xfrm>
            <a:off x="5717929" y="344245"/>
            <a:ext cx="1320006" cy="85664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Parent Node</a:t>
            </a:r>
          </a:p>
        </p:txBody>
      </p:sp>
      <p:sp>
        <p:nvSpPr>
          <p:cNvPr id="72" name="Right Arrow 71">
            <a:extLst>
              <a:ext uri="{FF2B5EF4-FFF2-40B4-BE49-F238E27FC236}">
                <a16:creationId xmlns:a16="http://schemas.microsoft.com/office/drawing/2014/main" id="{BD6FAF3C-4215-28DB-DDFF-83B22C804324}"/>
              </a:ext>
            </a:extLst>
          </p:cNvPr>
          <p:cNvSpPr/>
          <p:nvPr/>
        </p:nvSpPr>
        <p:spPr>
          <a:xfrm>
            <a:off x="4313439" y="1141639"/>
            <a:ext cx="1320006" cy="85664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Branch Node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F9E4663-3A3A-3729-D7D5-FF50F034E967}"/>
              </a:ext>
            </a:extLst>
          </p:cNvPr>
          <p:cNvGrpSpPr/>
          <p:nvPr/>
        </p:nvGrpSpPr>
        <p:grpSpPr>
          <a:xfrm>
            <a:off x="2123811" y="219619"/>
            <a:ext cx="6811522" cy="4300200"/>
            <a:chOff x="2123811" y="219619"/>
            <a:chExt cx="6811522" cy="430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65B33A9-7BD8-AA12-7BA2-8345FDE524A4}"/>
                    </a:ext>
                  </a:extLst>
                </p14:cNvPr>
                <p14:cNvContentPartPr/>
                <p14:nvPr/>
              </p14:nvContentPartPr>
              <p14:xfrm>
                <a:off x="2617693" y="707779"/>
                <a:ext cx="124920" cy="180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65B33A9-7BD8-AA12-7BA2-8345FDE524A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11573" y="701659"/>
                  <a:ext cx="1371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C1B6DE7-EA99-B6B6-4C81-709C267FC01B}"/>
                    </a:ext>
                  </a:extLst>
                </p14:cNvPr>
                <p14:cNvContentPartPr/>
                <p14:nvPr/>
              </p14:nvContentPartPr>
              <p14:xfrm>
                <a:off x="2628133" y="777259"/>
                <a:ext cx="109800" cy="4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C1B6DE7-EA99-B6B6-4C81-709C267FC01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22013" y="771139"/>
                  <a:ext cx="12204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CA884AB-71D8-4B0A-98BA-E018BD002B12}"/>
                    </a:ext>
                  </a:extLst>
                </p14:cNvPr>
                <p14:cNvContentPartPr/>
                <p14:nvPr/>
              </p14:nvContentPartPr>
              <p14:xfrm>
                <a:off x="2822893" y="765379"/>
                <a:ext cx="138240" cy="277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CA884AB-71D8-4B0A-98BA-E018BD002B1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16773" y="759259"/>
                  <a:ext cx="1504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F055EC5-51A9-F8D9-4B40-93FE80AAD8D2}"/>
                    </a:ext>
                  </a:extLst>
                </p14:cNvPr>
                <p14:cNvContentPartPr/>
                <p14:nvPr/>
              </p14:nvContentPartPr>
              <p14:xfrm>
                <a:off x="2942053" y="774379"/>
                <a:ext cx="183600" cy="118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F055EC5-51A9-F8D9-4B40-93FE80AAD8D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35933" y="768259"/>
                  <a:ext cx="1958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36E90E6-B65C-A400-57BE-F1CF215EC076}"/>
                    </a:ext>
                  </a:extLst>
                </p14:cNvPr>
                <p14:cNvContentPartPr/>
                <p14:nvPr/>
              </p14:nvContentPartPr>
              <p14:xfrm>
                <a:off x="3676813" y="534619"/>
                <a:ext cx="132840" cy="286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36E90E6-B65C-A400-57BE-F1CF215EC07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70693" y="528499"/>
                  <a:ext cx="1450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E8631A4-7A01-1D9D-EFAC-054AE5ADB3DE}"/>
                    </a:ext>
                  </a:extLst>
                </p14:cNvPr>
                <p14:cNvContentPartPr/>
                <p14:nvPr/>
              </p14:nvContentPartPr>
              <p14:xfrm>
                <a:off x="3801733" y="700219"/>
                <a:ext cx="146880" cy="97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E8631A4-7A01-1D9D-EFAC-054AE5ADB3D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95613" y="694099"/>
                  <a:ext cx="1591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4471FDC-DF89-3873-D77B-320F5CC24EC8}"/>
                    </a:ext>
                  </a:extLst>
                </p14:cNvPr>
                <p14:cNvContentPartPr/>
                <p14:nvPr/>
              </p14:nvContentPartPr>
              <p14:xfrm>
                <a:off x="3933853" y="683299"/>
                <a:ext cx="56160" cy="100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4471FDC-DF89-3873-D77B-320F5CC24EC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27733" y="677179"/>
                  <a:ext cx="684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B724668-7924-D113-AFD5-34CCBAC4DFB4}"/>
                    </a:ext>
                  </a:extLst>
                </p14:cNvPr>
                <p14:cNvContentPartPr/>
                <p14:nvPr/>
              </p14:nvContentPartPr>
              <p14:xfrm>
                <a:off x="3933853" y="709939"/>
                <a:ext cx="59040" cy="61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B724668-7924-D113-AFD5-34CCBAC4DFB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27733" y="703819"/>
                  <a:ext cx="712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D856B95-087F-207C-2B64-7FD9DB1F7E0B}"/>
                    </a:ext>
                  </a:extLst>
                </p14:cNvPr>
                <p14:cNvContentPartPr/>
                <p14:nvPr/>
              </p14:nvContentPartPr>
              <p14:xfrm>
                <a:off x="4648813" y="604819"/>
                <a:ext cx="134640" cy="192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D856B95-087F-207C-2B64-7FD9DB1F7E0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42693" y="598699"/>
                  <a:ext cx="1468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0C97700-E00D-7D89-C0F9-60C656AE8867}"/>
                    </a:ext>
                  </a:extLst>
                </p14:cNvPr>
                <p14:cNvContentPartPr/>
                <p14:nvPr/>
              </p14:nvContentPartPr>
              <p14:xfrm>
                <a:off x="4686973" y="517339"/>
                <a:ext cx="28080" cy="333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0C97700-E00D-7D89-C0F9-60C656AE886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80853" y="511219"/>
                  <a:ext cx="403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F3DD4DC-407F-A97C-88FD-3FE808035AB6}"/>
                    </a:ext>
                  </a:extLst>
                </p14:cNvPr>
                <p14:cNvContentPartPr/>
                <p14:nvPr/>
              </p14:nvContentPartPr>
              <p14:xfrm>
                <a:off x="4725493" y="527419"/>
                <a:ext cx="40320" cy="295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F3DD4DC-407F-A97C-88FD-3FE808035AB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19373" y="521299"/>
                  <a:ext cx="525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3F545EF-8890-4AB6-4143-F9BE070166F1}"/>
                    </a:ext>
                  </a:extLst>
                </p14:cNvPr>
                <p14:cNvContentPartPr/>
                <p14:nvPr/>
              </p14:nvContentPartPr>
              <p14:xfrm>
                <a:off x="3154453" y="3493819"/>
                <a:ext cx="240840" cy="305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3F545EF-8890-4AB6-4143-F9BE070166F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48333" y="3487699"/>
                  <a:ext cx="2530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3FD7E5A-D570-4B5F-0743-DBA6E7835F31}"/>
                    </a:ext>
                  </a:extLst>
                </p14:cNvPr>
                <p14:cNvContentPartPr/>
                <p14:nvPr/>
              </p14:nvContentPartPr>
              <p14:xfrm>
                <a:off x="4985413" y="3471859"/>
                <a:ext cx="236880" cy="214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3FD7E5A-D570-4B5F-0743-DBA6E7835F3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79293" y="3465739"/>
                  <a:ext cx="2491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BFEFB31-EAF9-E3EB-CFF9-7856BDA62FEB}"/>
                    </a:ext>
                  </a:extLst>
                </p14:cNvPr>
                <p14:cNvContentPartPr/>
                <p14:nvPr/>
              </p14:nvContentPartPr>
              <p14:xfrm>
                <a:off x="4588693" y="2557819"/>
                <a:ext cx="138600" cy="254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BFEFB31-EAF9-E3EB-CFF9-7856BDA62FE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82573" y="2551699"/>
                  <a:ext cx="1508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E59F27F-852B-9F06-405A-D598D442FD3B}"/>
                    </a:ext>
                  </a:extLst>
                </p14:cNvPr>
                <p14:cNvContentPartPr/>
                <p14:nvPr/>
              </p14:nvContentPartPr>
              <p14:xfrm>
                <a:off x="6646453" y="2524699"/>
                <a:ext cx="206640" cy="212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E59F27F-852B-9F06-405A-D598D442FD3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40333" y="2518579"/>
                  <a:ext cx="2188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9A57ED8-A692-C253-D6B1-B79D6DD4C5F3}"/>
                    </a:ext>
                  </a:extLst>
                </p14:cNvPr>
                <p14:cNvContentPartPr/>
                <p14:nvPr/>
              </p14:nvContentPartPr>
              <p14:xfrm>
                <a:off x="5681293" y="1646659"/>
                <a:ext cx="295920" cy="339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9A57ED8-A692-C253-D6B1-B79D6DD4C5F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675173" y="1640539"/>
                  <a:ext cx="3081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8574305-F637-0F53-1D5D-38297E8D29C0}"/>
                    </a:ext>
                  </a:extLst>
                </p14:cNvPr>
                <p14:cNvContentPartPr/>
                <p14:nvPr/>
              </p14:nvContentPartPr>
              <p14:xfrm>
                <a:off x="7005733" y="1063459"/>
                <a:ext cx="168480" cy="282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8574305-F637-0F53-1D5D-38297E8D29C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999613" y="1057339"/>
                  <a:ext cx="1807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1894568-2620-1CD1-CC06-6F9EDC968141}"/>
                    </a:ext>
                  </a:extLst>
                </p14:cNvPr>
                <p14:cNvContentPartPr/>
                <p14:nvPr/>
              </p14:nvContentPartPr>
              <p14:xfrm>
                <a:off x="8753173" y="1194139"/>
                <a:ext cx="182160" cy="269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1894568-2620-1CD1-CC06-6F9EDC96814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47053" y="1188019"/>
                  <a:ext cx="1944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CBFEE40-92A5-6BD7-C738-039446963BEF}"/>
                    </a:ext>
                  </a:extLst>
                </p14:cNvPr>
                <p14:cNvContentPartPr/>
                <p14:nvPr/>
              </p14:nvContentPartPr>
              <p14:xfrm>
                <a:off x="2123811" y="219619"/>
                <a:ext cx="6685200" cy="4300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CBFEE40-92A5-6BD7-C738-039446963BE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17691" y="213499"/>
                  <a:ext cx="6697440" cy="431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587AEF9-9561-C3C0-3BD6-213A803DBA79}"/>
              </a:ext>
            </a:extLst>
          </p:cNvPr>
          <p:cNvGrpSpPr/>
          <p:nvPr/>
        </p:nvGrpSpPr>
        <p:grpSpPr>
          <a:xfrm>
            <a:off x="6243651" y="1141579"/>
            <a:ext cx="424080" cy="200880"/>
            <a:chOff x="6243651" y="1141579"/>
            <a:chExt cx="42408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5897FF6-B528-F5B5-B783-DDE435F79FE8}"/>
                    </a:ext>
                  </a:extLst>
                </p14:cNvPr>
                <p14:cNvContentPartPr/>
                <p14:nvPr/>
              </p14:nvContentPartPr>
              <p14:xfrm>
                <a:off x="6243651" y="1141579"/>
                <a:ext cx="3600" cy="1436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5897FF6-B528-F5B5-B783-DDE435F79FE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37531" y="1135459"/>
                  <a:ext cx="158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9701AA4-2AD2-2FC5-82C7-F1A48E31E60D}"/>
                    </a:ext>
                  </a:extLst>
                </p14:cNvPr>
                <p14:cNvContentPartPr/>
                <p14:nvPr/>
              </p14:nvContentPartPr>
              <p14:xfrm>
                <a:off x="6330771" y="1145179"/>
                <a:ext cx="77400" cy="1911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9701AA4-2AD2-2FC5-82C7-F1A48E31E60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324651" y="1139059"/>
                  <a:ext cx="896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3C72EE4-FA4A-B59F-EF6F-5A1621C864BE}"/>
                    </a:ext>
                  </a:extLst>
                </p14:cNvPr>
                <p14:cNvContentPartPr/>
                <p14:nvPr/>
              </p14:nvContentPartPr>
              <p14:xfrm>
                <a:off x="6345531" y="1147699"/>
                <a:ext cx="87480" cy="24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3C72EE4-FA4A-B59F-EF6F-5A1621C864B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339411" y="1141579"/>
                  <a:ext cx="997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03B797A-134D-FFB9-1BA5-AB2DF2DF5BB6}"/>
                    </a:ext>
                  </a:extLst>
                </p14:cNvPr>
                <p14:cNvContentPartPr/>
                <p14:nvPr/>
              </p14:nvContentPartPr>
              <p14:xfrm>
                <a:off x="6485211" y="1165699"/>
                <a:ext cx="182520" cy="176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03B797A-134D-FFB9-1BA5-AB2DF2DF5BB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479091" y="1159579"/>
                  <a:ext cx="19476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764359C-3695-8065-7AF8-1EFB862FCBC3}"/>
              </a:ext>
            </a:extLst>
          </p:cNvPr>
          <p:cNvGrpSpPr/>
          <p:nvPr/>
        </p:nvGrpSpPr>
        <p:grpSpPr>
          <a:xfrm>
            <a:off x="5459211" y="1856899"/>
            <a:ext cx="316800" cy="205560"/>
            <a:chOff x="5459211" y="1856899"/>
            <a:chExt cx="316800" cy="20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4A245D4-F658-69F2-DECD-FA0062C82957}"/>
                    </a:ext>
                  </a:extLst>
                </p14:cNvPr>
                <p14:cNvContentPartPr/>
                <p14:nvPr/>
              </p14:nvContentPartPr>
              <p14:xfrm>
                <a:off x="5459211" y="1856899"/>
                <a:ext cx="10440" cy="195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4A245D4-F658-69F2-DECD-FA0062C8295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53091" y="1850779"/>
                  <a:ext cx="226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4AD1F55-269C-7FD5-3279-8DA8797AAE94}"/>
                    </a:ext>
                  </a:extLst>
                </p14:cNvPr>
                <p14:cNvContentPartPr/>
                <p14:nvPr/>
              </p14:nvContentPartPr>
              <p14:xfrm>
                <a:off x="5520411" y="1881379"/>
                <a:ext cx="105840" cy="174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4AD1F55-269C-7FD5-3279-8DA8797AAE9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14291" y="1875259"/>
                  <a:ext cx="1180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9E04818-0187-A142-3FBD-5DDFD27A74D5}"/>
                    </a:ext>
                  </a:extLst>
                </p14:cNvPr>
                <p14:cNvContentPartPr/>
                <p14:nvPr/>
              </p14:nvContentPartPr>
              <p14:xfrm>
                <a:off x="5647851" y="1886779"/>
                <a:ext cx="128160" cy="1756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9E04818-0187-A142-3FBD-5DDFD27A74D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41731" y="1880659"/>
                  <a:ext cx="14040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E2AE5C3-83BC-744E-32CA-5D9D2F263CF0}"/>
              </a:ext>
            </a:extLst>
          </p:cNvPr>
          <p:cNvGrpSpPr/>
          <p:nvPr/>
        </p:nvGrpSpPr>
        <p:grpSpPr>
          <a:xfrm>
            <a:off x="3779811" y="2689579"/>
            <a:ext cx="340560" cy="212400"/>
            <a:chOff x="3779811" y="2689579"/>
            <a:chExt cx="340560" cy="21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5945DE3-C642-EB85-DDAA-FA9086225144}"/>
                    </a:ext>
                  </a:extLst>
                </p14:cNvPr>
                <p14:cNvContentPartPr/>
                <p14:nvPr/>
              </p14:nvContentPartPr>
              <p14:xfrm>
                <a:off x="3779811" y="2705779"/>
                <a:ext cx="155880" cy="1962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5945DE3-C642-EB85-DDAA-FA908622514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73691" y="2699659"/>
                  <a:ext cx="1681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192D8B9-4F6F-B959-C667-77C8B3576EA4}"/>
                    </a:ext>
                  </a:extLst>
                </p14:cNvPr>
                <p14:cNvContentPartPr/>
                <p14:nvPr/>
              </p14:nvContentPartPr>
              <p14:xfrm>
                <a:off x="3840291" y="2817739"/>
                <a:ext cx="111600" cy="7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192D8B9-4F6F-B959-C667-77C8B3576EA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34171" y="2811619"/>
                  <a:ext cx="1238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6B46880-E1BE-C278-65B5-63A1E5DE5961}"/>
                    </a:ext>
                  </a:extLst>
                </p14:cNvPr>
                <p14:cNvContentPartPr/>
                <p14:nvPr/>
              </p14:nvContentPartPr>
              <p14:xfrm>
                <a:off x="4018851" y="2689579"/>
                <a:ext cx="101520" cy="179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6B46880-E1BE-C278-65B5-63A1E5DE596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012731" y="2683459"/>
                  <a:ext cx="11376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EF75E6C4-F0EA-D17D-7EDC-08A7F4348E02}"/>
              </a:ext>
            </a:extLst>
          </p:cNvPr>
          <p:cNvGrpSpPr/>
          <p:nvPr/>
        </p:nvGrpSpPr>
        <p:grpSpPr>
          <a:xfrm>
            <a:off x="2518011" y="3698299"/>
            <a:ext cx="289800" cy="200880"/>
            <a:chOff x="2518011" y="3698299"/>
            <a:chExt cx="28980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6240003-755E-40B5-5060-EBCC0BEF0709}"/>
                    </a:ext>
                  </a:extLst>
                </p14:cNvPr>
                <p14:cNvContentPartPr/>
                <p14:nvPr/>
              </p14:nvContentPartPr>
              <p14:xfrm>
                <a:off x="2518011" y="3698299"/>
                <a:ext cx="116640" cy="2008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6240003-755E-40B5-5060-EBCC0BEF070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11891" y="3692179"/>
                  <a:ext cx="1288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79FE762-DA63-A52B-9E39-DFF6302B9544}"/>
                    </a:ext>
                  </a:extLst>
                </p14:cNvPr>
                <p14:cNvContentPartPr/>
                <p14:nvPr/>
              </p14:nvContentPartPr>
              <p14:xfrm>
                <a:off x="2709531" y="3715219"/>
                <a:ext cx="98280" cy="129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79FE762-DA63-A52B-9E39-DFF6302B954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703411" y="3709099"/>
                  <a:ext cx="110520" cy="14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25222233-FF31-C1BA-75C8-6893EFDBAEF4}"/>
                  </a:ext>
                </a:extLst>
              </p14:cNvPr>
              <p14:cNvContentPartPr/>
              <p14:nvPr/>
            </p14:nvContentPartPr>
            <p14:xfrm>
              <a:off x="1169811" y="3102499"/>
              <a:ext cx="568800" cy="8096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25222233-FF31-C1BA-75C8-6893EFDBAEF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63691" y="3096379"/>
                <a:ext cx="581040" cy="82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045D9DEC-C31D-5B10-E51A-5FF44068A7E1}"/>
                  </a:ext>
                </a:extLst>
              </p14:cNvPr>
              <p14:cNvContentPartPr/>
              <p14:nvPr/>
            </p14:nvContentPartPr>
            <p14:xfrm>
              <a:off x="2656251" y="4065499"/>
              <a:ext cx="815400" cy="30852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045D9DEC-C31D-5B10-E51A-5FF44068A7E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650131" y="4059379"/>
                <a:ext cx="827640" cy="32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5AD8A69-25B1-28AA-6C26-FBE3ADD8D5AB}"/>
              </a:ext>
            </a:extLst>
          </p:cNvPr>
          <p:cNvGrpSpPr/>
          <p:nvPr/>
        </p:nvGrpSpPr>
        <p:grpSpPr>
          <a:xfrm>
            <a:off x="3883851" y="3916099"/>
            <a:ext cx="409320" cy="235080"/>
            <a:chOff x="3883851" y="3916099"/>
            <a:chExt cx="409320" cy="2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64C6C53-A8C6-55E3-698A-7B8E041457F7}"/>
                    </a:ext>
                  </a:extLst>
                </p14:cNvPr>
                <p14:cNvContentPartPr/>
                <p14:nvPr/>
              </p14:nvContentPartPr>
              <p14:xfrm>
                <a:off x="3883851" y="3916099"/>
                <a:ext cx="200520" cy="2350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64C6C53-A8C6-55E3-698A-7B8E041457F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877731" y="3909979"/>
                  <a:ext cx="2127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050DE04-AB78-1E58-9F48-97793AF430D1}"/>
                    </a:ext>
                  </a:extLst>
                </p14:cNvPr>
                <p14:cNvContentPartPr/>
                <p14:nvPr/>
              </p14:nvContentPartPr>
              <p14:xfrm>
                <a:off x="4102371" y="3939499"/>
                <a:ext cx="190800" cy="1598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050DE04-AB78-1E58-9F48-97793AF430D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096251" y="3933379"/>
                  <a:ext cx="20304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A9AE38A2-C1FF-84B5-C7A5-BC760BFEE00D}"/>
              </a:ext>
            </a:extLst>
          </p:cNvPr>
          <p:cNvGrpSpPr/>
          <p:nvPr/>
        </p:nvGrpSpPr>
        <p:grpSpPr>
          <a:xfrm>
            <a:off x="4040451" y="4287619"/>
            <a:ext cx="262080" cy="250560"/>
            <a:chOff x="4040451" y="4287619"/>
            <a:chExt cx="262080" cy="2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8E540E6-5DFD-7AD4-860B-DC8187F41012}"/>
                    </a:ext>
                  </a:extLst>
                </p14:cNvPr>
                <p14:cNvContentPartPr/>
                <p14:nvPr/>
              </p14:nvContentPartPr>
              <p14:xfrm>
                <a:off x="4040451" y="4328299"/>
                <a:ext cx="57600" cy="2098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8E540E6-5DFD-7AD4-860B-DC8187F4101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034331" y="4322179"/>
                  <a:ext cx="698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333D117-76BB-7D28-EDD5-FD99C194A1AD}"/>
                    </a:ext>
                  </a:extLst>
                </p14:cNvPr>
                <p14:cNvContentPartPr/>
                <p14:nvPr/>
              </p14:nvContentPartPr>
              <p14:xfrm>
                <a:off x="4162851" y="4287619"/>
                <a:ext cx="139680" cy="210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333D117-76BB-7D28-EDD5-FD99C194A1A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156731" y="4281499"/>
                  <a:ext cx="151920" cy="22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6BEAFAAF-BEAE-6448-3C2C-8A45B628C82F}"/>
              </a:ext>
            </a:extLst>
          </p:cNvPr>
          <p:cNvGrpSpPr/>
          <p:nvPr/>
        </p:nvGrpSpPr>
        <p:grpSpPr>
          <a:xfrm>
            <a:off x="2639331" y="4798459"/>
            <a:ext cx="1051560" cy="637200"/>
            <a:chOff x="2639331" y="4798459"/>
            <a:chExt cx="1051560" cy="63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BABA529-4014-6604-393F-6D4E2BEB5277}"/>
                    </a:ext>
                  </a:extLst>
                </p14:cNvPr>
                <p14:cNvContentPartPr/>
                <p14:nvPr/>
              </p14:nvContentPartPr>
              <p14:xfrm>
                <a:off x="2639331" y="4943179"/>
                <a:ext cx="114480" cy="187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BABA529-4014-6604-393F-6D4E2BEB527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633211" y="4937059"/>
                  <a:ext cx="1267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62C8379-A132-29DB-99DC-02D1109EC98C}"/>
                    </a:ext>
                  </a:extLst>
                </p14:cNvPr>
                <p14:cNvContentPartPr/>
                <p14:nvPr/>
              </p14:nvContentPartPr>
              <p14:xfrm>
                <a:off x="2797011" y="4991779"/>
                <a:ext cx="54360" cy="1278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62C8379-A132-29DB-99DC-02D1109EC98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790891" y="4985659"/>
                  <a:ext cx="666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88F78E1-1859-F108-CAEB-6179E4F593CC}"/>
                    </a:ext>
                  </a:extLst>
                </p14:cNvPr>
                <p14:cNvContentPartPr/>
                <p14:nvPr/>
              </p14:nvContentPartPr>
              <p14:xfrm>
                <a:off x="2838051" y="5036779"/>
                <a:ext cx="117720" cy="2383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88F78E1-1859-F108-CAEB-6179E4F593C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831931" y="5030659"/>
                  <a:ext cx="1299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1D02FA3-8AAC-3782-677C-128975F06E2E}"/>
                    </a:ext>
                  </a:extLst>
                </p14:cNvPr>
                <p14:cNvContentPartPr/>
                <p14:nvPr/>
              </p14:nvContentPartPr>
              <p14:xfrm>
                <a:off x="2918331" y="5221819"/>
                <a:ext cx="91440" cy="2138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1D02FA3-8AAC-3782-677C-128975F06E2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912211" y="5215699"/>
                  <a:ext cx="1036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FEE4E30-E58D-C2BE-69DC-42CF9BF2EDEF}"/>
                    </a:ext>
                  </a:extLst>
                </p14:cNvPr>
                <p14:cNvContentPartPr/>
                <p14:nvPr/>
              </p14:nvContentPartPr>
              <p14:xfrm>
                <a:off x="3088611" y="5237299"/>
                <a:ext cx="91440" cy="1170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FEE4E30-E58D-C2BE-69DC-42CF9BF2EDE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082491" y="5231179"/>
                  <a:ext cx="1036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AE5E505-12B9-4486-4969-A65007F8BCB8}"/>
                    </a:ext>
                  </a:extLst>
                </p14:cNvPr>
                <p14:cNvContentPartPr/>
                <p14:nvPr/>
              </p14:nvContentPartPr>
              <p14:xfrm>
                <a:off x="3129291" y="5011939"/>
                <a:ext cx="75960" cy="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AE5E505-12B9-4486-4969-A65007F8BCB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123171" y="5005819"/>
                  <a:ext cx="882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B697459-3647-E48A-56DA-E4E27F06E12C}"/>
                    </a:ext>
                  </a:extLst>
                </p14:cNvPr>
                <p14:cNvContentPartPr/>
                <p14:nvPr/>
              </p14:nvContentPartPr>
              <p14:xfrm>
                <a:off x="3131091" y="4964779"/>
                <a:ext cx="64800" cy="3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B697459-3647-E48A-56DA-E4E27F06E12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124971" y="4958659"/>
                  <a:ext cx="770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2E22D29-192D-C828-5D69-23C76AFEB75E}"/>
                    </a:ext>
                  </a:extLst>
                </p14:cNvPr>
                <p14:cNvContentPartPr/>
                <p14:nvPr/>
              </p14:nvContentPartPr>
              <p14:xfrm>
                <a:off x="3352131" y="4846339"/>
                <a:ext cx="168840" cy="1519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2E22D29-192D-C828-5D69-23C76AFEB75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346011" y="4840219"/>
                  <a:ext cx="1810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E32BC97-1E76-4B3A-F93B-C817AD6DC704}"/>
                    </a:ext>
                  </a:extLst>
                </p14:cNvPr>
                <p14:cNvContentPartPr/>
                <p14:nvPr/>
              </p14:nvContentPartPr>
              <p14:xfrm>
                <a:off x="3488211" y="4932739"/>
                <a:ext cx="92520" cy="316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E32BC97-1E76-4B3A-F93B-C817AD6DC70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482091" y="4926619"/>
                  <a:ext cx="1047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B097168-EE9A-F75D-84FE-CBE1585C02CA}"/>
                    </a:ext>
                  </a:extLst>
                </p14:cNvPr>
                <p14:cNvContentPartPr/>
                <p14:nvPr/>
              </p14:nvContentPartPr>
              <p14:xfrm>
                <a:off x="3606291" y="4877659"/>
                <a:ext cx="49680" cy="1670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B097168-EE9A-F75D-84FE-CBE1585C02C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600171" y="4871539"/>
                  <a:ext cx="619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B157130-3ACF-B01D-0074-2FC27A8BADD5}"/>
                    </a:ext>
                  </a:extLst>
                </p14:cNvPr>
                <p14:cNvContentPartPr/>
                <p14:nvPr/>
              </p14:nvContentPartPr>
              <p14:xfrm>
                <a:off x="3619251" y="4871899"/>
                <a:ext cx="71640" cy="241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B157130-3ACF-B01D-0074-2FC27A8BADD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613131" y="4865779"/>
                  <a:ext cx="83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1C77952-87A7-CF6C-4432-97DAB425744C}"/>
                    </a:ext>
                  </a:extLst>
                </p14:cNvPr>
                <p14:cNvContentPartPr/>
                <p14:nvPr/>
              </p14:nvContentPartPr>
              <p14:xfrm>
                <a:off x="3230091" y="4798459"/>
                <a:ext cx="92160" cy="240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1C77952-87A7-CF6C-4432-97DAB425744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223971" y="4792339"/>
                  <a:ext cx="1044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BCED03A-F882-2B10-6AE3-85669286883C}"/>
                    </a:ext>
                  </a:extLst>
                </p14:cNvPr>
                <p14:cNvContentPartPr/>
                <p14:nvPr/>
              </p14:nvContentPartPr>
              <p14:xfrm>
                <a:off x="3175731" y="4834099"/>
                <a:ext cx="360" cy="3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BCED03A-F882-2B10-6AE3-85669286883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169611" y="4827979"/>
                  <a:ext cx="126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AD2DBA2-7028-CECD-556C-AE820B5BE217}"/>
                    </a:ext>
                  </a:extLst>
                </p14:cNvPr>
                <p14:cNvContentPartPr/>
                <p14:nvPr/>
              </p14:nvContentPartPr>
              <p14:xfrm>
                <a:off x="3259611" y="5030299"/>
                <a:ext cx="10440" cy="7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AD2DBA2-7028-CECD-556C-AE820B5BE21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253491" y="5024179"/>
                  <a:ext cx="22680" cy="1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93398EE-C545-E117-C826-18D180B9880B}"/>
              </a:ext>
            </a:extLst>
          </p:cNvPr>
          <p:cNvGrpSpPr/>
          <p:nvPr/>
        </p:nvGrpSpPr>
        <p:grpSpPr>
          <a:xfrm>
            <a:off x="5602491" y="2556379"/>
            <a:ext cx="1199520" cy="1487160"/>
            <a:chOff x="5602491" y="2556379"/>
            <a:chExt cx="1199520" cy="148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6283612-DE9C-7284-DA19-7EDC93DC5AF6}"/>
                    </a:ext>
                  </a:extLst>
                </p14:cNvPr>
                <p14:cNvContentPartPr/>
                <p14:nvPr/>
              </p14:nvContentPartPr>
              <p14:xfrm>
                <a:off x="5790051" y="3698659"/>
                <a:ext cx="146160" cy="211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6283612-DE9C-7284-DA19-7EDC93DC5AF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783931" y="3692539"/>
                  <a:ext cx="1584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87C1D8F-98B4-58B2-5C06-EE41960BBD90}"/>
                    </a:ext>
                  </a:extLst>
                </p14:cNvPr>
                <p14:cNvContentPartPr/>
                <p14:nvPr/>
              </p14:nvContentPartPr>
              <p14:xfrm>
                <a:off x="6006051" y="3696859"/>
                <a:ext cx="121680" cy="1886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87C1D8F-98B4-58B2-5C06-EE41960BBD9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99931" y="3690739"/>
                  <a:ext cx="1339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65A5651-1083-046B-AF5C-DDA06CB099DA}"/>
                    </a:ext>
                  </a:extLst>
                </p14:cNvPr>
                <p14:cNvContentPartPr/>
                <p14:nvPr/>
              </p14:nvContentPartPr>
              <p14:xfrm>
                <a:off x="5602491" y="2556379"/>
                <a:ext cx="1199520" cy="1487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65A5651-1083-046B-AF5C-DDA06CB099D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596371" y="2550259"/>
                  <a:ext cx="1211760" cy="149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FE8ABDE-0445-80FF-508A-F51549619341}"/>
              </a:ext>
            </a:extLst>
          </p:cNvPr>
          <p:cNvGrpSpPr/>
          <p:nvPr/>
        </p:nvGrpSpPr>
        <p:grpSpPr>
          <a:xfrm>
            <a:off x="7526691" y="-74141"/>
            <a:ext cx="3996720" cy="3391200"/>
            <a:chOff x="7526691" y="-74141"/>
            <a:chExt cx="3996720" cy="339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970AF4B-C182-2D47-63B3-09BAD6C67E4B}"/>
                    </a:ext>
                  </a:extLst>
                </p14:cNvPr>
                <p14:cNvContentPartPr/>
                <p14:nvPr/>
              </p14:nvContentPartPr>
              <p14:xfrm>
                <a:off x="7819011" y="344539"/>
                <a:ext cx="175680" cy="2278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970AF4B-C182-2D47-63B3-09BAD6C67E4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812891" y="338419"/>
                  <a:ext cx="1879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2DCFCC8-68AA-523E-A575-8DE7E27B34E0}"/>
                    </a:ext>
                  </a:extLst>
                </p14:cNvPr>
                <p14:cNvContentPartPr/>
                <p14:nvPr/>
              </p14:nvContentPartPr>
              <p14:xfrm>
                <a:off x="8018091" y="379819"/>
                <a:ext cx="105840" cy="178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2DCFCC8-68AA-523E-A575-8DE7E27B34E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011971" y="373699"/>
                  <a:ext cx="1180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F8178C2-1FD5-B933-3461-08FC765BC534}"/>
                    </a:ext>
                  </a:extLst>
                </p14:cNvPr>
                <p14:cNvContentPartPr/>
                <p14:nvPr/>
              </p14:nvContentPartPr>
              <p14:xfrm>
                <a:off x="8130411" y="337339"/>
                <a:ext cx="96840" cy="213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F8178C2-1FD5-B933-3461-08FC765BC53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124291" y="331219"/>
                  <a:ext cx="1090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D30D682-151B-6D42-2410-2EE0A7F24426}"/>
                    </a:ext>
                  </a:extLst>
                </p14:cNvPr>
                <p14:cNvContentPartPr/>
                <p14:nvPr/>
              </p14:nvContentPartPr>
              <p14:xfrm>
                <a:off x="9772371" y="1157059"/>
                <a:ext cx="116640" cy="2574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D30D682-151B-6D42-2410-2EE0A7F2442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766251" y="1150939"/>
                  <a:ext cx="1288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B40AD76-E702-7A0B-F025-A1BC48AED4C4}"/>
                    </a:ext>
                  </a:extLst>
                </p14:cNvPr>
                <p14:cNvContentPartPr/>
                <p14:nvPr/>
              </p14:nvContentPartPr>
              <p14:xfrm>
                <a:off x="9834651" y="1175059"/>
                <a:ext cx="47160" cy="3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B40AD76-E702-7A0B-F025-A1BC48AED4C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828531" y="1168939"/>
                  <a:ext cx="594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5356BA7-77CE-37FC-91F5-E24ADD3631D8}"/>
                    </a:ext>
                  </a:extLst>
                </p14:cNvPr>
                <p14:cNvContentPartPr/>
                <p14:nvPr/>
              </p14:nvContentPartPr>
              <p14:xfrm>
                <a:off x="9927171" y="1188379"/>
                <a:ext cx="147960" cy="208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5356BA7-77CE-37FC-91F5-E24ADD3631D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921051" y="1182259"/>
                  <a:ext cx="1602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9CE05A6-E9C5-3991-D355-2F04B9C5E017}"/>
                    </a:ext>
                  </a:extLst>
                </p14:cNvPr>
                <p14:cNvContentPartPr/>
                <p14:nvPr/>
              </p14:nvContentPartPr>
              <p14:xfrm>
                <a:off x="8915931" y="2142379"/>
                <a:ext cx="120240" cy="2595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9CE05A6-E9C5-3991-D355-2F04B9C5E01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909811" y="2136259"/>
                  <a:ext cx="1324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F1545CA-1C61-103B-F734-E6D1A8F05E26}"/>
                    </a:ext>
                  </a:extLst>
                </p14:cNvPr>
                <p14:cNvContentPartPr/>
                <p14:nvPr/>
              </p14:nvContentPartPr>
              <p14:xfrm>
                <a:off x="9034731" y="2201779"/>
                <a:ext cx="162360" cy="1854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F1545CA-1C61-103B-F734-E6D1A8F05E2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28611" y="2195659"/>
                  <a:ext cx="1746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C36EE96-1C78-2056-0746-C8CA24E29ECC}"/>
                    </a:ext>
                  </a:extLst>
                </p14:cNvPr>
                <p14:cNvContentPartPr/>
                <p14:nvPr/>
              </p14:nvContentPartPr>
              <p14:xfrm>
                <a:off x="7526691" y="2725579"/>
                <a:ext cx="84600" cy="208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C36EE96-1C78-2056-0746-C8CA24E29EC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520571" y="2719459"/>
                  <a:ext cx="968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487CBC3-98D1-BED2-4056-DA43EBC53401}"/>
                    </a:ext>
                  </a:extLst>
                </p14:cNvPr>
                <p14:cNvContentPartPr/>
                <p14:nvPr/>
              </p14:nvContentPartPr>
              <p14:xfrm>
                <a:off x="7588971" y="2770579"/>
                <a:ext cx="62640" cy="3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487CBC3-98D1-BED2-4056-DA43EBC5340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582851" y="2764459"/>
                  <a:ext cx="7488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BDC702D-0971-F592-0C1E-4537AB063AB2}"/>
                    </a:ext>
                  </a:extLst>
                </p14:cNvPr>
                <p14:cNvContentPartPr/>
                <p14:nvPr/>
              </p14:nvContentPartPr>
              <p14:xfrm>
                <a:off x="7689411" y="2751499"/>
                <a:ext cx="146520" cy="2041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BDC702D-0971-F592-0C1E-4537AB063AB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683291" y="2745379"/>
                  <a:ext cx="1587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3D7EAA2-42D9-5061-AD08-345BF82EB1E2}"/>
                    </a:ext>
                  </a:extLst>
                </p14:cNvPr>
                <p14:cNvContentPartPr/>
                <p14:nvPr/>
              </p14:nvContentPartPr>
              <p14:xfrm>
                <a:off x="7853571" y="1217899"/>
                <a:ext cx="1505880" cy="20991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3D7EAA2-42D9-5061-AD08-345BF82EB1E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847451" y="1211779"/>
                  <a:ext cx="1518120" cy="21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C049F75-23F4-C553-E17E-8E31CEBA3E29}"/>
                    </a:ext>
                  </a:extLst>
                </p14:cNvPr>
                <p14:cNvContentPartPr/>
                <p14:nvPr/>
              </p14:nvContentPartPr>
              <p14:xfrm>
                <a:off x="9732051" y="1436419"/>
                <a:ext cx="1291680" cy="12178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C049F75-23F4-C553-E17E-8E31CEBA3E2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725931" y="1430299"/>
                  <a:ext cx="1303920" cy="12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A4CEF43-5479-E1FA-4377-9D7BFD2C6E88}"/>
                    </a:ext>
                  </a:extLst>
                </p14:cNvPr>
                <p14:cNvContentPartPr/>
                <p14:nvPr/>
              </p14:nvContentPartPr>
              <p14:xfrm>
                <a:off x="9983331" y="-74141"/>
                <a:ext cx="1540080" cy="18471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A4CEF43-5479-E1FA-4377-9D7BFD2C6E8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977211" y="-80261"/>
                  <a:ext cx="1552320" cy="1859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9" name="Rectangle 158">
            <a:extLst>
              <a:ext uri="{FF2B5EF4-FFF2-40B4-BE49-F238E27FC236}">
                <a16:creationId xmlns:a16="http://schemas.microsoft.com/office/drawing/2014/main" id="{134339AE-EFF1-D0E6-9103-EE9A9DB91CC1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Decision Trees</a:t>
            </a:r>
          </a:p>
        </p:txBody>
      </p:sp>
    </p:spTree>
    <p:extLst>
      <p:ext uri="{BB962C8B-B14F-4D97-AF65-F5344CB8AC3E}">
        <p14:creationId xmlns:p14="http://schemas.microsoft.com/office/powerpoint/2010/main" val="259821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A56A22-3B43-71E0-3622-3DC9D2E0DD2C}"/>
              </a:ext>
            </a:extLst>
          </p:cNvPr>
          <p:cNvSpPr/>
          <p:nvPr/>
        </p:nvSpPr>
        <p:spPr>
          <a:xfrm>
            <a:off x="3089709" y="2824229"/>
            <a:ext cx="3493971" cy="1006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45AF36A6-1B25-6F4B-A277-01F3549AC0AE}"/>
              </a:ext>
            </a:extLst>
          </p:cNvPr>
          <p:cNvSpPr/>
          <p:nvPr/>
        </p:nvSpPr>
        <p:spPr>
          <a:xfrm>
            <a:off x="-231006" y="3070459"/>
            <a:ext cx="2417286" cy="1567346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Leaf Node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5D8EE27-FD76-2BB1-1692-57AD70B783F1}"/>
              </a:ext>
            </a:extLst>
          </p:cNvPr>
          <p:cNvSpPr/>
          <p:nvPr/>
        </p:nvSpPr>
        <p:spPr>
          <a:xfrm>
            <a:off x="3328735" y="3070459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57A5C0-4DDE-70F9-809A-FC6B3D1149A7}"/>
              </a:ext>
            </a:extLst>
          </p:cNvPr>
          <p:cNvSpPr/>
          <p:nvPr/>
        </p:nvSpPr>
        <p:spPr>
          <a:xfrm>
            <a:off x="5471390" y="3070459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480253E-C637-C245-E485-9AC394F1037D}"/>
              </a:ext>
            </a:extLst>
          </p:cNvPr>
          <p:cNvSpPr/>
          <p:nvPr/>
        </p:nvSpPr>
        <p:spPr>
          <a:xfrm>
            <a:off x="5173006" y="3070459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E652CA6-68EF-5C0D-3230-09838920C30C}"/>
              </a:ext>
            </a:extLst>
          </p:cNvPr>
          <p:cNvSpPr/>
          <p:nvPr/>
        </p:nvSpPr>
        <p:spPr>
          <a:xfrm>
            <a:off x="3647974" y="304960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E9C817-293F-E98D-8A2B-0F00B36B9A15}"/>
              </a:ext>
            </a:extLst>
          </p:cNvPr>
          <p:cNvSpPr/>
          <p:nvPr/>
        </p:nvSpPr>
        <p:spPr>
          <a:xfrm>
            <a:off x="4867433" y="304960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A83D092-FC24-95DE-9E7B-C2E4346D10F8}"/>
              </a:ext>
            </a:extLst>
          </p:cNvPr>
          <p:cNvSpPr/>
          <p:nvPr/>
        </p:nvSpPr>
        <p:spPr>
          <a:xfrm>
            <a:off x="3964003" y="304960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085064-2995-70BA-62FC-14A7606F6373}"/>
              </a:ext>
            </a:extLst>
          </p:cNvPr>
          <p:cNvSpPr/>
          <p:nvPr/>
        </p:nvSpPr>
        <p:spPr>
          <a:xfrm>
            <a:off x="4562375" y="304960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77D29D2-5858-6A8A-EBBD-7B30ED56DA62}"/>
              </a:ext>
            </a:extLst>
          </p:cNvPr>
          <p:cNvSpPr/>
          <p:nvPr/>
        </p:nvSpPr>
        <p:spPr>
          <a:xfrm>
            <a:off x="4283242" y="304960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71F3F17-C4FE-8BA2-85D0-3AAC5C9F6BA0}"/>
              </a:ext>
            </a:extLst>
          </p:cNvPr>
          <p:cNvSpPr/>
          <p:nvPr/>
        </p:nvSpPr>
        <p:spPr>
          <a:xfrm>
            <a:off x="3335410" y="3396115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5B7DB40-D394-44D9-F54F-FB1F348BEE06}"/>
              </a:ext>
            </a:extLst>
          </p:cNvPr>
          <p:cNvSpPr/>
          <p:nvPr/>
        </p:nvSpPr>
        <p:spPr>
          <a:xfrm>
            <a:off x="5478065" y="3396115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9CE54A3-7846-6C2F-7A7C-09C03B43CD2C}"/>
              </a:ext>
            </a:extLst>
          </p:cNvPr>
          <p:cNvSpPr/>
          <p:nvPr/>
        </p:nvSpPr>
        <p:spPr>
          <a:xfrm>
            <a:off x="5179681" y="3396115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C5B3BCA-A4D4-BF23-BA0C-0FE82DD59AA2}"/>
              </a:ext>
            </a:extLst>
          </p:cNvPr>
          <p:cNvSpPr/>
          <p:nvPr/>
        </p:nvSpPr>
        <p:spPr>
          <a:xfrm>
            <a:off x="3654649" y="3375260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2607116-8991-2FD1-3E16-627B1FE0082F}"/>
              </a:ext>
            </a:extLst>
          </p:cNvPr>
          <p:cNvSpPr/>
          <p:nvPr/>
        </p:nvSpPr>
        <p:spPr>
          <a:xfrm>
            <a:off x="4874108" y="3375260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A4BA05A-9CE1-3DF6-F52B-CF23A06076E7}"/>
              </a:ext>
            </a:extLst>
          </p:cNvPr>
          <p:cNvSpPr/>
          <p:nvPr/>
        </p:nvSpPr>
        <p:spPr>
          <a:xfrm>
            <a:off x="3970678" y="3375260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DD1EDF7-B869-CDF6-A044-B024B435EDC8}"/>
              </a:ext>
            </a:extLst>
          </p:cNvPr>
          <p:cNvSpPr/>
          <p:nvPr/>
        </p:nvSpPr>
        <p:spPr>
          <a:xfrm>
            <a:off x="4569050" y="3375260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92C935F-8E48-71D1-C518-DDBDB366E438}"/>
              </a:ext>
            </a:extLst>
          </p:cNvPr>
          <p:cNvSpPr/>
          <p:nvPr/>
        </p:nvSpPr>
        <p:spPr>
          <a:xfrm>
            <a:off x="4289917" y="3375260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D744CD-88E9-D635-5187-AA5F6EED9BB5}"/>
              </a:ext>
            </a:extLst>
          </p:cNvPr>
          <p:cNvSpPr/>
          <p:nvPr/>
        </p:nvSpPr>
        <p:spPr>
          <a:xfrm>
            <a:off x="7513550" y="2824229"/>
            <a:ext cx="3493971" cy="1006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ABB99EF-C24A-8BEE-8782-BFF01C6A3D67}"/>
              </a:ext>
            </a:extLst>
          </p:cNvPr>
          <p:cNvSpPr/>
          <p:nvPr/>
        </p:nvSpPr>
        <p:spPr>
          <a:xfrm>
            <a:off x="7752576" y="3070459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F331D46-E3A7-BBFD-1D95-3D1AA74556AA}"/>
              </a:ext>
            </a:extLst>
          </p:cNvPr>
          <p:cNvSpPr/>
          <p:nvPr/>
        </p:nvSpPr>
        <p:spPr>
          <a:xfrm>
            <a:off x="9895231" y="3070459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09E7B70-08AD-108D-6EB1-4790A7051182}"/>
              </a:ext>
            </a:extLst>
          </p:cNvPr>
          <p:cNvSpPr/>
          <p:nvPr/>
        </p:nvSpPr>
        <p:spPr>
          <a:xfrm>
            <a:off x="9596847" y="3070459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0410877-D341-449B-05E7-FBEDEA786099}"/>
              </a:ext>
            </a:extLst>
          </p:cNvPr>
          <p:cNvSpPr/>
          <p:nvPr/>
        </p:nvSpPr>
        <p:spPr>
          <a:xfrm>
            <a:off x="8071815" y="304960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C308601-2C7E-189D-F5D7-8CF1CA778E79}"/>
              </a:ext>
            </a:extLst>
          </p:cNvPr>
          <p:cNvSpPr/>
          <p:nvPr/>
        </p:nvSpPr>
        <p:spPr>
          <a:xfrm>
            <a:off x="9291274" y="304960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ABFE985-0AA8-04C9-DAFF-E86118AA7664}"/>
              </a:ext>
            </a:extLst>
          </p:cNvPr>
          <p:cNvSpPr/>
          <p:nvPr/>
        </p:nvSpPr>
        <p:spPr>
          <a:xfrm>
            <a:off x="8387844" y="304960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6860259-F571-E157-1A98-AF38A00A4F49}"/>
              </a:ext>
            </a:extLst>
          </p:cNvPr>
          <p:cNvSpPr/>
          <p:nvPr/>
        </p:nvSpPr>
        <p:spPr>
          <a:xfrm>
            <a:off x="8986216" y="304960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6AC6FF9-93A6-C6F1-95A6-BC0A1CDD074B}"/>
              </a:ext>
            </a:extLst>
          </p:cNvPr>
          <p:cNvSpPr/>
          <p:nvPr/>
        </p:nvSpPr>
        <p:spPr>
          <a:xfrm>
            <a:off x="8707083" y="304960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1202FA9-88BA-5ABB-3C7E-18A82CA69645}"/>
              </a:ext>
            </a:extLst>
          </p:cNvPr>
          <p:cNvSpPr/>
          <p:nvPr/>
        </p:nvSpPr>
        <p:spPr>
          <a:xfrm>
            <a:off x="7759251" y="3396115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5A64F20-6228-5589-4D6D-8615B2E2456E}"/>
              </a:ext>
            </a:extLst>
          </p:cNvPr>
          <p:cNvSpPr/>
          <p:nvPr/>
        </p:nvSpPr>
        <p:spPr>
          <a:xfrm>
            <a:off x="9901906" y="3396115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272C57A-9553-2A3E-D05A-299649E323C4}"/>
              </a:ext>
            </a:extLst>
          </p:cNvPr>
          <p:cNvSpPr/>
          <p:nvPr/>
        </p:nvSpPr>
        <p:spPr>
          <a:xfrm>
            <a:off x="9603522" y="3396115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1A2BCBB-C80A-B1D4-B855-E16F7F5E1462}"/>
              </a:ext>
            </a:extLst>
          </p:cNvPr>
          <p:cNvSpPr/>
          <p:nvPr/>
        </p:nvSpPr>
        <p:spPr>
          <a:xfrm>
            <a:off x="8078490" y="337526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53349E7-6ADC-C453-5FD5-6FEC417EF1FF}"/>
              </a:ext>
            </a:extLst>
          </p:cNvPr>
          <p:cNvSpPr/>
          <p:nvPr/>
        </p:nvSpPr>
        <p:spPr>
          <a:xfrm>
            <a:off x="9297949" y="337526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07F9B0C-525A-6301-211B-135FD5C7E697}"/>
              </a:ext>
            </a:extLst>
          </p:cNvPr>
          <p:cNvSpPr/>
          <p:nvPr/>
        </p:nvSpPr>
        <p:spPr>
          <a:xfrm>
            <a:off x="8394519" y="337526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67A0E9B-933D-7BB4-8111-43660A6F67CF}"/>
              </a:ext>
            </a:extLst>
          </p:cNvPr>
          <p:cNvSpPr/>
          <p:nvPr/>
        </p:nvSpPr>
        <p:spPr>
          <a:xfrm>
            <a:off x="8992891" y="337526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AC63F57-68C1-6F0E-4E36-C0FF19A64AE4}"/>
              </a:ext>
            </a:extLst>
          </p:cNvPr>
          <p:cNvSpPr/>
          <p:nvPr/>
        </p:nvSpPr>
        <p:spPr>
          <a:xfrm>
            <a:off x="8713758" y="337526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784CDA8-7EB0-A4E4-55C6-6812F298892E}"/>
              </a:ext>
            </a:extLst>
          </p:cNvPr>
          <p:cNvSpPr/>
          <p:nvPr/>
        </p:nvSpPr>
        <p:spPr>
          <a:xfrm>
            <a:off x="6127513" y="3071702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1081EDA-F29F-6035-976B-E0BD074386CA}"/>
              </a:ext>
            </a:extLst>
          </p:cNvPr>
          <p:cNvSpPr/>
          <p:nvPr/>
        </p:nvSpPr>
        <p:spPr>
          <a:xfrm>
            <a:off x="5829129" y="3071702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51797D1-D518-1273-C24B-9220617F39A2}"/>
              </a:ext>
            </a:extLst>
          </p:cNvPr>
          <p:cNvSpPr/>
          <p:nvPr/>
        </p:nvSpPr>
        <p:spPr>
          <a:xfrm>
            <a:off x="6134188" y="3397358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AB9926B-C78F-F911-3349-659B165C1C38}"/>
              </a:ext>
            </a:extLst>
          </p:cNvPr>
          <p:cNvSpPr/>
          <p:nvPr/>
        </p:nvSpPr>
        <p:spPr>
          <a:xfrm>
            <a:off x="5835804" y="3397358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CC333D5-6B8A-0EE1-5F1A-863506E71826}"/>
              </a:ext>
            </a:extLst>
          </p:cNvPr>
          <p:cNvSpPr/>
          <p:nvPr/>
        </p:nvSpPr>
        <p:spPr>
          <a:xfrm>
            <a:off x="5146566" y="483686"/>
            <a:ext cx="3493971" cy="16627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BC1FC54-0F16-6BA0-05E0-4C66ECA3F44E}"/>
              </a:ext>
            </a:extLst>
          </p:cNvPr>
          <p:cNvSpPr/>
          <p:nvPr/>
        </p:nvSpPr>
        <p:spPr>
          <a:xfrm>
            <a:off x="5385592" y="729916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A98BEC8-1DE5-5772-262C-3E6F49450D50}"/>
              </a:ext>
            </a:extLst>
          </p:cNvPr>
          <p:cNvSpPr/>
          <p:nvPr/>
        </p:nvSpPr>
        <p:spPr>
          <a:xfrm>
            <a:off x="7528247" y="729916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4E26FD6-47E5-67B3-741D-6B0494D0933C}"/>
              </a:ext>
            </a:extLst>
          </p:cNvPr>
          <p:cNvSpPr/>
          <p:nvPr/>
        </p:nvSpPr>
        <p:spPr>
          <a:xfrm>
            <a:off x="7229863" y="729916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2CB0388-C2A2-1224-9667-F2D8F8485745}"/>
              </a:ext>
            </a:extLst>
          </p:cNvPr>
          <p:cNvSpPr/>
          <p:nvPr/>
        </p:nvSpPr>
        <p:spPr>
          <a:xfrm>
            <a:off x="5704831" y="70906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77C67D5-CEE9-B0EF-A8EB-B06C25A0D8FC}"/>
              </a:ext>
            </a:extLst>
          </p:cNvPr>
          <p:cNvSpPr/>
          <p:nvPr/>
        </p:nvSpPr>
        <p:spPr>
          <a:xfrm>
            <a:off x="6924290" y="70906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66DBB68-903B-EC40-D454-D6DF3E43CC87}"/>
              </a:ext>
            </a:extLst>
          </p:cNvPr>
          <p:cNvSpPr/>
          <p:nvPr/>
        </p:nvSpPr>
        <p:spPr>
          <a:xfrm>
            <a:off x="6020860" y="70906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49B45A1-5297-8803-2C0E-BA8CDC3F16B2}"/>
              </a:ext>
            </a:extLst>
          </p:cNvPr>
          <p:cNvSpPr/>
          <p:nvPr/>
        </p:nvSpPr>
        <p:spPr>
          <a:xfrm>
            <a:off x="6619232" y="70906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8448B16-8BBA-96A6-B5A1-440C66228228}"/>
              </a:ext>
            </a:extLst>
          </p:cNvPr>
          <p:cNvSpPr/>
          <p:nvPr/>
        </p:nvSpPr>
        <p:spPr>
          <a:xfrm>
            <a:off x="6340099" y="70906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0EE76DE-0AA9-2741-78D3-737B06964A86}"/>
              </a:ext>
            </a:extLst>
          </p:cNvPr>
          <p:cNvSpPr/>
          <p:nvPr/>
        </p:nvSpPr>
        <p:spPr>
          <a:xfrm>
            <a:off x="5392267" y="1055572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8EBC33D-DF33-4670-DAC0-45F94ECFE098}"/>
              </a:ext>
            </a:extLst>
          </p:cNvPr>
          <p:cNvSpPr/>
          <p:nvPr/>
        </p:nvSpPr>
        <p:spPr>
          <a:xfrm>
            <a:off x="7534922" y="1055572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E1079EA-D8A8-C27C-1080-5EA03D3754C9}"/>
              </a:ext>
            </a:extLst>
          </p:cNvPr>
          <p:cNvSpPr/>
          <p:nvPr/>
        </p:nvSpPr>
        <p:spPr>
          <a:xfrm>
            <a:off x="7236538" y="1055572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07EAAF7-EF3E-4237-4CA8-678746E28880}"/>
              </a:ext>
            </a:extLst>
          </p:cNvPr>
          <p:cNvSpPr/>
          <p:nvPr/>
        </p:nvSpPr>
        <p:spPr>
          <a:xfrm>
            <a:off x="5711506" y="1034717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EF31082-00B3-CFF6-73D7-9528BF2A6FB3}"/>
              </a:ext>
            </a:extLst>
          </p:cNvPr>
          <p:cNvSpPr/>
          <p:nvPr/>
        </p:nvSpPr>
        <p:spPr>
          <a:xfrm>
            <a:off x="6930965" y="1034717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151E38A-789B-3664-C26F-B63E259F5643}"/>
              </a:ext>
            </a:extLst>
          </p:cNvPr>
          <p:cNvSpPr/>
          <p:nvPr/>
        </p:nvSpPr>
        <p:spPr>
          <a:xfrm>
            <a:off x="6027535" y="1034717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3911FB6-120E-A53B-3950-EA67347EE97D}"/>
              </a:ext>
            </a:extLst>
          </p:cNvPr>
          <p:cNvSpPr/>
          <p:nvPr/>
        </p:nvSpPr>
        <p:spPr>
          <a:xfrm>
            <a:off x="6625907" y="1034717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F9C4425-1854-DD19-A1E6-8442870EBFBB}"/>
              </a:ext>
            </a:extLst>
          </p:cNvPr>
          <p:cNvSpPr/>
          <p:nvPr/>
        </p:nvSpPr>
        <p:spPr>
          <a:xfrm>
            <a:off x="6346774" y="1034717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D6DDB87-C75B-447C-A9D7-69784A59FC44}"/>
              </a:ext>
            </a:extLst>
          </p:cNvPr>
          <p:cNvSpPr/>
          <p:nvPr/>
        </p:nvSpPr>
        <p:spPr>
          <a:xfrm>
            <a:off x="8152544" y="72991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B89C545-1B01-7888-C95C-477EC103C0B8}"/>
              </a:ext>
            </a:extLst>
          </p:cNvPr>
          <p:cNvSpPr/>
          <p:nvPr/>
        </p:nvSpPr>
        <p:spPr>
          <a:xfrm>
            <a:off x="7854160" y="72991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EDCAAA9-B266-6038-DD1A-E38D43E27B7B}"/>
              </a:ext>
            </a:extLst>
          </p:cNvPr>
          <p:cNvSpPr/>
          <p:nvPr/>
        </p:nvSpPr>
        <p:spPr>
          <a:xfrm>
            <a:off x="8159219" y="1055572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D8416D8-8ECB-72E3-8452-8491B30CE9AC}"/>
              </a:ext>
            </a:extLst>
          </p:cNvPr>
          <p:cNvSpPr/>
          <p:nvPr/>
        </p:nvSpPr>
        <p:spPr>
          <a:xfrm>
            <a:off x="7860835" y="1055572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85849C9-1DFC-A9BB-7C25-6135A9C71B43}"/>
              </a:ext>
            </a:extLst>
          </p:cNvPr>
          <p:cNvSpPr/>
          <p:nvPr/>
        </p:nvSpPr>
        <p:spPr>
          <a:xfrm>
            <a:off x="5405303" y="1369601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5966D35-F7B5-EBC2-CCFA-98FED1F2971D}"/>
              </a:ext>
            </a:extLst>
          </p:cNvPr>
          <p:cNvSpPr/>
          <p:nvPr/>
        </p:nvSpPr>
        <p:spPr>
          <a:xfrm>
            <a:off x="7547958" y="1369601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DBAAA1D-6A94-70ED-C1EA-9EE287E4BA02}"/>
              </a:ext>
            </a:extLst>
          </p:cNvPr>
          <p:cNvSpPr/>
          <p:nvPr/>
        </p:nvSpPr>
        <p:spPr>
          <a:xfrm>
            <a:off x="7249574" y="1369601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931DE5B6-353A-3694-F555-5DEE08FD5DCA}"/>
              </a:ext>
            </a:extLst>
          </p:cNvPr>
          <p:cNvSpPr/>
          <p:nvPr/>
        </p:nvSpPr>
        <p:spPr>
          <a:xfrm>
            <a:off x="5724542" y="134874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8CA2FF2-3F02-B132-4B05-E05EFC3FE894}"/>
              </a:ext>
            </a:extLst>
          </p:cNvPr>
          <p:cNvSpPr/>
          <p:nvPr/>
        </p:nvSpPr>
        <p:spPr>
          <a:xfrm>
            <a:off x="6944001" y="134874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D80F332-87CA-809F-5555-463E466F1ECF}"/>
              </a:ext>
            </a:extLst>
          </p:cNvPr>
          <p:cNvSpPr/>
          <p:nvPr/>
        </p:nvSpPr>
        <p:spPr>
          <a:xfrm>
            <a:off x="6040571" y="134874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B913898-6EDA-7B0B-6F62-5EB3297974EA}"/>
              </a:ext>
            </a:extLst>
          </p:cNvPr>
          <p:cNvSpPr/>
          <p:nvPr/>
        </p:nvSpPr>
        <p:spPr>
          <a:xfrm>
            <a:off x="6638943" y="134874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DAD963A-95BE-4EE7-DC8B-755EC3BD1D02}"/>
              </a:ext>
            </a:extLst>
          </p:cNvPr>
          <p:cNvSpPr/>
          <p:nvPr/>
        </p:nvSpPr>
        <p:spPr>
          <a:xfrm>
            <a:off x="6359810" y="134874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B3D7D6C-310A-7C91-7EFC-EE2EE5EECB69}"/>
              </a:ext>
            </a:extLst>
          </p:cNvPr>
          <p:cNvSpPr/>
          <p:nvPr/>
        </p:nvSpPr>
        <p:spPr>
          <a:xfrm>
            <a:off x="5411978" y="1695257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4E14FBC-857F-58CE-7703-5A468F79622A}"/>
              </a:ext>
            </a:extLst>
          </p:cNvPr>
          <p:cNvSpPr/>
          <p:nvPr/>
        </p:nvSpPr>
        <p:spPr>
          <a:xfrm>
            <a:off x="7554633" y="1695257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6828B3B0-DBDA-E78D-D8FF-0AD4F741A3CE}"/>
              </a:ext>
            </a:extLst>
          </p:cNvPr>
          <p:cNvSpPr/>
          <p:nvPr/>
        </p:nvSpPr>
        <p:spPr>
          <a:xfrm>
            <a:off x="7256249" y="1695257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B1A828C-279C-8558-EA7D-7F0988C382EE}"/>
              </a:ext>
            </a:extLst>
          </p:cNvPr>
          <p:cNvSpPr/>
          <p:nvPr/>
        </p:nvSpPr>
        <p:spPr>
          <a:xfrm>
            <a:off x="5731217" y="1674402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5E88919D-8E4F-A11A-82D5-82299315AC0B}"/>
              </a:ext>
            </a:extLst>
          </p:cNvPr>
          <p:cNvSpPr/>
          <p:nvPr/>
        </p:nvSpPr>
        <p:spPr>
          <a:xfrm>
            <a:off x="6950676" y="1674402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6D0CB036-DE7E-6C7D-9C7A-63E19BA69FC2}"/>
              </a:ext>
            </a:extLst>
          </p:cNvPr>
          <p:cNvSpPr/>
          <p:nvPr/>
        </p:nvSpPr>
        <p:spPr>
          <a:xfrm>
            <a:off x="6047246" y="1674402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2AF21D4-51FC-9D48-D4B3-3C67873CF699}"/>
              </a:ext>
            </a:extLst>
          </p:cNvPr>
          <p:cNvSpPr/>
          <p:nvPr/>
        </p:nvSpPr>
        <p:spPr>
          <a:xfrm>
            <a:off x="6645618" y="1674402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60C80C8-6CCD-28A3-357E-BDCEE34774D4}"/>
              </a:ext>
            </a:extLst>
          </p:cNvPr>
          <p:cNvSpPr/>
          <p:nvPr/>
        </p:nvSpPr>
        <p:spPr>
          <a:xfrm>
            <a:off x="6366485" y="1674402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E6B24969-D11C-956A-FEDD-BDA4A1AEB927}"/>
              </a:ext>
            </a:extLst>
          </p:cNvPr>
          <p:cNvSpPr/>
          <p:nvPr/>
        </p:nvSpPr>
        <p:spPr>
          <a:xfrm>
            <a:off x="8172255" y="136960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40B362CE-9078-DE93-18D0-C4562EE92AB4}"/>
              </a:ext>
            </a:extLst>
          </p:cNvPr>
          <p:cNvSpPr/>
          <p:nvPr/>
        </p:nvSpPr>
        <p:spPr>
          <a:xfrm>
            <a:off x="7873871" y="136960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24BC315A-51AF-B267-430A-3F786E5AE3DB}"/>
              </a:ext>
            </a:extLst>
          </p:cNvPr>
          <p:cNvSpPr/>
          <p:nvPr/>
        </p:nvSpPr>
        <p:spPr>
          <a:xfrm>
            <a:off x="8178930" y="1695257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A2B89B3-7676-C471-A08F-C2D297FD79A2}"/>
              </a:ext>
            </a:extLst>
          </p:cNvPr>
          <p:cNvSpPr/>
          <p:nvPr/>
        </p:nvSpPr>
        <p:spPr>
          <a:xfrm>
            <a:off x="7880546" y="1695257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FBB5200-ACFA-3E96-34BB-B353F6413300}"/>
              </a:ext>
            </a:extLst>
          </p:cNvPr>
          <p:cNvCxnSpPr>
            <a:cxnSpLocks/>
            <a:stCxn id="47" idx="2"/>
            <a:endCxn id="4" idx="0"/>
          </p:cNvCxnSpPr>
          <p:nvPr/>
        </p:nvCxnSpPr>
        <p:spPr>
          <a:xfrm flipH="1">
            <a:off x="4836695" y="2146434"/>
            <a:ext cx="2056857" cy="6777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8429C89-FFD5-DF67-C878-E283D6200AD2}"/>
              </a:ext>
            </a:extLst>
          </p:cNvPr>
          <p:cNvCxnSpPr>
            <a:cxnSpLocks/>
            <a:stCxn id="47" idx="2"/>
            <a:endCxn id="26" idx="0"/>
          </p:cNvCxnSpPr>
          <p:nvPr/>
        </p:nvCxnSpPr>
        <p:spPr>
          <a:xfrm>
            <a:off x="6893552" y="2146434"/>
            <a:ext cx="2366984" cy="6777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36418CF-97A6-463D-D919-7E7F45536258}"/>
              </a:ext>
            </a:extLst>
          </p:cNvPr>
          <p:cNvSpPr/>
          <p:nvPr/>
        </p:nvSpPr>
        <p:spPr>
          <a:xfrm rot="5634502">
            <a:off x="10659094" y="304490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23F3650-7947-6AC5-A3CB-5471ABF4B491}"/>
              </a:ext>
            </a:extLst>
          </p:cNvPr>
          <p:cNvSpPr/>
          <p:nvPr/>
        </p:nvSpPr>
        <p:spPr>
          <a:xfrm rot="5634502">
            <a:off x="10360710" y="304490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164C5AD-292E-E627-E31C-C1A4D3A865B3}"/>
              </a:ext>
            </a:extLst>
          </p:cNvPr>
          <p:cNvSpPr/>
          <p:nvPr/>
        </p:nvSpPr>
        <p:spPr>
          <a:xfrm rot="5634502">
            <a:off x="10665769" y="337055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22CE5F7-893D-088C-44A0-ECBF715A2273}"/>
              </a:ext>
            </a:extLst>
          </p:cNvPr>
          <p:cNvSpPr/>
          <p:nvPr/>
        </p:nvSpPr>
        <p:spPr>
          <a:xfrm rot="5634502">
            <a:off x="10367385" y="337055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16822CB-04EF-5D65-E254-9B0DCC7F298D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Decision Trees - Purity</a:t>
            </a:r>
          </a:p>
        </p:txBody>
      </p:sp>
    </p:spTree>
    <p:extLst>
      <p:ext uri="{BB962C8B-B14F-4D97-AF65-F5344CB8AC3E}">
        <p14:creationId xmlns:p14="http://schemas.microsoft.com/office/powerpoint/2010/main" val="3099870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F0B08-5784-7A6F-59FF-80480B814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DFBCF274-6EF7-FFF0-B94D-9A315CBE9A86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Classification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520AF9-60B3-0833-1616-00BD1C972389}"/>
              </a:ext>
            </a:extLst>
          </p:cNvPr>
          <p:cNvSpPr/>
          <p:nvPr/>
        </p:nvSpPr>
        <p:spPr>
          <a:xfrm>
            <a:off x="2204185" y="2612473"/>
            <a:ext cx="3493971" cy="1006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CFC1819-8DFE-F23A-F465-0BFD1CD43255}"/>
              </a:ext>
            </a:extLst>
          </p:cNvPr>
          <p:cNvSpPr/>
          <p:nvPr/>
        </p:nvSpPr>
        <p:spPr>
          <a:xfrm>
            <a:off x="2443211" y="2858703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09E92A8-BD86-D456-3995-6EB2E0E30632}"/>
              </a:ext>
            </a:extLst>
          </p:cNvPr>
          <p:cNvSpPr/>
          <p:nvPr/>
        </p:nvSpPr>
        <p:spPr>
          <a:xfrm>
            <a:off x="4585866" y="2858703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D1292B92-0F53-81CB-2ACE-D8B724A1813E}"/>
              </a:ext>
            </a:extLst>
          </p:cNvPr>
          <p:cNvSpPr/>
          <p:nvPr/>
        </p:nvSpPr>
        <p:spPr>
          <a:xfrm>
            <a:off x="4287482" y="2858703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683572E-FE4F-ABDE-301A-8413DF37AFC3}"/>
              </a:ext>
            </a:extLst>
          </p:cNvPr>
          <p:cNvSpPr/>
          <p:nvPr/>
        </p:nvSpPr>
        <p:spPr>
          <a:xfrm>
            <a:off x="2762450" y="2837848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587FC36D-55B2-D789-3B3D-91573E5256F1}"/>
              </a:ext>
            </a:extLst>
          </p:cNvPr>
          <p:cNvSpPr/>
          <p:nvPr/>
        </p:nvSpPr>
        <p:spPr>
          <a:xfrm>
            <a:off x="3981909" y="2837848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FA8DD84-56CB-74A9-F712-D845A86A50A2}"/>
              </a:ext>
            </a:extLst>
          </p:cNvPr>
          <p:cNvSpPr/>
          <p:nvPr/>
        </p:nvSpPr>
        <p:spPr>
          <a:xfrm>
            <a:off x="3078479" y="2837848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CE88FBDF-D8F9-9766-2CA8-6DF1714A6210}"/>
              </a:ext>
            </a:extLst>
          </p:cNvPr>
          <p:cNvSpPr/>
          <p:nvPr/>
        </p:nvSpPr>
        <p:spPr>
          <a:xfrm>
            <a:off x="3676851" y="2837848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165CF0C2-4174-4858-A90F-17E2473935F3}"/>
              </a:ext>
            </a:extLst>
          </p:cNvPr>
          <p:cNvSpPr/>
          <p:nvPr/>
        </p:nvSpPr>
        <p:spPr>
          <a:xfrm>
            <a:off x="3397718" y="2837848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42DF4D34-3F64-DCFA-AFDA-ED25E28B4F62}"/>
              </a:ext>
            </a:extLst>
          </p:cNvPr>
          <p:cNvSpPr/>
          <p:nvPr/>
        </p:nvSpPr>
        <p:spPr>
          <a:xfrm>
            <a:off x="2449886" y="3184359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8C2BEFBF-5EDC-3810-3FDF-7285847BFDCF}"/>
              </a:ext>
            </a:extLst>
          </p:cNvPr>
          <p:cNvSpPr/>
          <p:nvPr/>
        </p:nvSpPr>
        <p:spPr>
          <a:xfrm>
            <a:off x="4592541" y="3184359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1AD472E-7A6E-D66B-EC04-35650748C0BD}"/>
              </a:ext>
            </a:extLst>
          </p:cNvPr>
          <p:cNvSpPr/>
          <p:nvPr/>
        </p:nvSpPr>
        <p:spPr>
          <a:xfrm>
            <a:off x="4294157" y="3184359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A8FE0D8D-B57E-3E74-A24C-9C5AC47D0F4D}"/>
              </a:ext>
            </a:extLst>
          </p:cNvPr>
          <p:cNvSpPr/>
          <p:nvPr/>
        </p:nvSpPr>
        <p:spPr>
          <a:xfrm>
            <a:off x="2769125" y="316350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42059CF6-4BA3-3326-EDDA-E4D0967840EE}"/>
              </a:ext>
            </a:extLst>
          </p:cNvPr>
          <p:cNvSpPr/>
          <p:nvPr/>
        </p:nvSpPr>
        <p:spPr>
          <a:xfrm>
            <a:off x="3988584" y="316350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2564C3C5-C9D2-B0E3-1149-A20EBB1DC027}"/>
              </a:ext>
            </a:extLst>
          </p:cNvPr>
          <p:cNvSpPr/>
          <p:nvPr/>
        </p:nvSpPr>
        <p:spPr>
          <a:xfrm>
            <a:off x="3085154" y="316350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A99B300F-646D-EFB5-C534-26397202F9B5}"/>
              </a:ext>
            </a:extLst>
          </p:cNvPr>
          <p:cNvSpPr/>
          <p:nvPr/>
        </p:nvSpPr>
        <p:spPr>
          <a:xfrm>
            <a:off x="3683526" y="316350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1830C24-0C30-929A-DB0B-EA23F9BB6B65}"/>
              </a:ext>
            </a:extLst>
          </p:cNvPr>
          <p:cNvSpPr/>
          <p:nvPr/>
        </p:nvSpPr>
        <p:spPr>
          <a:xfrm>
            <a:off x="3404393" y="316350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BD05237-0D9C-E5C0-5CD7-101BC2855F81}"/>
              </a:ext>
            </a:extLst>
          </p:cNvPr>
          <p:cNvSpPr/>
          <p:nvPr/>
        </p:nvSpPr>
        <p:spPr>
          <a:xfrm>
            <a:off x="6628026" y="2612473"/>
            <a:ext cx="3493971" cy="1006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739657F0-E3C5-050E-D41B-C28D0FE563E8}"/>
              </a:ext>
            </a:extLst>
          </p:cNvPr>
          <p:cNvSpPr/>
          <p:nvPr/>
        </p:nvSpPr>
        <p:spPr>
          <a:xfrm>
            <a:off x="6867052" y="2858703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BB51C59C-F230-C7C5-20F6-0E086C963DE6}"/>
              </a:ext>
            </a:extLst>
          </p:cNvPr>
          <p:cNvSpPr/>
          <p:nvPr/>
        </p:nvSpPr>
        <p:spPr>
          <a:xfrm>
            <a:off x="9009707" y="2858703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7A927DBA-9E25-CC52-8D37-E40ADEDE3FA2}"/>
              </a:ext>
            </a:extLst>
          </p:cNvPr>
          <p:cNvSpPr/>
          <p:nvPr/>
        </p:nvSpPr>
        <p:spPr>
          <a:xfrm>
            <a:off x="8711323" y="2858703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25D7D3A2-6826-4CBF-8D06-AE6ADB733D57}"/>
              </a:ext>
            </a:extLst>
          </p:cNvPr>
          <p:cNvSpPr/>
          <p:nvPr/>
        </p:nvSpPr>
        <p:spPr>
          <a:xfrm>
            <a:off x="7186291" y="2837848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6CA13EB9-F2CC-42FE-7B5F-236257CED3C4}"/>
              </a:ext>
            </a:extLst>
          </p:cNvPr>
          <p:cNvSpPr/>
          <p:nvPr/>
        </p:nvSpPr>
        <p:spPr>
          <a:xfrm>
            <a:off x="8405750" y="2837848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570CF748-70E2-8367-525E-2FB02668A1F4}"/>
              </a:ext>
            </a:extLst>
          </p:cNvPr>
          <p:cNvSpPr/>
          <p:nvPr/>
        </p:nvSpPr>
        <p:spPr>
          <a:xfrm>
            <a:off x="7502320" y="2837848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9E457A98-B63A-8928-39F2-2927B3C608BC}"/>
              </a:ext>
            </a:extLst>
          </p:cNvPr>
          <p:cNvSpPr/>
          <p:nvPr/>
        </p:nvSpPr>
        <p:spPr>
          <a:xfrm>
            <a:off x="8100692" y="2837848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16CEA47E-EF30-BDD9-DFD7-8E70825D1B0F}"/>
              </a:ext>
            </a:extLst>
          </p:cNvPr>
          <p:cNvSpPr/>
          <p:nvPr/>
        </p:nvSpPr>
        <p:spPr>
          <a:xfrm>
            <a:off x="7821559" y="2837848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3CC00D37-69D3-6E89-2B09-2561EC7E0DB0}"/>
              </a:ext>
            </a:extLst>
          </p:cNvPr>
          <p:cNvSpPr/>
          <p:nvPr/>
        </p:nvSpPr>
        <p:spPr>
          <a:xfrm>
            <a:off x="6873727" y="3184359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C382320F-661B-D7AA-47C7-1659CFEED2E3}"/>
              </a:ext>
            </a:extLst>
          </p:cNvPr>
          <p:cNvSpPr/>
          <p:nvPr/>
        </p:nvSpPr>
        <p:spPr>
          <a:xfrm>
            <a:off x="9016382" y="3184359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20DDA27D-44F3-A82B-4BF0-0A662CBA47F5}"/>
              </a:ext>
            </a:extLst>
          </p:cNvPr>
          <p:cNvSpPr/>
          <p:nvPr/>
        </p:nvSpPr>
        <p:spPr>
          <a:xfrm>
            <a:off x="8717998" y="3184359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69E59039-6BE6-8EFE-CA6A-0FCABB57EFD4}"/>
              </a:ext>
            </a:extLst>
          </p:cNvPr>
          <p:cNvSpPr/>
          <p:nvPr/>
        </p:nvSpPr>
        <p:spPr>
          <a:xfrm>
            <a:off x="7192966" y="316350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009878A5-9437-8403-4FBE-43BDE1A8E1B2}"/>
              </a:ext>
            </a:extLst>
          </p:cNvPr>
          <p:cNvSpPr/>
          <p:nvPr/>
        </p:nvSpPr>
        <p:spPr>
          <a:xfrm>
            <a:off x="8412425" y="316350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1749CAC0-34AB-7D87-A490-0429602286E2}"/>
              </a:ext>
            </a:extLst>
          </p:cNvPr>
          <p:cNvSpPr/>
          <p:nvPr/>
        </p:nvSpPr>
        <p:spPr>
          <a:xfrm>
            <a:off x="7508995" y="316350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FCA3C11A-46C6-FDF8-8F88-F260C8832D29}"/>
              </a:ext>
            </a:extLst>
          </p:cNvPr>
          <p:cNvSpPr/>
          <p:nvPr/>
        </p:nvSpPr>
        <p:spPr>
          <a:xfrm>
            <a:off x="8107367" y="316350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BAF5EDA6-5B3F-9BA9-A46B-6F581674F27B}"/>
              </a:ext>
            </a:extLst>
          </p:cNvPr>
          <p:cNvSpPr/>
          <p:nvPr/>
        </p:nvSpPr>
        <p:spPr>
          <a:xfrm>
            <a:off x="7828234" y="316350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FC0D6BCE-1811-9569-0676-964759354107}"/>
              </a:ext>
            </a:extLst>
          </p:cNvPr>
          <p:cNvSpPr/>
          <p:nvPr/>
        </p:nvSpPr>
        <p:spPr>
          <a:xfrm>
            <a:off x="5241989" y="2859946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49B7F04A-9395-2730-1D43-C35B27C72E66}"/>
              </a:ext>
            </a:extLst>
          </p:cNvPr>
          <p:cNvSpPr/>
          <p:nvPr/>
        </p:nvSpPr>
        <p:spPr>
          <a:xfrm>
            <a:off x="4943605" y="2859946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7974E78F-742B-2EC1-8457-364BBA14B221}"/>
              </a:ext>
            </a:extLst>
          </p:cNvPr>
          <p:cNvSpPr/>
          <p:nvPr/>
        </p:nvSpPr>
        <p:spPr>
          <a:xfrm>
            <a:off x="5248664" y="3185602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B500A5BC-B8DF-9E03-A475-7C0F824D467F}"/>
              </a:ext>
            </a:extLst>
          </p:cNvPr>
          <p:cNvSpPr/>
          <p:nvPr/>
        </p:nvSpPr>
        <p:spPr>
          <a:xfrm>
            <a:off x="4950280" y="3185602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35E622E-618F-683B-AD76-DA16010E8CC1}"/>
              </a:ext>
            </a:extLst>
          </p:cNvPr>
          <p:cNvSpPr/>
          <p:nvPr/>
        </p:nvSpPr>
        <p:spPr>
          <a:xfrm>
            <a:off x="4261042" y="271930"/>
            <a:ext cx="3493971" cy="16627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9F8F7542-A0FF-45E7-3BBA-5B517EFEC571}"/>
              </a:ext>
            </a:extLst>
          </p:cNvPr>
          <p:cNvSpPr/>
          <p:nvPr/>
        </p:nvSpPr>
        <p:spPr>
          <a:xfrm>
            <a:off x="4500068" y="518160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25C7F686-05F7-F0FF-0839-05F895E1F107}"/>
              </a:ext>
            </a:extLst>
          </p:cNvPr>
          <p:cNvSpPr/>
          <p:nvPr/>
        </p:nvSpPr>
        <p:spPr>
          <a:xfrm>
            <a:off x="6642723" y="518160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56499906-BB41-97B1-EA0C-A11C4B184D9F}"/>
              </a:ext>
            </a:extLst>
          </p:cNvPr>
          <p:cNvSpPr/>
          <p:nvPr/>
        </p:nvSpPr>
        <p:spPr>
          <a:xfrm>
            <a:off x="6344339" y="518160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C6319C9D-FF28-EEEE-AC07-0369221C7B70}"/>
              </a:ext>
            </a:extLst>
          </p:cNvPr>
          <p:cNvSpPr/>
          <p:nvPr/>
        </p:nvSpPr>
        <p:spPr>
          <a:xfrm>
            <a:off x="4819307" y="497305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B53794A1-3225-F2C9-5ACC-FA825FD9698C}"/>
              </a:ext>
            </a:extLst>
          </p:cNvPr>
          <p:cNvSpPr/>
          <p:nvPr/>
        </p:nvSpPr>
        <p:spPr>
          <a:xfrm>
            <a:off x="6038766" y="497305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A54A2C5B-4761-AACF-2E5E-B96CFD1A587F}"/>
              </a:ext>
            </a:extLst>
          </p:cNvPr>
          <p:cNvSpPr/>
          <p:nvPr/>
        </p:nvSpPr>
        <p:spPr>
          <a:xfrm>
            <a:off x="5135336" y="497305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4EFFB442-A637-BA36-4FC4-33522BD9B4AC}"/>
              </a:ext>
            </a:extLst>
          </p:cNvPr>
          <p:cNvSpPr/>
          <p:nvPr/>
        </p:nvSpPr>
        <p:spPr>
          <a:xfrm>
            <a:off x="5733708" y="497305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D3BF0ED7-21A9-FF97-190E-27D0ABAE2C63}"/>
              </a:ext>
            </a:extLst>
          </p:cNvPr>
          <p:cNvSpPr/>
          <p:nvPr/>
        </p:nvSpPr>
        <p:spPr>
          <a:xfrm>
            <a:off x="5454575" y="497305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B8033D81-6256-5F64-36DE-230F24AE2265}"/>
              </a:ext>
            </a:extLst>
          </p:cNvPr>
          <p:cNvSpPr/>
          <p:nvPr/>
        </p:nvSpPr>
        <p:spPr>
          <a:xfrm>
            <a:off x="4506743" y="843816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7047B8BD-1868-5F69-0E36-F3491DC34F12}"/>
              </a:ext>
            </a:extLst>
          </p:cNvPr>
          <p:cNvSpPr/>
          <p:nvPr/>
        </p:nvSpPr>
        <p:spPr>
          <a:xfrm>
            <a:off x="6649398" y="843816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C934FA0F-13C2-6083-72CB-02040A1B5C2D}"/>
              </a:ext>
            </a:extLst>
          </p:cNvPr>
          <p:cNvSpPr/>
          <p:nvPr/>
        </p:nvSpPr>
        <p:spPr>
          <a:xfrm>
            <a:off x="6351014" y="843816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9F457CD3-E844-5E63-F53C-F2E069569C2B}"/>
              </a:ext>
            </a:extLst>
          </p:cNvPr>
          <p:cNvSpPr/>
          <p:nvPr/>
        </p:nvSpPr>
        <p:spPr>
          <a:xfrm>
            <a:off x="4825982" y="82296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E8BEE7F9-C57E-6C1F-6742-688385C64887}"/>
              </a:ext>
            </a:extLst>
          </p:cNvPr>
          <p:cNvSpPr/>
          <p:nvPr/>
        </p:nvSpPr>
        <p:spPr>
          <a:xfrm>
            <a:off x="6045441" y="82296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D02EE1B7-2813-CA66-703D-E11658307988}"/>
              </a:ext>
            </a:extLst>
          </p:cNvPr>
          <p:cNvSpPr/>
          <p:nvPr/>
        </p:nvSpPr>
        <p:spPr>
          <a:xfrm>
            <a:off x="5142011" y="82296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8A18A30E-BEB0-7213-65E5-E5E3306453B4}"/>
              </a:ext>
            </a:extLst>
          </p:cNvPr>
          <p:cNvSpPr/>
          <p:nvPr/>
        </p:nvSpPr>
        <p:spPr>
          <a:xfrm>
            <a:off x="5740383" y="82296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4805BC76-82E7-7CE3-E67A-14258390EF37}"/>
              </a:ext>
            </a:extLst>
          </p:cNvPr>
          <p:cNvSpPr/>
          <p:nvPr/>
        </p:nvSpPr>
        <p:spPr>
          <a:xfrm>
            <a:off x="5461250" y="82296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6DE3AB6F-6662-0B27-5633-1A1444B56BB5}"/>
              </a:ext>
            </a:extLst>
          </p:cNvPr>
          <p:cNvSpPr/>
          <p:nvPr/>
        </p:nvSpPr>
        <p:spPr>
          <a:xfrm>
            <a:off x="7267020" y="51816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67C5FD15-3A03-D2E9-1638-D69B27028850}"/>
              </a:ext>
            </a:extLst>
          </p:cNvPr>
          <p:cNvSpPr/>
          <p:nvPr/>
        </p:nvSpPr>
        <p:spPr>
          <a:xfrm>
            <a:off x="6968636" y="51816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35A95992-36D4-C782-93E9-2A03D5BA2251}"/>
              </a:ext>
            </a:extLst>
          </p:cNvPr>
          <p:cNvSpPr/>
          <p:nvPr/>
        </p:nvSpPr>
        <p:spPr>
          <a:xfrm>
            <a:off x="7273695" y="84381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83AF1839-96CB-C165-6DAF-417B464C5D78}"/>
              </a:ext>
            </a:extLst>
          </p:cNvPr>
          <p:cNvSpPr/>
          <p:nvPr/>
        </p:nvSpPr>
        <p:spPr>
          <a:xfrm>
            <a:off x="6975311" y="84381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19605402-7E69-7919-B05E-738382DB6EEA}"/>
              </a:ext>
            </a:extLst>
          </p:cNvPr>
          <p:cNvSpPr/>
          <p:nvPr/>
        </p:nvSpPr>
        <p:spPr>
          <a:xfrm>
            <a:off x="4519779" y="1157845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075C0824-A4A1-C4BF-1DE7-2F2D6ECDEC8C}"/>
              </a:ext>
            </a:extLst>
          </p:cNvPr>
          <p:cNvSpPr/>
          <p:nvPr/>
        </p:nvSpPr>
        <p:spPr>
          <a:xfrm>
            <a:off x="6662434" y="1157845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3478BE39-4192-F04A-57BA-2E6CB69CF228}"/>
              </a:ext>
            </a:extLst>
          </p:cNvPr>
          <p:cNvSpPr/>
          <p:nvPr/>
        </p:nvSpPr>
        <p:spPr>
          <a:xfrm>
            <a:off x="6364050" y="1157845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FBCF2BBC-53F1-A318-E263-70B2EFBE9398}"/>
              </a:ext>
            </a:extLst>
          </p:cNvPr>
          <p:cNvSpPr/>
          <p:nvPr/>
        </p:nvSpPr>
        <p:spPr>
          <a:xfrm>
            <a:off x="4839018" y="113699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3CE08574-EC86-F45E-5C6B-E0C72B3F4F3F}"/>
              </a:ext>
            </a:extLst>
          </p:cNvPr>
          <p:cNvSpPr/>
          <p:nvPr/>
        </p:nvSpPr>
        <p:spPr>
          <a:xfrm>
            <a:off x="6058477" y="113699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3D4CE156-EB16-7700-3608-7B7C70CF3412}"/>
              </a:ext>
            </a:extLst>
          </p:cNvPr>
          <p:cNvSpPr/>
          <p:nvPr/>
        </p:nvSpPr>
        <p:spPr>
          <a:xfrm>
            <a:off x="5155047" y="113699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EB953F94-74A6-08AC-7B15-4BD9B702B4BB}"/>
              </a:ext>
            </a:extLst>
          </p:cNvPr>
          <p:cNvSpPr/>
          <p:nvPr/>
        </p:nvSpPr>
        <p:spPr>
          <a:xfrm>
            <a:off x="5753419" y="113699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AF7BB1FA-B005-E107-7710-7C99A64B8C68}"/>
              </a:ext>
            </a:extLst>
          </p:cNvPr>
          <p:cNvSpPr/>
          <p:nvPr/>
        </p:nvSpPr>
        <p:spPr>
          <a:xfrm>
            <a:off x="5474286" y="113699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7150802E-C976-B50A-9AC7-FE7D050C8B2E}"/>
              </a:ext>
            </a:extLst>
          </p:cNvPr>
          <p:cNvSpPr/>
          <p:nvPr/>
        </p:nvSpPr>
        <p:spPr>
          <a:xfrm>
            <a:off x="4526454" y="1483501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8C61EB73-3702-94C2-A43C-A014EA953D60}"/>
              </a:ext>
            </a:extLst>
          </p:cNvPr>
          <p:cNvSpPr/>
          <p:nvPr/>
        </p:nvSpPr>
        <p:spPr>
          <a:xfrm>
            <a:off x="6669109" y="1483501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1A28000E-F511-E8FB-6FC5-8AA4C62E3BC3}"/>
              </a:ext>
            </a:extLst>
          </p:cNvPr>
          <p:cNvSpPr/>
          <p:nvPr/>
        </p:nvSpPr>
        <p:spPr>
          <a:xfrm>
            <a:off x="6370725" y="1483501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BD278DDC-83C1-522D-8595-BE7EF85274C6}"/>
              </a:ext>
            </a:extLst>
          </p:cNvPr>
          <p:cNvSpPr/>
          <p:nvPr/>
        </p:nvSpPr>
        <p:spPr>
          <a:xfrm>
            <a:off x="4845693" y="146264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2B6A800C-D8C0-8AF6-112D-3D5FDBA6ABBA}"/>
              </a:ext>
            </a:extLst>
          </p:cNvPr>
          <p:cNvSpPr/>
          <p:nvPr/>
        </p:nvSpPr>
        <p:spPr>
          <a:xfrm>
            <a:off x="6065152" y="146264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F6229CD9-00A4-33AE-3FFF-3FC781D2CBAB}"/>
              </a:ext>
            </a:extLst>
          </p:cNvPr>
          <p:cNvSpPr/>
          <p:nvPr/>
        </p:nvSpPr>
        <p:spPr>
          <a:xfrm>
            <a:off x="5161722" y="146264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CF5E8FC6-E2C0-502B-B34E-C1DAD1DE0A6B}"/>
              </a:ext>
            </a:extLst>
          </p:cNvPr>
          <p:cNvSpPr/>
          <p:nvPr/>
        </p:nvSpPr>
        <p:spPr>
          <a:xfrm>
            <a:off x="5760094" y="146264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F0DC8252-64AD-B0EF-AC99-D31A8EA6D698}"/>
              </a:ext>
            </a:extLst>
          </p:cNvPr>
          <p:cNvSpPr/>
          <p:nvPr/>
        </p:nvSpPr>
        <p:spPr>
          <a:xfrm>
            <a:off x="5480961" y="146264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4EB7AB1B-475A-216A-6BB4-C2902AAFF1CE}"/>
              </a:ext>
            </a:extLst>
          </p:cNvPr>
          <p:cNvSpPr/>
          <p:nvPr/>
        </p:nvSpPr>
        <p:spPr>
          <a:xfrm>
            <a:off x="7286731" y="1157845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D11CBE00-0BD7-214B-AB73-C43FF85162E0}"/>
              </a:ext>
            </a:extLst>
          </p:cNvPr>
          <p:cNvSpPr/>
          <p:nvPr/>
        </p:nvSpPr>
        <p:spPr>
          <a:xfrm>
            <a:off x="6988347" y="1157845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186C6F38-1AF4-C007-F9C6-9B41A70DFADB}"/>
              </a:ext>
            </a:extLst>
          </p:cNvPr>
          <p:cNvSpPr/>
          <p:nvPr/>
        </p:nvSpPr>
        <p:spPr>
          <a:xfrm>
            <a:off x="7293406" y="148350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69728929-F706-E297-C467-560925A84FD1}"/>
              </a:ext>
            </a:extLst>
          </p:cNvPr>
          <p:cNvSpPr/>
          <p:nvPr/>
        </p:nvSpPr>
        <p:spPr>
          <a:xfrm>
            <a:off x="6995022" y="148350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E013F544-3A14-29FF-5BDD-AE9889EBD1EE}"/>
              </a:ext>
            </a:extLst>
          </p:cNvPr>
          <p:cNvCxnSpPr>
            <a:cxnSpLocks/>
            <a:stCxn id="127" idx="2"/>
            <a:endCxn id="2" idx="0"/>
          </p:cNvCxnSpPr>
          <p:nvPr/>
        </p:nvCxnSpPr>
        <p:spPr>
          <a:xfrm flipH="1">
            <a:off x="3951171" y="1934678"/>
            <a:ext cx="2056857" cy="6777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D3028B7E-E69F-2AA9-E481-0C1086C944F8}"/>
              </a:ext>
            </a:extLst>
          </p:cNvPr>
          <p:cNvCxnSpPr>
            <a:cxnSpLocks/>
            <a:stCxn id="127" idx="2"/>
            <a:endCxn id="106" idx="0"/>
          </p:cNvCxnSpPr>
          <p:nvPr/>
        </p:nvCxnSpPr>
        <p:spPr>
          <a:xfrm>
            <a:off x="6008028" y="1934678"/>
            <a:ext cx="2366984" cy="6777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Oval 169">
            <a:extLst>
              <a:ext uri="{FF2B5EF4-FFF2-40B4-BE49-F238E27FC236}">
                <a16:creationId xmlns:a16="http://schemas.microsoft.com/office/drawing/2014/main" id="{33B2CCB4-1C29-9CBC-A51F-5AB39E49386A}"/>
              </a:ext>
            </a:extLst>
          </p:cNvPr>
          <p:cNvSpPr/>
          <p:nvPr/>
        </p:nvSpPr>
        <p:spPr>
          <a:xfrm rot="5634502">
            <a:off x="9773570" y="283314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CEFD2F17-224A-86E2-CD9A-623B77A24C19}"/>
              </a:ext>
            </a:extLst>
          </p:cNvPr>
          <p:cNvSpPr/>
          <p:nvPr/>
        </p:nvSpPr>
        <p:spPr>
          <a:xfrm rot="5634502">
            <a:off x="9475186" y="283314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7C224574-CD78-3E1B-5488-F679E5B4E7F7}"/>
              </a:ext>
            </a:extLst>
          </p:cNvPr>
          <p:cNvSpPr/>
          <p:nvPr/>
        </p:nvSpPr>
        <p:spPr>
          <a:xfrm rot="5634502">
            <a:off x="9780245" y="315880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ABC14C4E-16D6-A8D8-9417-01B9EA81C385}"/>
              </a:ext>
            </a:extLst>
          </p:cNvPr>
          <p:cNvSpPr/>
          <p:nvPr/>
        </p:nvSpPr>
        <p:spPr>
          <a:xfrm rot="5634502">
            <a:off x="9481861" y="315880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1E035A35-77B1-4541-1E1C-B022C13A393D}"/>
                  </a:ext>
                </a:extLst>
              </p14:cNvPr>
              <p14:cNvContentPartPr/>
              <p14:nvPr/>
            </p14:nvContentPartPr>
            <p14:xfrm>
              <a:off x="1822339" y="6486859"/>
              <a:ext cx="38160" cy="36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1E035A35-77B1-4541-1E1C-B022C13A39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6219" y="6480739"/>
                <a:ext cx="504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87704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420DBB03-51C0-6BE7-0AF2-F9BE7D370A61}"/>
              </a:ext>
            </a:extLst>
          </p:cNvPr>
          <p:cNvGrpSpPr/>
          <p:nvPr/>
        </p:nvGrpSpPr>
        <p:grpSpPr>
          <a:xfrm>
            <a:off x="3661219" y="1855099"/>
            <a:ext cx="1662120" cy="812520"/>
            <a:chOff x="3661219" y="1855099"/>
            <a:chExt cx="1662120" cy="81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79CE2E3-30EC-3E89-7E6D-6FFF45167C71}"/>
                    </a:ext>
                  </a:extLst>
                </p14:cNvPr>
                <p14:cNvContentPartPr/>
                <p14:nvPr/>
              </p14:nvContentPartPr>
              <p14:xfrm>
                <a:off x="3661219" y="1977499"/>
                <a:ext cx="357840" cy="227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79CE2E3-30EC-3E89-7E6D-6FFF45167C7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50779" y="1966699"/>
                  <a:ext cx="3790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39B266F-7605-741C-5CF8-6C25674AA370}"/>
                    </a:ext>
                  </a:extLst>
                </p14:cNvPr>
                <p14:cNvContentPartPr/>
                <p14:nvPr/>
              </p14:nvContentPartPr>
              <p14:xfrm>
                <a:off x="4236139" y="1922059"/>
                <a:ext cx="257400" cy="185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39B266F-7605-741C-5CF8-6C25674AA37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25699" y="1911619"/>
                  <a:ext cx="2786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59E2C10-A868-C582-652D-4C21A55F847B}"/>
                    </a:ext>
                  </a:extLst>
                </p14:cNvPr>
                <p14:cNvContentPartPr/>
                <p14:nvPr/>
              </p14:nvContentPartPr>
              <p14:xfrm>
                <a:off x="4025179" y="2199259"/>
                <a:ext cx="271800" cy="178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59E2C10-A868-C582-652D-4C21A55F847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14739" y="2188819"/>
                  <a:ext cx="2930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7FF5801-C20E-D11A-F132-05C42E1429F6}"/>
                    </a:ext>
                  </a:extLst>
                </p14:cNvPr>
                <p14:cNvContentPartPr/>
                <p14:nvPr/>
              </p14:nvContentPartPr>
              <p14:xfrm>
                <a:off x="4183219" y="2395819"/>
                <a:ext cx="327960" cy="143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7FF5801-C20E-D11A-F132-05C42E1429F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72779" y="2385019"/>
                  <a:ext cx="3492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FE0E40A-1534-3D1E-3060-8737CEC37884}"/>
                    </a:ext>
                  </a:extLst>
                </p14:cNvPr>
                <p14:cNvContentPartPr/>
                <p14:nvPr/>
              </p14:nvContentPartPr>
              <p14:xfrm>
                <a:off x="4725739" y="1855099"/>
                <a:ext cx="498600" cy="245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FE0E40A-1534-3D1E-3060-8737CEC3788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715299" y="1844659"/>
                  <a:ext cx="5198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D93774E-264F-4FED-1C6D-78FA143ED1F3}"/>
                    </a:ext>
                  </a:extLst>
                </p14:cNvPr>
                <p14:cNvContentPartPr/>
                <p14:nvPr/>
              </p14:nvContentPartPr>
              <p14:xfrm>
                <a:off x="4947859" y="2188459"/>
                <a:ext cx="375480" cy="153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D93774E-264F-4FED-1C6D-78FA143ED1F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37419" y="2177659"/>
                  <a:ext cx="3967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A8AEFED-758C-15AF-BA40-EA73A1811F06}"/>
                    </a:ext>
                  </a:extLst>
                </p14:cNvPr>
                <p14:cNvContentPartPr/>
                <p14:nvPr/>
              </p14:nvContentPartPr>
              <p14:xfrm>
                <a:off x="4505779" y="2477179"/>
                <a:ext cx="342000" cy="190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A8AEFED-758C-15AF-BA40-EA73A1811F0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94979" y="2466739"/>
                  <a:ext cx="363240" cy="21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9FDCF03-AEC7-8170-2CD0-071D67A15580}"/>
                  </a:ext>
                </a:extLst>
              </p14:cNvPr>
              <p14:cNvContentPartPr/>
              <p14:nvPr/>
            </p14:nvContentPartPr>
            <p14:xfrm>
              <a:off x="6553099" y="1239859"/>
              <a:ext cx="1214280" cy="20566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9FDCF03-AEC7-8170-2CD0-071D67A1558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42659" y="1229059"/>
                <a:ext cx="1235520" cy="207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E6E8A9E7-FDD6-FF30-3948-2BCA6F5EF53F}"/>
              </a:ext>
            </a:extLst>
          </p:cNvPr>
          <p:cNvGrpSpPr/>
          <p:nvPr/>
        </p:nvGrpSpPr>
        <p:grpSpPr>
          <a:xfrm>
            <a:off x="6294259" y="1234819"/>
            <a:ext cx="1933560" cy="2258640"/>
            <a:chOff x="6294259" y="1234819"/>
            <a:chExt cx="1933560" cy="225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240CFC9-B625-D1E6-3676-1D05C9E1D125}"/>
                    </a:ext>
                  </a:extLst>
                </p14:cNvPr>
                <p14:cNvContentPartPr/>
                <p14:nvPr/>
              </p14:nvContentPartPr>
              <p14:xfrm>
                <a:off x="6946939" y="1823779"/>
                <a:ext cx="340560" cy="155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240CFC9-B625-D1E6-3676-1D05C9E1D12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936499" y="1813339"/>
                  <a:ext cx="3618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3278131-F98E-43A5-A95D-26F6B83D2A73}"/>
                    </a:ext>
                  </a:extLst>
                </p14:cNvPr>
                <p14:cNvContentPartPr/>
                <p14:nvPr/>
              </p14:nvContentPartPr>
              <p14:xfrm>
                <a:off x="6748939" y="1829539"/>
                <a:ext cx="262800" cy="156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3278131-F98E-43A5-A95D-26F6B83D2A7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38139" y="1818739"/>
                  <a:ext cx="2840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77A13DD-0AE1-F1B2-B182-F1D560E6F6BE}"/>
                    </a:ext>
                  </a:extLst>
                </p14:cNvPr>
                <p14:cNvContentPartPr/>
                <p14:nvPr/>
              </p14:nvContentPartPr>
              <p14:xfrm>
                <a:off x="6821659" y="1992979"/>
                <a:ext cx="321120" cy="147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77A13DD-0AE1-F1B2-B182-F1D560E6F6B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810859" y="1982179"/>
                  <a:ext cx="3423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3D6567B-06CC-9CA7-24B2-89D0175B0096}"/>
                    </a:ext>
                  </a:extLst>
                </p14:cNvPr>
                <p14:cNvContentPartPr/>
                <p14:nvPr/>
              </p14:nvContentPartPr>
              <p14:xfrm>
                <a:off x="7670539" y="1850779"/>
                <a:ext cx="451080" cy="151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3D6567B-06CC-9CA7-24B2-89D0175B009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60099" y="1839979"/>
                  <a:ext cx="4723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0FDC0F2-95A1-62B6-1738-282B8AA91B63}"/>
                    </a:ext>
                  </a:extLst>
                </p14:cNvPr>
                <p14:cNvContentPartPr/>
                <p14:nvPr/>
              </p14:nvContentPartPr>
              <p14:xfrm>
                <a:off x="7914619" y="1931419"/>
                <a:ext cx="313200" cy="140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0FDC0F2-95A1-62B6-1738-282B8AA91B6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904179" y="1920979"/>
                  <a:ext cx="3344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608FF4C-5047-86E9-E198-42300E1D0D5F}"/>
                    </a:ext>
                  </a:extLst>
                </p14:cNvPr>
                <p14:cNvContentPartPr/>
                <p14:nvPr/>
              </p14:nvContentPartPr>
              <p14:xfrm>
                <a:off x="7727419" y="2090539"/>
                <a:ext cx="286920" cy="135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608FF4C-5047-86E9-E198-42300E1D0D5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716619" y="2079739"/>
                  <a:ext cx="3081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D9EBAC7-F87A-D58A-80EA-DFAD24C8DE25}"/>
                    </a:ext>
                  </a:extLst>
                </p14:cNvPr>
                <p14:cNvContentPartPr/>
                <p14:nvPr/>
              </p14:nvContentPartPr>
              <p14:xfrm>
                <a:off x="7771699" y="1234819"/>
                <a:ext cx="351720" cy="275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D9EBAC7-F87A-D58A-80EA-DFAD24C8DE2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760899" y="1224019"/>
                  <a:ext cx="3729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45B67FC-C4C4-065D-C6C7-0E8FBB3904FE}"/>
                    </a:ext>
                  </a:extLst>
                </p14:cNvPr>
                <p14:cNvContentPartPr/>
                <p14:nvPr/>
              </p14:nvContentPartPr>
              <p14:xfrm>
                <a:off x="6294259" y="1473139"/>
                <a:ext cx="1865520" cy="2020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45B67FC-C4C4-065D-C6C7-0E8FBB3904F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83819" y="1462699"/>
                  <a:ext cx="1886760" cy="2041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C0EC3391-5DD1-420A-071C-9A3368802313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305128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5793C-03A5-2EDD-EBEE-76E05FB38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F8CB6F5B-A608-01DD-B160-54E1F7950DCB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Support Vector Machines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269660BA-CB0C-CC02-E304-07224B6D7E6A}"/>
              </a:ext>
            </a:extLst>
          </p:cNvPr>
          <p:cNvSpPr/>
          <p:nvPr/>
        </p:nvSpPr>
        <p:spPr>
          <a:xfrm>
            <a:off x="4217997" y="2106328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4DF97117-B495-882A-CD9E-C50EBEDEE297}"/>
              </a:ext>
            </a:extLst>
          </p:cNvPr>
          <p:cNvSpPr/>
          <p:nvPr/>
        </p:nvSpPr>
        <p:spPr>
          <a:xfrm>
            <a:off x="6360652" y="2106328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69ADEBCD-186A-B1CE-87CB-1D412AE33388}"/>
              </a:ext>
            </a:extLst>
          </p:cNvPr>
          <p:cNvSpPr/>
          <p:nvPr/>
        </p:nvSpPr>
        <p:spPr>
          <a:xfrm>
            <a:off x="6062268" y="2106328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3BB8BEEB-026B-6259-72C2-ED133C330166}"/>
              </a:ext>
            </a:extLst>
          </p:cNvPr>
          <p:cNvSpPr/>
          <p:nvPr/>
        </p:nvSpPr>
        <p:spPr>
          <a:xfrm>
            <a:off x="4537236" y="2085473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540EA34C-67A5-C714-C280-9DEBDC48E470}"/>
              </a:ext>
            </a:extLst>
          </p:cNvPr>
          <p:cNvSpPr/>
          <p:nvPr/>
        </p:nvSpPr>
        <p:spPr>
          <a:xfrm>
            <a:off x="5756695" y="2085473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15B91FFC-94DE-C00B-5253-B55A2A18B976}"/>
              </a:ext>
            </a:extLst>
          </p:cNvPr>
          <p:cNvSpPr/>
          <p:nvPr/>
        </p:nvSpPr>
        <p:spPr>
          <a:xfrm>
            <a:off x="4853265" y="2085473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9B865B16-5CD0-B3A9-8D5E-6076610A345B}"/>
              </a:ext>
            </a:extLst>
          </p:cNvPr>
          <p:cNvSpPr/>
          <p:nvPr/>
        </p:nvSpPr>
        <p:spPr>
          <a:xfrm>
            <a:off x="5451637" y="2085473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E2AC497A-A9EA-7B23-11E0-09237BB490B8}"/>
              </a:ext>
            </a:extLst>
          </p:cNvPr>
          <p:cNvSpPr/>
          <p:nvPr/>
        </p:nvSpPr>
        <p:spPr>
          <a:xfrm>
            <a:off x="5172504" y="2085473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B110F767-6682-4D09-B955-D3BDD2A0129A}"/>
              </a:ext>
            </a:extLst>
          </p:cNvPr>
          <p:cNvSpPr/>
          <p:nvPr/>
        </p:nvSpPr>
        <p:spPr>
          <a:xfrm>
            <a:off x="4224672" y="243198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CF242F2F-35E5-0D08-2EAF-3D7C94216FBE}"/>
              </a:ext>
            </a:extLst>
          </p:cNvPr>
          <p:cNvSpPr/>
          <p:nvPr/>
        </p:nvSpPr>
        <p:spPr>
          <a:xfrm>
            <a:off x="6367327" y="243198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58214266-1D21-0E5F-4B42-5C1D907FC75E}"/>
              </a:ext>
            </a:extLst>
          </p:cNvPr>
          <p:cNvSpPr/>
          <p:nvPr/>
        </p:nvSpPr>
        <p:spPr>
          <a:xfrm>
            <a:off x="6068943" y="243198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22B435FF-10F3-7975-9214-C6BB6AA16DAE}"/>
              </a:ext>
            </a:extLst>
          </p:cNvPr>
          <p:cNvSpPr/>
          <p:nvPr/>
        </p:nvSpPr>
        <p:spPr>
          <a:xfrm>
            <a:off x="4543911" y="2411129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CDFF01BD-2FE0-B354-D742-2B951ACCF2A3}"/>
              </a:ext>
            </a:extLst>
          </p:cNvPr>
          <p:cNvSpPr/>
          <p:nvPr/>
        </p:nvSpPr>
        <p:spPr>
          <a:xfrm>
            <a:off x="5763370" y="2411129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ACE94B54-917D-EC6C-67A4-8D524984FCD9}"/>
              </a:ext>
            </a:extLst>
          </p:cNvPr>
          <p:cNvSpPr/>
          <p:nvPr/>
        </p:nvSpPr>
        <p:spPr>
          <a:xfrm>
            <a:off x="4859940" y="2411129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D528E120-EE5D-12EE-E43E-211310B991F9}"/>
              </a:ext>
            </a:extLst>
          </p:cNvPr>
          <p:cNvSpPr/>
          <p:nvPr/>
        </p:nvSpPr>
        <p:spPr>
          <a:xfrm>
            <a:off x="5458312" y="2411129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2C499C9A-6E3E-AB85-A290-463DD4815D55}"/>
              </a:ext>
            </a:extLst>
          </p:cNvPr>
          <p:cNvSpPr/>
          <p:nvPr/>
        </p:nvSpPr>
        <p:spPr>
          <a:xfrm>
            <a:off x="5179179" y="2411129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2EA11D40-F38D-DDF3-AAA1-790B611A2155}"/>
              </a:ext>
            </a:extLst>
          </p:cNvPr>
          <p:cNvSpPr/>
          <p:nvPr/>
        </p:nvSpPr>
        <p:spPr>
          <a:xfrm>
            <a:off x="7600967" y="256834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251F3856-78D6-38C5-66A2-46CC7CF01E71}"/>
              </a:ext>
            </a:extLst>
          </p:cNvPr>
          <p:cNvSpPr/>
          <p:nvPr/>
        </p:nvSpPr>
        <p:spPr>
          <a:xfrm>
            <a:off x="7302583" y="256834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9215C931-E733-DCA9-BD17-1F4A38E3F5B8}"/>
              </a:ext>
            </a:extLst>
          </p:cNvPr>
          <p:cNvSpPr/>
          <p:nvPr/>
        </p:nvSpPr>
        <p:spPr>
          <a:xfrm>
            <a:off x="7607642" y="289399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53380587-CC78-09FA-FB73-AB113372125F}"/>
              </a:ext>
            </a:extLst>
          </p:cNvPr>
          <p:cNvSpPr/>
          <p:nvPr/>
        </p:nvSpPr>
        <p:spPr>
          <a:xfrm>
            <a:off x="7309258" y="289399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49BE0D5E-D6CD-9219-CB19-3464B479D2C7}"/>
              </a:ext>
            </a:extLst>
          </p:cNvPr>
          <p:cNvSpPr/>
          <p:nvPr/>
        </p:nvSpPr>
        <p:spPr>
          <a:xfrm>
            <a:off x="7309258" y="3276598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AA084131-B5F3-80DD-C823-D2B55562C067}"/>
              </a:ext>
            </a:extLst>
          </p:cNvPr>
          <p:cNvSpPr/>
          <p:nvPr/>
        </p:nvSpPr>
        <p:spPr>
          <a:xfrm>
            <a:off x="9451913" y="3276598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488552F9-9444-DB2B-5524-5FAB75132FF6}"/>
              </a:ext>
            </a:extLst>
          </p:cNvPr>
          <p:cNvSpPr/>
          <p:nvPr/>
        </p:nvSpPr>
        <p:spPr>
          <a:xfrm>
            <a:off x="9153529" y="3276598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10A0E250-757C-1A4D-D703-8553B19E0F64}"/>
              </a:ext>
            </a:extLst>
          </p:cNvPr>
          <p:cNvSpPr/>
          <p:nvPr/>
        </p:nvSpPr>
        <p:spPr>
          <a:xfrm>
            <a:off x="7628497" y="3255743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6FA08EA9-C2A5-DF98-FCE3-E1ACC0D63E21}"/>
              </a:ext>
            </a:extLst>
          </p:cNvPr>
          <p:cNvSpPr/>
          <p:nvPr/>
        </p:nvSpPr>
        <p:spPr>
          <a:xfrm>
            <a:off x="8847956" y="3255743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1C3B39D1-CF81-6409-467C-0CD4DC174BB2}"/>
              </a:ext>
            </a:extLst>
          </p:cNvPr>
          <p:cNvSpPr/>
          <p:nvPr/>
        </p:nvSpPr>
        <p:spPr>
          <a:xfrm>
            <a:off x="7944526" y="3255743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CB73DC86-B7BA-4840-557A-6D9CD514627A}"/>
              </a:ext>
            </a:extLst>
          </p:cNvPr>
          <p:cNvSpPr/>
          <p:nvPr/>
        </p:nvSpPr>
        <p:spPr>
          <a:xfrm>
            <a:off x="8542898" y="3255743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623FA5E7-9C9C-A1DC-1BFE-C56A9BF59FC5}"/>
              </a:ext>
            </a:extLst>
          </p:cNvPr>
          <p:cNvSpPr/>
          <p:nvPr/>
        </p:nvSpPr>
        <p:spPr>
          <a:xfrm>
            <a:off x="8263765" y="3255743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EEA2BE10-37C5-D776-2192-5E3E6C28FE00}"/>
              </a:ext>
            </a:extLst>
          </p:cNvPr>
          <p:cNvSpPr/>
          <p:nvPr/>
        </p:nvSpPr>
        <p:spPr>
          <a:xfrm>
            <a:off x="7315933" y="360225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405A26E3-8504-7713-21C6-7AAE6116618F}"/>
              </a:ext>
            </a:extLst>
          </p:cNvPr>
          <p:cNvSpPr/>
          <p:nvPr/>
        </p:nvSpPr>
        <p:spPr>
          <a:xfrm>
            <a:off x="9458588" y="360225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25F60AF9-2A2E-AB98-6C7E-A2BFDF0411D1}"/>
              </a:ext>
            </a:extLst>
          </p:cNvPr>
          <p:cNvSpPr/>
          <p:nvPr/>
        </p:nvSpPr>
        <p:spPr>
          <a:xfrm>
            <a:off x="9160204" y="360225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DFD0362B-B5AD-29CD-A532-AEF46578CE1E}"/>
              </a:ext>
            </a:extLst>
          </p:cNvPr>
          <p:cNvSpPr/>
          <p:nvPr/>
        </p:nvSpPr>
        <p:spPr>
          <a:xfrm>
            <a:off x="7635172" y="3581399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A692F6CA-B5B1-1B93-0D34-2A3B9EBDE002}"/>
              </a:ext>
            </a:extLst>
          </p:cNvPr>
          <p:cNvSpPr/>
          <p:nvPr/>
        </p:nvSpPr>
        <p:spPr>
          <a:xfrm>
            <a:off x="8854631" y="3581399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36F08973-231A-0EBE-FF61-1F3290A64470}"/>
              </a:ext>
            </a:extLst>
          </p:cNvPr>
          <p:cNvSpPr/>
          <p:nvPr/>
        </p:nvSpPr>
        <p:spPr>
          <a:xfrm>
            <a:off x="7951201" y="3581399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482C28B3-FB28-FBD2-5711-044AC8D9AE08}"/>
              </a:ext>
            </a:extLst>
          </p:cNvPr>
          <p:cNvSpPr/>
          <p:nvPr/>
        </p:nvSpPr>
        <p:spPr>
          <a:xfrm>
            <a:off x="8549573" y="3581399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8F0FE024-91BA-131C-FAEC-8E0BC62D5C92}"/>
              </a:ext>
            </a:extLst>
          </p:cNvPr>
          <p:cNvSpPr/>
          <p:nvPr/>
        </p:nvSpPr>
        <p:spPr>
          <a:xfrm>
            <a:off x="8270440" y="3581399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420E02D2-E9B9-4731-0161-6F96BF96556B}"/>
              </a:ext>
            </a:extLst>
          </p:cNvPr>
          <p:cNvSpPr/>
          <p:nvPr/>
        </p:nvSpPr>
        <p:spPr>
          <a:xfrm>
            <a:off x="4502675" y="1654742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D4B816DD-40EF-2649-1BC2-88BC42ACA7A6}"/>
              </a:ext>
            </a:extLst>
          </p:cNvPr>
          <p:cNvSpPr/>
          <p:nvPr/>
        </p:nvSpPr>
        <p:spPr>
          <a:xfrm>
            <a:off x="4149950" y="1654742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35CF276E-E989-3722-B0DC-365952AD3ADB}"/>
              </a:ext>
            </a:extLst>
          </p:cNvPr>
          <p:cNvSpPr/>
          <p:nvPr/>
        </p:nvSpPr>
        <p:spPr>
          <a:xfrm>
            <a:off x="5211466" y="1643118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541A37B3-08B0-A5B1-CBB1-56852BEEC763}"/>
              </a:ext>
            </a:extLst>
          </p:cNvPr>
          <p:cNvSpPr/>
          <p:nvPr/>
        </p:nvSpPr>
        <p:spPr>
          <a:xfrm>
            <a:off x="4913082" y="1643118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368F8C6-5224-161A-20F9-E2FB4EB46A74}"/>
                  </a:ext>
                </a:extLst>
              </p14:cNvPr>
              <p14:cNvContentPartPr/>
              <p14:nvPr/>
            </p14:nvContentPartPr>
            <p14:xfrm>
              <a:off x="339499" y="231859"/>
              <a:ext cx="110520" cy="166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368F8C6-5224-161A-20F9-E2FB4EB46A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9059" y="221419"/>
                <a:ext cx="13176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68ED358-733C-E6B2-14BB-598837B2F825}"/>
                  </a:ext>
                </a:extLst>
              </p14:cNvPr>
              <p14:cNvContentPartPr/>
              <p14:nvPr/>
            </p14:nvContentPartPr>
            <p14:xfrm>
              <a:off x="4918699" y="796339"/>
              <a:ext cx="3178800" cy="4561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68ED358-733C-E6B2-14BB-598837B2F82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08259" y="785539"/>
                <a:ext cx="3200040" cy="45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7E828B6-67F5-6729-3461-AF942321A8B2}"/>
                  </a:ext>
                </a:extLst>
              </p14:cNvPr>
              <p14:cNvContentPartPr/>
              <p14:nvPr/>
            </p14:nvContentPartPr>
            <p14:xfrm>
              <a:off x="4789819" y="4323619"/>
              <a:ext cx="811080" cy="399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7E828B6-67F5-6729-3461-AF942321A8B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9379" y="4312819"/>
                <a:ext cx="832320" cy="42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E571AF1-5C33-DAF0-50BE-DA665F1F2CF8}"/>
                  </a:ext>
                </a:extLst>
              </p14:cNvPr>
              <p14:cNvContentPartPr/>
              <p14:nvPr/>
            </p14:nvContentPartPr>
            <p14:xfrm>
              <a:off x="7682059" y="677539"/>
              <a:ext cx="406800" cy="3686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E571AF1-5C33-DAF0-50BE-DA665F1F2CF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71259" y="667099"/>
                <a:ext cx="428040" cy="38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5" name="Group 214">
            <a:extLst>
              <a:ext uri="{FF2B5EF4-FFF2-40B4-BE49-F238E27FC236}">
                <a16:creationId xmlns:a16="http://schemas.microsoft.com/office/drawing/2014/main" id="{09B4C24A-FDC1-F76A-540A-3BB5D4945D9F}"/>
              </a:ext>
            </a:extLst>
          </p:cNvPr>
          <p:cNvGrpSpPr/>
          <p:nvPr/>
        </p:nvGrpSpPr>
        <p:grpSpPr>
          <a:xfrm>
            <a:off x="4417579" y="961219"/>
            <a:ext cx="4424040" cy="4514400"/>
            <a:chOff x="4417579" y="961219"/>
            <a:chExt cx="4424040" cy="451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9C25D5F-D754-80F1-1A95-CC859C32E3ED}"/>
                    </a:ext>
                  </a:extLst>
                </p14:cNvPr>
                <p14:cNvContentPartPr/>
                <p14:nvPr/>
              </p14:nvContentPartPr>
              <p14:xfrm>
                <a:off x="5339899" y="5227579"/>
                <a:ext cx="86040" cy="88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9C25D5F-D754-80F1-1A95-CC859C32E3E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29099" y="5217139"/>
                  <a:ext cx="1072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AC38FE7-E730-C77C-D3E5-D021AF828B84}"/>
                    </a:ext>
                  </a:extLst>
                </p14:cNvPr>
                <p14:cNvContentPartPr/>
                <p14:nvPr/>
              </p14:nvContentPartPr>
              <p14:xfrm>
                <a:off x="5181859" y="5443579"/>
                <a:ext cx="50400" cy="32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AC38FE7-E730-C77C-D3E5-D021AF828B8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71059" y="5433139"/>
                  <a:ext cx="71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EEA3B56-B269-B31C-3940-2544F6EBE3FA}"/>
                    </a:ext>
                  </a:extLst>
                </p14:cNvPr>
                <p14:cNvContentPartPr/>
                <p14:nvPr/>
              </p14:nvContentPartPr>
              <p14:xfrm>
                <a:off x="4543939" y="4676779"/>
                <a:ext cx="92880" cy="982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EEA3B56-B269-B31C-3940-2544F6EBE3F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33499" y="4666339"/>
                  <a:ext cx="1141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CBD3F98-1B6C-AA13-E712-120EE983B494}"/>
                    </a:ext>
                  </a:extLst>
                </p14:cNvPr>
                <p14:cNvContentPartPr/>
                <p14:nvPr/>
              </p14:nvContentPartPr>
              <p14:xfrm>
                <a:off x="4417579" y="4904299"/>
                <a:ext cx="96120" cy="892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CBD3F98-1B6C-AA13-E712-120EE983B49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07139" y="4893859"/>
                  <a:ext cx="1173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856D65C-F24C-A45A-18EC-675F37E7C7E8}"/>
                    </a:ext>
                  </a:extLst>
                </p14:cNvPr>
                <p14:cNvContentPartPr/>
                <p14:nvPr/>
              </p14:nvContentPartPr>
              <p14:xfrm>
                <a:off x="6108139" y="4362859"/>
                <a:ext cx="126360" cy="156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856D65C-F24C-A45A-18EC-675F37E7C7E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97699" y="4352059"/>
                  <a:ext cx="1476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07E9310-8FA1-1EC0-7898-759EC7DF92BF}"/>
                    </a:ext>
                  </a:extLst>
                </p14:cNvPr>
                <p14:cNvContentPartPr/>
                <p14:nvPr/>
              </p14:nvContentPartPr>
              <p14:xfrm>
                <a:off x="5880979" y="4644379"/>
                <a:ext cx="119520" cy="118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07E9310-8FA1-1EC0-7898-759EC7DF92B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70179" y="4633579"/>
                  <a:ext cx="1407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7D9C50D-A901-3910-49D3-5F15D51C7ECF}"/>
                    </a:ext>
                  </a:extLst>
                </p14:cNvPr>
                <p14:cNvContentPartPr/>
                <p14:nvPr/>
              </p14:nvContentPartPr>
              <p14:xfrm>
                <a:off x="5655619" y="4910059"/>
                <a:ext cx="92880" cy="1177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7D9C50D-A901-3910-49D3-5F15D51C7EC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45179" y="4899259"/>
                  <a:ext cx="1141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19AC9D6-1D57-9D66-3F7E-AE3D539B232B}"/>
                    </a:ext>
                  </a:extLst>
                </p14:cNvPr>
                <p14:cNvContentPartPr/>
                <p14:nvPr/>
              </p14:nvContentPartPr>
              <p14:xfrm>
                <a:off x="6105259" y="2750059"/>
                <a:ext cx="194040" cy="2214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19AC9D6-1D57-9D66-3F7E-AE3D539B232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94459" y="2739619"/>
                  <a:ext cx="2152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1DBE605-0B93-E1B5-45A5-92663BC1AB43}"/>
                    </a:ext>
                  </a:extLst>
                </p14:cNvPr>
                <p14:cNvContentPartPr/>
                <p14:nvPr/>
              </p14:nvContentPartPr>
              <p14:xfrm>
                <a:off x="5839579" y="3165499"/>
                <a:ext cx="123480" cy="2016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1DBE605-0B93-E1B5-45A5-92663BC1AB4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829139" y="3155059"/>
                  <a:ext cx="1447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A3EE179-5FDA-1A3D-9439-1D7DE9AAF88F}"/>
                    </a:ext>
                  </a:extLst>
                </p14:cNvPr>
                <p14:cNvContentPartPr/>
                <p14:nvPr/>
              </p14:nvContentPartPr>
              <p14:xfrm>
                <a:off x="5520259" y="3542059"/>
                <a:ext cx="212400" cy="1879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A3EE179-5FDA-1A3D-9439-1D7DE9AAF88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514139" y="3535939"/>
                  <a:ext cx="2246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4FE8ADB-FB62-5A90-0A2E-31184EA37C75}"/>
                    </a:ext>
                  </a:extLst>
                </p14:cNvPr>
                <p14:cNvContentPartPr/>
                <p14:nvPr/>
              </p14:nvContentPartPr>
              <p14:xfrm>
                <a:off x="5134339" y="4030579"/>
                <a:ext cx="151200" cy="2131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4FE8ADB-FB62-5A90-0A2E-31184EA37C7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28219" y="4024459"/>
                  <a:ext cx="1634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2E18A80-9C97-BC34-D730-8FA0059A6939}"/>
                    </a:ext>
                  </a:extLst>
                </p14:cNvPr>
                <p14:cNvContentPartPr/>
                <p14:nvPr/>
              </p14:nvContentPartPr>
              <p14:xfrm>
                <a:off x="7437259" y="2414899"/>
                <a:ext cx="162720" cy="82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2E18A80-9C97-BC34-D730-8FA0059A693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426459" y="2404099"/>
                  <a:ext cx="1839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AD7F85C-8F9D-4FA3-C808-7FB7AFA3DA51}"/>
                    </a:ext>
                  </a:extLst>
                </p14:cNvPr>
                <p14:cNvContentPartPr/>
                <p14:nvPr/>
              </p14:nvContentPartPr>
              <p14:xfrm>
                <a:off x="8487019" y="1150219"/>
                <a:ext cx="78120" cy="72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AD7F85C-8F9D-4FA3-C808-7FB7AFA3DA5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476219" y="1139779"/>
                  <a:ext cx="993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92F3BEF-D5E6-8A61-8DFB-61021F214752}"/>
                    </a:ext>
                  </a:extLst>
                </p14:cNvPr>
                <p14:cNvContentPartPr/>
                <p14:nvPr/>
              </p14:nvContentPartPr>
              <p14:xfrm>
                <a:off x="7480529" y="2177177"/>
                <a:ext cx="141609" cy="144482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92F3BEF-D5E6-8A61-8DFB-61021F21475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69747" y="2166728"/>
                  <a:ext cx="162814" cy="1657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D512A86-E7DB-99CF-B8BA-D696091BC79D}"/>
                    </a:ext>
                  </a:extLst>
                </p14:cNvPr>
                <p14:cNvContentPartPr/>
                <p14:nvPr/>
              </p14:nvContentPartPr>
              <p14:xfrm>
                <a:off x="7657849" y="1911198"/>
                <a:ext cx="166647" cy="173625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D512A86-E7DB-99CF-B8BA-D696091BC79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647051" y="1900414"/>
                  <a:ext cx="187883" cy="1948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32F9D8D-2574-17BE-A70D-7D4AB6271F11}"/>
                    </a:ext>
                  </a:extLst>
                </p14:cNvPr>
                <p14:cNvContentPartPr/>
                <p14:nvPr/>
              </p14:nvContentPartPr>
              <p14:xfrm>
                <a:off x="7823675" y="1582829"/>
                <a:ext cx="202357" cy="188812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32F9D8D-2574-17BE-A70D-7D4AB6271F1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812873" y="1572019"/>
                  <a:ext cx="223601" cy="2100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9A63F5E-90A7-F18F-C165-3B09BC8EB01D}"/>
                    </a:ext>
                  </a:extLst>
                </p14:cNvPr>
                <p14:cNvContentPartPr/>
                <p14:nvPr/>
              </p14:nvContentPartPr>
              <p14:xfrm>
                <a:off x="8035473" y="1164979"/>
                <a:ext cx="354639" cy="3287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9A63F5E-90A7-F18F-C165-3B09BC8EB01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024672" y="1154536"/>
                  <a:ext cx="375881" cy="350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EBE9825-A4B6-9D86-1D85-E4E4542500A5}"/>
                    </a:ext>
                  </a:extLst>
                </p14:cNvPr>
                <p14:cNvContentPartPr/>
                <p14:nvPr/>
              </p14:nvContentPartPr>
              <p14:xfrm>
                <a:off x="6875920" y="1918996"/>
                <a:ext cx="680545" cy="401021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EBE9825-A4B6-9D86-1D85-E4E4542500A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865118" y="1908197"/>
                  <a:ext cx="701790" cy="4222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440F1E3-E622-6DF6-6754-FF95B205D5CB}"/>
                    </a:ext>
                  </a:extLst>
                </p14:cNvPr>
                <p14:cNvContentPartPr/>
                <p14:nvPr/>
              </p14:nvContentPartPr>
              <p14:xfrm>
                <a:off x="7386534" y="1827053"/>
                <a:ext cx="343967" cy="119855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440F1E3-E622-6DF6-6754-FF95B205D5C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375729" y="1816584"/>
                  <a:ext cx="365217" cy="1411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DEE1463-3025-D884-2211-F67C51B190F7}"/>
                    </a:ext>
                  </a:extLst>
                </p14:cNvPr>
                <p14:cNvContentPartPr/>
                <p14:nvPr/>
              </p14:nvContentPartPr>
              <p14:xfrm>
                <a:off x="7670983" y="1738393"/>
                <a:ext cx="196200" cy="110825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DEE1463-3025-D884-2211-F67C51B190F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660183" y="1727924"/>
                  <a:ext cx="217440" cy="1321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7EAD813-BF29-323B-846F-4FB11EFB89DA}"/>
                    </a:ext>
                  </a:extLst>
                </p14:cNvPr>
                <p14:cNvContentPartPr/>
                <p14:nvPr/>
              </p14:nvContentPartPr>
              <p14:xfrm>
                <a:off x="7786323" y="1652607"/>
                <a:ext cx="197021" cy="8907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7EAD813-BF29-323B-846F-4FB11EFB89D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775878" y="1642192"/>
                  <a:ext cx="218272" cy="1102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2652222-A155-8882-334F-000D584B5EBD}"/>
                    </a:ext>
                  </a:extLst>
                </p14:cNvPr>
                <p14:cNvContentPartPr/>
                <p14:nvPr/>
              </p14:nvContentPartPr>
              <p14:xfrm>
                <a:off x="8019876" y="1620591"/>
                <a:ext cx="313592" cy="196201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2652222-A155-8882-334F-000D584B5EB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09435" y="1609771"/>
                  <a:ext cx="334834" cy="21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7A22625-0A5B-1780-219D-4C7A61E17D5E}"/>
                    </a:ext>
                  </a:extLst>
                </p14:cNvPr>
                <p14:cNvContentPartPr/>
                <p14:nvPr/>
              </p14:nvContentPartPr>
              <p14:xfrm>
                <a:off x="8219770" y="1585702"/>
                <a:ext cx="228627" cy="61159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7A22625-0A5B-1780-219D-4C7A61E17D5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08969" y="1574909"/>
                  <a:ext cx="249870" cy="823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9FE6AEC-DFB1-B3D0-9552-8382BF3B0117}"/>
                    </a:ext>
                  </a:extLst>
                </p14:cNvPr>
                <p14:cNvContentPartPr/>
                <p14:nvPr/>
              </p14:nvContentPartPr>
              <p14:xfrm>
                <a:off x="8199247" y="1468310"/>
                <a:ext cx="2463" cy="6978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9FE6AEC-DFB1-B3D0-9552-8382BF3B01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189043" y="1458192"/>
                  <a:ext cx="23223" cy="275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FA5B6E8-563F-DC92-FC69-B2A396368052}"/>
                    </a:ext>
                  </a:extLst>
                </p14:cNvPr>
                <p14:cNvContentPartPr/>
                <p14:nvPr/>
              </p14:nvContentPartPr>
              <p14:xfrm>
                <a:off x="8319512" y="1467489"/>
                <a:ext cx="522107" cy="103436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FA5B6E8-563F-DC92-FC69-B2A39636805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308710" y="1457037"/>
                  <a:ext cx="543351" cy="1247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5296F49-B18A-BF14-BA77-740526C0F301}"/>
                    </a:ext>
                  </a:extLst>
                </p14:cNvPr>
                <p14:cNvContentPartPr/>
                <p14:nvPr/>
              </p14:nvContentPartPr>
              <p14:xfrm>
                <a:off x="7343659" y="961219"/>
                <a:ext cx="61200" cy="1897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5296F49-B18A-BF14-BA77-740526C0F30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33219" y="950419"/>
                  <a:ext cx="824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57600CF-A784-E4BC-62A9-E710B2A031AA}"/>
                    </a:ext>
                  </a:extLst>
                </p14:cNvPr>
                <p14:cNvContentPartPr/>
                <p14:nvPr/>
              </p14:nvContentPartPr>
              <p14:xfrm>
                <a:off x="7093099" y="1247059"/>
                <a:ext cx="134280" cy="2066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57600CF-A784-E4BC-62A9-E710B2A031A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082299" y="1236619"/>
                  <a:ext cx="1555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F2EA7DC-12FA-0217-52F3-94E89C7E38B7}"/>
                    </a:ext>
                  </a:extLst>
                </p14:cNvPr>
                <p14:cNvContentPartPr/>
                <p14:nvPr/>
              </p14:nvContentPartPr>
              <p14:xfrm>
                <a:off x="6886459" y="1573219"/>
                <a:ext cx="84960" cy="2401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F2EA7DC-12FA-0217-52F3-94E89C7E38B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75659" y="1562779"/>
                  <a:ext cx="1062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56C76DF-D64A-F78D-CB96-50838DA2256B}"/>
                    </a:ext>
                  </a:extLst>
                </p14:cNvPr>
                <p14:cNvContentPartPr/>
                <p14:nvPr/>
              </p14:nvContentPartPr>
              <p14:xfrm>
                <a:off x="6795739" y="1948339"/>
                <a:ext cx="46440" cy="1458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56C76DF-D64A-F78D-CB96-50838DA2256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85299" y="1937899"/>
                  <a:ext cx="676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5043A54-9D79-5B70-1AD5-0BECF18FB99A}"/>
                    </a:ext>
                  </a:extLst>
                </p14:cNvPr>
                <p14:cNvContentPartPr/>
                <p14:nvPr/>
              </p14:nvContentPartPr>
              <p14:xfrm>
                <a:off x="6453379" y="2280259"/>
                <a:ext cx="228600" cy="2757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5043A54-9D79-5B70-1AD5-0BECF18FB99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442939" y="2269459"/>
                  <a:ext cx="2498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F30910C-59EA-774B-D54C-AAE921CA3C4C}"/>
                    </a:ext>
                  </a:extLst>
                </p14:cNvPr>
                <p14:cNvContentPartPr/>
                <p14:nvPr/>
              </p14:nvContentPartPr>
              <p14:xfrm>
                <a:off x="7439059" y="996499"/>
                <a:ext cx="623880" cy="5148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F30910C-59EA-774B-D54C-AAE921CA3C4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428619" y="985699"/>
                  <a:ext cx="645120" cy="5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8704813-308D-A223-C175-4FACBA357809}"/>
                    </a:ext>
                  </a:extLst>
                </p14:cNvPr>
                <p14:cNvContentPartPr/>
                <p14:nvPr/>
              </p14:nvContentPartPr>
              <p14:xfrm>
                <a:off x="7187419" y="2781379"/>
                <a:ext cx="147960" cy="134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8704813-308D-A223-C175-4FACBA35780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76619" y="2770579"/>
                  <a:ext cx="1692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98D085-4B78-B5BF-FAB8-4E648ECD4572}"/>
                    </a:ext>
                  </a:extLst>
                </p14:cNvPr>
                <p14:cNvContentPartPr/>
                <p14:nvPr/>
              </p14:nvContentPartPr>
              <p14:xfrm>
                <a:off x="6967099" y="2998819"/>
                <a:ext cx="12420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98D085-4B78-B5BF-FAB8-4E648ECD457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956299" y="2988019"/>
                  <a:ext cx="1454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8E23C89-4833-A217-8BEC-0FE9CE5BB42E}"/>
                    </a:ext>
                  </a:extLst>
                </p14:cNvPr>
                <p14:cNvContentPartPr/>
                <p14:nvPr/>
              </p14:nvContentPartPr>
              <p14:xfrm>
                <a:off x="6928579" y="3240379"/>
                <a:ext cx="35640" cy="121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8E23C89-4833-A217-8BEC-0FE9CE5BB42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918139" y="3229939"/>
                  <a:ext cx="568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09B8403-7BC2-D978-51BF-9354A570A360}"/>
                    </a:ext>
                  </a:extLst>
                </p14:cNvPr>
                <p14:cNvContentPartPr/>
                <p14:nvPr/>
              </p14:nvContentPartPr>
              <p14:xfrm>
                <a:off x="6471379" y="3479059"/>
                <a:ext cx="333000" cy="423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09B8403-7BC2-D978-51BF-9354A570A36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60579" y="3468259"/>
                  <a:ext cx="35424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92A3EA1-299E-0CD8-1ACB-FFAC32707561}"/>
                    </a:ext>
                  </a:extLst>
                </p14:cNvPr>
                <p14:cNvContentPartPr/>
                <p14:nvPr/>
              </p14:nvContentPartPr>
              <p14:xfrm>
                <a:off x="6322699" y="4050379"/>
                <a:ext cx="102600" cy="140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92A3EA1-299E-0CD8-1ACB-FFAC3270756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11899" y="4039939"/>
                  <a:ext cx="1238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2A862A5-2442-DE8E-0F6E-7A68513BBE2B}"/>
                    </a:ext>
                  </a:extLst>
                </p14:cNvPr>
                <p14:cNvContentPartPr/>
                <p14:nvPr/>
              </p14:nvContentPartPr>
              <p14:xfrm>
                <a:off x="7222699" y="2609659"/>
                <a:ext cx="415440" cy="2512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2A862A5-2442-DE8E-0F6E-7A68513BBE2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12259" y="2599219"/>
                  <a:ext cx="4366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AC0C6EA-4459-3711-57A4-1815BBAFDB87}"/>
                    </a:ext>
                  </a:extLst>
                </p14:cNvPr>
                <p14:cNvContentPartPr/>
                <p14:nvPr/>
              </p14:nvContentPartPr>
              <p14:xfrm>
                <a:off x="6318379" y="2471059"/>
                <a:ext cx="416520" cy="2354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AC0C6EA-4459-3711-57A4-1815BBAFDB8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307939" y="2460259"/>
                  <a:ext cx="4377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36805E2-9192-D80A-2D9D-3681AB77E737}"/>
                    </a:ext>
                  </a:extLst>
                </p14:cNvPr>
                <p14:cNvContentPartPr/>
                <p14:nvPr/>
              </p14:nvContentPartPr>
              <p14:xfrm>
                <a:off x="7383979" y="2773459"/>
                <a:ext cx="360" cy="3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36805E2-9192-D80A-2D9D-3681AB77E73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373539" y="2763019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2B7E3B6-D002-1517-1E8D-B68BD7E480A5}"/>
                    </a:ext>
                  </a:extLst>
                </p14:cNvPr>
                <p14:cNvContentPartPr/>
                <p14:nvPr/>
              </p14:nvContentPartPr>
              <p14:xfrm>
                <a:off x="6609979" y="2646739"/>
                <a:ext cx="40680" cy="39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2B7E3B6-D002-1517-1E8D-B68BD7E480A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599179" y="2635939"/>
                  <a:ext cx="61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BD28C94-F202-D9F6-5B43-2C04ABEE730F}"/>
                    </a:ext>
                  </a:extLst>
                </p14:cNvPr>
                <p14:cNvContentPartPr/>
                <p14:nvPr/>
              </p14:nvContentPartPr>
              <p14:xfrm>
                <a:off x="6818779" y="3308419"/>
                <a:ext cx="324360" cy="1861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BD28C94-F202-D9F6-5B43-2C04ABEE730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807979" y="3297979"/>
                  <a:ext cx="3456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21ACF12-1A25-DD82-FC62-7CCC6AEBBF2C}"/>
                    </a:ext>
                  </a:extLst>
                </p14:cNvPr>
                <p14:cNvContentPartPr/>
                <p14:nvPr/>
              </p14:nvContentPartPr>
              <p14:xfrm>
                <a:off x="6065299" y="4004299"/>
                <a:ext cx="378000" cy="2178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21ACF12-1A25-DD82-FC62-7CCC6AEBBF2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54499" y="3993859"/>
                  <a:ext cx="3992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335D9AB-B5FB-6879-1156-99A4DA336501}"/>
                    </a:ext>
                  </a:extLst>
                </p14:cNvPr>
                <p14:cNvContentPartPr/>
                <p14:nvPr/>
              </p14:nvContentPartPr>
              <p14:xfrm>
                <a:off x="5356459" y="3506059"/>
                <a:ext cx="279720" cy="1530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335D9AB-B5FB-6879-1156-99A4DA33650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345659" y="3495259"/>
                  <a:ext cx="3009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81815FA-7E88-BAF3-8E0C-05D3CD24ED6B}"/>
                    </a:ext>
                  </a:extLst>
                </p14:cNvPr>
                <p14:cNvContentPartPr/>
                <p14:nvPr/>
              </p14:nvContentPartPr>
              <p14:xfrm>
                <a:off x="6648139" y="1544779"/>
                <a:ext cx="393120" cy="2959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81815FA-7E88-BAF3-8E0C-05D3CD24ED6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637699" y="1534339"/>
                  <a:ext cx="4143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E4978FFB-6960-CE02-4052-ED5641303F0B}"/>
                    </a:ext>
                  </a:extLst>
                </p14:cNvPr>
                <p14:cNvContentPartPr/>
                <p14:nvPr/>
              </p14:nvContentPartPr>
              <p14:xfrm>
                <a:off x="5266459" y="4554379"/>
                <a:ext cx="17640" cy="1872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E4978FFB-6960-CE02-4052-ED5641303F0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256019" y="4543939"/>
                  <a:ext cx="388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6AEE3E8-6CA3-5BCD-780E-47C22C155803}"/>
                    </a:ext>
                  </a:extLst>
                </p14:cNvPr>
                <p14:cNvContentPartPr/>
                <p14:nvPr/>
              </p14:nvContentPartPr>
              <p14:xfrm>
                <a:off x="4794859" y="2778859"/>
                <a:ext cx="1925640" cy="25880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6AEE3E8-6CA3-5BCD-780E-47C22C15580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84059" y="2768419"/>
                  <a:ext cx="1946880" cy="260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01A80C1F-B41C-AEE0-D380-A6B02EF364F0}"/>
              </a:ext>
            </a:extLst>
          </p:cNvPr>
          <p:cNvGrpSpPr/>
          <p:nvPr/>
        </p:nvGrpSpPr>
        <p:grpSpPr>
          <a:xfrm>
            <a:off x="8072659" y="484939"/>
            <a:ext cx="2126160" cy="306360"/>
            <a:chOff x="8072659" y="484939"/>
            <a:chExt cx="2126160" cy="30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3BF9CA2-5ECF-E372-8AE5-D9D874AE61D6}"/>
                    </a:ext>
                  </a:extLst>
                </p14:cNvPr>
                <p14:cNvContentPartPr/>
                <p14:nvPr/>
              </p14:nvContentPartPr>
              <p14:xfrm>
                <a:off x="8258059" y="484939"/>
                <a:ext cx="122400" cy="3063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3BF9CA2-5ECF-E372-8AE5-D9D874AE61D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47259" y="474499"/>
                  <a:ext cx="1436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9D4FA9D-5772-D7B9-F87B-3E69C4608DAB}"/>
                    </a:ext>
                  </a:extLst>
                </p14:cNvPr>
                <p14:cNvContentPartPr/>
                <p14:nvPr/>
              </p14:nvContentPartPr>
              <p14:xfrm>
                <a:off x="8072659" y="484939"/>
                <a:ext cx="454680" cy="2289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9D4FA9D-5772-D7B9-F87B-3E69C4608DA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061859" y="474499"/>
                  <a:ext cx="4759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8CAE202-349A-962D-CC9A-A43F04A4FD0C}"/>
                    </a:ext>
                  </a:extLst>
                </p14:cNvPr>
                <p14:cNvContentPartPr/>
                <p14:nvPr/>
              </p14:nvContentPartPr>
              <p14:xfrm>
                <a:off x="8485579" y="557299"/>
                <a:ext cx="377280" cy="2016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8CAE202-349A-962D-CC9A-A43F04A4FD0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75139" y="546859"/>
                  <a:ext cx="3985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DC2E4C4-ED06-65BB-82D6-0AB7C19D63A8}"/>
                    </a:ext>
                  </a:extLst>
                </p14:cNvPr>
                <p14:cNvContentPartPr/>
                <p14:nvPr/>
              </p14:nvContentPartPr>
              <p14:xfrm>
                <a:off x="8788699" y="549379"/>
                <a:ext cx="216720" cy="1774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DC2E4C4-ED06-65BB-82D6-0AB7C19D63A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778259" y="538939"/>
                  <a:ext cx="2379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12D4A5A-C52D-BF30-EA57-D9E59C050561}"/>
                    </a:ext>
                  </a:extLst>
                </p14:cNvPr>
                <p14:cNvContentPartPr/>
                <p14:nvPr/>
              </p14:nvContentPartPr>
              <p14:xfrm>
                <a:off x="8772859" y="527419"/>
                <a:ext cx="256320" cy="1015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C12D4A5A-C52D-BF30-EA57-D9E59C05056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762059" y="516619"/>
                  <a:ext cx="2775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AB1BF1D-1581-5389-E6C0-D0116362345D}"/>
                    </a:ext>
                  </a:extLst>
                </p14:cNvPr>
                <p14:cNvContentPartPr/>
                <p14:nvPr/>
              </p14:nvContentPartPr>
              <p14:xfrm>
                <a:off x="9006139" y="484939"/>
                <a:ext cx="443880" cy="846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AB1BF1D-1581-5389-E6C0-D0116362345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995699" y="474499"/>
                  <a:ext cx="4651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0A8A690-61E0-CCDC-1407-D2357C5FCFE4}"/>
                    </a:ext>
                  </a:extLst>
                </p14:cNvPr>
                <p14:cNvContentPartPr/>
                <p14:nvPr/>
              </p14:nvContentPartPr>
              <p14:xfrm>
                <a:off x="9402859" y="484939"/>
                <a:ext cx="264240" cy="1915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0A8A690-61E0-CCDC-1407-D2357C5FCFE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392419" y="474499"/>
                  <a:ext cx="2854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CFEC4CD-8F5B-BA80-EF81-C0E7F6F6DE29}"/>
                    </a:ext>
                  </a:extLst>
                </p14:cNvPr>
                <p14:cNvContentPartPr/>
                <p14:nvPr/>
              </p14:nvContentPartPr>
              <p14:xfrm>
                <a:off x="9705619" y="484939"/>
                <a:ext cx="218880" cy="3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CFEC4CD-8F5B-BA80-EF81-C0E7F6F6DE2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695179" y="474499"/>
                  <a:ext cx="2401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460AFE9-7AE2-6F8D-B0D7-D5EA85B3837B}"/>
                    </a:ext>
                  </a:extLst>
                </p14:cNvPr>
                <p14:cNvContentPartPr/>
                <p14:nvPr/>
              </p14:nvContentPartPr>
              <p14:xfrm>
                <a:off x="9898219" y="484939"/>
                <a:ext cx="300600" cy="3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460AFE9-7AE2-6F8D-B0D7-D5EA85B3837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887779" y="474499"/>
                  <a:ext cx="321840" cy="2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142A5E7-7DAF-5FC3-A2AA-37DC201AB07F}"/>
                  </a:ext>
                </a:extLst>
              </p14:cNvPr>
              <p14:cNvContentPartPr/>
              <p14:nvPr/>
            </p14:nvContentPartPr>
            <p14:xfrm>
              <a:off x="1926379" y="6499459"/>
              <a:ext cx="360" cy="10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142A5E7-7DAF-5FC3-A2AA-37DC201AB07F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920259" y="6493339"/>
                <a:ext cx="12600" cy="2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8646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1876745-C36A-4902-096C-8644B8CFB104}"/>
              </a:ext>
            </a:extLst>
          </p:cNvPr>
          <p:cNvGrpSpPr/>
          <p:nvPr/>
        </p:nvGrpSpPr>
        <p:grpSpPr>
          <a:xfrm>
            <a:off x="7230259" y="2165419"/>
            <a:ext cx="1468440" cy="1016640"/>
            <a:chOff x="7230259" y="2165419"/>
            <a:chExt cx="1468440" cy="101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C3FB39D-A552-3310-C88F-09499D8F578E}"/>
                    </a:ext>
                  </a:extLst>
                </p14:cNvPr>
                <p14:cNvContentPartPr/>
                <p14:nvPr/>
              </p14:nvContentPartPr>
              <p14:xfrm>
                <a:off x="7317379" y="2415259"/>
                <a:ext cx="487800" cy="218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C3FB39D-A552-3310-C88F-09499D8F578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06939" y="2404459"/>
                  <a:ext cx="5090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4E17476-DE60-A470-583A-440C9A5AF831}"/>
                    </a:ext>
                  </a:extLst>
                </p14:cNvPr>
                <p14:cNvContentPartPr/>
                <p14:nvPr/>
              </p14:nvContentPartPr>
              <p14:xfrm>
                <a:off x="7521139" y="2716939"/>
                <a:ext cx="426600" cy="226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4E17476-DE60-A470-583A-440C9A5AF83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510699" y="2706499"/>
                  <a:ext cx="4478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20C14EA-3605-EDEC-B733-0F04C8FBE200}"/>
                    </a:ext>
                  </a:extLst>
                </p14:cNvPr>
                <p14:cNvContentPartPr/>
                <p14:nvPr/>
              </p14:nvContentPartPr>
              <p14:xfrm>
                <a:off x="8200099" y="2516779"/>
                <a:ext cx="498600" cy="204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20C14EA-3605-EDEC-B733-0F04C8FBE20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89299" y="2506339"/>
                  <a:ext cx="5198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AA7F1C0-8E7B-D6DD-54C0-878EAE77A401}"/>
                    </a:ext>
                  </a:extLst>
                </p14:cNvPr>
                <p14:cNvContentPartPr/>
                <p14:nvPr/>
              </p14:nvContentPartPr>
              <p14:xfrm>
                <a:off x="7893019" y="2165419"/>
                <a:ext cx="418680" cy="244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AA7F1C0-8E7B-D6DD-54C0-878EAE77A40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82579" y="2154619"/>
                  <a:ext cx="4399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B18A696-92A4-29B4-8712-F9361DB5A11A}"/>
                    </a:ext>
                  </a:extLst>
                </p14:cNvPr>
                <p14:cNvContentPartPr/>
                <p14:nvPr/>
              </p14:nvContentPartPr>
              <p14:xfrm>
                <a:off x="7230259" y="2977939"/>
                <a:ext cx="518400" cy="204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B18A696-92A4-29B4-8712-F9361DB5A11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19819" y="2967499"/>
                  <a:ext cx="5396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7D2A453-C913-94C9-2DC4-357E8C0F5FAB}"/>
                    </a:ext>
                  </a:extLst>
                </p14:cNvPr>
                <p14:cNvContentPartPr/>
                <p14:nvPr/>
              </p14:nvContentPartPr>
              <p14:xfrm>
                <a:off x="8073739" y="2899459"/>
                <a:ext cx="423720" cy="246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7D2A453-C913-94C9-2DC4-357E8C0F5FA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62939" y="2889019"/>
                  <a:ext cx="444960" cy="26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97B0830-A7F1-FA6B-4C33-745F9809054E}"/>
                  </a:ext>
                </a:extLst>
              </p14:cNvPr>
              <p14:cNvContentPartPr/>
              <p14:nvPr/>
            </p14:nvContentPartPr>
            <p14:xfrm>
              <a:off x="7694299" y="3323539"/>
              <a:ext cx="410760" cy="234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97B0830-A7F1-FA6B-4C33-745F9809054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83859" y="3313099"/>
                <a:ext cx="432000" cy="25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E0464A80-A87B-38D9-48F5-3A6245965579}"/>
              </a:ext>
            </a:extLst>
          </p:cNvPr>
          <p:cNvGrpSpPr/>
          <p:nvPr/>
        </p:nvGrpSpPr>
        <p:grpSpPr>
          <a:xfrm>
            <a:off x="9442099" y="204859"/>
            <a:ext cx="2593440" cy="692280"/>
            <a:chOff x="9442099" y="204859"/>
            <a:chExt cx="2593440" cy="6922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C5C6680-D6E8-4C66-B910-C95395D89A37}"/>
                    </a:ext>
                  </a:extLst>
                </p14:cNvPr>
                <p14:cNvContentPartPr/>
                <p14:nvPr/>
              </p14:nvContentPartPr>
              <p14:xfrm>
                <a:off x="9442099" y="417619"/>
                <a:ext cx="403200" cy="289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C5C6680-D6E8-4C66-B910-C95395D89A3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26619" y="402499"/>
                  <a:ext cx="43380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B83E7DD-EE55-FCE1-7F98-14D20E33A33C}"/>
                    </a:ext>
                  </a:extLst>
                </p14:cNvPr>
                <p14:cNvContentPartPr/>
                <p14:nvPr/>
              </p14:nvContentPartPr>
              <p14:xfrm>
                <a:off x="9773299" y="531379"/>
                <a:ext cx="471600" cy="365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B83E7DD-EE55-FCE1-7F98-14D20E33A33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757819" y="516259"/>
                  <a:ext cx="5022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87E8CD2-2021-5575-A02F-A7A967924333}"/>
                    </a:ext>
                  </a:extLst>
                </p14:cNvPr>
                <p14:cNvContentPartPr/>
                <p14:nvPr/>
              </p14:nvContentPartPr>
              <p14:xfrm>
                <a:off x="9999379" y="536419"/>
                <a:ext cx="259920" cy="244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87E8CD2-2021-5575-A02F-A7A96792433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984259" y="521299"/>
                  <a:ext cx="2905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47767A2-5DE0-A16F-5930-6C431D78FC18}"/>
                    </a:ext>
                  </a:extLst>
                </p14:cNvPr>
                <p14:cNvContentPartPr/>
                <p14:nvPr/>
              </p14:nvContentPartPr>
              <p14:xfrm>
                <a:off x="9927739" y="474499"/>
                <a:ext cx="328680" cy="105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47767A2-5DE0-A16F-5930-6C431D78FC1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912259" y="459379"/>
                  <a:ext cx="3592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EFA8506-214A-4CE9-12D9-21673B51BAE5}"/>
                    </a:ext>
                  </a:extLst>
                </p14:cNvPr>
                <p14:cNvContentPartPr/>
                <p14:nvPr/>
              </p14:nvContentPartPr>
              <p14:xfrm>
                <a:off x="10176499" y="439219"/>
                <a:ext cx="497160" cy="146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EFA8506-214A-4CE9-12D9-21673B51BAE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161379" y="424099"/>
                  <a:ext cx="5277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66028B6-84EC-4EE9-A133-28FACD8C2BB2}"/>
                    </a:ext>
                  </a:extLst>
                </p14:cNvPr>
                <p14:cNvContentPartPr/>
                <p14:nvPr/>
              </p14:nvContentPartPr>
              <p14:xfrm>
                <a:off x="10704979" y="429859"/>
                <a:ext cx="296280" cy="237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66028B6-84EC-4EE9-A133-28FACD8C2BB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689499" y="414379"/>
                  <a:ext cx="3265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370BF50-FF8C-B5DD-65C4-D82457052B0A}"/>
                    </a:ext>
                  </a:extLst>
                </p14:cNvPr>
                <p14:cNvContentPartPr/>
                <p14:nvPr/>
              </p14:nvContentPartPr>
              <p14:xfrm>
                <a:off x="10580779" y="381619"/>
                <a:ext cx="387360" cy="129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370BF50-FF8C-B5DD-65C4-D82457052B0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565659" y="366139"/>
                  <a:ext cx="4179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859AE14-226D-63FA-F787-4346B69C9A9B}"/>
                    </a:ext>
                  </a:extLst>
                </p14:cNvPr>
                <p14:cNvContentPartPr/>
                <p14:nvPr/>
              </p14:nvContentPartPr>
              <p14:xfrm>
                <a:off x="10852219" y="303859"/>
                <a:ext cx="253080" cy="130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859AE14-226D-63FA-F787-4346B69C9A9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837099" y="288739"/>
                  <a:ext cx="2836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5BECE02-CC30-CD88-3C96-33B8F3FF0D39}"/>
                    </a:ext>
                  </a:extLst>
                </p14:cNvPr>
                <p14:cNvContentPartPr/>
                <p14:nvPr/>
              </p14:nvContentPartPr>
              <p14:xfrm>
                <a:off x="11280259" y="317899"/>
                <a:ext cx="170640" cy="89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5BECE02-CC30-CD88-3C96-33B8F3FF0D3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265139" y="302779"/>
                  <a:ext cx="2008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D94B0F8-0BC4-8124-BA2B-56F2314E3E8A}"/>
                    </a:ext>
                  </a:extLst>
                </p14:cNvPr>
                <p14:cNvContentPartPr/>
                <p14:nvPr/>
              </p14:nvContentPartPr>
              <p14:xfrm>
                <a:off x="11417059" y="274339"/>
                <a:ext cx="272880" cy="71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D94B0F8-0BC4-8124-BA2B-56F2314E3E8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401939" y="259219"/>
                  <a:ext cx="3034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EEBCB25-AF47-70AC-1AFC-1D330BE361A1}"/>
                    </a:ext>
                  </a:extLst>
                </p14:cNvPr>
                <p14:cNvContentPartPr/>
                <p14:nvPr/>
              </p14:nvContentPartPr>
              <p14:xfrm>
                <a:off x="11662939" y="204859"/>
                <a:ext cx="372600" cy="110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EEBCB25-AF47-70AC-1AFC-1D330BE361A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647819" y="189739"/>
                  <a:ext cx="403200" cy="14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00965F5-282D-808A-5D7E-44F3A851F69A}"/>
                  </a:ext>
                </a:extLst>
              </p14:cNvPr>
              <p14:cNvContentPartPr/>
              <p14:nvPr/>
            </p14:nvContentPartPr>
            <p14:xfrm>
              <a:off x="5063059" y="1346059"/>
              <a:ext cx="1670760" cy="42400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00965F5-282D-808A-5D7E-44F3A851F69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047939" y="1330579"/>
                <a:ext cx="1701360" cy="427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276F24FE-3258-49D2-A944-6D409B8CB183}"/>
              </a:ext>
            </a:extLst>
          </p:cNvPr>
          <p:cNvGrpSpPr/>
          <p:nvPr/>
        </p:nvGrpSpPr>
        <p:grpSpPr>
          <a:xfrm>
            <a:off x="6546979" y="4395619"/>
            <a:ext cx="456120" cy="1470600"/>
            <a:chOff x="6546979" y="4395619"/>
            <a:chExt cx="456120" cy="147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81139C5-6DC6-2AE5-6B5F-DB261D8DF3F5}"/>
                    </a:ext>
                  </a:extLst>
                </p14:cNvPr>
                <p14:cNvContentPartPr/>
                <p14:nvPr/>
              </p14:nvContentPartPr>
              <p14:xfrm>
                <a:off x="6842539" y="4395619"/>
                <a:ext cx="160560" cy="545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81139C5-6DC6-2AE5-6B5F-DB261D8DF3F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31739" y="4384819"/>
                  <a:ext cx="181800" cy="56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1A0F42D-C77F-2137-3B28-C09121F42B72}"/>
                    </a:ext>
                  </a:extLst>
                </p14:cNvPr>
                <p14:cNvContentPartPr/>
                <p14:nvPr/>
              </p14:nvContentPartPr>
              <p14:xfrm>
                <a:off x="6741019" y="5018419"/>
                <a:ext cx="36720" cy="1396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1A0F42D-C77F-2137-3B28-C09121F42B7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730579" y="5007619"/>
                  <a:ext cx="579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D54F2B5-1231-B72E-F5AE-2E584E92EBBA}"/>
                    </a:ext>
                  </a:extLst>
                </p14:cNvPr>
                <p14:cNvContentPartPr/>
                <p14:nvPr/>
              </p14:nvContentPartPr>
              <p14:xfrm>
                <a:off x="6662179" y="5280499"/>
                <a:ext cx="35280" cy="205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D54F2B5-1231-B72E-F5AE-2E584E92EBB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51379" y="5269699"/>
                  <a:ext cx="565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2A209D2-B9E3-0F51-8598-5D6885E6D724}"/>
                    </a:ext>
                  </a:extLst>
                </p14:cNvPr>
                <p14:cNvContentPartPr/>
                <p14:nvPr/>
              </p14:nvContentPartPr>
              <p14:xfrm>
                <a:off x="6546979" y="5622859"/>
                <a:ext cx="66600" cy="243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2A209D2-B9E3-0F51-8598-5D6885E6D72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536179" y="5612419"/>
                  <a:ext cx="87840" cy="26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A44C1F60-2945-0F5F-964C-14EB2B580624}"/>
                  </a:ext>
                </a:extLst>
              </p14:cNvPr>
              <p14:cNvContentPartPr/>
              <p14:nvPr/>
            </p14:nvContentPartPr>
            <p14:xfrm>
              <a:off x="5972059" y="1055539"/>
              <a:ext cx="95760" cy="957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A44C1F60-2945-0F5F-964C-14EB2B58062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961259" y="1045099"/>
                <a:ext cx="11700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0F54B0C9-0766-AA49-6E2A-1B65193A2827}"/>
                  </a:ext>
                </a:extLst>
              </p14:cNvPr>
              <p14:cNvContentPartPr/>
              <p14:nvPr/>
            </p14:nvContentPartPr>
            <p14:xfrm>
              <a:off x="4812139" y="4053259"/>
              <a:ext cx="114480" cy="2682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0F54B0C9-0766-AA49-6E2A-1B65193A282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801339" y="4042819"/>
                <a:ext cx="13572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12EAC52-19CC-43A0-1A8E-31675BA2D456}"/>
                  </a:ext>
                </a:extLst>
              </p14:cNvPr>
              <p14:cNvContentPartPr/>
              <p14:nvPr/>
            </p14:nvContentPartPr>
            <p14:xfrm>
              <a:off x="4667419" y="4457899"/>
              <a:ext cx="47520" cy="2412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12EAC52-19CC-43A0-1A8E-31675BA2D45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656979" y="4447459"/>
                <a:ext cx="6876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0CEAA9CB-32D0-B3D6-51FA-A448D540695B}"/>
                  </a:ext>
                </a:extLst>
              </p14:cNvPr>
              <p14:cNvContentPartPr/>
              <p14:nvPr/>
            </p14:nvContentPartPr>
            <p14:xfrm>
              <a:off x="4520179" y="4870819"/>
              <a:ext cx="65880" cy="1530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0CEAA9CB-32D0-B3D6-51FA-A448D540695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509739" y="4860019"/>
                <a:ext cx="8712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0C4FC8EC-9847-878D-3340-29E712451A0B}"/>
                  </a:ext>
                </a:extLst>
              </p14:cNvPr>
              <p14:cNvContentPartPr/>
              <p14:nvPr/>
            </p14:nvContentPartPr>
            <p14:xfrm>
              <a:off x="4350619" y="5208859"/>
              <a:ext cx="124560" cy="835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0C4FC8EC-9847-878D-3340-29E712451A0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339819" y="5198059"/>
                <a:ext cx="14580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FFAD0ECB-C93F-97F9-213D-8D5825CCDBD9}"/>
                  </a:ext>
                </a:extLst>
              </p14:cNvPr>
              <p14:cNvContentPartPr/>
              <p14:nvPr/>
            </p14:nvContentPartPr>
            <p14:xfrm>
              <a:off x="5837059" y="1291699"/>
              <a:ext cx="68400" cy="1267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FFAD0ECB-C93F-97F9-213D-8D5825CCDBD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826619" y="1281259"/>
                <a:ext cx="8964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197B3F16-3ECD-AD8E-FD5B-3153778C863C}"/>
                  </a:ext>
                </a:extLst>
              </p14:cNvPr>
              <p14:cNvContentPartPr/>
              <p14:nvPr/>
            </p14:nvContentPartPr>
            <p14:xfrm>
              <a:off x="5837779" y="1296019"/>
              <a:ext cx="1780200" cy="1656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197B3F16-3ECD-AD8E-FD5B-3153778C863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826979" y="1285579"/>
                <a:ext cx="1801440" cy="18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05C536A3-7932-FE35-511D-787CFF168A1A}"/>
              </a:ext>
            </a:extLst>
          </p:cNvPr>
          <p:cNvGrpSpPr/>
          <p:nvPr/>
        </p:nvGrpSpPr>
        <p:grpSpPr>
          <a:xfrm>
            <a:off x="6578299" y="758179"/>
            <a:ext cx="1158480" cy="386280"/>
            <a:chOff x="6578299" y="758179"/>
            <a:chExt cx="1158480" cy="3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42AFEAC-9091-E768-F60E-836A427625F5}"/>
                    </a:ext>
                  </a:extLst>
                </p14:cNvPr>
                <p14:cNvContentPartPr/>
                <p14:nvPr/>
              </p14:nvContentPartPr>
              <p14:xfrm>
                <a:off x="6578299" y="1049419"/>
                <a:ext cx="320400" cy="950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42AFEAC-9091-E768-F60E-836A427625F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67859" y="1038619"/>
                  <a:ext cx="3416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F72F8D2-FA1F-2B52-37EA-EDE91BD8A6EA}"/>
                    </a:ext>
                  </a:extLst>
                </p14:cNvPr>
                <p14:cNvContentPartPr/>
                <p14:nvPr/>
              </p14:nvContentPartPr>
              <p14:xfrm>
                <a:off x="6900859" y="896419"/>
                <a:ext cx="301680" cy="122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F72F8D2-FA1F-2B52-37EA-EDE91BD8A6E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90419" y="885619"/>
                  <a:ext cx="3229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32AED77-8629-B981-A439-EC2ACD16A373}"/>
                    </a:ext>
                  </a:extLst>
                </p14:cNvPr>
                <p14:cNvContentPartPr/>
                <p14:nvPr/>
              </p14:nvContentPartPr>
              <p14:xfrm>
                <a:off x="7211899" y="864019"/>
                <a:ext cx="294840" cy="188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32AED77-8629-B981-A439-EC2ACD16A37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201459" y="853219"/>
                  <a:ext cx="3160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32067F4-5494-557F-26E6-7929E9C9A655}"/>
                    </a:ext>
                  </a:extLst>
                </p14:cNvPr>
                <p14:cNvContentPartPr/>
                <p14:nvPr/>
              </p14:nvContentPartPr>
              <p14:xfrm>
                <a:off x="7365979" y="846019"/>
                <a:ext cx="144000" cy="45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32067F4-5494-557F-26E6-7929E9C9A65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355179" y="835579"/>
                  <a:ext cx="1652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F55B8CE-4BFF-132C-B6EE-B09F483C336F}"/>
                    </a:ext>
                  </a:extLst>
                </p14:cNvPr>
                <p14:cNvContentPartPr/>
                <p14:nvPr/>
              </p14:nvContentPartPr>
              <p14:xfrm>
                <a:off x="7188859" y="758179"/>
                <a:ext cx="36720" cy="50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F55B8CE-4BFF-132C-B6EE-B09F483C336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178059" y="747739"/>
                  <a:ext cx="579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703A28E-4B85-49D7-5801-3AFA19FA4E79}"/>
                    </a:ext>
                  </a:extLst>
                </p14:cNvPr>
                <p14:cNvContentPartPr/>
                <p14:nvPr/>
              </p14:nvContentPartPr>
              <p14:xfrm>
                <a:off x="7451299" y="821539"/>
                <a:ext cx="285480" cy="48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703A28E-4B85-49D7-5801-3AFA19FA4E7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440859" y="810739"/>
                  <a:ext cx="30672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EC2062D-9648-8019-443F-762DE7D3F30C}"/>
              </a:ext>
            </a:extLst>
          </p:cNvPr>
          <p:cNvGrpSpPr/>
          <p:nvPr/>
        </p:nvGrpSpPr>
        <p:grpSpPr>
          <a:xfrm>
            <a:off x="8048539" y="2390779"/>
            <a:ext cx="3598920" cy="1574280"/>
            <a:chOff x="8048539" y="2390779"/>
            <a:chExt cx="3598920" cy="157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410D9B3-8799-635B-52FA-31925F5081EA}"/>
                    </a:ext>
                  </a:extLst>
                </p14:cNvPr>
                <p14:cNvContentPartPr/>
                <p14:nvPr/>
              </p14:nvContentPartPr>
              <p14:xfrm>
                <a:off x="8048539" y="3777139"/>
                <a:ext cx="209160" cy="1659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410D9B3-8799-635B-52FA-31925F5081E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038099" y="3766339"/>
                  <a:ext cx="2304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CD10621-26B6-3130-4BD9-D2AA0120E18F}"/>
                    </a:ext>
                  </a:extLst>
                </p14:cNvPr>
                <p14:cNvContentPartPr/>
                <p14:nvPr/>
              </p14:nvContentPartPr>
              <p14:xfrm>
                <a:off x="8206939" y="3585259"/>
                <a:ext cx="616680" cy="2055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CD10621-26B6-3130-4BD9-D2AA0120E18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196499" y="3574459"/>
                  <a:ext cx="6379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6852E76-3404-266A-8DDD-D3E8D27E8ACC}"/>
                    </a:ext>
                  </a:extLst>
                </p14:cNvPr>
                <p14:cNvContentPartPr/>
                <p14:nvPr/>
              </p14:nvContentPartPr>
              <p14:xfrm>
                <a:off x="8665219" y="3546739"/>
                <a:ext cx="356400" cy="143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6852E76-3404-266A-8DDD-D3E8D27E8AC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654779" y="3536299"/>
                  <a:ext cx="3776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0893AC5-9C79-1308-863C-5A58D82D1E11}"/>
                    </a:ext>
                  </a:extLst>
                </p14:cNvPr>
                <p14:cNvContentPartPr/>
                <p14:nvPr/>
              </p14:nvContentPartPr>
              <p14:xfrm>
                <a:off x="8703379" y="3443059"/>
                <a:ext cx="167040" cy="817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0893AC5-9C79-1308-863C-5A58D82D1E1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692939" y="3432619"/>
                  <a:ext cx="1882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C8EF8BD-4CD7-EFDD-FC94-70ECB5BA73B6}"/>
                    </a:ext>
                  </a:extLst>
                </p14:cNvPr>
                <p14:cNvContentPartPr/>
                <p14:nvPr/>
              </p14:nvContentPartPr>
              <p14:xfrm>
                <a:off x="8885899" y="3360979"/>
                <a:ext cx="303840" cy="104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C8EF8BD-4CD7-EFDD-FC94-70ECB5BA73B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875099" y="3350179"/>
                  <a:ext cx="3250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56B3BA7-15B0-0E37-4C1D-68BF3D41F35E}"/>
                    </a:ext>
                  </a:extLst>
                </p14:cNvPr>
                <p14:cNvContentPartPr/>
                <p14:nvPr/>
              </p14:nvContentPartPr>
              <p14:xfrm>
                <a:off x="9139699" y="3248659"/>
                <a:ext cx="157320" cy="979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56B3BA7-15B0-0E37-4C1D-68BF3D41F35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128899" y="3237859"/>
                  <a:ext cx="1785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D9BAA9B-6B51-E22E-DB25-92E7513ED982}"/>
                    </a:ext>
                  </a:extLst>
                </p14:cNvPr>
                <p14:cNvContentPartPr/>
                <p14:nvPr/>
              </p14:nvContentPartPr>
              <p14:xfrm>
                <a:off x="9194059" y="3138139"/>
                <a:ext cx="366480" cy="119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D9BAA9B-6B51-E22E-DB25-92E7513ED98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183619" y="3127699"/>
                  <a:ext cx="3877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6F70185-1EFA-0C6F-33F4-C45A586D32B7}"/>
                    </a:ext>
                  </a:extLst>
                </p14:cNvPr>
                <p14:cNvContentPartPr/>
                <p14:nvPr/>
              </p14:nvContentPartPr>
              <p14:xfrm>
                <a:off x="9304579" y="3142459"/>
                <a:ext cx="147240" cy="68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6F70185-1EFA-0C6F-33F4-C45A586D32B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294139" y="3132019"/>
                  <a:ext cx="1684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4D0D839-0FEF-8A05-F35C-6E71B7A44875}"/>
                    </a:ext>
                  </a:extLst>
                </p14:cNvPr>
                <p14:cNvContentPartPr/>
                <p14:nvPr/>
              </p14:nvContentPartPr>
              <p14:xfrm>
                <a:off x="10037539" y="2923939"/>
                <a:ext cx="172080" cy="178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4D0D839-0FEF-8A05-F35C-6E71B7A4487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027099" y="2913139"/>
                  <a:ext cx="1933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1C1F4CC-2CA4-0494-6DD7-AE88A9C71ABA}"/>
                    </a:ext>
                  </a:extLst>
                </p14:cNvPr>
                <p14:cNvContentPartPr/>
                <p14:nvPr/>
              </p14:nvContentPartPr>
              <p14:xfrm>
                <a:off x="10206019" y="2872459"/>
                <a:ext cx="308160" cy="1663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1C1F4CC-2CA4-0494-6DD7-AE88A9C71AB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95219" y="2862019"/>
                  <a:ext cx="3294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7AE361A-1BB9-DD03-5247-4B6C8034578F}"/>
                    </a:ext>
                  </a:extLst>
                </p14:cNvPr>
                <p14:cNvContentPartPr/>
                <p14:nvPr/>
              </p14:nvContentPartPr>
              <p14:xfrm>
                <a:off x="10479619" y="2676259"/>
                <a:ext cx="432360" cy="235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7AE361A-1BB9-DD03-5247-4B6C8034578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469179" y="2665819"/>
                  <a:ext cx="4536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FDC9427-F205-2A92-BFBB-69A303557E06}"/>
                    </a:ext>
                  </a:extLst>
                </p14:cNvPr>
                <p14:cNvContentPartPr/>
                <p14:nvPr/>
              </p14:nvContentPartPr>
              <p14:xfrm>
                <a:off x="10531819" y="2655379"/>
                <a:ext cx="228240" cy="997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FDC9427-F205-2A92-BFBB-69A303557E0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521379" y="2644939"/>
                  <a:ext cx="2494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F47817B-FAAB-E953-A8F1-D41278F376D4}"/>
                    </a:ext>
                  </a:extLst>
                </p14:cNvPr>
                <p14:cNvContentPartPr/>
                <p14:nvPr/>
              </p14:nvContentPartPr>
              <p14:xfrm>
                <a:off x="10780579" y="2642059"/>
                <a:ext cx="239040" cy="95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F47817B-FAAB-E953-A8F1-D41278F376D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769779" y="2631259"/>
                  <a:ext cx="2602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81B3D1A-BD4A-B3AF-48C1-14E44500F5D0}"/>
                    </a:ext>
                  </a:extLst>
                </p14:cNvPr>
                <p14:cNvContentPartPr/>
                <p14:nvPr/>
              </p14:nvContentPartPr>
              <p14:xfrm>
                <a:off x="10946179" y="2475379"/>
                <a:ext cx="205560" cy="1573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81B3D1A-BD4A-B3AF-48C1-14E44500F5D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935379" y="2464939"/>
                  <a:ext cx="2268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B9E334C-C0CB-2235-72D8-0CB0863D0D81}"/>
                    </a:ext>
                  </a:extLst>
                </p14:cNvPr>
                <p14:cNvContentPartPr/>
                <p14:nvPr/>
              </p14:nvContentPartPr>
              <p14:xfrm>
                <a:off x="11311579" y="2390779"/>
                <a:ext cx="335880" cy="1972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B9E334C-C0CB-2235-72D8-0CB0863D0D8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301139" y="2379979"/>
                  <a:ext cx="3571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B6604A4-647B-F69A-1E1F-C880EBB0C0B1}"/>
                    </a:ext>
                  </a:extLst>
                </p14:cNvPr>
                <p14:cNvContentPartPr/>
                <p14:nvPr/>
              </p14:nvContentPartPr>
              <p14:xfrm>
                <a:off x="8652979" y="3298339"/>
                <a:ext cx="1828800" cy="666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B6604A4-647B-F69A-1E1F-C880EBB0C0B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642539" y="3287899"/>
                  <a:ext cx="1850040" cy="68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7981BC2-A6FF-2508-23B9-2D37A8BB1731}"/>
              </a:ext>
            </a:extLst>
          </p:cNvPr>
          <p:cNvGrpSpPr/>
          <p:nvPr/>
        </p:nvGrpSpPr>
        <p:grpSpPr>
          <a:xfrm>
            <a:off x="7004899" y="1325899"/>
            <a:ext cx="804960" cy="2866680"/>
            <a:chOff x="7004899" y="1325899"/>
            <a:chExt cx="804960" cy="286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28FD5DD-E38A-C29C-17DD-6FB29CB57DE2}"/>
                    </a:ext>
                  </a:extLst>
                </p14:cNvPr>
                <p14:cNvContentPartPr/>
                <p14:nvPr/>
              </p14:nvContentPartPr>
              <p14:xfrm>
                <a:off x="7004899" y="4019059"/>
                <a:ext cx="14040" cy="140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28FD5DD-E38A-C29C-17DD-6FB29CB57DE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994099" y="4008619"/>
                  <a:ext cx="352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D6029AD-A682-4DF1-811F-7E0F4583CF40}"/>
                    </a:ext>
                  </a:extLst>
                </p14:cNvPr>
                <p14:cNvContentPartPr/>
                <p14:nvPr/>
              </p14:nvContentPartPr>
              <p14:xfrm>
                <a:off x="7453459" y="2247859"/>
                <a:ext cx="72000" cy="189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D6029AD-A682-4DF1-811F-7E0F4583CF4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442659" y="2237059"/>
                  <a:ext cx="93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5EB22D9-5E21-6321-0B9B-DDBF0C74E668}"/>
                    </a:ext>
                  </a:extLst>
                </p14:cNvPr>
                <p14:cNvContentPartPr/>
                <p14:nvPr/>
              </p14:nvContentPartPr>
              <p14:xfrm>
                <a:off x="7556779" y="1987939"/>
                <a:ext cx="56520" cy="163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5EB22D9-5E21-6321-0B9B-DDBF0C74E66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545979" y="1977499"/>
                  <a:ext cx="777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F3C9BFA-847D-7B03-8199-76C0479D51A2}"/>
                    </a:ext>
                  </a:extLst>
                </p14:cNvPr>
                <p14:cNvContentPartPr/>
                <p14:nvPr/>
              </p14:nvContentPartPr>
              <p14:xfrm>
                <a:off x="7570459" y="1720099"/>
                <a:ext cx="66240" cy="184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F3C9BFA-847D-7B03-8199-76C0479D51A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559659" y="1709299"/>
                  <a:ext cx="874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38EC795-B978-B338-5E72-3C6BE176D630}"/>
                    </a:ext>
                  </a:extLst>
                </p14:cNvPr>
                <p14:cNvContentPartPr/>
                <p14:nvPr/>
              </p14:nvContentPartPr>
              <p14:xfrm>
                <a:off x="7634539" y="1530379"/>
                <a:ext cx="53280" cy="123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38EC795-B978-B338-5E72-3C6BE176D63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623739" y="1519939"/>
                  <a:ext cx="745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100BED4-E30D-CE3F-6549-0C99718352F9}"/>
                    </a:ext>
                  </a:extLst>
                </p14:cNvPr>
                <p14:cNvContentPartPr/>
                <p14:nvPr/>
              </p14:nvContentPartPr>
              <p14:xfrm>
                <a:off x="7653259" y="1325899"/>
                <a:ext cx="66240" cy="148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100BED4-E30D-CE3F-6549-0C99718352F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42459" y="1315099"/>
                  <a:ext cx="874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4815DED-35C1-9E77-C170-D41458362C62}"/>
                    </a:ext>
                  </a:extLst>
                </p14:cNvPr>
                <p14:cNvContentPartPr/>
                <p14:nvPr/>
              </p14:nvContentPartPr>
              <p14:xfrm>
                <a:off x="7364899" y="2628019"/>
                <a:ext cx="86760" cy="233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4815DED-35C1-9E77-C170-D41458362C6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354099" y="2617219"/>
                  <a:ext cx="1080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D1993CE-6BB6-FB15-7BF2-F83561EB968E}"/>
                    </a:ext>
                  </a:extLst>
                </p14:cNvPr>
                <p14:cNvContentPartPr/>
                <p14:nvPr/>
              </p14:nvContentPartPr>
              <p14:xfrm>
                <a:off x="7322059" y="2929339"/>
                <a:ext cx="31320" cy="2145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D1993CE-6BB6-FB15-7BF2-F83561EB968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311259" y="2918899"/>
                  <a:ext cx="525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4DD9211-A249-E717-D1E4-4A328FB17680}"/>
                    </a:ext>
                  </a:extLst>
                </p14:cNvPr>
                <p14:cNvContentPartPr/>
                <p14:nvPr/>
              </p14:nvContentPartPr>
              <p14:xfrm>
                <a:off x="7239979" y="3218779"/>
                <a:ext cx="52560" cy="167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4DD9211-A249-E717-D1E4-4A328FB1768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229179" y="3207979"/>
                  <a:ext cx="738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B0F5C6B-EB19-7824-52EE-CAA1F9E57E31}"/>
                    </a:ext>
                  </a:extLst>
                </p14:cNvPr>
                <p14:cNvContentPartPr/>
                <p14:nvPr/>
              </p14:nvContentPartPr>
              <p14:xfrm>
                <a:off x="7056019" y="3444859"/>
                <a:ext cx="156600" cy="451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B0F5C6B-EB19-7824-52EE-CAA1F9E57E3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045219" y="3434059"/>
                  <a:ext cx="17784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0085A17-5A55-A630-CDE0-3FFAD1F9439D}"/>
                    </a:ext>
                  </a:extLst>
                </p14:cNvPr>
                <p14:cNvContentPartPr/>
                <p14:nvPr/>
              </p14:nvContentPartPr>
              <p14:xfrm>
                <a:off x="7434019" y="2137339"/>
                <a:ext cx="138960" cy="406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0085A17-5A55-A630-CDE0-3FFAD1F9439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423579" y="2126539"/>
                  <a:ext cx="16020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509CAF5-00EE-A4A2-64E4-8D5F0B41C396}"/>
                    </a:ext>
                  </a:extLst>
                </p14:cNvPr>
                <p14:cNvContentPartPr/>
                <p14:nvPr/>
              </p14:nvContentPartPr>
              <p14:xfrm>
                <a:off x="7417099" y="2836819"/>
                <a:ext cx="188280" cy="3222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509CAF5-00EE-A4A2-64E4-8D5F0B41C39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406299" y="2826379"/>
                  <a:ext cx="2095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4A5FBF7-FB74-76C8-F518-1F0B65756461}"/>
                    </a:ext>
                  </a:extLst>
                </p14:cNvPr>
                <p14:cNvContentPartPr/>
                <p14:nvPr/>
              </p14:nvContentPartPr>
              <p14:xfrm>
                <a:off x="7777099" y="1437499"/>
                <a:ext cx="32760" cy="105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4A5FBF7-FB74-76C8-F518-1F0B6575646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766299" y="1427059"/>
                  <a:ext cx="540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7DDC568-AC22-C8CA-8655-115E09D3F02E}"/>
                    </a:ext>
                  </a:extLst>
                </p14:cNvPr>
                <p14:cNvContentPartPr/>
                <p14:nvPr/>
              </p14:nvContentPartPr>
              <p14:xfrm>
                <a:off x="7569019" y="1714339"/>
                <a:ext cx="61920" cy="131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7DDC568-AC22-C8CA-8655-115E09D3F02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558579" y="1703899"/>
                  <a:ext cx="831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0F0B617-EBAF-8531-24B6-450A29813AE1}"/>
                    </a:ext>
                  </a:extLst>
                </p14:cNvPr>
                <p14:cNvContentPartPr/>
                <p14:nvPr/>
              </p14:nvContentPartPr>
              <p14:xfrm>
                <a:off x="7594219" y="1950139"/>
                <a:ext cx="23400" cy="153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0F0B617-EBAF-8531-24B6-450A29813AE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83419" y="1939699"/>
                  <a:ext cx="446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4FD8331-C9FB-1808-76E6-DCE9BE4009A4}"/>
                    </a:ext>
                  </a:extLst>
                </p14:cNvPr>
                <p14:cNvContentPartPr/>
                <p14:nvPr/>
              </p14:nvContentPartPr>
              <p14:xfrm>
                <a:off x="7548859" y="2237059"/>
                <a:ext cx="56160" cy="2120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4FD8331-C9FB-1808-76E6-DCE9BE4009A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538059" y="2226259"/>
                  <a:ext cx="774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77BDBB5-3459-4B48-8402-A4C46754AF10}"/>
                    </a:ext>
                  </a:extLst>
                </p14:cNvPr>
                <p14:cNvContentPartPr/>
                <p14:nvPr/>
              </p14:nvContentPartPr>
              <p14:xfrm>
                <a:off x="7496659" y="2561779"/>
                <a:ext cx="15120" cy="108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77BDBB5-3459-4B48-8402-A4C46754AF1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486219" y="2551339"/>
                  <a:ext cx="363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07EE2AB-BF5E-FACA-6058-9ED1116E4750}"/>
                    </a:ext>
                  </a:extLst>
                </p14:cNvPr>
                <p14:cNvContentPartPr/>
                <p14:nvPr/>
              </p14:nvContentPartPr>
              <p14:xfrm>
                <a:off x="7375699" y="2764099"/>
                <a:ext cx="109440" cy="1854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07EE2AB-BF5E-FACA-6058-9ED1116E475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364899" y="2753659"/>
                  <a:ext cx="1306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02E90C4-3136-C0C8-A6A1-A983FD5FE963}"/>
                    </a:ext>
                  </a:extLst>
                </p14:cNvPr>
                <p14:cNvContentPartPr/>
                <p14:nvPr/>
              </p14:nvContentPartPr>
              <p14:xfrm>
                <a:off x="7343299" y="3021139"/>
                <a:ext cx="30600" cy="1454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02E90C4-3136-C0C8-A6A1-A983FD5FE96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332499" y="3010699"/>
                  <a:ext cx="518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D47AF6F-2F53-3CDD-837A-35DE08C646CE}"/>
                    </a:ext>
                  </a:extLst>
                </p14:cNvPr>
                <p14:cNvContentPartPr/>
                <p14:nvPr/>
              </p14:nvContentPartPr>
              <p14:xfrm>
                <a:off x="7285339" y="3327859"/>
                <a:ext cx="70200" cy="2041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D47AF6F-2F53-3CDD-837A-35DE08C646C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274539" y="3317059"/>
                  <a:ext cx="914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DCA418C-AA66-9B57-FEFA-67F9093A33BC}"/>
                    </a:ext>
                  </a:extLst>
                </p14:cNvPr>
                <p14:cNvContentPartPr/>
                <p14:nvPr/>
              </p14:nvContentPartPr>
              <p14:xfrm>
                <a:off x="7246819" y="3601459"/>
                <a:ext cx="24840" cy="1360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DCA418C-AA66-9B57-FEFA-67F9093A33B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236379" y="3590659"/>
                  <a:ext cx="460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23DF8E3-05D3-1766-FA13-9814DC4A175D}"/>
                    </a:ext>
                  </a:extLst>
                </p14:cNvPr>
                <p14:cNvContentPartPr/>
                <p14:nvPr/>
              </p14:nvContentPartPr>
              <p14:xfrm>
                <a:off x="7174099" y="3831499"/>
                <a:ext cx="66240" cy="1108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23DF8E3-05D3-1766-FA13-9814DC4A175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163299" y="3821059"/>
                  <a:ext cx="874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1436384-14AB-2195-B416-5E8E51E8A1B2}"/>
                    </a:ext>
                  </a:extLst>
                </p14:cNvPr>
                <p14:cNvContentPartPr/>
                <p14:nvPr/>
              </p14:nvContentPartPr>
              <p14:xfrm>
                <a:off x="7043059" y="4071259"/>
                <a:ext cx="75240" cy="1213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1436384-14AB-2195-B416-5E8E51E8A1B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032619" y="4060819"/>
                  <a:ext cx="96480" cy="14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5EBB1900-E448-861A-68D7-DBC61407FCAF}"/>
                  </a:ext>
                </a:extLst>
              </p14:cNvPr>
              <p14:cNvContentPartPr/>
              <p14:nvPr/>
            </p14:nvContentPartPr>
            <p14:xfrm>
              <a:off x="6893659" y="4344139"/>
              <a:ext cx="94680" cy="9576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5EBB1900-E448-861A-68D7-DBC61407FCAF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6882859" y="4333339"/>
                <a:ext cx="115920" cy="11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ADF4C258-967C-6987-E1FE-9540BCA0B9F2}"/>
              </a:ext>
            </a:extLst>
          </p:cNvPr>
          <p:cNvGrpSpPr/>
          <p:nvPr/>
        </p:nvGrpSpPr>
        <p:grpSpPr>
          <a:xfrm>
            <a:off x="3170179" y="1551259"/>
            <a:ext cx="2676600" cy="2322000"/>
            <a:chOff x="3170179" y="1551259"/>
            <a:chExt cx="2676600" cy="232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4FB8C86-E8C8-6F59-4C5F-35B4AB91AF5C}"/>
                    </a:ext>
                  </a:extLst>
                </p14:cNvPr>
                <p14:cNvContentPartPr/>
                <p14:nvPr/>
              </p14:nvContentPartPr>
              <p14:xfrm>
                <a:off x="5694499" y="1551259"/>
                <a:ext cx="93960" cy="200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4FB8C86-E8C8-6F59-4C5F-35B4AB91AF5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83699" y="1540459"/>
                  <a:ext cx="1152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9FB076A-A279-0A81-6CC1-CF2DB1AE62D3}"/>
                    </a:ext>
                  </a:extLst>
                </p14:cNvPr>
                <p14:cNvContentPartPr/>
                <p14:nvPr/>
              </p14:nvContentPartPr>
              <p14:xfrm>
                <a:off x="3872539" y="2056699"/>
                <a:ext cx="1064160" cy="379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9FB076A-A279-0A81-6CC1-CF2DB1AE62D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861739" y="2046259"/>
                  <a:ext cx="108540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E564586-7F99-2242-CA3F-826612341E6E}"/>
                    </a:ext>
                  </a:extLst>
                </p14:cNvPr>
                <p14:cNvContentPartPr/>
                <p14:nvPr/>
              </p14:nvContentPartPr>
              <p14:xfrm>
                <a:off x="3170179" y="2295739"/>
                <a:ext cx="932400" cy="389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E564586-7F99-2242-CA3F-826612341E6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159379" y="2285299"/>
                  <a:ext cx="95364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EF86F98-9354-7367-8846-0AF4D9A12D0C}"/>
                    </a:ext>
                  </a:extLst>
                </p14:cNvPr>
                <p14:cNvContentPartPr/>
                <p14:nvPr/>
              </p14:nvContentPartPr>
              <p14:xfrm>
                <a:off x="4024819" y="2557099"/>
                <a:ext cx="1035360" cy="367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EF86F98-9354-7367-8846-0AF4D9A12D0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014379" y="2546299"/>
                  <a:ext cx="105660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0822B51-A70A-A81C-3A92-B52B415C302C}"/>
                    </a:ext>
                  </a:extLst>
                </p14:cNvPr>
                <p14:cNvContentPartPr/>
                <p14:nvPr/>
              </p14:nvContentPartPr>
              <p14:xfrm>
                <a:off x="3307699" y="2744299"/>
                <a:ext cx="1000440" cy="359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0822B51-A70A-A81C-3A92-B52B415C302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297259" y="2733859"/>
                  <a:ext cx="102168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A0D1BD1-1C1B-2302-90C0-CC055E53F976}"/>
                    </a:ext>
                  </a:extLst>
                </p14:cNvPr>
                <p14:cNvContentPartPr/>
                <p14:nvPr/>
              </p14:nvContentPartPr>
              <p14:xfrm>
                <a:off x="4451779" y="3027259"/>
                <a:ext cx="956160" cy="359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A0D1BD1-1C1B-2302-90C0-CC055E53F97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441339" y="3016459"/>
                  <a:ext cx="97740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C59FC84-6DEE-69BB-0554-4EB80F73F45C}"/>
                    </a:ext>
                  </a:extLst>
                </p14:cNvPr>
                <p14:cNvContentPartPr/>
                <p14:nvPr/>
              </p14:nvContentPartPr>
              <p14:xfrm>
                <a:off x="3706219" y="3166939"/>
                <a:ext cx="883440" cy="341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C59FC84-6DEE-69BB-0554-4EB80F73F45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695779" y="3156139"/>
                  <a:ext cx="9046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3845633-E1A5-55A5-5DE0-F8B0A4546E5F}"/>
                    </a:ext>
                  </a:extLst>
                </p14:cNvPr>
                <p14:cNvContentPartPr/>
                <p14:nvPr/>
              </p14:nvContentPartPr>
              <p14:xfrm>
                <a:off x="4883779" y="2463499"/>
                <a:ext cx="718200" cy="316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3845633-E1A5-55A5-5DE0-F8B0A4546E5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873339" y="2453059"/>
                  <a:ext cx="7394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2C1EF7F-5BE7-2A71-818D-0D4A209E7E89}"/>
                    </a:ext>
                  </a:extLst>
                </p14:cNvPr>
                <p14:cNvContentPartPr/>
                <p14:nvPr/>
              </p14:nvContentPartPr>
              <p14:xfrm>
                <a:off x="5456539" y="2463139"/>
                <a:ext cx="73080" cy="144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2C1EF7F-5BE7-2A71-818D-0D4A209E7E8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445739" y="2452339"/>
                  <a:ext cx="943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38CA57B-81AB-D461-D097-1BAD27824060}"/>
                    </a:ext>
                  </a:extLst>
                </p14:cNvPr>
                <p14:cNvContentPartPr/>
                <p14:nvPr/>
              </p14:nvContentPartPr>
              <p14:xfrm>
                <a:off x="5525299" y="2169019"/>
                <a:ext cx="96840" cy="177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38CA57B-81AB-D461-D097-1BAD2782406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514499" y="2158219"/>
                  <a:ext cx="1180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A14C319-6619-AAC6-B143-1163FF0ABA4A}"/>
                    </a:ext>
                  </a:extLst>
                </p14:cNvPr>
                <p14:cNvContentPartPr/>
                <p14:nvPr/>
              </p14:nvContentPartPr>
              <p14:xfrm>
                <a:off x="5645179" y="1889659"/>
                <a:ext cx="47160" cy="154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A14C319-6619-AAC6-B143-1163FF0ABA4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634739" y="1878859"/>
                  <a:ext cx="684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47E52F1-7F40-E8DB-47BC-FE3822E373FD}"/>
                    </a:ext>
                  </a:extLst>
                </p14:cNvPr>
                <p14:cNvContentPartPr/>
                <p14:nvPr/>
              </p14:nvContentPartPr>
              <p14:xfrm>
                <a:off x="5418019" y="2694619"/>
                <a:ext cx="93600" cy="250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47E52F1-7F40-E8DB-47BC-FE3822E373F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407579" y="2683819"/>
                  <a:ext cx="1148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1E8D7B4-FDD8-5722-0D4C-67BDA036419B}"/>
                    </a:ext>
                  </a:extLst>
                </p14:cNvPr>
                <p14:cNvContentPartPr/>
                <p14:nvPr/>
              </p14:nvContentPartPr>
              <p14:xfrm>
                <a:off x="5317579" y="3047419"/>
                <a:ext cx="68400" cy="165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1E8D7B4-FDD8-5722-0D4C-67BDA036419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07139" y="3036979"/>
                  <a:ext cx="896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A0537A5-EB5B-A89C-FC93-24EE31C2061A}"/>
                    </a:ext>
                  </a:extLst>
                </p14:cNvPr>
                <p14:cNvContentPartPr/>
                <p14:nvPr/>
              </p14:nvContentPartPr>
              <p14:xfrm>
                <a:off x="5151619" y="3405619"/>
                <a:ext cx="53640" cy="180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A0537A5-EB5B-A89C-FC93-24EE31C2061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140819" y="3394819"/>
                  <a:ext cx="748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3E28859-FE5C-5F50-8C2E-AE4341DB209E}"/>
                    </a:ext>
                  </a:extLst>
                </p14:cNvPr>
                <p14:cNvContentPartPr/>
                <p14:nvPr/>
              </p14:nvContentPartPr>
              <p14:xfrm>
                <a:off x="5055859" y="3657979"/>
                <a:ext cx="53640" cy="173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3E28859-FE5C-5F50-8C2E-AE4341DB209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045419" y="3647179"/>
                  <a:ext cx="748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CFB4C44-2165-1F8C-790A-96090383E840}"/>
                    </a:ext>
                  </a:extLst>
                </p14:cNvPr>
                <p14:cNvContentPartPr/>
                <p14:nvPr/>
              </p14:nvContentPartPr>
              <p14:xfrm>
                <a:off x="5301019" y="2255419"/>
                <a:ext cx="222840" cy="3672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CFB4C44-2165-1F8C-790A-96090383E84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290219" y="2244619"/>
                  <a:ext cx="24408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3EB96E6-4CA9-4D3F-021F-FC1D45BB9350}"/>
                    </a:ext>
                  </a:extLst>
                </p14:cNvPr>
                <p14:cNvContentPartPr/>
                <p14:nvPr/>
              </p14:nvContentPartPr>
              <p14:xfrm>
                <a:off x="5037499" y="2860219"/>
                <a:ext cx="380880" cy="343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3EB96E6-4CA9-4D3F-021F-FC1D45BB935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026699" y="2849419"/>
                  <a:ext cx="40212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1BC06A0-03FC-3CBF-32C2-EFCB68FBE856}"/>
                    </a:ext>
                  </a:extLst>
                </p14:cNvPr>
                <p14:cNvContentPartPr/>
                <p14:nvPr/>
              </p14:nvContentPartPr>
              <p14:xfrm>
                <a:off x="5739859" y="1859419"/>
                <a:ext cx="106920" cy="1616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1BC06A0-03FC-3CBF-32C2-EFCB68FBE85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729059" y="1848619"/>
                  <a:ext cx="1281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34EF4E2-DB2C-9A96-C3C0-E3652001C9A3}"/>
                    </a:ext>
                  </a:extLst>
                </p14:cNvPr>
                <p14:cNvContentPartPr/>
                <p14:nvPr/>
              </p14:nvContentPartPr>
              <p14:xfrm>
                <a:off x="5550859" y="2234899"/>
                <a:ext cx="45720" cy="189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34EF4E2-DB2C-9A96-C3C0-E3652001C9A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540059" y="2224459"/>
                  <a:ext cx="669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8D484E5-97B4-9CE8-CA5C-E644DCBA1969}"/>
                    </a:ext>
                  </a:extLst>
                </p14:cNvPr>
                <p14:cNvContentPartPr/>
                <p14:nvPr/>
              </p14:nvContentPartPr>
              <p14:xfrm>
                <a:off x="5557699" y="2526139"/>
                <a:ext cx="32040" cy="1746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8D484E5-97B4-9CE8-CA5C-E644DCBA196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547259" y="2515339"/>
                  <a:ext cx="532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9E8DE1F-234A-5761-D848-8ED5EDD2DC48}"/>
                    </a:ext>
                  </a:extLst>
                </p14:cNvPr>
                <p14:cNvContentPartPr/>
                <p14:nvPr/>
              </p14:nvContentPartPr>
              <p14:xfrm>
                <a:off x="5477059" y="2844019"/>
                <a:ext cx="127440" cy="2322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9E8DE1F-234A-5761-D848-8ED5EDD2DC4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466619" y="2833219"/>
                  <a:ext cx="1486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00F8909-580D-4E61-DFB7-ED03326150BF}"/>
                    </a:ext>
                  </a:extLst>
                </p14:cNvPr>
                <p14:cNvContentPartPr/>
                <p14:nvPr/>
              </p14:nvContentPartPr>
              <p14:xfrm>
                <a:off x="5256739" y="3157579"/>
                <a:ext cx="166680" cy="2538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00F8909-580D-4E61-DFB7-ED03326150B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245939" y="3147139"/>
                  <a:ext cx="1879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4783F4A-3D62-D699-C4E7-3AADC3D198F2}"/>
                    </a:ext>
                  </a:extLst>
                </p14:cNvPr>
                <p14:cNvContentPartPr/>
                <p14:nvPr/>
              </p14:nvContentPartPr>
              <p14:xfrm>
                <a:off x="4955779" y="3654739"/>
                <a:ext cx="160560" cy="2185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4783F4A-3D62-D699-C4E7-3AADC3D198F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944979" y="3644299"/>
                  <a:ext cx="181800" cy="23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6B4EEF2A-287A-EF55-8683-8F78264EF3AA}"/>
                  </a:ext>
                </a:extLst>
              </p14:cNvPr>
              <p14:cNvContentPartPr/>
              <p14:nvPr/>
            </p14:nvContentPartPr>
            <p14:xfrm>
              <a:off x="4851019" y="4033459"/>
              <a:ext cx="33120" cy="910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6B4EEF2A-287A-EF55-8683-8F78264EF3AA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840219" y="4023019"/>
                <a:ext cx="54360" cy="11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6" name="Group 175">
            <a:extLst>
              <a:ext uri="{FF2B5EF4-FFF2-40B4-BE49-F238E27FC236}">
                <a16:creationId xmlns:a16="http://schemas.microsoft.com/office/drawing/2014/main" id="{9938A076-82BE-A4BE-4948-7736AD6C3CD5}"/>
              </a:ext>
            </a:extLst>
          </p:cNvPr>
          <p:cNvGrpSpPr/>
          <p:nvPr/>
        </p:nvGrpSpPr>
        <p:grpSpPr>
          <a:xfrm>
            <a:off x="4965499" y="612019"/>
            <a:ext cx="1980720" cy="5044680"/>
            <a:chOff x="4965499" y="612019"/>
            <a:chExt cx="1980720" cy="504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37A571C-CDF0-96AA-A86A-4724664EF569}"/>
                    </a:ext>
                  </a:extLst>
                </p14:cNvPr>
                <p14:cNvContentPartPr/>
                <p14:nvPr/>
              </p14:nvContentPartPr>
              <p14:xfrm>
                <a:off x="6043699" y="612019"/>
                <a:ext cx="902520" cy="50446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37A571C-CDF0-96AA-A86A-4724664EF56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033259" y="601579"/>
                  <a:ext cx="923760" cy="50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8F70DC1-8ED2-43CE-65BB-608EF979A9B3}"/>
                    </a:ext>
                  </a:extLst>
                </p14:cNvPr>
                <p14:cNvContentPartPr/>
                <p14:nvPr/>
              </p14:nvContentPartPr>
              <p14:xfrm>
                <a:off x="5248819" y="864739"/>
                <a:ext cx="28800" cy="1810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8F70DC1-8ED2-43CE-65BB-608EF979A9B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238019" y="853939"/>
                  <a:ext cx="500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777A2FC-CD64-6B5C-C021-F3B1CAA74481}"/>
                    </a:ext>
                  </a:extLst>
                </p14:cNvPr>
                <p14:cNvContentPartPr/>
                <p14:nvPr/>
              </p14:nvContentPartPr>
              <p14:xfrm>
                <a:off x="5308939" y="1181899"/>
                <a:ext cx="85680" cy="1695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777A2FC-CD64-6B5C-C021-F3B1CAA7448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298499" y="1171459"/>
                  <a:ext cx="1069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4713253-BC53-6D63-6D86-90F55869EBC1}"/>
                    </a:ext>
                  </a:extLst>
                </p14:cNvPr>
                <p14:cNvContentPartPr/>
                <p14:nvPr/>
              </p14:nvContentPartPr>
              <p14:xfrm>
                <a:off x="5461219" y="1494739"/>
                <a:ext cx="27360" cy="1296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4713253-BC53-6D63-6D86-90F55869EBC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450419" y="1483939"/>
                  <a:ext cx="486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6131B3F-9B26-4836-9E02-B8EBD73C40E3}"/>
                    </a:ext>
                  </a:extLst>
                </p14:cNvPr>
                <p14:cNvContentPartPr/>
                <p14:nvPr/>
              </p14:nvContentPartPr>
              <p14:xfrm>
                <a:off x="5465179" y="1836019"/>
                <a:ext cx="21960" cy="442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6131B3F-9B26-4836-9E02-B8EBD73C40E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454379" y="1825219"/>
                  <a:ext cx="432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6EA38E9-6A42-D75A-10B8-3095AB596E27}"/>
                    </a:ext>
                  </a:extLst>
                </p14:cNvPr>
                <p14:cNvContentPartPr/>
                <p14:nvPr/>
              </p14:nvContentPartPr>
              <p14:xfrm>
                <a:off x="5450779" y="1932139"/>
                <a:ext cx="24480" cy="435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6EA38E9-6A42-D75A-10B8-3095AB596E2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439979" y="1921339"/>
                  <a:ext cx="457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A36F120-4AC8-EBA5-3E29-6813E7ED20D9}"/>
                    </a:ext>
                  </a:extLst>
                </p14:cNvPr>
                <p14:cNvContentPartPr/>
                <p14:nvPr/>
              </p14:nvContentPartPr>
              <p14:xfrm>
                <a:off x="5456539" y="2026459"/>
                <a:ext cx="15840" cy="612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A36F120-4AC8-EBA5-3E29-6813E7ED20D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446099" y="2015659"/>
                  <a:ext cx="370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657AA04-47CF-C908-9E21-4B42E7DDFEF8}"/>
                    </a:ext>
                  </a:extLst>
                </p14:cNvPr>
                <p14:cNvContentPartPr/>
                <p14:nvPr/>
              </p14:nvContentPartPr>
              <p14:xfrm>
                <a:off x="5487139" y="2162899"/>
                <a:ext cx="79560" cy="874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657AA04-47CF-C908-9E21-4B42E7DDFEF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476339" y="2152459"/>
                  <a:ext cx="1008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7B70A8A-30CD-FA43-4B8E-E9609A3FAC09}"/>
                    </a:ext>
                  </a:extLst>
                </p14:cNvPr>
                <p14:cNvContentPartPr/>
                <p14:nvPr/>
              </p14:nvContentPartPr>
              <p14:xfrm>
                <a:off x="5631499" y="2391859"/>
                <a:ext cx="130320" cy="2455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7B70A8A-30CD-FA43-4B8E-E9609A3FAC0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620699" y="2381419"/>
                  <a:ext cx="1515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A1C2DF3-4616-3A55-5395-7C39D9F9914E}"/>
                    </a:ext>
                  </a:extLst>
                </p14:cNvPr>
                <p14:cNvContentPartPr/>
                <p14:nvPr/>
              </p14:nvContentPartPr>
              <p14:xfrm>
                <a:off x="5744899" y="2677339"/>
                <a:ext cx="25920" cy="2044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A1C2DF3-4616-3A55-5395-7C39D9F9914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734459" y="2666539"/>
                  <a:ext cx="471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8452570-C5E9-65CE-9F43-0B26E6473396}"/>
                    </a:ext>
                  </a:extLst>
                </p14:cNvPr>
                <p14:cNvContentPartPr/>
                <p14:nvPr/>
              </p14:nvContentPartPr>
              <p14:xfrm>
                <a:off x="5779099" y="2945179"/>
                <a:ext cx="60120" cy="159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8452570-C5E9-65CE-9F43-0B26E647339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768659" y="2934379"/>
                  <a:ext cx="813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0AF8AB7-0494-03EB-946A-370F7DCB6D29}"/>
                    </a:ext>
                  </a:extLst>
                </p14:cNvPr>
                <p14:cNvContentPartPr/>
                <p14:nvPr/>
              </p14:nvContentPartPr>
              <p14:xfrm>
                <a:off x="5815459" y="3206899"/>
                <a:ext cx="46440" cy="2466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0AF8AB7-0494-03EB-946A-370F7DCB6D2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804659" y="3196099"/>
                  <a:ext cx="676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9A732D8-9F70-B2CF-9B7D-82C9B9D2541D}"/>
                    </a:ext>
                  </a:extLst>
                </p14:cNvPr>
                <p14:cNvContentPartPr/>
                <p14:nvPr/>
              </p14:nvContentPartPr>
              <p14:xfrm>
                <a:off x="5801059" y="3576259"/>
                <a:ext cx="120960" cy="11188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9A732D8-9F70-B2CF-9B7D-82C9B9D2541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790619" y="3565819"/>
                  <a:ext cx="142200" cy="11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50FAF90-8B7D-BB8D-CF3B-BD99BB4086C9}"/>
                    </a:ext>
                  </a:extLst>
                </p14:cNvPr>
                <p14:cNvContentPartPr/>
                <p14:nvPr/>
              </p14:nvContentPartPr>
              <p14:xfrm>
                <a:off x="5838859" y="5016619"/>
                <a:ext cx="115560" cy="1623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50FAF90-8B7D-BB8D-CF3B-BD99BB4086C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828419" y="5005819"/>
                  <a:ext cx="1368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9B9BA26-A2C5-0799-749C-CC60FEDD5E0D}"/>
                    </a:ext>
                  </a:extLst>
                </p14:cNvPr>
                <p14:cNvContentPartPr/>
                <p14:nvPr/>
              </p14:nvContentPartPr>
              <p14:xfrm>
                <a:off x="5468059" y="2555299"/>
                <a:ext cx="95760" cy="1044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9B9BA26-A2C5-0799-749C-CC60FEDD5E0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457259" y="2544499"/>
                  <a:ext cx="1170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0C0A812-C98A-30E5-ADAD-1FD610EA9711}"/>
                    </a:ext>
                  </a:extLst>
                </p14:cNvPr>
                <p14:cNvContentPartPr/>
                <p14:nvPr/>
              </p14:nvContentPartPr>
              <p14:xfrm>
                <a:off x="5309299" y="2562139"/>
                <a:ext cx="155160" cy="892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0C0A812-C98A-30E5-ADAD-1FD610EA971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298859" y="2551339"/>
                  <a:ext cx="1764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5C592D3-1613-8943-C0CB-BD7790BFEFDE}"/>
                    </a:ext>
                  </a:extLst>
                </p14:cNvPr>
                <p14:cNvContentPartPr/>
                <p14:nvPr/>
              </p14:nvContentPartPr>
              <p14:xfrm>
                <a:off x="5145859" y="2596699"/>
                <a:ext cx="213480" cy="1022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5C592D3-1613-8943-C0CB-BD7790BFEFD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135059" y="2585899"/>
                  <a:ext cx="2347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B36154C-2FE1-9FC4-D9F2-5B41D53F2D8C}"/>
                    </a:ext>
                  </a:extLst>
                </p14:cNvPr>
                <p14:cNvContentPartPr/>
                <p14:nvPr/>
              </p14:nvContentPartPr>
              <p14:xfrm>
                <a:off x="5116699" y="2541619"/>
                <a:ext cx="165960" cy="1018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B36154C-2FE1-9FC4-D9F2-5B41D53F2D8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105899" y="2531179"/>
                  <a:ext cx="1872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A9A59D5-6B11-C63F-2276-1EB510B8CC6E}"/>
                    </a:ext>
                  </a:extLst>
                </p14:cNvPr>
                <p14:cNvContentPartPr/>
                <p14:nvPr/>
              </p14:nvContentPartPr>
              <p14:xfrm>
                <a:off x="5044339" y="2564659"/>
                <a:ext cx="149400" cy="594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A9A59D5-6B11-C63F-2276-1EB510B8CC6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033899" y="2554219"/>
                  <a:ext cx="1706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4D98F90-5894-BCAB-8407-AE16D286CA98}"/>
                    </a:ext>
                  </a:extLst>
                </p14:cNvPr>
                <p14:cNvContentPartPr/>
                <p14:nvPr/>
              </p14:nvContentPartPr>
              <p14:xfrm>
                <a:off x="4965499" y="2539099"/>
                <a:ext cx="128880" cy="698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4D98F90-5894-BCAB-8407-AE16D286CA9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955059" y="2528299"/>
                  <a:ext cx="15012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CA24BA79-E4B4-7260-C5B3-F89ABA98DE71}"/>
              </a:ext>
            </a:extLst>
          </p:cNvPr>
          <p:cNvGrpSpPr/>
          <p:nvPr/>
        </p:nvGrpSpPr>
        <p:grpSpPr>
          <a:xfrm>
            <a:off x="6812299" y="623899"/>
            <a:ext cx="859680" cy="4161600"/>
            <a:chOff x="6812299" y="623899"/>
            <a:chExt cx="859680" cy="416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C4CE886-2899-7D4A-9DED-E3DCF9CDEE71}"/>
                    </a:ext>
                  </a:extLst>
                </p14:cNvPr>
                <p14:cNvContentPartPr/>
                <p14:nvPr/>
              </p14:nvContentPartPr>
              <p14:xfrm>
                <a:off x="6812299" y="623899"/>
                <a:ext cx="835200" cy="41616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C4CE886-2899-7D4A-9DED-E3DCF9CDEE7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801499" y="613099"/>
                  <a:ext cx="856440" cy="41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A4ED194-93EF-C2A0-4DBC-C67F7D0E4726}"/>
                    </a:ext>
                  </a:extLst>
                </p14:cNvPr>
                <p14:cNvContentPartPr/>
                <p14:nvPr/>
              </p14:nvContentPartPr>
              <p14:xfrm>
                <a:off x="7512139" y="3000979"/>
                <a:ext cx="103680" cy="1422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A4ED194-93EF-C2A0-4DBC-C67F7D0E472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501699" y="2990179"/>
                  <a:ext cx="1249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B86CC5C-42D2-093C-3A7B-F38B7B19CD2D}"/>
                    </a:ext>
                  </a:extLst>
                </p14:cNvPr>
                <p14:cNvContentPartPr/>
                <p14:nvPr/>
              </p14:nvContentPartPr>
              <p14:xfrm>
                <a:off x="7367779" y="3067579"/>
                <a:ext cx="138960" cy="493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B86CC5C-42D2-093C-3A7B-F38B7B19CD2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356979" y="3056779"/>
                  <a:ext cx="1602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AD2A0F2-AC05-8BAB-3BB4-CC5DF79A1764}"/>
                    </a:ext>
                  </a:extLst>
                </p14:cNvPr>
                <p14:cNvContentPartPr/>
                <p14:nvPr/>
              </p14:nvContentPartPr>
              <p14:xfrm>
                <a:off x="7332499" y="3062539"/>
                <a:ext cx="64080" cy="727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AD2A0F2-AC05-8BAB-3BB4-CC5DF79A176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321699" y="3052099"/>
                  <a:ext cx="85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20E5A1A-17C0-7C67-7B93-8435A52E767E}"/>
                    </a:ext>
                  </a:extLst>
                </p14:cNvPr>
                <p14:cNvContentPartPr/>
                <p14:nvPr/>
              </p14:nvContentPartPr>
              <p14:xfrm>
                <a:off x="7370659" y="2496259"/>
                <a:ext cx="301320" cy="910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20E5A1A-17C0-7C67-7B93-8435A52E767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359859" y="2485819"/>
                  <a:ext cx="322560" cy="112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84" name="Rectangle 183">
            <a:extLst>
              <a:ext uri="{FF2B5EF4-FFF2-40B4-BE49-F238E27FC236}">
                <a16:creationId xmlns:a16="http://schemas.microsoft.com/office/drawing/2014/main" id="{44438A0B-9EE9-4302-1843-442E87D40225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Support Vector Machines</a:t>
            </a:r>
          </a:p>
        </p:txBody>
      </p:sp>
    </p:spTree>
    <p:extLst>
      <p:ext uri="{BB962C8B-B14F-4D97-AF65-F5344CB8AC3E}">
        <p14:creationId xmlns:p14="http://schemas.microsoft.com/office/powerpoint/2010/main" val="6543759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CBE871-4E33-BBFA-EC7C-62FB3406CB42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KNN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ACAF204-4EB5-06C6-ACE6-5999633E2112}"/>
              </a:ext>
            </a:extLst>
          </p:cNvPr>
          <p:cNvGrpSpPr/>
          <p:nvPr/>
        </p:nvGrpSpPr>
        <p:grpSpPr>
          <a:xfrm>
            <a:off x="1699579" y="1946899"/>
            <a:ext cx="6014160" cy="3337200"/>
            <a:chOff x="1699579" y="1946899"/>
            <a:chExt cx="6014160" cy="333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4BAE454-B653-FFC3-3540-2F07D7076EA7}"/>
                    </a:ext>
                  </a:extLst>
                </p14:cNvPr>
                <p14:cNvContentPartPr/>
                <p14:nvPr/>
              </p14:nvContentPartPr>
              <p14:xfrm>
                <a:off x="2927179" y="1953379"/>
                <a:ext cx="210600" cy="326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4BAE454-B653-FFC3-3540-2F07D7076EA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16739" y="1942579"/>
                  <a:ext cx="2318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5456337-D0B6-37A2-F194-C9FC77BD1E2F}"/>
                    </a:ext>
                  </a:extLst>
                </p14:cNvPr>
                <p14:cNvContentPartPr/>
                <p14:nvPr/>
              </p14:nvContentPartPr>
              <p14:xfrm>
                <a:off x="2810179" y="2018179"/>
                <a:ext cx="500040" cy="187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5456337-D0B6-37A2-F194-C9FC77BD1E2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99379" y="2007739"/>
                  <a:ext cx="5212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66908C6-5423-7663-E80F-7772562E2201}"/>
                    </a:ext>
                  </a:extLst>
                </p14:cNvPr>
                <p14:cNvContentPartPr/>
                <p14:nvPr/>
              </p14:nvContentPartPr>
              <p14:xfrm>
                <a:off x="3142819" y="2406619"/>
                <a:ext cx="157680" cy="2332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66908C6-5423-7663-E80F-7772562E220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32019" y="2395819"/>
                  <a:ext cx="1789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AE616C5-DDB9-605F-870A-BFECDDACF433}"/>
                    </a:ext>
                  </a:extLst>
                </p14:cNvPr>
                <p14:cNvContentPartPr/>
                <p14:nvPr/>
              </p14:nvContentPartPr>
              <p14:xfrm>
                <a:off x="3019699" y="2464219"/>
                <a:ext cx="556200" cy="104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AE616C5-DDB9-605F-870A-BFECDDACF43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09259" y="2453419"/>
                  <a:ext cx="5774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3A6F898-2DBE-8784-407D-8228ABFACE2C}"/>
                    </a:ext>
                  </a:extLst>
                </p14:cNvPr>
                <p14:cNvContentPartPr/>
                <p14:nvPr/>
              </p14:nvContentPartPr>
              <p14:xfrm>
                <a:off x="3451699" y="2068939"/>
                <a:ext cx="132120" cy="2689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3A6F898-2DBE-8784-407D-8228ABFACE2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440899" y="2058139"/>
                  <a:ext cx="1533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06BC42F-170F-1DA4-5E7E-562D62776253}"/>
                    </a:ext>
                  </a:extLst>
                </p14:cNvPr>
                <p14:cNvContentPartPr/>
                <p14:nvPr/>
              </p14:nvContentPartPr>
              <p14:xfrm>
                <a:off x="3301939" y="2153179"/>
                <a:ext cx="552240" cy="145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06BC42F-170F-1DA4-5E7E-562D6277625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91499" y="2142739"/>
                  <a:ext cx="5734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2BD6E8C-27A2-E84A-B783-CB90C9B5A072}"/>
                    </a:ext>
                  </a:extLst>
                </p14:cNvPr>
                <p14:cNvContentPartPr/>
                <p14:nvPr/>
              </p14:nvContentPartPr>
              <p14:xfrm>
                <a:off x="5826979" y="2905219"/>
                <a:ext cx="400680" cy="3038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2BD6E8C-27A2-E84A-B783-CB90C9B5A07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16539" y="2894419"/>
                  <a:ext cx="4219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BD19E8E-E533-9B3C-57D2-5FE1BC1EC456}"/>
                    </a:ext>
                  </a:extLst>
                </p14:cNvPr>
                <p14:cNvContentPartPr/>
                <p14:nvPr/>
              </p14:nvContentPartPr>
              <p14:xfrm>
                <a:off x="5753899" y="3283939"/>
                <a:ext cx="388800" cy="24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BD19E8E-E533-9B3C-57D2-5FE1BC1EC45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43099" y="3273139"/>
                  <a:ext cx="4100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E7BF7CC-3718-1E2D-1FF9-DAF0F057DB3E}"/>
                    </a:ext>
                  </a:extLst>
                </p14:cNvPr>
                <p14:cNvContentPartPr/>
                <p14:nvPr/>
              </p14:nvContentPartPr>
              <p14:xfrm>
                <a:off x="6139099" y="3190339"/>
                <a:ext cx="344880" cy="234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E7BF7CC-3718-1E2D-1FF9-DAF0F057DB3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128659" y="3179539"/>
                  <a:ext cx="366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8195D6A-7314-5387-E802-42D1CBD324BB}"/>
                    </a:ext>
                  </a:extLst>
                </p14:cNvPr>
                <p14:cNvContentPartPr/>
                <p14:nvPr/>
              </p14:nvContentPartPr>
              <p14:xfrm>
                <a:off x="2032579" y="1946899"/>
                <a:ext cx="372600" cy="3337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8195D6A-7314-5387-E802-42D1CBD324B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22139" y="1936099"/>
                  <a:ext cx="393840" cy="335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8191A8B-3172-517D-BA59-1B721FAB2BB5}"/>
                    </a:ext>
                  </a:extLst>
                </p14:cNvPr>
                <p14:cNvContentPartPr/>
                <p14:nvPr/>
              </p14:nvContentPartPr>
              <p14:xfrm>
                <a:off x="1699579" y="4608019"/>
                <a:ext cx="6014160" cy="2530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8191A8B-3172-517D-BA59-1B721FAB2BB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89139" y="4597219"/>
                  <a:ext cx="603540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6ACD15A-5A66-D728-6E3F-7499CEE907B1}"/>
              </a:ext>
            </a:extLst>
          </p:cNvPr>
          <p:cNvGrpSpPr/>
          <p:nvPr/>
        </p:nvGrpSpPr>
        <p:grpSpPr>
          <a:xfrm>
            <a:off x="1083259" y="1378459"/>
            <a:ext cx="993600" cy="660600"/>
            <a:chOff x="1083259" y="1378459"/>
            <a:chExt cx="993600" cy="66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FC3F0B4-E637-A421-B7A3-CC4DFB4E5E15}"/>
                    </a:ext>
                  </a:extLst>
                </p14:cNvPr>
                <p14:cNvContentPartPr/>
                <p14:nvPr/>
              </p14:nvContentPartPr>
              <p14:xfrm>
                <a:off x="1979299" y="1378459"/>
                <a:ext cx="97560" cy="660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FC3F0B4-E637-A421-B7A3-CC4DFB4E5E1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68499" y="1368019"/>
                  <a:ext cx="118800" cy="68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EDC0BE5-26D2-BAC5-188C-E94B5CC00075}"/>
                    </a:ext>
                  </a:extLst>
                </p14:cNvPr>
                <p14:cNvContentPartPr/>
                <p14:nvPr/>
              </p14:nvContentPartPr>
              <p14:xfrm>
                <a:off x="1083259" y="1663219"/>
                <a:ext cx="348480" cy="2289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EDC0BE5-26D2-BAC5-188C-E94B5CC0007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72819" y="1652779"/>
                  <a:ext cx="3697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9E5E7C5-A23D-CF16-0176-823C70684203}"/>
                    </a:ext>
                  </a:extLst>
                </p14:cNvPr>
                <p14:cNvContentPartPr/>
                <p14:nvPr/>
              </p14:nvContentPartPr>
              <p14:xfrm>
                <a:off x="1123219" y="1798219"/>
                <a:ext cx="188280" cy="90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9E5E7C5-A23D-CF16-0176-823C7068420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12419" y="1787779"/>
                  <a:ext cx="2095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CBA813C-FA45-FD72-6EC7-4BF7495473BC}"/>
                    </a:ext>
                  </a:extLst>
                </p14:cNvPr>
                <p14:cNvContentPartPr/>
                <p14:nvPr/>
              </p14:nvContentPartPr>
              <p14:xfrm>
                <a:off x="1298179" y="1671139"/>
                <a:ext cx="316080" cy="155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CBA813C-FA45-FD72-6EC7-4BF7495473B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87379" y="1660699"/>
                  <a:ext cx="3373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5DFBFF5-855F-E61A-3429-E3BB03947EC4}"/>
                    </a:ext>
                  </a:extLst>
                </p14:cNvPr>
                <p14:cNvContentPartPr/>
                <p14:nvPr/>
              </p14:nvContentPartPr>
              <p14:xfrm>
                <a:off x="1499059" y="1584379"/>
                <a:ext cx="307440" cy="119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5DFBFF5-855F-E61A-3429-E3BB03947EC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488259" y="1573939"/>
                  <a:ext cx="32868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F04D4A9A-C616-C9FE-91E9-7619CD352D68}"/>
              </a:ext>
            </a:extLst>
          </p:cNvPr>
          <p:cNvGrpSpPr/>
          <p:nvPr/>
        </p:nvGrpSpPr>
        <p:grpSpPr>
          <a:xfrm>
            <a:off x="7629499" y="4437379"/>
            <a:ext cx="1679040" cy="450000"/>
            <a:chOff x="7629499" y="4437379"/>
            <a:chExt cx="1679040" cy="45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A9E1661-880D-7185-2977-8B44CF3FDF02}"/>
                    </a:ext>
                  </a:extLst>
                </p14:cNvPr>
                <p14:cNvContentPartPr/>
                <p14:nvPr/>
              </p14:nvContentPartPr>
              <p14:xfrm>
                <a:off x="7629499" y="4689379"/>
                <a:ext cx="283320" cy="1980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A9E1661-880D-7185-2977-8B44CF3FDF0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619059" y="4678579"/>
                  <a:ext cx="3045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67A02AA-0EF4-0D56-C43F-B8D1A54F7F05}"/>
                    </a:ext>
                  </a:extLst>
                </p14:cNvPr>
                <p14:cNvContentPartPr/>
                <p14:nvPr/>
              </p14:nvContentPartPr>
              <p14:xfrm>
                <a:off x="7934779" y="4747339"/>
                <a:ext cx="218520" cy="774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67A02AA-0EF4-0D56-C43F-B8D1A54F7F0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923979" y="4736899"/>
                  <a:ext cx="2397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0FEC340-B45A-19B0-17DC-8AD5DDDE51F5}"/>
                    </a:ext>
                  </a:extLst>
                </p14:cNvPr>
                <p14:cNvContentPartPr/>
                <p14:nvPr/>
              </p14:nvContentPartPr>
              <p14:xfrm>
                <a:off x="7995619" y="4573099"/>
                <a:ext cx="361440" cy="1594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0FEC340-B45A-19B0-17DC-8AD5DDDE51F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85179" y="4562299"/>
                  <a:ext cx="382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015A74F-2975-28AA-DE06-4DB8A7BC89B6}"/>
                    </a:ext>
                  </a:extLst>
                </p14:cNvPr>
                <p14:cNvContentPartPr/>
                <p14:nvPr/>
              </p14:nvContentPartPr>
              <p14:xfrm>
                <a:off x="8328619" y="4437379"/>
                <a:ext cx="979920" cy="2718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015A74F-2975-28AA-DE06-4DB8A7BC89B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317819" y="4426579"/>
                  <a:ext cx="1001160" cy="29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5C223B4-7156-CED8-4DEC-500186EE0912}"/>
              </a:ext>
            </a:extLst>
          </p:cNvPr>
          <p:cNvGrpSpPr/>
          <p:nvPr/>
        </p:nvGrpSpPr>
        <p:grpSpPr>
          <a:xfrm>
            <a:off x="7058179" y="482779"/>
            <a:ext cx="528480" cy="353880"/>
            <a:chOff x="7058179" y="482779"/>
            <a:chExt cx="528480" cy="35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1328B38-CDEA-F4A4-AE64-94780FAF9AF0}"/>
                    </a:ext>
                  </a:extLst>
                </p14:cNvPr>
                <p14:cNvContentPartPr/>
                <p14:nvPr/>
              </p14:nvContentPartPr>
              <p14:xfrm>
                <a:off x="7058179" y="482779"/>
                <a:ext cx="322920" cy="3538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1328B38-CDEA-F4A4-AE64-94780FAF9AF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47379" y="472339"/>
                  <a:ext cx="34416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96F3703-CEA4-CC3A-5A7F-ECDC76C369F9}"/>
                    </a:ext>
                  </a:extLst>
                </p14:cNvPr>
                <p14:cNvContentPartPr/>
                <p14:nvPr/>
              </p14:nvContentPartPr>
              <p14:xfrm>
                <a:off x="7071859" y="524179"/>
                <a:ext cx="514800" cy="172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96F3703-CEA4-CC3A-5A7F-ECDC76C369F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61419" y="513379"/>
                  <a:ext cx="53604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77733A72-09FE-85BB-8ED8-1B1D2AD03A56}"/>
              </a:ext>
            </a:extLst>
          </p:cNvPr>
          <p:cNvGrpSpPr/>
          <p:nvPr/>
        </p:nvGrpSpPr>
        <p:grpSpPr>
          <a:xfrm>
            <a:off x="7882579" y="407539"/>
            <a:ext cx="947880" cy="290880"/>
            <a:chOff x="7882579" y="407539"/>
            <a:chExt cx="947880" cy="2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27C023E-173E-561C-C465-1AA10B784620}"/>
                    </a:ext>
                  </a:extLst>
                </p14:cNvPr>
                <p14:cNvContentPartPr/>
                <p14:nvPr/>
              </p14:nvContentPartPr>
              <p14:xfrm>
                <a:off x="7932619" y="455419"/>
                <a:ext cx="140400" cy="2430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27C023E-173E-561C-C465-1AA10B78462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922179" y="444619"/>
                  <a:ext cx="1616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44CA080-A63B-CBD5-9D1C-962BEABAECF2}"/>
                    </a:ext>
                  </a:extLst>
                </p14:cNvPr>
                <p14:cNvContentPartPr/>
                <p14:nvPr/>
              </p14:nvContentPartPr>
              <p14:xfrm>
                <a:off x="7882579" y="450739"/>
                <a:ext cx="328680" cy="982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44CA080-A63B-CBD5-9D1C-962BEABAECF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871779" y="440299"/>
                  <a:ext cx="3499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5A8B7F6-AC0E-9394-273D-A1774D2D2C46}"/>
                    </a:ext>
                  </a:extLst>
                </p14:cNvPr>
                <p14:cNvContentPartPr/>
                <p14:nvPr/>
              </p14:nvContentPartPr>
              <p14:xfrm>
                <a:off x="8245099" y="430939"/>
                <a:ext cx="154440" cy="120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5A8B7F6-AC0E-9394-273D-A1774D2D2C4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234659" y="420499"/>
                  <a:ext cx="1756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47C127A-6B9E-1146-681A-F9EF71D3EDAE}"/>
                    </a:ext>
                  </a:extLst>
                </p14:cNvPr>
                <p14:cNvContentPartPr/>
                <p14:nvPr/>
              </p14:nvContentPartPr>
              <p14:xfrm>
                <a:off x="8418979" y="411499"/>
                <a:ext cx="79560" cy="1321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47C127A-6B9E-1146-681A-F9EF71D3EDA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408539" y="401059"/>
                  <a:ext cx="1008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CE32F51-F8CB-132E-5ADE-D9F4A2A34742}"/>
                    </a:ext>
                  </a:extLst>
                </p14:cNvPr>
                <p14:cNvContentPartPr/>
                <p14:nvPr/>
              </p14:nvContentPartPr>
              <p14:xfrm>
                <a:off x="8637139" y="407539"/>
                <a:ext cx="193320" cy="745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CE32F51-F8CB-132E-5ADE-D9F4A2A3474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626339" y="396739"/>
                  <a:ext cx="214560" cy="9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13876358-9D1C-7E92-9155-50ACFA2ECF50}"/>
                  </a:ext>
                </a:extLst>
              </p14:cNvPr>
              <p14:cNvContentPartPr/>
              <p14:nvPr/>
            </p14:nvContentPartPr>
            <p14:xfrm>
              <a:off x="7315579" y="1056979"/>
              <a:ext cx="464040" cy="2595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13876358-9D1C-7E92-9155-50ACFA2ECF5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305139" y="1046179"/>
                <a:ext cx="485280" cy="28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09A73542-8833-8527-949E-E74B6A4380B9}"/>
              </a:ext>
            </a:extLst>
          </p:cNvPr>
          <p:cNvGrpSpPr/>
          <p:nvPr/>
        </p:nvGrpSpPr>
        <p:grpSpPr>
          <a:xfrm>
            <a:off x="8208379" y="774739"/>
            <a:ext cx="1344960" cy="312840"/>
            <a:chOff x="8208379" y="774739"/>
            <a:chExt cx="1344960" cy="3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3781776-A09C-8D4A-A5CC-E4D0DA5FB8FE}"/>
                    </a:ext>
                  </a:extLst>
                </p14:cNvPr>
                <p14:cNvContentPartPr/>
                <p14:nvPr/>
              </p14:nvContentPartPr>
              <p14:xfrm>
                <a:off x="8208379" y="958339"/>
                <a:ext cx="245160" cy="1292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3781776-A09C-8D4A-A5CC-E4D0DA5FB8F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197939" y="947899"/>
                  <a:ext cx="266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B726A74-4165-1C23-8336-06A52CB22510}"/>
                    </a:ext>
                  </a:extLst>
                </p14:cNvPr>
                <p14:cNvContentPartPr/>
                <p14:nvPr/>
              </p14:nvContentPartPr>
              <p14:xfrm>
                <a:off x="8539579" y="985339"/>
                <a:ext cx="83160" cy="540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B726A74-4165-1C23-8336-06A52CB2251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29139" y="974899"/>
                  <a:ext cx="1044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A20B266-16D7-66C8-0565-6819B4612A20}"/>
                    </a:ext>
                  </a:extLst>
                </p14:cNvPr>
                <p14:cNvContentPartPr/>
                <p14:nvPr/>
              </p14:nvContentPartPr>
              <p14:xfrm>
                <a:off x="8608339" y="893899"/>
                <a:ext cx="107640" cy="144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A20B266-16D7-66C8-0565-6819B4612A2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597539" y="883459"/>
                  <a:ext cx="1288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B04AE05-D220-2699-F2C2-CFE3242EB549}"/>
                    </a:ext>
                  </a:extLst>
                </p14:cNvPr>
                <p14:cNvContentPartPr/>
                <p14:nvPr/>
              </p14:nvContentPartPr>
              <p14:xfrm>
                <a:off x="8749099" y="887779"/>
                <a:ext cx="356760" cy="117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B04AE05-D220-2699-F2C2-CFE3242EB54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38299" y="877339"/>
                  <a:ext cx="3780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DCE3999-F68C-78BC-0E35-4A5BA40D3527}"/>
                    </a:ext>
                  </a:extLst>
                </p14:cNvPr>
                <p14:cNvContentPartPr/>
                <p14:nvPr/>
              </p14:nvContentPartPr>
              <p14:xfrm>
                <a:off x="9039259" y="774739"/>
                <a:ext cx="514080" cy="188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DCE3999-F68C-78BC-0E35-4A5BA40D352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028819" y="763939"/>
                  <a:ext cx="535320" cy="20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2D2EABE8-DF90-72E6-3515-1FBA982BA7B8}"/>
                  </a:ext>
                </a:extLst>
              </p14:cNvPr>
              <p14:cNvContentPartPr/>
              <p14:nvPr/>
            </p14:nvContentPartPr>
            <p14:xfrm>
              <a:off x="1682204" y="2037259"/>
              <a:ext cx="24120" cy="792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2D2EABE8-DF90-72E6-3515-1FBA982BA7B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671764" y="2026819"/>
                <a:ext cx="453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9B9868BC-05FF-5CA9-6247-A1E64D408F2D}"/>
                  </a:ext>
                </a:extLst>
              </p14:cNvPr>
              <p14:cNvContentPartPr/>
              <p14:nvPr/>
            </p14:nvContentPartPr>
            <p14:xfrm>
              <a:off x="8133404" y="4784779"/>
              <a:ext cx="1099440" cy="22392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9B9868BC-05FF-5CA9-6247-A1E64D408F2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122964" y="4774339"/>
                <a:ext cx="112068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1C153C28-AFE8-2758-66B1-10658438D660}"/>
                  </a:ext>
                </a:extLst>
              </p14:cNvPr>
              <p14:cNvContentPartPr/>
              <p14:nvPr/>
            </p14:nvContentPartPr>
            <p14:xfrm>
              <a:off x="1262444" y="1844659"/>
              <a:ext cx="743400" cy="18504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1C153C28-AFE8-2758-66B1-10658438D66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251644" y="1833859"/>
                <a:ext cx="76464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C3CED55E-82F3-8FC4-5AB8-E667A8A61C07}"/>
                  </a:ext>
                </a:extLst>
              </p14:cNvPr>
              <p14:cNvContentPartPr/>
              <p14:nvPr/>
            </p14:nvContentPartPr>
            <p14:xfrm>
              <a:off x="6313604" y="3535579"/>
              <a:ext cx="624240" cy="27144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C3CED55E-82F3-8FC4-5AB8-E667A8A61C0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302804" y="3525139"/>
                <a:ext cx="64548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B90ABA5D-0056-CB80-56F4-1F8161D0B767}"/>
                  </a:ext>
                </a:extLst>
              </p14:cNvPr>
              <p14:cNvContentPartPr/>
              <p14:nvPr/>
            </p14:nvContentPartPr>
            <p14:xfrm>
              <a:off x="6512684" y="3293299"/>
              <a:ext cx="439920" cy="46332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B90ABA5D-0056-CB80-56F4-1F8161D0B76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501884" y="3282859"/>
                <a:ext cx="461160" cy="48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8" name="Group 247">
            <a:extLst>
              <a:ext uri="{FF2B5EF4-FFF2-40B4-BE49-F238E27FC236}">
                <a16:creationId xmlns:a16="http://schemas.microsoft.com/office/drawing/2014/main" id="{9A5FBC9A-D7ED-04EB-160E-712D10C28D7B}"/>
              </a:ext>
            </a:extLst>
          </p:cNvPr>
          <p:cNvGrpSpPr/>
          <p:nvPr/>
        </p:nvGrpSpPr>
        <p:grpSpPr>
          <a:xfrm>
            <a:off x="2144444" y="1671859"/>
            <a:ext cx="8914320" cy="2241720"/>
            <a:chOff x="2144444" y="1671859"/>
            <a:chExt cx="8914320" cy="224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A29E53E-415D-5410-FEE6-22E52711F01F}"/>
                    </a:ext>
                  </a:extLst>
                </p14:cNvPr>
                <p14:cNvContentPartPr/>
                <p14:nvPr/>
              </p14:nvContentPartPr>
              <p14:xfrm>
                <a:off x="2158844" y="3868939"/>
                <a:ext cx="212400" cy="212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A29E53E-415D-5410-FEE6-22E52711F01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48044" y="3858499"/>
                  <a:ext cx="2336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3A635BD-907B-7D34-07FF-D2D44B78ADB2}"/>
                    </a:ext>
                  </a:extLst>
                </p14:cNvPr>
                <p14:cNvContentPartPr/>
                <p14:nvPr/>
              </p14:nvContentPartPr>
              <p14:xfrm>
                <a:off x="2201684" y="3828259"/>
                <a:ext cx="153000" cy="723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3A635BD-907B-7D34-07FF-D2D44B78ADB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190884" y="3817819"/>
                  <a:ext cx="1742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A784627-1B4B-9895-E839-DC327F2A8535}"/>
                    </a:ext>
                  </a:extLst>
                </p14:cNvPr>
                <p14:cNvContentPartPr/>
                <p14:nvPr/>
              </p14:nvContentPartPr>
              <p14:xfrm>
                <a:off x="2144444" y="3820699"/>
                <a:ext cx="181440" cy="928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A784627-1B4B-9895-E839-DC327F2A853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134004" y="3809899"/>
                  <a:ext cx="2026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BFEE6F9-35B6-F721-618B-1B96FF17ADB7}"/>
                    </a:ext>
                  </a:extLst>
                </p14:cNvPr>
                <p14:cNvContentPartPr/>
                <p14:nvPr/>
              </p14:nvContentPartPr>
              <p14:xfrm>
                <a:off x="7342844" y="2128339"/>
                <a:ext cx="210240" cy="1893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BFEE6F9-35B6-F721-618B-1B96FF17ADB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332044" y="2117539"/>
                  <a:ext cx="2314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3F6DA21-754D-A857-7BDF-D1EBC07C4493}"/>
                    </a:ext>
                  </a:extLst>
                </p14:cNvPr>
                <p14:cNvContentPartPr/>
                <p14:nvPr/>
              </p14:nvContentPartPr>
              <p14:xfrm>
                <a:off x="7211444" y="2084779"/>
                <a:ext cx="616680" cy="3492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3F6DA21-754D-A857-7BDF-D1EBC07C449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200644" y="2074339"/>
                  <a:ext cx="63792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E6F61AD-155C-EF8B-8DA8-04079A06BFAD}"/>
                    </a:ext>
                  </a:extLst>
                </p14:cNvPr>
                <p14:cNvContentPartPr/>
                <p14:nvPr/>
              </p14:nvContentPartPr>
              <p14:xfrm>
                <a:off x="7391804" y="2704339"/>
                <a:ext cx="323280" cy="225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E6F61AD-155C-EF8B-8DA8-04079A06BFA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81364" y="2693539"/>
                  <a:ext cx="3445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BC95079-3493-F3E3-4AB7-B5CA926C3FFC}"/>
                    </a:ext>
                  </a:extLst>
                </p14:cNvPr>
                <p14:cNvContentPartPr/>
                <p14:nvPr/>
              </p14:nvContentPartPr>
              <p14:xfrm>
                <a:off x="7260404" y="2723059"/>
                <a:ext cx="709920" cy="3780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BC95079-3493-F3E3-4AB7-B5CA926C3FF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249964" y="2712619"/>
                  <a:ext cx="73116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2D1E307-2EF1-85F5-4D36-EDA6122E51EC}"/>
                    </a:ext>
                  </a:extLst>
                </p14:cNvPr>
                <p14:cNvContentPartPr/>
                <p14:nvPr/>
              </p14:nvContentPartPr>
              <p14:xfrm>
                <a:off x="8297924" y="2762299"/>
                <a:ext cx="61560" cy="2030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2D1E307-2EF1-85F5-4D36-EDA6122E51E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287124" y="2751499"/>
                  <a:ext cx="828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E2E24E0-9AA1-D4BE-717E-65BD985B6CB0}"/>
                    </a:ext>
                  </a:extLst>
                </p14:cNvPr>
                <p14:cNvContentPartPr/>
                <p14:nvPr/>
              </p14:nvContentPartPr>
              <p14:xfrm>
                <a:off x="8313404" y="2648179"/>
                <a:ext cx="420480" cy="2361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E2E24E0-9AA1-D4BE-717E-65BD985B6CB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02964" y="2637379"/>
                  <a:ext cx="4417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FB0CBA1-DBCD-B760-5B11-A93BB1DBE4AE}"/>
                    </a:ext>
                  </a:extLst>
                </p14:cNvPr>
                <p14:cNvContentPartPr/>
                <p14:nvPr/>
              </p14:nvContentPartPr>
              <p14:xfrm>
                <a:off x="8833604" y="2794699"/>
                <a:ext cx="36720" cy="1314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FB0CBA1-DBCD-B760-5B11-A93BB1DBE4A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822804" y="2784259"/>
                  <a:ext cx="579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3DC4DF3-6C2D-D1B7-1550-187E709953C3}"/>
                    </a:ext>
                  </a:extLst>
                </p14:cNvPr>
                <p14:cNvContentPartPr/>
                <p14:nvPr/>
              </p14:nvContentPartPr>
              <p14:xfrm>
                <a:off x="9046724" y="2703619"/>
                <a:ext cx="31680" cy="50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3DC4DF3-6C2D-D1B7-1550-187E709953C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35924" y="2692819"/>
                  <a:ext cx="52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5F044D5-A2A1-3657-9868-AEDA0A8D5DB2}"/>
                    </a:ext>
                  </a:extLst>
                </p14:cNvPr>
                <p14:cNvContentPartPr/>
                <p14:nvPr/>
              </p14:nvContentPartPr>
              <p14:xfrm>
                <a:off x="9153644" y="2711539"/>
                <a:ext cx="148680" cy="2563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5F044D5-A2A1-3657-9868-AEDA0A8D5DB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143204" y="2701099"/>
                  <a:ext cx="1699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67AF2B4-CD92-F7BD-A397-CF83022975CA}"/>
                    </a:ext>
                  </a:extLst>
                </p14:cNvPr>
                <p14:cNvContentPartPr/>
                <p14:nvPr/>
              </p14:nvContentPartPr>
              <p14:xfrm>
                <a:off x="9420404" y="2723059"/>
                <a:ext cx="35280" cy="2214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67AF2B4-CD92-F7BD-A397-CF83022975C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409604" y="2712619"/>
                  <a:ext cx="565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7FB78D4-AD97-277E-2408-025F1B117652}"/>
                    </a:ext>
                  </a:extLst>
                </p14:cNvPr>
                <p14:cNvContentPartPr/>
                <p14:nvPr/>
              </p14:nvContentPartPr>
              <p14:xfrm>
                <a:off x="9377204" y="2765179"/>
                <a:ext cx="250920" cy="342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7FB78D4-AD97-277E-2408-025F1B11765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366764" y="2754739"/>
                  <a:ext cx="2721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282756F-F471-F045-DCBC-5A3718E92A3A}"/>
                    </a:ext>
                  </a:extLst>
                </p14:cNvPr>
                <p14:cNvContentPartPr/>
                <p14:nvPr/>
              </p14:nvContentPartPr>
              <p14:xfrm>
                <a:off x="9606164" y="2734939"/>
                <a:ext cx="639000" cy="1494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282756F-F471-F045-DCBC-5A3718E92A3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595364" y="2724499"/>
                  <a:ext cx="6602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A72A76D-45DF-0E8E-35A4-111503D8D9DE}"/>
                    </a:ext>
                  </a:extLst>
                </p14:cNvPr>
                <p14:cNvContentPartPr/>
                <p14:nvPr/>
              </p14:nvContentPartPr>
              <p14:xfrm>
                <a:off x="10334804" y="2610379"/>
                <a:ext cx="723960" cy="2228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A72A76D-45DF-0E8E-35A4-111503D8D9D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324004" y="2599939"/>
                  <a:ext cx="7452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E865AA3-2A16-C765-40F9-01EE373B1E59}"/>
                    </a:ext>
                  </a:extLst>
                </p14:cNvPr>
                <p14:cNvContentPartPr/>
                <p14:nvPr/>
              </p14:nvContentPartPr>
              <p14:xfrm>
                <a:off x="6583964" y="3602899"/>
                <a:ext cx="41040" cy="108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E865AA3-2A16-C765-40F9-01EE373B1E5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573524" y="3592099"/>
                  <a:ext cx="622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50B4440-CA18-B3A5-3F4E-D56399B422C3}"/>
                    </a:ext>
                  </a:extLst>
                </p14:cNvPr>
                <p14:cNvContentPartPr/>
                <p14:nvPr/>
              </p14:nvContentPartPr>
              <p14:xfrm>
                <a:off x="6650924" y="3677419"/>
                <a:ext cx="48960" cy="338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50B4440-CA18-B3A5-3F4E-D56399B422C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640484" y="3666979"/>
                  <a:ext cx="702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4947F11-2D7D-BBDC-B15F-DBAD187D2490}"/>
                    </a:ext>
                  </a:extLst>
                </p14:cNvPr>
                <p14:cNvContentPartPr/>
                <p14:nvPr/>
              </p14:nvContentPartPr>
              <p14:xfrm>
                <a:off x="6267524" y="3333979"/>
                <a:ext cx="79200" cy="252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4947F11-2D7D-BBDC-B15F-DBAD187D249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256724" y="3323539"/>
                  <a:ext cx="100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FC57C56-E10F-58B7-A70D-BCDFEEB0EF67}"/>
                    </a:ext>
                  </a:extLst>
                </p14:cNvPr>
                <p14:cNvContentPartPr/>
                <p14:nvPr/>
              </p14:nvContentPartPr>
              <p14:xfrm>
                <a:off x="5897444" y="3412099"/>
                <a:ext cx="33120" cy="136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FC57C56-E10F-58B7-A70D-BCDFEEB0EF6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883404" y="3398059"/>
                  <a:ext cx="615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E45BF82-A658-6744-0483-6C2B1A488A53}"/>
                    </a:ext>
                  </a:extLst>
                </p14:cNvPr>
                <p14:cNvContentPartPr/>
                <p14:nvPr/>
              </p14:nvContentPartPr>
              <p14:xfrm>
                <a:off x="5996804" y="3057859"/>
                <a:ext cx="41040" cy="162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E45BF82-A658-6744-0483-6C2B1A488A5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986364" y="3047419"/>
                  <a:ext cx="62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5E16768-347A-BB9C-9B16-375970F30505}"/>
                    </a:ext>
                  </a:extLst>
                </p14:cNvPr>
                <p14:cNvContentPartPr/>
                <p14:nvPr/>
              </p14:nvContentPartPr>
              <p14:xfrm>
                <a:off x="6243044" y="3389419"/>
                <a:ext cx="466560" cy="3204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5E16768-347A-BB9C-9B16-375970F3050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232244" y="3378619"/>
                  <a:ext cx="4878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1F78611-11F3-E3D7-B4BD-AFDAA7C25C39}"/>
                    </a:ext>
                  </a:extLst>
                </p14:cNvPr>
                <p14:cNvContentPartPr/>
                <p14:nvPr/>
              </p14:nvContentPartPr>
              <p14:xfrm>
                <a:off x="5863604" y="3408499"/>
                <a:ext cx="842040" cy="2746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1F78611-11F3-E3D7-B4BD-AFDAA7C25C3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853164" y="3397699"/>
                  <a:ext cx="8632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C991C88-871D-CEDC-1A8D-A777A1EFCEE4}"/>
                    </a:ext>
                  </a:extLst>
                </p14:cNvPr>
                <p14:cNvContentPartPr/>
                <p14:nvPr/>
              </p14:nvContentPartPr>
              <p14:xfrm>
                <a:off x="5992844" y="3101419"/>
                <a:ext cx="807480" cy="5994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C991C88-871D-CEDC-1A8D-A777A1EFCEE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982044" y="3090979"/>
                  <a:ext cx="82872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0AEFBA0-1CD8-4A90-BDB1-BA06AA66AB99}"/>
                    </a:ext>
                  </a:extLst>
                </p14:cNvPr>
                <p14:cNvContentPartPr/>
                <p14:nvPr/>
              </p14:nvContentPartPr>
              <p14:xfrm>
                <a:off x="3111404" y="2565019"/>
                <a:ext cx="3668760" cy="11674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0AEFBA0-1CD8-4A90-BDB1-BA06AA66AB9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100964" y="2554219"/>
                  <a:ext cx="3690000" cy="11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2DDEA0E-662C-A873-997F-B08A2601E12D}"/>
                    </a:ext>
                  </a:extLst>
                </p14:cNvPr>
                <p14:cNvContentPartPr/>
                <p14:nvPr/>
              </p14:nvContentPartPr>
              <p14:xfrm>
                <a:off x="3399404" y="2334979"/>
                <a:ext cx="3351240" cy="13532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2DDEA0E-662C-A873-997F-B08A2601E12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388964" y="2324539"/>
                  <a:ext cx="3372480" cy="13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BF5E72CA-F394-5470-B044-27ACC394639B}"/>
                    </a:ext>
                  </a:extLst>
                </p14:cNvPr>
                <p14:cNvContentPartPr/>
                <p14:nvPr/>
              </p14:nvContentPartPr>
              <p14:xfrm>
                <a:off x="2857964" y="2131219"/>
                <a:ext cx="4010760" cy="16290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BF5E72CA-F394-5470-B044-27ACC394639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847164" y="2120419"/>
                  <a:ext cx="4032000" cy="165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407AC58-8CE7-1C96-DF9C-89773D85331C}"/>
                    </a:ext>
                  </a:extLst>
                </p14:cNvPr>
                <p14:cNvContentPartPr/>
                <p14:nvPr/>
              </p14:nvContentPartPr>
              <p14:xfrm>
                <a:off x="8210444" y="1915939"/>
                <a:ext cx="24840" cy="4021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407AC58-8CE7-1C96-DF9C-89773D85331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200004" y="1905139"/>
                  <a:ext cx="4608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C6D54B2-8F14-0A43-9F3D-3E580C7CB52F}"/>
                    </a:ext>
                  </a:extLst>
                </p14:cNvPr>
                <p14:cNvContentPartPr/>
                <p14:nvPr/>
              </p14:nvContentPartPr>
              <p14:xfrm>
                <a:off x="8164004" y="2001619"/>
                <a:ext cx="462960" cy="2916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C6D54B2-8F14-0A43-9F3D-3E580C7CB52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153204" y="1990819"/>
                  <a:ext cx="4842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F1F30AD-9BEA-DA7C-9724-47D6B8217630}"/>
                    </a:ext>
                  </a:extLst>
                </p14:cNvPr>
                <p14:cNvContentPartPr/>
                <p14:nvPr/>
              </p14:nvContentPartPr>
              <p14:xfrm>
                <a:off x="8927564" y="2174059"/>
                <a:ext cx="422280" cy="345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F1F30AD-9BEA-DA7C-9724-47D6B821763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916764" y="2163259"/>
                  <a:ext cx="4435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3BBF202-1DED-D9C4-33F2-17F1F5CFA890}"/>
                    </a:ext>
                  </a:extLst>
                </p14:cNvPr>
                <p14:cNvContentPartPr/>
                <p14:nvPr/>
              </p14:nvContentPartPr>
              <p14:xfrm>
                <a:off x="8945564" y="2147419"/>
                <a:ext cx="310680" cy="68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3BBF202-1DED-D9C4-33F2-17F1F5CFA89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935124" y="2136979"/>
                  <a:ext cx="3319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8723C9C-A7A5-06C9-10A3-95669A584827}"/>
                    </a:ext>
                  </a:extLst>
                </p14:cNvPr>
                <p14:cNvContentPartPr/>
                <p14:nvPr/>
              </p14:nvContentPartPr>
              <p14:xfrm>
                <a:off x="9514004" y="1920979"/>
                <a:ext cx="43560" cy="3265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8723C9C-A7A5-06C9-10A3-95669A58482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503204" y="1910179"/>
                  <a:ext cx="648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4276C8C-4755-B5C9-EC87-F141B01FA83C}"/>
                    </a:ext>
                  </a:extLst>
                </p14:cNvPr>
                <p14:cNvContentPartPr/>
                <p14:nvPr/>
              </p14:nvContentPartPr>
              <p14:xfrm>
                <a:off x="8067164" y="1671859"/>
                <a:ext cx="1798560" cy="8892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4276C8C-4755-B5C9-EC87-F141B01FA83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056724" y="1661419"/>
                  <a:ext cx="1819800" cy="9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10FE1C77-32F1-2657-99DD-D7294A6FDC1D}"/>
                    </a:ext>
                  </a:extLst>
                </p14:cNvPr>
                <p14:cNvContentPartPr/>
                <p14:nvPr/>
              </p14:nvContentPartPr>
              <p14:xfrm>
                <a:off x="4078004" y="2548819"/>
                <a:ext cx="967320" cy="7696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10FE1C77-32F1-2657-99DD-D7294A6FDC1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067564" y="2538379"/>
                  <a:ext cx="9885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A38998F-FE84-82D5-A448-7A17DBA964C2}"/>
                    </a:ext>
                  </a:extLst>
                </p14:cNvPr>
                <p14:cNvContentPartPr/>
                <p14:nvPr/>
              </p14:nvContentPartPr>
              <p14:xfrm>
                <a:off x="4573364" y="2543419"/>
                <a:ext cx="343440" cy="8125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A38998F-FE84-82D5-A448-7A17DBA964C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562924" y="2532619"/>
                  <a:ext cx="364680" cy="83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5F382426-B41B-27FA-75EE-0CBC4E4058DC}"/>
                    </a:ext>
                  </a:extLst>
                </p14:cNvPr>
                <p14:cNvContentPartPr/>
                <p14:nvPr/>
              </p14:nvContentPartPr>
              <p14:xfrm>
                <a:off x="6943244" y="3091339"/>
                <a:ext cx="333720" cy="3538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5F382426-B41B-27FA-75EE-0CBC4E4058D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932804" y="3080899"/>
                  <a:ext cx="35496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EFF5315-C5B5-1C7B-3A64-79B1B4FCE18F}"/>
                    </a:ext>
                  </a:extLst>
                </p14:cNvPr>
                <p14:cNvContentPartPr/>
                <p14:nvPr/>
              </p14:nvContentPartPr>
              <p14:xfrm>
                <a:off x="6262484" y="2715859"/>
                <a:ext cx="298440" cy="4161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EFF5315-C5B5-1C7B-3A64-79B1B4FCE18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251684" y="2705059"/>
                  <a:ext cx="319680" cy="43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BF4B8116-3B42-91D6-2BA9-431B04F80392}"/>
                  </a:ext>
                </a:extLst>
              </p14:cNvPr>
              <p14:cNvContentPartPr/>
              <p14:nvPr/>
            </p14:nvContentPartPr>
            <p14:xfrm>
              <a:off x="8242484" y="1216819"/>
              <a:ext cx="1397880" cy="21024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BF4B8116-3B42-91D6-2BA9-431B04F80392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231684" y="1206379"/>
                <a:ext cx="141912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A920AB9A-758C-7866-9769-BB3A81D7000C}"/>
                  </a:ext>
                </a:extLst>
              </p14:cNvPr>
              <p14:cNvContentPartPr/>
              <p14:nvPr/>
            </p14:nvContentPartPr>
            <p14:xfrm>
              <a:off x="6598724" y="3911059"/>
              <a:ext cx="990720" cy="21744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A920AB9A-758C-7866-9769-BB3A81D7000C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6587924" y="3900259"/>
                <a:ext cx="1011960" cy="23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7" name="Group 256">
            <a:extLst>
              <a:ext uri="{FF2B5EF4-FFF2-40B4-BE49-F238E27FC236}">
                <a16:creationId xmlns:a16="http://schemas.microsoft.com/office/drawing/2014/main" id="{36ED56CE-01CB-D8F1-AD4F-446EDD7EB313}"/>
              </a:ext>
            </a:extLst>
          </p:cNvPr>
          <p:cNvGrpSpPr/>
          <p:nvPr/>
        </p:nvGrpSpPr>
        <p:grpSpPr>
          <a:xfrm>
            <a:off x="8057804" y="3344059"/>
            <a:ext cx="1722960" cy="427680"/>
            <a:chOff x="8057804" y="3344059"/>
            <a:chExt cx="1722960" cy="42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6689FF1-0369-A64A-5B8B-56BE39A3C0D2}"/>
                    </a:ext>
                  </a:extLst>
                </p14:cNvPr>
                <p14:cNvContentPartPr/>
                <p14:nvPr/>
              </p14:nvContentPartPr>
              <p14:xfrm>
                <a:off x="8057804" y="3633859"/>
                <a:ext cx="229680" cy="13788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6689FF1-0369-A64A-5B8B-56BE39A3C0D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047364" y="3623419"/>
                  <a:ext cx="250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97C1BDEC-60D8-A38B-F1F3-0D5DF468FED7}"/>
                    </a:ext>
                  </a:extLst>
                </p14:cNvPr>
                <p14:cNvContentPartPr/>
                <p14:nvPr/>
              </p14:nvContentPartPr>
              <p14:xfrm>
                <a:off x="8571164" y="3617299"/>
                <a:ext cx="87120" cy="1051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97C1BDEC-60D8-A38B-F1F3-0D5DF468FED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560724" y="3606499"/>
                  <a:ext cx="1083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1D72AFEB-0263-EAD1-2537-961CC20F8B7B}"/>
                    </a:ext>
                  </a:extLst>
                </p14:cNvPr>
                <p14:cNvContentPartPr/>
                <p14:nvPr/>
              </p14:nvContentPartPr>
              <p14:xfrm>
                <a:off x="8831084" y="3434779"/>
                <a:ext cx="20160" cy="64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1D72AFEB-0263-EAD1-2537-961CC20F8B7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820644" y="3423979"/>
                  <a:ext cx="414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F833F789-4B1A-05FC-0626-D6AAC611BBF1}"/>
                    </a:ext>
                  </a:extLst>
                </p14:cNvPr>
                <p14:cNvContentPartPr/>
                <p14:nvPr/>
              </p14:nvContentPartPr>
              <p14:xfrm>
                <a:off x="8801924" y="3477979"/>
                <a:ext cx="254880" cy="2070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F833F789-4B1A-05FC-0626-D6AAC611BBF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791484" y="3467179"/>
                  <a:ext cx="2761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394138E-8E93-2732-B4D5-4297560534F9}"/>
                    </a:ext>
                  </a:extLst>
                </p14:cNvPr>
                <p14:cNvContentPartPr/>
                <p14:nvPr/>
              </p14:nvContentPartPr>
              <p14:xfrm>
                <a:off x="9358844" y="3344059"/>
                <a:ext cx="421920" cy="3261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394138E-8E93-2732-B4D5-4297560534F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348044" y="3333259"/>
                  <a:ext cx="443160" cy="34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D24269DF-A769-0B8E-28A3-C4F90C524EAA}"/>
              </a:ext>
            </a:extLst>
          </p:cNvPr>
          <p:cNvGrpSpPr/>
          <p:nvPr/>
        </p:nvGrpSpPr>
        <p:grpSpPr>
          <a:xfrm>
            <a:off x="10532444" y="1450819"/>
            <a:ext cx="1431360" cy="452160"/>
            <a:chOff x="10532444" y="1450819"/>
            <a:chExt cx="1431360" cy="45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C27AA775-B3E7-F452-156C-3B360612DEE7}"/>
                    </a:ext>
                  </a:extLst>
                </p14:cNvPr>
                <p14:cNvContentPartPr/>
                <p14:nvPr/>
              </p14:nvContentPartPr>
              <p14:xfrm>
                <a:off x="10532444" y="1614259"/>
                <a:ext cx="186840" cy="2887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C27AA775-B3E7-F452-156C-3B360612DEE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522004" y="1603819"/>
                  <a:ext cx="2080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DDB1B98-3ACE-8A1F-84D8-F532CFE647A3}"/>
                    </a:ext>
                  </a:extLst>
                </p14:cNvPr>
                <p14:cNvContentPartPr/>
                <p14:nvPr/>
              </p14:nvContentPartPr>
              <p14:xfrm>
                <a:off x="10706324" y="1603099"/>
                <a:ext cx="381960" cy="2494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DDB1B98-3ACE-8A1F-84D8-F532CFE647A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695524" y="1592299"/>
                  <a:ext cx="4032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F5FD69C-97A1-7679-AC6C-98588AF846B9}"/>
                    </a:ext>
                  </a:extLst>
                </p14:cNvPr>
                <p14:cNvContentPartPr/>
                <p14:nvPr/>
              </p14:nvContentPartPr>
              <p14:xfrm>
                <a:off x="11269004" y="1717939"/>
                <a:ext cx="161640" cy="122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F5FD69C-97A1-7679-AC6C-98588AF846B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258204" y="1707139"/>
                  <a:ext cx="1828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A339E312-7AEF-3BE5-72C4-1554E5284207}"/>
                    </a:ext>
                  </a:extLst>
                </p14:cNvPr>
                <p14:cNvContentPartPr/>
                <p14:nvPr/>
              </p14:nvContentPartPr>
              <p14:xfrm>
                <a:off x="11245244" y="1642339"/>
                <a:ext cx="267120" cy="651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A339E312-7AEF-3BE5-72C4-1554E528420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234804" y="1631539"/>
                  <a:ext cx="288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650BFC5-A59C-4ED6-5EA9-541C2ED66656}"/>
                    </a:ext>
                  </a:extLst>
                </p14:cNvPr>
                <p14:cNvContentPartPr/>
                <p14:nvPr/>
              </p14:nvContentPartPr>
              <p14:xfrm>
                <a:off x="11580764" y="1450819"/>
                <a:ext cx="383040" cy="3585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650BFC5-A59C-4ED6-5EA9-541C2ED6665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569964" y="1440379"/>
                  <a:ext cx="404280" cy="37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67AB1B1C-50E0-8586-F860-1B5AFA91A92C}"/>
              </a:ext>
            </a:extLst>
          </p:cNvPr>
          <p:cNvGrpSpPr/>
          <p:nvPr/>
        </p:nvGrpSpPr>
        <p:grpSpPr>
          <a:xfrm>
            <a:off x="5964764" y="3095659"/>
            <a:ext cx="819720" cy="590760"/>
            <a:chOff x="5964764" y="3095659"/>
            <a:chExt cx="819720" cy="59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646853C5-FB9D-44A1-FFB4-D9DFFEF93184}"/>
                    </a:ext>
                  </a:extLst>
                </p14:cNvPr>
                <p14:cNvContentPartPr/>
                <p14:nvPr/>
              </p14:nvContentPartPr>
              <p14:xfrm>
                <a:off x="5982764" y="3388699"/>
                <a:ext cx="790560" cy="2977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646853C5-FB9D-44A1-FFB4-D9DFFEF9318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971964" y="3378259"/>
                  <a:ext cx="8118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089F1D0F-0DCC-6DD1-27C0-B56A23636C4E}"/>
                    </a:ext>
                  </a:extLst>
                </p14:cNvPr>
                <p14:cNvContentPartPr/>
                <p14:nvPr/>
              </p14:nvContentPartPr>
              <p14:xfrm>
                <a:off x="5964764" y="3095659"/>
                <a:ext cx="819720" cy="4978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089F1D0F-0DCC-6DD1-27C0-B56A23636C4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953964" y="3085219"/>
                  <a:ext cx="840960" cy="51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BBF832F2-842F-707A-8FFC-D868997B30CD}"/>
              </a:ext>
            </a:extLst>
          </p:cNvPr>
          <p:cNvGrpSpPr/>
          <p:nvPr/>
        </p:nvGrpSpPr>
        <p:grpSpPr>
          <a:xfrm>
            <a:off x="8323484" y="3906019"/>
            <a:ext cx="1757160" cy="352440"/>
            <a:chOff x="8323484" y="3906019"/>
            <a:chExt cx="1757160" cy="35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1E8D6B99-6E7D-0DD8-015F-BF0C7BC4A6A1}"/>
                    </a:ext>
                  </a:extLst>
                </p14:cNvPr>
                <p14:cNvContentPartPr/>
                <p14:nvPr/>
              </p14:nvContentPartPr>
              <p14:xfrm>
                <a:off x="8323484" y="4023019"/>
                <a:ext cx="283680" cy="2354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1E8D6B99-6E7D-0DD8-015F-BF0C7BC4A6A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313044" y="4012579"/>
                  <a:ext cx="3049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E06D2869-22F6-CD1E-0444-B04EF71BFAB3}"/>
                    </a:ext>
                  </a:extLst>
                </p14:cNvPr>
                <p14:cNvContentPartPr/>
                <p14:nvPr/>
              </p14:nvContentPartPr>
              <p14:xfrm>
                <a:off x="8759444" y="4039579"/>
                <a:ext cx="191160" cy="1198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E06D2869-22F6-CD1E-0444-B04EF71BFAB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748644" y="4029139"/>
                  <a:ext cx="2124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30A62018-4C7E-3CC1-0313-541F9B69F6E5}"/>
                    </a:ext>
                  </a:extLst>
                </p14:cNvPr>
                <p14:cNvContentPartPr/>
                <p14:nvPr/>
              </p14:nvContentPartPr>
              <p14:xfrm>
                <a:off x="8954204" y="3951739"/>
                <a:ext cx="30960" cy="72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30A62018-4C7E-3CC1-0313-541F9B69F6E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943404" y="3941299"/>
                  <a:ext cx="522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58556179-7956-A90D-E807-27FE0FACB24E}"/>
                    </a:ext>
                  </a:extLst>
                </p14:cNvPr>
                <p14:cNvContentPartPr/>
                <p14:nvPr/>
              </p14:nvContentPartPr>
              <p14:xfrm>
                <a:off x="9093524" y="3906019"/>
                <a:ext cx="987120" cy="2844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58556179-7956-A90D-E807-27FE0FACB24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083084" y="3895219"/>
                  <a:ext cx="1008360" cy="30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FFBD4080-9092-703A-33B7-AF5E4BBB1424}"/>
              </a:ext>
            </a:extLst>
          </p:cNvPr>
          <p:cNvGrpSpPr/>
          <p:nvPr/>
        </p:nvGrpSpPr>
        <p:grpSpPr>
          <a:xfrm>
            <a:off x="10766444" y="1980739"/>
            <a:ext cx="1167120" cy="409680"/>
            <a:chOff x="10766444" y="1980739"/>
            <a:chExt cx="1167120" cy="40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B609EDA4-3A82-5918-F16E-62A06B26E4C0}"/>
                    </a:ext>
                  </a:extLst>
                </p14:cNvPr>
                <p14:cNvContentPartPr/>
                <p14:nvPr/>
              </p14:nvContentPartPr>
              <p14:xfrm>
                <a:off x="10766444" y="2107819"/>
                <a:ext cx="524520" cy="2826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B609EDA4-3A82-5918-F16E-62A06B26E4C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756004" y="2097379"/>
                  <a:ext cx="5457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CDECC50-AA44-2486-065A-BC997E8F352B}"/>
                    </a:ext>
                  </a:extLst>
                </p14:cNvPr>
                <p14:cNvContentPartPr/>
                <p14:nvPr/>
              </p14:nvContentPartPr>
              <p14:xfrm>
                <a:off x="11465564" y="2236339"/>
                <a:ext cx="192240" cy="453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CDECC50-AA44-2486-065A-BC997E8F35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455124" y="2225899"/>
                  <a:ext cx="213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47A3A72-1FB4-6C4D-FB74-BB5208E35582}"/>
                    </a:ext>
                  </a:extLst>
                </p14:cNvPr>
                <p14:cNvContentPartPr/>
                <p14:nvPr/>
              </p14:nvContentPartPr>
              <p14:xfrm>
                <a:off x="11380964" y="2156419"/>
                <a:ext cx="259920" cy="576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47A3A72-1FB4-6C4D-FB74-BB5208E3558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370524" y="2145979"/>
                  <a:ext cx="2811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805BCE7D-B86B-DB7A-5F26-D42C135CB3B9}"/>
                    </a:ext>
                  </a:extLst>
                </p14:cNvPr>
                <p14:cNvContentPartPr/>
                <p14:nvPr/>
              </p14:nvContentPartPr>
              <p14:xfrm>
                <a:off x="11613164" y="1980739"/>
                <a:ext cx="195120" cy="392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805BCE7D-B86B-DB7A-5F26-D42C135CB3B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602724" y="1969939"/>
                  <a:ext cx="216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D90FB236-10EF-F4D8-E18E-5DE983BCE2CC}"/>
                    </a:ext>
                  </a:extLst>
                </p14:cNvPr>
                <p14:cNvContentPartPr/>
                <p14:nvPr/>
              </p14:nvContentPartPr>
              <p14:xfrm>
                <a:off x="11686244" y="2006659"/>
                <a:ext cx="247320" cy="2487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D90FB236-10EF-F4D8-E18E-5DE983BCE2C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675444" y="1995859"/>
                  <a:ext cx="268560" cy="27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DE8FEEED-111F-6979-3303-44327275C2B3}"/>
              </a:ext>
            </a:extLst>
          </p:cNvPr>
          <p:cNvGrpSpPr/>
          <p:nvPr/>
        </p:nvGrpSpPr>
        <p:grpSpPr>
          <a:xfrm>
            <a:off x="3161084" y="2232019"/>
            <a:ext cx="3870000" cy="1534680"/>
            <a:chOff x="3161084" y="2232019"/>
            <a:chExt cx="3870000" cy="153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0415AA16-C4D2-47A9-A583-BBCDEDBAF4B4}"/>
                    </a:ext>
                  </a:extLst>
                </p14:cNvPr>
                <p14:cNvContentPartPr/>
                <p14:nvPr/>
              </p14:nvContentPartPr>
              <p14:xfrm>
                <a:off x="6244484" y="3385099"/>
                <a:ext cx="679320" cy="3805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0415AA16-C4D2-47A9-A583-BBCDEDBAF4B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234044" y="3374659"/>
                  <a:ext cx="70056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53001044-2547-A5EB-BC05-CC149376196A}"/>
                    </a:ext>
                  </a:extLst>
                </p14:cNvPr>
                <p14:cNvContentPartPr/>
                <p14:nvPr/>
              </p14:nvContentPartPr>
              <p14:xfrm>
                <a:off x="5974484" y="3504979"/>
                <a:ext cx="907200" cy="2466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53001044-2547-A5EB-BC05-CC149376196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964044" y="3494179"/>
                  <a:ext cx="9284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881794FC-59FF-2FD9-06F0-865DFD003B3A}"/>
                    </a:ext>
                  </a:extLst>
                </p14:cNvPr>
                <p14:cNvContentPartPr/>
                <p14:nvPr/>
              </p14:nvContentPartPr>
              <p14:xfrm>
                <a:off x="6216404" y="3189259"/>
                <a:ext cx="722520" cy="5716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881794FC-59FF-2FD9-06F0-865DFD003B3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205604" y="3178459"/>
                  <a:ext cx="74376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86E0DDB8-09A4-F4D3-2D37-E47CFA06FCD8}"/>
                    </a:ext>
                  </a:extLst>
                </p14:cNvPr>
                <p14:cNvContentPartPr/>
                <p14:nvPr/>
              </p14:nvContentPartPr>
              <p14:xfrm>
                <a:off x="3161084" y="2537299"/>
                <a:ext cx="3870000" cy="12294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86E0DDB8-09A4-F4D3-2D37-E47CFA06FCD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150644" y="2526859"/>
                  <a:ext cx="3891240" cy="12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F44BE2DC-EBAD-A9AE-6669-96E9B11059C0}"/>
                    </a:ext>
                  </a:extLst>
                </p14:cNvPr>
                <p14:cNvContentPartPr/>
                <p14:nvPr/>
              </p14:nvContentPartPr>
              <p14:xfrm>
                <a:off x="3431444" y="2232019"/>
                <a:ext cx="3281040" cy="14983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F44BE2DC-EBAD-A9AE-6669-96E9B11059C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420644" y="2221219"/>
                  <a:ext cx="3302280" cy="151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613D4AE1-2683-30E2-ADB7-82FD81B88AA3}"/>
              </a:ext>
            </a:extLst>
          </p:cNvPr>
          <p:cNvGrpSpPr/>
          <p:nvPr/>
        </p:nvGrpSpPr>
        <p:grpSpPr>
          <a:xfrm>
            <a:off x="7321244" y="5031379"/>
            <a:ext cx="3369600" cy="1572840"/>
            <a:chOff x="7321244" y="5031379"/>
            <a:chExt cx="3369600" cy="157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9729A09F-88D0-A42A-FF16-C160E4F5669C}"/>
                    </a:ext>
                  </a:extLst>
                </p14:cNvPr>
                <p14:cNvContentPartPr/>
                <p14:nvPr/>
              </p14:nvContentPartPr>
              <p14:xfrm>
                <a:off x="7321244" y="5545819"/>
                <a:ext cx="475200" cy="2332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9729A09F-88D0-A42A-FF16-C160E4F5669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310444" y="5535379"/>
                  <a:ext cx="4964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DD01BAE8-99C8-42D7-CE92-F1AB458CE58E}"/>
                    </a:ext>
                  </a:extLst>
                </p14:cNvPr>
                <p14:cNvContentPartPr/>
                <p14:nvPr/>
              </p14:nvContentPartPr>
              <p14:xfrm>
                <a:off x="7964204" y="5622859"/>
                <a:ext cx="106560" cy="2869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DD01BAE8-99C8-42D7-CE92-F1AB458CE58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953764" y="5612419"/>
                  <a:ext cx="1278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473A9738-E3B7-E173-C862-74E3EAF5648F}"/>
                    </a:ext>
                  </a:extLst>
                </p14:cNvPr>
                <p14:cNvContentPartPr/>
                <p14:nvPr/>
              </p14:nvContentPartPr>
              <p14:xfrm>
                <a:off x="8164724" y="5733739"/>
                <a:ext cx="367560" cy="3009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473A9738-E3B7-E173-C862-74E3EAF5648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153924" y="5722939"/>
                  <a:ext cx="3888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C8BB02E7-E15A-299F-3F5E-C8DFC5D03CE5}"/>
                    </a:ext>
                  </a:extLst>
                </p14:cNvPr>
                <p14:cNvContentPartPr/>
                <p14:nvPr/>
              </p14:nvContentPartPr>
              <p14:xfrm>
                <a:off x="8333924" y="5629699"/>
                <a:ext cx="255600" cy="813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C8BB02E7-E15A-299F-3F5E-C8DFC5D03CE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323124" y="5618899"/>
                  <a:ext cx="2768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1C642D02-A974-77EE-BDA2-5946BEFE7A8F}"/>
                    </a:ext>
                  </a:extLst>
                </p14:cNvPr>
                <p14:cNvContentPartPr/>
                <p14:nvPr/>
              </p14:nvContentPartPr>
              <p14:xfrm>
                <a:off x="8904164" y="5339539"/>
                <a:ext cx="126000" cy="1404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1C642D02-A974-77EE-BDA2-5946BEFE7A8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893364" y="5329099"/>
                  <a:ext cx="1472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F3322305-41EE-3DF8-EAA9-8A50C8CB144A}"/>
                    </a:ext>
                  </a:extLst>
                </p14:cNvPr>
                <p14:cNvContentPartPr/>
                <p14:nvPr/>
              </p14:nvContentPartPr>
              <p14:xfrm>
                <a:off x="9231404" y="5365459"/>
                <a:ext cx="166680" cy="590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F3322305-41EE-3DF8-EAA9-8A50C8CB144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220964" y="5355019"/>
                  <a:ext cx="1879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31B208C9-76C9-7315-46B7-9AD149E84308}"/>
                    </a:ext>
                  </a:extLst>
                </p14:cNvPr>
                <p14:cNvContentPartPr/>
                <p14:nvPr/>
              </p14:nvContentPartPr>
              <p14:xfrm>
                <a:off x="9357404" y="5257819"/>
                <a:ext cx="19080" cy="360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31B208C9-76C9-7315-46B7-9AD149E8430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346964" y="5247019"/>
                  <a:ext cx="40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352A1653-7F09-0420-6E0C-ABC7FAA41F76}"/>
                    </a:ext>
                  </a:extLst>
                </p14:cNvPr>
                <p14:cNvContentPartPr/>
                <p14:nvPr/>
              </p14:nvContentPartPr>
              <p14:xfrm>
                <a:off x="9455684" y="5154139"/>
                <a:ext cx="439200" cy="26280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352A1653-7F09-0420-6E0C-ABC7FAA41F7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445244" y="5143339"/>
                  <a:ext cx="4604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3C37D4E5-B199-4166-4373-52080E93B3E7}"/>
                    </a:ext>
                  </a:extLst>
                </p14:cNvPr>
                <p14:cNvContentPartPr/>
                <p14:nvPr/>
              </p14:nvContentPartPr>
              <p14:xfrm>
                <a:off x="9821084" y="5031379"/>
                <a:ext cx="588600" cy="23400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3C37D4E5-B199-4166-4373-52080E93B3E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810284" y="5020579"/>
                  <a:ext cx="6098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D75EC27D-8CB4-F7C5-4D24-A4194CB983FA}"/>
                    </a:ext>
                  </a:extLst>
                </p14:cNvPr>
                <p14:cNvContentPartPr/>
                <p14:nvPr/>
              </p14:nvContentPartPr>
              <p14:xfrm>
                <a:off x="8597444" y="6127219"/>
                <a:ext cx="376560" cy="20160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D75EC27D-8CB4-F7C5-4D24-A4194CB983F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587004" y="6116419"/>
                  <a:ext cx="3978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253A31C5-DFFA-DDB0-BBB4-53C18A987F96}"/>
                    </a:ext>
                  </a:extLst>
                </p14:cNvPr>
                <p14:cNvContentPartPr/>
                <p14:nvPr/>
              </p14:nvContentPartPr>
              <p14:xfrm>
                <a:off x="9123764" y="6174379"/>
                <a:ext cx="40320" cy="26064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253A31C5-DFFA-DDB0-BBB4-53C18A987F9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113324" y="6163939"/>
                  <a:ext cx="615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4813E2C8-1D50-FFD0-98DB-660983973012}"/>
                    </a:ext>
                  </a:extLst>
                </p14:cNvPr>
                <p14:cNvContentPartPr/>
                <p14:nvPr/>
              </p14:nvContentPartPr>
              <p14:xfrm>
                <a:off x="9299804" y="6249619"/>
                <a:ext cx="361440" cy="35460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4813E2C8-1D50-FFD0-98DB-66098397301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289364" y="6239179"/>
                  <a:ext cx="38268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E8A2A5EE-0550-97D1-E307-A5F78DFB4BE2}"/>
                    </a:ext>
                  </a:extLst>
                </p14:cNvPr>
                <p14:cNvContentPartPr/>
                <p14:nvPr/>
              </p14:nvContentPartPr>
              <p14:xfrm>
                <a:off x="9420404" y="6105979"/>
                <a:ext cx="288720" cy="1245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E8A2A5EE-0550-97D1-E307-A5F78DFB4BE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409604" y="6095179"/>
                  <a:ext cx="3099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EF232543-C86F-00A8-D18F-6EFDA1B80B62}"/>
                    </a:ext>
                  </a:extLst>
                </p14:cNvPr>
                <p14:cNvContentPartPr/>
                <p14:nvPr/>
              </p14:nvContentPartPr>
              <p14:xfrm>
                <a:off x="9964364" y="5936419"/>
                <a:ext cx="232560" cy="31572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EF232543-C86F-00A8-D18F-6EFDA1B80B6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953924" y="5925619"/>
                  <a:ext cx="25380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7B7621BC-1204-B35F-E091-B236DA252D77}"/>
                    </a:ext>
                  </a:extLst>
                </p14:cNvPr>
                <p14:cNvContentPartPr/>
                <p14:nvPr/>
              </p14:nvContentPartPr>
              <p14:xfrm>
                <a:off x="9904604" y="5868739"/>
                <a:ext cx="169920" cy="12312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7B7621BC-1204-B35F-E091-B236DA252D7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894164" y="5857939"/>
                  <a:ext cx="1911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E95B0BAB-3129-2F58-DCED-7FB314DD65AE}"/>
                    </a:ext>
                  </a:extLst>
                </p14:cNvPr>
                <p14:cNvContentPartPr/>
                <p14:nvPr/>
              </p14:nvContentPartPr>
              <p14:xfrm>
                <a:off x="10226084" y="5867659"/>
                <a:ext cx="137880" cy="11808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E95B0BAB-3129-2F58-DCED-7FB314DD65A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215644" y="5857219"/>
                  <a:ext cx="1591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B80AC3E9-DA5A-A261-A7DE-A90EA3AF6F4A}"/>
                    </a:ext>
                  </a:extLst>
                </p14:cNvPr>
                <p14:cNvContentPartPr/>
                <p14:nvPr/>
              </p14:nvContentPartPr>
              <p14:xfrm>
                <a:off x="10407164" y="5825179"/>
                <a:ext cx="136800" cy="788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B80AC3E9-DA5A-A261-A7DE-A90EA3AF6F4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396364" y="5814739"/>
                  <a:ext cx="1580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C2B4552C-375F-5F62-BEFE-1E81E0636B78}"/>
                    </a:ext>
                  </a:extLst>
                </p14:cNvPr>
                <p14:cNvContentPartPr/>
                <p14:nvPr/>
              </p14:nvContentPartPr>
              <p14:xfrm>
                <a:off x="10582124" y="5770819"/>
                <a:ext cx="108720" cy="8208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C2B4552C-375F-5F62-BEFE-1E81E0636B7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571684" y="5760379"/>
                  <a:ext cx="12996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E3299B4C-B899-1410-A3C4-9F7B622BB131}"/>
              </a:ext>
            </a:extLst>
          </p:cNvPr>
          <p:cNvGrpSpPr/>
          <p:nvPr/>
        </p:nvGrpSpPr>
        <p:grpSpPr>
          <a:xfrm>
            <a:off x="9572684" y="4024819"/>
            <a:ext cx="1875960" cy="1009440"/>
            <a:chOff x="9572684" y="4024819"/>
            <a:chExt cx="1875960" cy="100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CE16C58C-EB94-3111-CDE4-6D8C866D464F}"/>
                    </a:ext>
                  </a:extLst>
                </p14:cNvPr>
                <p14:cNvContentPartPr/>
                <p14:nvPr/>
              </p14:nvContentPartPr>
              <p14:xfrm>
                <a:off x="10540724" y="4410379"/>
                <a:ext cx="402120" cy="62388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CE16C58C-EB94-3111-CDE4-6D8C866D464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530284" y="4399939"/>
                  <a:ext cx="423360" cy="64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2F518852-4674-0592-C48A-FC952E6B9073}"/>
                    </a:ext>
                  </a:extLst>
                </p14:cNvPr>
                <p14:cNvContentPartPr/>
                <p14:nvPr/>
              </p14:nvContentPartPr>
              <p14:xfrm>
                <a:off x="9572684" y="4383019"/>
                <a:ext cx="694080" cy="1616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2F518852-4674-0592-C48A-FC952E6B907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562244" y="4372219"/>
                  <a:ext cx="7153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75EE6793-1DA2-4257-9391-D0C0DA46BD38}"/>
                    </a:ext>
                  </a:extLst>
                </p14:cNvPr>
                <p14:cNvContentPartPr/>
                <p14:nvPr/>
              </p14:nvContentPartPr>
              <p14:xfrm>
                <a:off x="10225004" y="4223899"/>
                <a:ext cx="55440" cy="864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75EE6793-1DA2-4257-9391-D0C0DA46BD3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214564" y="4213459"/>
                  <a:ext cx="76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D276C6E5-3FA3-63C6-991E-051D6E7B6D1E}"/>
                    </a:ext>
                  </a:extLst>
                </p14:cNvPr>
                <p14:cNvContentPartPr/>
                <p14:nvPr/>
              </p14:nvContentPartPr>
              <p14:xfrm>
                <a:off x="10265324" y="4024819"/>
                <a:ext cx="1183320" cy="4028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D276C6E5-3FA3-63C6-991E-051D6E7B6D1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254884" y="4014379"/>
                  <a:ext cx="1204560" cy="424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944596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F9E8EDE-AF20-03AC-CA36-E6D8B589F1AA}"/>
                  </a:ext>
                </a:extLst>
              </p14:cNvPr>
              <p14:cNvContentPartPr/>
              <p14:nvPr/>
            </p14:nvContentPartPr>
            <p14:xfrm>
              <a:off x="245444" y="4106899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F9E8EDE-AF20-03AC-CA36-E6D8B589F1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9324" y="4100779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99D35177-D8D7-E6F8-C6A0-EB99D3CF5455}"/>
              </a:ext>
            </a:extLst>
          </p:cNvPr>
          <p:cNvGrpSpPr/>
          <p:nvPr/>
        </p:nvGrpSpPr>
        <p:grpSpPr>
          <a:xfrm>
            <a:off x="1290884" y="1590859"/>
            <a:ext cx="4828320" cy="3116520"/>
            <a:chOff x="1290884" y="1590859"/>
            <a:chExt cx="4828320" cy="311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D2D97DC-4785-E40B-4B06-9980147C2C34}"/>
                    </a:ext>
                  </a:extLst>
                </p14:cNvPr>
                <p14:cNvContentPartPr/>
                <p14:nvPr/>
              </p14:nvContentPartPr>
              <p14:xfrm>
                <a:off x="1952204" y="1590859"/>
                <a:ext cx="207360" cy="3116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D2D97DC-4785-E40B-4B06-9980147C2C3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41764" y="1580419"/>
                  <a:ext cx="228600" cy="31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A6D8B7D-6E52-08B9-D4AF-0C769D3B1C37}"/>
                    </a:ext>
                  </a:extLst>
                </p14:cNvPr>
                <p14:cNvContentPartPr/>
                <p14:nvPr/>
              </p14:nvContentPartPr>
              <p14:xfrm>
                <a:off x="1290884" y="4126339"/>
                <a:ext cx="4828320" cy="208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A6D8B7D-6E52-08B9-D4AF-0C769D3B1C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0084" y="4115539"/>
                  <a:ext cx="484956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84B1860-0AB8-B132-B05B-31CC35F74903}"/>
              </a:ext>
            </a:extLst>
          </p:cNvPr>
          <p:cNvGrpSpPr/>
          <p:nvPr/>
        </p:nvGrpSpPr>
        <p:grpSpPr>
          <a:xfrm>
            <a:off x="5935964" y="4258819"/>
            <a:ext cx="1930680" cy="329760"/>
            <a:chOff x="5935964" y="4258819"/>
            <a:chExt cx="193068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2038B87-2271-F5A6-B0C1-2C76BC142F36}"/>
                    </a:ext>
                  </a:extLst>
                </p14:cNvPr>
                <p14:cNvContentPartPr/>
                <p14:nvPr/>
              </p14:nvContentPartPr>
              <p14:xfrm>
                <a:off x="5935964" y="4258819"/>
                <a:ext cx="600840" cy="138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2038B87-2271-F5A6-B0C1-2C76BC142F3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925524" y="4248379"/>
                  <a:ext cx="6220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AAA5800-32C9-BBF0-D25A-8F61A6852906}"/>
                    </a:ext>
                  </a:extLst>
                </p14:cNvPr>
                <p14:cNvContentPartPr/>
                <p14:nvPr/>
              </p14:nvContentPartPr>
              <p14:xfrm>
                <a:off x="6360764" y="4304179"/>
                <a:ext cx="103680" cy="227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AAA5800-32C9-BBF0-D25A-8F61A685290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350324" y="4293379"/>
                  <a:ext cx="1249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846342B-277F-4956-E11E-453F38DB4267}"/>
                    </a:ext>
                  </a:extLst>
                </p14:cNvPr>
                <p14:cNvContentPartPr/>
                <p14:nvPr/>
              </p14:nvContentPartPr>
              <p14:xfrm>
                <a:off x="6553724" y="4487419"/>
                <a:ext cx="16920" cy="101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846342B-277F-4956-E11E-453F38DB426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543284" y="4476619"/>
                  <a:ext cx="381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20A06D5-5457-1BAE-01DE-16D17E6E0BEF}"/>
                    </a:ext>
                  </a:extLst>
                </p14:cNvPr>
                <p14:cNvContentPartPr/>
                <p14:nvPr/>
              </p14:nvContentPartPr>
              <p14:xfrm>
                <a:off x="6718244" y="4341979"/>
                <a:ext cx="19800" cy="12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20A06D5-5457-1BAE-01DE-16D17E6E0BE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707804" y="4331179"/>
                  <a:ext cx="41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CAA7C1B-5294-3E83-1572-360E61C6665A}"/>
                    </a:ext>
                  </a:extLst>
                </p14:cNvPr>
                <p14:cNvContentPartPr/>
                <p14:nvPr/>
              </p14:nvContentPartPr>
              <p14:xfrm>
                <a:off x="6711764" y="4343059"/>
                <a:ext cx="326520" cy="177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CAA7C1B-5294-3E83-1572-360E61C6665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700964" y="4332619"/>
                  <a:ext cx="3477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DBC9804-FEBA-4756-8457-17E9E7240A06}"/>
                    </a:ext>
                  </a:extLst>
                </p14:cNvPr>
                <p14:cNvContentPartPr/>
                <p14:nvPr/>
              </p14:nvContentPartPr>
              <p14:xfrm>
                <a:off x="7107044" y="4296259"/>
                <a:ext cx="214560" cy="227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DBC9804-FEBA-4756-8457-17E9E7240A0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096244" y="4285819"/>
                  <a:ext cx="2358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7E5547D-4168-F346-5D6C-23AB6115C66D}"/>
                    </a:ext>
                  </a:extLst>
                </p14:cNvPr>
                <p14:cNvContentPartPr/>
                <p14:nvPr/>
              </p14:nvContentPartPr>
              <p14:xfrm>
                <a:off x="7353644" y="4354579"/>
                <a:ext cx="231480" cy="160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7E5547D-4168-F346-5D6C-23AB6115C66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342844" y="4344139"/>
                  <a:ext cx="2527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B2529A0-6C72-3114-B574-32D3D530AAB4}"/>
                    </a:ext>
                  </a:extLst>
                </p14:cNvPr>
                <p14:cNvContentPartPr/>
                <p14:nvPr/>
              </p14:nvContentPartPr>
              <p14:xfrm>
                <a:off x="7649564" y="4338019"/>
                <a:ext cx="69120" cy="206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B2529A0-6C72-3114-B574-32D3D530AAB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639124" y="4327219"/>
                  <a:ext cx="903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07C85C9-1401-EED2-0907-DBE529959CD8}"/>
                    </a:ext>
                  </a:extLst>
                </p14:cNvPr>
                <p14:cNvContentPartPr/>
                <p14:nvPr/>
              </p14:nvContentPartPr>
              <p14:xfrm>
                <a:off x="7670444" y="4374739"/>
                <a:ext cx="196200" cy="16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07C85C9-1401-EED2-0907-DBE529959CD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59644" y="4363939"/>
                  <a:ext cx="21744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AF36D29-3BD8-B5B7-8F4E-C8A912E6C962}"/>
              </a:ext>
            </a:extLst>
          </p:cNvPr>
          <p:cNvGrpSpPr/>
          <p:nvPr/>
        </p:nvGrpSpPr>
        <p:grpSpPr>
          <a:xfrm>
            <a:off x="2648804" y="1764739"/>
            <a:ext cx="1187280" cy="684720"/>
            <a:chOff x="2648804" y="1764739"/>
            <a:chExt cx="1187280" cy="68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3FDD58B-F4BC-8005-EF29-2C284ED38332}"/>
                    </a:ext>
                  </a:extLst>
                </p14:cNvPr>
                <p14:cNvContentPartPr/>
                <p14:nvPr/>
              </p14:nvContentPartPr>
              <p14:xfrm>
                <a:off x="2687684" y="1764739"/>
                <a:ext cx="204840" cy="231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3FDD58B-F4BC-8005-EF29-2C284ED3833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76884" y="1754299"/>
                  <a:ext cx="2260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52261D0-7330-C724-F7E2-0DC01E978B8C}"/>
                    </a:ext>
                  </a:extLst>
                </p14:cNvPr>
                <p14:cNvContentPartPr/>
                <p14:nvPr/>
              </p14:nvContentPartPr>
              <p14:xfrm>
                <a:off x="2648804" y="1846819"/>
                <a:ext cx="349200" cy="131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52261D0-7330-C724-F7E2-0DC01E978B8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38004" y="1836379"/>
                  <a:ext cx="3704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589399A-5710-6775-8606-D391E3888DAC}"/>
                    </a:ext>
                  </a:extLst>
                </p14:cNvPr>
                <p14:cNvContentPartPr/>
                <p14:nvPr/>
              </p14:nvContentPartPr>
              <p14:xfrm>
                <a:off x="3154604" y="1900099"/>
                <a:ext cx="151200" cy="219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589399A-5710-6775-8606-D391E3888DA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43804" y="1889659"/>
                  <a:ext cx="1724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EA47373-373D-92F1-8AA6-06713A191032}"/>
                    </a:ext>
                  </a:extLst>
                </p14:cNvPr>
                <p14:cNvContentPartPr/>
                <p14:nvPr/>
              </p14:nvContentPartPr>
              <p14:xfrm>
                <a:off x="3103844" y="1941859"/>
                <a:ext cx="344520" cy="141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EA47373-373D-92F1-8AA6-06713A19103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93044" y="1931419"/>
                  <a:ext cx="3657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CB1F050-2DDA-EEF6-5AD5-FFE6A508940C}"/>
                    </a:ext>
                  </a:extLst>
                </p14:cNvPr>
                <p14:cNvContentPartPr/>
                <p14:nvPr/>
              </p14:nvContentPartPr>
              <p14:xfrm>
                <a:off x="2814404" y="2210419"/>
                <a:ext cx="128160" cy="196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CB1F050-2DDA-EEF6-5AD5-FFE6A508940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803964" y="2199979"/>
                  <a:ext cx="1494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4C250CA-E04C-E39F-B81B-21C2F9D5DEA9}"/>
                    </a:ext>
                  </a:extLst>
                </p14:cNvPr>
                <p14:cNvContentPartPr/>
                <p14:nvPr/>
              </p14:nvContentPartPr>
              <p14:xfrm>
                <a:off x="2762204" y="2256499"/>
                <a:ext cx="414360" cy="95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4C250CA-E04C-E39F-B81B-21C2F9D5DEA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51764" y="2246059"/>
                  <a:ext cx="4356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9120FBD-2A4E-036E-DCC3-E82ECAF2442F}"/>
                    </a:ext>
                  </a:extLst>
                </p14:cNvPr>
                <p14:cNvContentPartPr/>
                <p14:nvPr/>
              </p14:nvContentPartPr>
              <p14:xfrm>
                <a:off x="3494444" y="2258299"/>
                <a:ext cx="26640" cy="191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9120FBD-2A4E-036E-DCC3-E82ECAF2442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83644" y="2247499"/>
                  <a:ext cx="478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7AC89E5-E4B5-DC3D-BD98-50FD6B66C070}"/>
                    </a:ext>
                  </a:extLst>
                </p14:cNvPr>
                <p14:cNvContentPartPr/>
                <p14:nvPr/>
              </p14:nvContentPartPr>
              <p14:xfrm>
                <a:off x="3424604" y="2288899"/>
                <a:ext cx="411480" cy="83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7AC89E5-E4B5-DC3D-BD98-50FD6B66C07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413804" y="2278099"/>
                  <a:ext cx="432720" cy="10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ADA35A2-7578-801F-71FD-CF0771E7A238}"/>
              </a:ext>
            </a:extLst>
          </p:cNvPr>
          <p:cNvGrpSpPr/>
          <p:nvPr/>
        </p:nvGrpSpPr>
        <p:grpSpPr>
          <a:xfrm>
            <a:off x="4743644" y="2666179"/>
            <a:ext cx="974880" cy="819720"/>
            <a:chOff x="4743644" y="2666179"/>
            <a:chExt cx="974880" cy="81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47B9E20-EE22-92AC-D5D8-275879683F33}"/>
                    </a:ext>
                  </a:extLst>
                </p14:cNvPr>
                <p14:cNvContentPartPr/>
                <p14:nvPr/>
              </p14:nvContentPartPr>
              <p14:xfrm>
                <a:off x="5155124" y="2666179"/>
                <a:ext cx="563400" cy="268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47B9E20-EE22-92AC-D5D8-275879683F3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44684" y="2655739"/>
                  <a:ext cx="5846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C31B456-FE1F-E38C-B8BF-A928B3BED8FF}"/>
                    </a:ext>
                  </a:extLst>
                </p14:cNvPr>
                <p14:cNvContentPartPr/>
                <p14:nvPr/>
              </p14:nvContentPartPr>
              <p14:xfrm>
                <a:off x="5183564" y="2994499"/>
                <a:ext cx="456120" cy="210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C31B456-FE1F-E38C-B8BF-A928B3BED8F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73124" y="2984059"/>
                  <a:ext cx="4773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F82C9BE-7A55-DC73-32FA-1F37A9DA52F3}"/>
                    </a:ext>
                  </a:extLst>
                </p14:cNvPr>
                <p14:cNvContentPartPr/>
                <p14:nvPr/>
              </p14:nvContentPartPr>
              <p14:xfrm>
                <a:off x="4743644" y="3017539"/>
                <a:ext cx="539640" cy="217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F82C9BE-7A55-DC73-32FA-1F37A9DA52F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733204" y="3006739"/>
                  <a:ext cx="5608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1A81D61-B38D-9347-9DBE-B5F8F922F47E}"/>
                    </a:ext>
                  </a:extLst>
                </p14:cNvPr>
                <p14:cNvContentPartPr/>
                <p14:nvPr/>
              </p14:nvContentPartPr>
              <p14:xfrm>
                <a:off x="4810604" y="3343339"/>
                <a:ext cx="528120" cy="142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1A81D61-B38D-9347-9DBE-B5F8F922F47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00164" y="3332539"/>
                  <a:ext cx="54936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8C308CD-48A9-AECB-F37B-643E000F66D3}"/>
              </a:ext>
            </a:extLst>
          </p:cNvPr>
          <p:cNvGrpSpPr/>
          <p:nvPr/>
        </p:nvGrpSpPr>
        <p:grpSpPr>
          <a:xfrm>
            <a:off x="1017284" y="1561699"/>
            <a:ext cx="1198440" cy="652680"/>
            <a:chOff x="1017284" y="1561699"/>
            <a:chExt cx="1198440" cy="65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FDBA591-D152-9664-CDDB-1505C466E54A}"/>
                    </a:ext>
                  </a:extLst>
                </p14:cNvPr>
                <p14:cNvContentPartPr/>
                <p14:nvPr/>
              </p14:nvContentPartPr>
              <p14:xfrm>
                <a:off x="1178924" y="1609219"/>
                <a:ext cx="299880" cy="326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FDBA591-D152-9664-CDDB-1505C466E54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68484" y="1598419"/>
                  <a:ext cx="32112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61C70D3-341C-93B2-5A0E-7B3B1438719F}"/>
                    </a:ext>
                  </a:extLst>
                </p14:cNvPr>
                <p14:cNvContentPartPr/>
                <p14:nvPr/>
              </p14:nvContentPartPr>
              <p14:xfrm>
                <a:off x="1207004" y="1621819"/>
                <a:ext cx="592560" cy="328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61C70D3-341C-93B2-5A0E-7B3B1438719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96564" y="1611019"/>
                  <a:ext cx="61380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CC637D2-1EE5-9134-7F25-7DCA016485B0}"/>
                    </a:ext>
                  </a:extLst>
                </p14:cNvPr>
                <p14:cNvContentPartPr/>
                <p14:nvPr/>
              </p14:nvContentPartPr>
              <p14:xfrm>
                <a:off x="1833764" y="1561699"/>
                <a:ext cx="381960" cy="136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CC637D2-1EE5-9134-7F25-7DCA016485B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822964" y="1550899"/>
                  <a:ext cx="4032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0A5D2FA-D93F-EE62-3EFF-6D6E35278E6B}"/>
                    </a:ext>
                  </a:extLst>
                </p14:cNvPr>
                <p14:cNvContentPartPr/>
                <p14:nvPr/>
              </p14:nvContentPartPr>
              <p14:xfrm>
                <a:off x="1017284" y="2026819"/>
                <a:ext cx="1057680" cy="124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0A5D2FA-D93F-EE62-3EFF-6D6E35278E6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06484" y="2016379"/>
                  <a:ext cx="10789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4DB21C0-A84C-2014-561A-A01FBA60D364}"/>
                    </a:ext>
                  </a:extLst>
                </p14:cNvPr>
                <p14:cNvContentPartPr/>
                <p14:nvPr/>
              </p14:nvContentPartPr>
              <p14:xfrm>
                <a:off x="1294844" y="2196739"/>
                <a:ext cx="465840" cy="17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4DB21C0-A84C-2014-561A-A01FBA60D36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284044" y="2186299"/>
                  <a:ext cx="48708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D11EFAE-3D67-2785-EC69-BAB1E0E49EB9}"/>
              </a:ext>
            </a:extLst>
          </p:cNvPr>
          <p:cNvGrpSpPr/>
          <p:nvPr/>
        </p:nvGrpSpPr>
        <p:grpSpPr>
          <a:xfrm>
            <a:off x="6492884" y="4736179"/>
            <a:ext cx="1265400" cy="255600"/>
            <a:chOff x="6492884" y="4736179"/>
            <a:chExt cx="1265400" cy="25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5220EBA-B168-F2D7-E336-97A49E621B28}"/>
                    </a:ext>
                  </a:extLst>
                </p14:cNvPr>
                <p14:cNvContentPartPr/>
                <p14:nvPr/>
              </p14:nvContentPartPr>
              <p14:xfrm>
                <a:off x="6492884" y="4736179"/>
                <a:ext cx="1235160" cy="77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5220EBA-B168-F2D7-E336-97A49E621B2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82444" y="4725379"/>
                  <a:ext cx="12564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A334BC1-9C89-D8DB-0362-71B41F4C7325}"/>
                    </a:ext>
                  </a:extLst>
                </p14:cNvPr>
                <p14:cNvContentPartPr/>
                <p14:nvPr/>
              </p14:nvContentPartPr>
              <p14:xfrm>
                <a:off x="7002284" y="4914739"/>
                <a:ext cx="756000" cy="77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A334BC1-9C89-D8DB-0362-71B41F4C732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991484" y="4903939"/>
                  <a:ext cx="777240" cy="9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48F102B-1FB9-4108-5AFC-FC0DBF4F0B3A}"/>
                  </a:ext>
                </a:extLst>
              </p14:cNvPr>
              <p14:cNvContentPartPr/>
              <p14:nvPr/>
            </p14:nvContentPartPr>
            <p14:xfrm>
              <a:off x="1864364" y="3393379"/>
              <a:ext cx="191880" cy="118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48F102B-1FB9-4108-5AFC-FC0DBF4F0B3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853564" y="3382939"/>
                <a:ext cx="213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3C98606-70E4-E9FE-350A-778F52A452D9}"/>
                  </a:ext>
                </a:extLst>
              </p14:cNvPr>
              <p14:cNvContentPartPr/>
              <p14:nvPr/>
            </p14:nvContentPartPr>
            <p14:xfrm>
              <a:off x="4031924" y="4137499"/>
              <a:ext cx="118080" cy="1220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3C98606-70E4-E9FE-350A-778F52A452D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021124" y="4127059"/>
                <a:ext cx="13932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24856952-1D8B-EE26-B52E-9A4B6CF004C5}"/>
                  </a:ext>
                </a:extLst>
              </p14:cNvPr>
              <p14:cNvContentPartPr/>
              <p14:nvPr/>
            </p14:nvContentPartPr>
            <p14:xfrm>
              <a:off x="3671564" y="3247939"/>
              <a:ext cx="460800" cy="2296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24856952-1D8B-EE26-B52E-9A4B6CF004C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661124" y="3237139"/>
                <a:ext cx="482040" cy="25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40915A87-89BB-4423-C202-19BAF925B2D1}"/>
              </a:ext>
            </a:extLst>
          </p:cNvPr>
          <p:cNvGrpSpPr/>
          <p:nvPr/>
        </p:nvGrpSpPr>
        <p:grpSpPr>
          <a:xfrm>
            <a:off x="4245764" y="359659"/>
            <a:ext cx="1611000" cy="601200"/>
            <a:chOff x="4245764" y="359659"/>
            <a:chExt cx="1611000" cy="60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AE27BF2-BFE1-E460-149A-08033B6B3EDD}"/>
                    </a:ext>
                  </a:extLst>
                </p14:cNvPr>
                <p14:cNvContentPartPr/>
                <p14:nvPr/>
              </p14:nvContentPartPr>
              <p14:xfrm>
                <a:off x="4245764" y="578539"/>
                <a:ext cx="191160" cy="382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AE27BF2-BFE1-E460-149A-08033B6B3ED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35324" y="567739"/>
                  <a:ext cx="21240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72EF4E4-755E-5597-216C-97AC1582A3D9}"/>
                    </a:ext>
                  </a:extLst>
                </p14:cNvPr>
                <p14:cNvContentPartPr/>
                <p14:nvPr/>
              </p14:nvContentPartPr>
              <p14:xfrm>
                <a:off x="4294364" y="607339"/>
                <a:ext cx="461160" cy="230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72EF4E4-755E-5597-216C-97AC1582A3D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283924" y="596899"/>
                  <a:ext cx="4824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0C3164B-DAC1-1AD0-A8EC-6036A9A845C5}"/>
                    </a:ext>
                  </a:extLst>
                </p14:cNvPr>
                <p14:cNvContentPartPr/>
                <p14:nvPr/>
              </p14:nvContentPartPr>
              <p14:xfrm>
                <a:off x="4974764" y="659539"/>
                <a:ext cx="235440" cy="5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0C3164B-DAC1-1AD0-A8EC-6036A9A845C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64324" y="649099"/>
                  <a:ext cx="2566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C016C91-1D13-ACD7-974A-F3D96B3AB904}"/>
                    </a:ext>
                  </a:extLst>
                </p14:cNvPr>
                <p14:cNvContentPartPr/>
                <p14:nvPr/>
              </p14:nvContentPartPr>
              <p14:xfrm>
                <a:off x="4916804" y="537139"/>
                <a:ext cx="288720" cy="72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C016C91-1D13-ACD7-974A-F3D96B3AB90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906004" y="526699"/>
                  <a:ext cx="3099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3A1AE85-AAA1-5874-E479-80854DFE8FCC}"/>
                    </a:ext>
                  </a:extLst>
                </p14:cNvPr>
                <p14:cNvContentPartPr/>
                <p14:nvPr/>
              </p14:nvContentPartPr>
              <p14:xfrm>
                <a:off x="5326844" y="359659"/>
                <a:ext cx="529920" cy="322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3A1AE85-AAA1-5874-E479-80854DFE8FC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316404" y="349219"/>
                  <a:ext cx="551160" cy="34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66F381C-5E35-9356-4D1C-57D82716144C}"/>
              </a:ext>
            </a:extLst>
          </p:cNvPr>
          <p:cNvGrpSpPr/>
          <p:nvPr/>
        </p:nvGrpSpPr>
        <p:grpSpPr>
          <a:xfrm>
            <a:off x="2557004" y="1910539"/>
            <a:ext cx="2975040" cy="1760760"/>
            <a:chOff x="2557004" y="1910539"/>
            <a:chExt cx="2975040" cy="176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6A1029A-A6DD-EFD2-4545-629E310C0036}"/>
                    </a:ext>
                  </a:extLst>
                </p14:cNvPr>
                <p14:cNvContentPartPr/>
                <p14:nvPr/>
              </p14:nvContentPartPr>
              <p14:xfrm>
                <a:off x="4106084" y="3313459"/>
                <a:ext cx="983160" cy="21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6A1029A-A6DD-EFD2-4545-629E310C003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095644" y="3302659"/>
                  <a:ext cx="1004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503BFEA-ABF3-D0C1-F39E-C87EBDE282D0}"/>
                    </a:ext>
                  </a:extLst>
                </p14:cNvPr>
                <p14:cNvContentPartPr/>
                <p14:nvPr/>
              </p14:nvContentPartPr>
              <p14:xfrm>
                <a:off x="3928244" y="3139579"/>
                <a:ext cx="942840" cy="168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503BFEA-ABF3-D0C1-F39E-C87EBDE282D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917444" y="3128779"/>
                  <a:ext cx="9640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FF807B7-C51C-6F8A-A50E-FB69D5B7CE48}"/>
                    </a:ext>
                  </a:extLst>
                </p14:cNvPr>
                <p14:cNvContentPartPr/>
                <p14:nvPr/>
              </p14:nvContentPartPr>
              <p14:xfrm>
                <a:off x="4008884" y="3096739"/>
                <a:ext cx="1523160" cy="230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FF807B7-C51C-6F8A-A50E-FB69D5B7CE4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998084" y="3085939"/>
                  <a:ext cx="15444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0C2FE25-090B-CB71-D4C2-1BA75E5B3280}"/>
                    </a:ext>
                  </a:extLst>
                </p14:cNvPr>
                <p14:cNvContentPartPr/>
                <p14:nvPr/>
              </p14:nvContentPartPr>
              <p14:xfrm>
                <a:off x="3852284" y="2847979"/>
                <a:ext cx="1658160" cy="433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0C2FE25-090B-CB71-D4C2-1BA75E5B328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41844" y="2837539"/>
                  <a:ext cx="167940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1C0B69D-FC51-7033-E5A9-8BF6614F34D5}"/>
                    </a:ext>
                  </a:extLst>
                </p14:cNvPr>
                <p14:cNvContentPartPr/>
                <p14:nvPr/>
              </p14:nvContentPartPr>
              <p14:xfrm>
                <a:off x="2983604" y="2324539"/>
                <a:ext cx="865440" cy="977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1C0B69D-FC51-7033-E5A9-8BF6614F34D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973164" y="2314099"/>
                  <a:ext cx="886680" cy="9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E4FDB39-C233-5C95-C401-46F3004F9282}"/>
                    </a:ext>
                  </a:extLst>
                </p14:cNvPr>
                <p14:cNvContentPartPr/>
                <p14:nvPr/>
              </p14:nvContentPartPr>
              <p14:xfrm>
                <a:off x="3443324" y="2390059"/>
                <a:ext cx="469800" cy="8715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E4FDB39-C233-5C95-C401-46F3004F928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432524" y="2379619"/>
                  <a:ext cx="491040" cy="89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06F8B3D-585C-30BB-BC43-480300033CB1}"/>
                    </a:ext>
                  </a:extLst>
                </p14:cNvPr>
                <p14:cNvContentPartPr/>
                <p14:nvPr/>
              </p14:nvContentPartPr>
              <p14:xfrm>
                <a:off x="3327764" y="1992619"/>
                <a:ext cx="452160" cy="1197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06F8B3D-585C-30BB-BC43-480300033CB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316964" y="1981819"/>
                  <a:ext cx="473400" cy="12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4C54D5B-2748-5C62-DED6-ECBDFFEAB9F1}"/>
                    </a:ext>
                  </a:extLst>
                </p14:cNvPr>
                <p14:cNvContentPartPr/>
                <p14:nvPr/>
              </p14:nvContentPartPr>
              <p14:xfrm>
                <a:off x="2557004" y="1910539"/>
                <a:ext cx="1220400" cy="12715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4C54D5B-2748-5C62-DED6-ECBDFFEAB9F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546564" y="1899739"/>
                  <a:ext cx="1241640" cy="12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7852FE9-1719-766A-5A03-AE041A4A7690}"/>
                    </a:ext>
                  </a:extLst>
                </p14:cNvPr>
                <p14:cNvContentPartPr/>
                <p14:nvPr/>
              </p14:nvContentPartPr>
              <p14:xfrm>
                <a:off x="4557524" y="3254419"/>
                <a:ext cx="934560" cy="4168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7852FE9-1719-766A-5A03-AE041A4A769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47084" y="3243979"/>
                  <a:ext cx="9558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37F3CC2-6F5C-9A71-D7C2-4F2EBEC7D6DA}"/>
                    </a:ext>
                  </a:extLst>
                </p14:cNvPr>
                <p14:cNvContentPartPr/>
                <p14:nvPr/>
              </p14:nvContentPartPr>
              <p14:xfrm>
                <a:off x="4654004" y="2928979"/>
                <a:ext cx="677880" cy="352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37F3CC2-6F5C-9A71-D7C2-4F2EBEC7D6D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643564" y="2918179"/>
                  <a:ext cx="6991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F548DF5-6D51-0534-916C-D65CC49971EA}"/>
                    </a:ext>
                  </a:extLst>
                </p14:cNvPr>
                <p14:cNvContentPartPr/>
                <p14:nvPr/>
              </p14:nvContentPartPr>
              <p14:xfrm>
                <a:off x="3387164" y="2186299"/>
                <a:ext cx="578880" cy="334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F548DF5-6D51-0534-916C-D65CC49971E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376364" y="2175859"/>
                  <a:ext cx="600120" cy="35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ECB87D71-0894-2556-5972-F17F9657F298}"/>
                  </a:ext>
                </a:extLst>
              </p14:cNvPr>
              <p14:cNvContentPartPr/>
              <p14:nvPr/>
            </p14:nvContentPartPr>
            <p14:xfrm>
              <a:off x="10207004" y="5871619"/>
              <a:ext cx="360" cy="3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ECB87D71-0894-2556-5972-F17F9657F2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00884" y="5865499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D5A7C7E9-147F-C5E3-AE84-52B77801DFCE}"/>
              </a:ext>
            </a:extLst>
          </p:cNvPr>
          <p:cNvGrpSpPr/>
          <p:nvPr/>
        </p:nvGrpSpPr>
        <p:grpSpPr>
          <a:xfrm>
            <a:off x="4539164" y="1064539"/>
            <a:ext cx="7473960" cy="1578240"/>
            <a:chOff x="4539164" y="1064539"/>
            <a:chExt cx="7473960" cy="157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6485636-FAA7-6412-6CC7-3DD751CDF8F5}"/>
                    </a:ext>
                  </a:extLst>
                </p14:cNvPr>
                <p14:cNvContentPartPr/>
                <p14:nvPr/>
              </p14:nvContentPartPr>
              <p14:xfrm>
                <a:off x="6131444" y="2264419"/>
                <a:ext cx="66240" cy="158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6485636-FAA7-6412-6CC7-3DD751CDF8F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120644" y="2253619"/>
                  <a:ext cx="87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178EAF8-F795-58C4-5C24-126BE990F0DA}"/>
                    </a:ext>
                  </a:extLst>
                </p14:cNvPr>
                <p14:cNvContentPartPr/>
                <p14:nvPr/>
              </p14:nvContentPartPr>
              <p14:xfrm>
                <a:off x="5713484" y="1411219"/>
                <a:ext cx="2608920" cy="9730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178EAF8-F795-58C4-5C24-126BE990F0D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703044" y="1400419"/>
                  <a:ext cx="2630160" cy="9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5264301-25C3-4F65-4A44-EC502C7DEE12}"/>
                    </a:ext>
                  </a:extLst>
                </p14:cNvPr>
                <p14:cNvContentPartPr/>
                <p14:nvPr/>
              </p14:nvContentPartPr>
              <p14:xfrm>
                <a:off x="6273644" y="1887139"/>
                <a:ext cx="239760" cy="336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5264301-25C3-4F65-4A44-EC502C7DEE1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262844" y="1876699"/>
                  <a:ext cx="2610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84850A3-A5F3-B5D4-C95B-6CE5DE1F273D}"/>
                    </a:ext>
                  </a:extLst>
                </p14:cNvPr>
                <p14:cNvContentPartPr/>
                <p14:nvPr/>
              </p14:nvContentPartPr>
              <p14:xfrm>
                <a:off x="6523124" y="1938619"/>
                <a:ext cx="170640" cy="1782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84850A3-A5F3-B5D4-C95B-6CE5DE1F273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512684" y="1927819"/>
                  <a:ext cx="1918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D6EE2D5-36B5-D8BF-661C-9D830F9F08BC}"/>
                    </a:ext>
                  </a:extLst>
                </p14:cNvPr>
                <p14:cNvContentPartPr/>
                <p14:nvPr/>
              </p14:nvContentPartPr>
              <p14:xfrm>
                <a:off x="6757844" y="1999819"/>
                <a:ext cx="222480" cy="81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D6EE2D5-36B5-D8BF-661C-9D830F9F08B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747404" y="1989379"/>
                  <a:ext cx="2437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3A8FECB-02A0-D273-7257-DABC0AF25829}"/>
                    </a:ext>
                  </a:extLst>
                </p14:cNvPr>
                <p14:cNvContentPartPr/>
                <p14:nvPr/>
              </p14:nvContentPartPr>
              <p14:xfrm>
                <a:off x="6921284" y="1871659"/>
                <a:ext cx="168480" cy="1778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3A8FECB-02A0-D273-7257-DABC0AF2582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910844" y="1861219"/>
                  <a:ext cx="1897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B3C731E-DA0E-92CE-EDF9-FA0C91BF3697}"/>
                    </a:ext>
                  </a:extLst>
                </p14:cNvPr>
                <p14:cNvContentPartPr/>
                <p14:nvPr/>
              </p14:nvContentPartPr>
              <p14:xfrm>
                <a:off x="7078244" y="1971379"/>
                <a:ext cx="194760" cy="82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B3C731E-DA0E-92CE-EDF9-FA0C91BF369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067444" y="1960579"/>
                  <a:ext cx="216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447D107-9715-90E0-FB33-6C087590FC38}"/>
                    </a:ext>
                  </a:extLst>
                </p14:cNvPr>
                <p14:cNvContentPartPr/>
                <p14:nvPr/>
              </p14:nvContentPartPr>
              <p14:xfrm>
                <a:off x="7165004" y="1858339"/>
                <a:ext cx="202320" cy="195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447D107-9715-90E0-FB33-6C087590FC3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154564" y="1847899"/>
                  <a:ext cx="2235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E1836DA-098F-2498-CED5-7069C064DB75}"/>
                    </a:ext>
                  </a:extLst>
                </p14:cNvPr>
                <p14:cNvContentPartPr/>
                <p14:nvPr/>
              </p14:nvContentPartPr>
              <p14:xfrm>
                <a:off x="7320884" y="1911979"/>
                <a:ext cx="150120" cy="114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E1836DA-098F-2498-CED5-7069C064DB7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310444" y="1901179"/>
                  <a:ext cx="1713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351511E-C8D6-EC2F-754B-86E6650C5750}"/>
                    </a:ext>
                  </a:extLst>
                </p14:cNvPr>
                <p14:cNvContentPartPr/>
                <p14:nvPr/>
              </p14:nvContentPartPr>
              <p14:xfrm>
                <a:off x="7411244" y="1934299"/>
                <a:ext cx="339120" cy="223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351511E-C8D6-EC2F-754B-86E6650C575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400444" y="1923859"/>
                  <a:ext cx="3603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1AF7D11-0260-9C69-2DAB-4B660410CE25}"/>
                    </a:ext>
                  </a:extLst>
                </p14:cNvPr>
                <p14:cNvContentPartPr/>
                <p14:nvPr/>
              </p14:nvContentPartPr>
              <p14:xfrm>
                <a:off x="7763324" y="1894339"/>
                <a:ext cx="284400" cy="16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1AF7D11-0260-9C69-2DAB-4B660410CE2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752884" y="1883899"/>
                  <a:ext cx="3056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7B1D401-F4E6-7E51-4FCD-85BDB0401C1E}"/>
                    </a:ext>
                  </a:extLst>
                </p14:cNvPr>
                <p14:cNvContentPartPr/>
                <p14:nvPr/>
              </p14:nvContentPartPr>
              <p14:xfrm>
                <a:off x="8103164" y="1744579"/>
                <a:ext cx="208800" cy="2268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7B1D401-F4E6-7E51-4FCD-85BDB0401C1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092364" y="1734139"/>
                  <a:ext cx="2300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A32913B-79E5-B8F4-E9F4-DF7F411605A1}"/>
                    </a:ext>
                  </a:extLst>
                </p14:cNvPr>
                <p14:cNvContentPartPr/>
                <p14:nvPr/>
              </p14:nvContentPartPr>
              <p14:xfrm>
                <a:off x="8349404" y="1823779"/>
                <a:ext cx="256680" cy="91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A32913B-79E5-B8F4-E9F4-DF7F411605A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338604" y="1813339"/>
                  <a:ext cx="2779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E810848-251C-1DF5-1448-EF8CB2EF4422}"/>
                    </a:ext>
                  </a:extLst>
                </p14:cNvPr>
                <p14:cNvContentPartPr/>
                <p14:nvPr/>
              </p14:nvContentPartPr>
              <p14:xfrm>
                <a:off x="8442284" y="1715419"/>
                <a:ext cx="224640" cy="164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E810848-251C-1DF5-1448-EF8CB2EF442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431484" y="1704979"/>
                  <a:ext cx="2458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0EBAC3B-440D-1041-F705-1856C5E1BAF6}"/>
                    </a:ext>
                  </a:extLst>
                </p14:cNvPr>
                <p14:cNvContentPartPr/>
                <p14:nvPr/>
              </p14:nvContentPartPr>
              <p14:xfrm>
                <a:off x="8648564" y="1785259"/>
                <a:ext cx="569880" cy="190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0EBAC3B-440D-1041-F705-1856C5E1BAF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637764" y="1774459"/>
                  <a:ext cx="5911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05F80FE-5EDD-C6DC-6538-75BBC0B7E285}"/>
                    </a:ext>
                  </a:extLst>
                </p14:cNvPr>
                <p14:cNvContentPartPr/>
                <p14:nvPr/>
              </p14:nvContentPartPr>
              <p14:xfrm>
                <a:off x="9152564" y="1670419"/>
                <a:ext cx="261720" cy="241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05F80FE-5EDD-C6DC-6538-75BBC0B7E28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141764" y="1659979"/>
                  <a:ext cx="2829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87050C3-FD80-3D5B-F8EB-46C0FBA889EA}"/>
                    </a:ext>
                  </a:extLst>
                </p14:cNvPr>
                <p14:cNvContentPartPr/>
                <p14:nvPr/>
              </p14:nvContentPartPr>
              <p14:xfrm>
                <a:off x="9239684" y="1477099"/>
                <a:ext cx="262800" cy="1202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87050C3-FD80-3D5B-F8EB-46C0FBA889E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228884" y="1466299"/>
                  <a:ext cx="2840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170790B-C6E0-FA2B-8B42-491201A5A75B}"/>
                    </a:ext>
                  </a:extLst>
                </p14:cNvPr>
                <p14:cNvContentPartPr/>
                <p14:nvPr/>
              </p14:nvContentPartPr>
              <p14:xfrm>
                <a:off x="9737924" y="1740619"/>
                <a:ext cx="133920" cy="1256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170790B-C6E0-FA2B-8B42-491201A5A75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727124" y="1730179"/>
                  <a:ext cx="1551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0D4C68F-214B-F002-DFE9-CDC1E81B2970}"/>
                    </a:ext>
                  </a:extLst>
                </p14:cNvPr>
                <p14:cNvContentPartPr/>
                <p14:nvPr/>
              </p14:nvContentPartPr>
              <p14:xfrm>
                <a:off x="9582404" y="1791379"/>
                <a:ext cx="314280" cy="280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0D4C68F-214B-F002-DFE9-CDC1E81B297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571964" y="1780579"/>
                  <a:ext cx="3355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FEC4B9A-4330-8734-151B-3D99DA3FEC42}"/>
                    </a:ext>
                  </a:extLst>
                </p14:cNvPr>
                <p14:cNvContentPartPr/>
                <p14:nvPr/>
              </p14:nvContentPartPr>
              <p14:xfrm>
                <a:off x="10117004" y="1596259"/>
                <a:ext cx="300240" cy="205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FEC4B9A-4330-8734-151B-3D99DA3FEC4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106204" y="1585459"/>
                  <a:ext cx="3214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937CEC1-EADC-549E-12ED-F128769EF329}"/>
                    </a:ext>
                  </a:extLst>
                </p14:cNvPr>
                <p14:cNvContentPartPr/>
                <p14:nvPr/>
              </p14:nvContentPartPr>
              <p14:xfrm>
                <a:off x="10381604" y="1549459"/>
                <a:ext cx="245880" cy="1558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937CEC1-EADC-549E-12ED-F128769EF32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370804" y="1539019"/>
                  <a:ext cx="2671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AE66D85-4073-0B58-1AD9-C7B01C6EB03A}"/>
                    </a:ext>
                  </a:extLst>
                </p14:cNvPr>
                <p14:cNvContentPartPr/>
                <p14:nvPr/>
              </p14:nvContentPartPr>
              <p14:xfrm>
                <a:off x="10409684" y="1609219"/>
                <a:ext cx="226800" cy="500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AE66D85-4073-0B58-1AD9-C7B01C6EB03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399244" y="1598419"/>
                  <a:ext cx="2480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39B7F9B-62A1-89BE-8B16-DDB86B0668B5}"/>
                    </a:ext>
                  </a:extLst>
                </p14:cNvPr>
                <p14:cNvContentPartPr/>
                <p14:nvPr/>
              </p14:nvContentPartPr>
              <p14:xfrm>
                <a:off x="10592564" y="1567819"/>
                <a:ext cx="202320" cy="186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39B7F9B-62A1-89BE-8B16-DDB86B0668B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581764" y="1557379"/>
                  <a:ext cx="2235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2FEB6FA-732E-4091-BD77-B02F317F09AD}"/>
                    </a:ext>
                  </a:extLst>
                </p14:cNvPr>
                <p14:cNvContentPartPr/>
                <p14:nvPr/>
              </p14:nvContentPartPr>
              <p14:xfrm>
                <a:off x="10826924" y="1514179"/>
                <a:ext cx="200880" cy="1400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2FEB6FA-732E-4091-BD77-B02F317F09A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816124" y="1503379"/>
                  <a:ext cx="2221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A6C9870-58B4-05EC-7E56-FF351DE730C7}"/>
                    </a:ext>
                  </a:extLst>
                </p14:cNvPr>
                <p14:cNvContentPartPr/>
                <p14:nvPr/>
              </p14:nvContentPartPr>
              <p14:xfrm>
                <a:off x="11130764" y="1553059"/>
                <a:ext cx="161640" cy="331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A6C9870-58B4-05EC-7E56-FF351DE730C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1120324" y="1542619"/>
                  <a:ext cx="1828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D94E3EE-C3B5-5F85-CBA9-F6A4CB4B69B5}"/>
                    </a:ext>
                  </a:extLst>
                </p14:cNvPr>
                <p14:cNvContentPartPr/>
                <p14:nvPr/>
              </p14:nvContentPartPr>
              <p14:xfrm>
                <a:off x="11258204" y="1444339"/>
                <a:ext cx="257400" cy="150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D94E3EE-C3B5-5F85-CBA9-F6A4CB4B69B5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1247764" y="1433539"/>
                  <a:ext cx="278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BFED782-29EB-6275-5480-E6DE97A40884}"/>
                    </a:ext>
                  </a:extLst>
                </p14:cNvPr>
                <p14:cNvContentPartPr/>
                <p14:nvPr/>
              </p14:nvContentPartPr>
              <p14:xfrm>
                <a:off x="11242004" y="1470619"/>
                <a:ext cx="208080" cy="306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BFED782-29EB-6275-5480-E6DE97A4088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1231204" y="1460179"/>
                  <a:ext cx="2293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FD22CCF-79FD-EE73-D82D-0CD2BCC62883}"/>
                    </a:ext>
                  </a:extLst>
                </p14:cNvPr>
                <p14:cNvContentPartPr/>
                <p14:nvPr/>
              </p14:nvContentPartPr>
              <p14:xfrm>
                <a:off x="11428844" y="1422019"/>
                <a:ext cx="195480" cy="2044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FD22CCF-79FD-EE73-D82D-0CD2BCC6288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1418044" y="1411579"/>
                  <a:ext cx="2167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2FB2DA4-089E-002C-ED42-DF7BACBC9BDE}"/>
                    </a:ext>
                  </a:extLst>
                </p14:cNvPr>
                <p14:cNvContentPartPr/>
                <p14:nvPr/>
              </p14:nvContentPartPr>
              <p14:xfrm>
                <a:off x="11644844" y="1387819"/>
                <a:ext cx="152280" cy="1447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2FB2DA4-089E-002C-ED42-DF7BACBC9BD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634044" y="1377019"/>
                  <a:ext cx="1735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62AD2A3-9341-DBFA-65CC-8849C56A8F2E}"/>
                    </a:ext>
                  </a:extLst>
                </p14:cNvPr>
                <p14:cNvContentPartPr/>
                <p14:nvPr/>
              </p14:nvContentPartPr>
              <p14:xfrm>
                <a:off x="11770124" y="1281979"/>
                <a:ext cx="207720" cy="2224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62AD2A3-9341-DBFA-65CC-8849C56A8F2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759684" y="1271539"/>
                  <a:ext cx="2289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AB251D3-A1C7-2C01-8E1D-2143B41B3D5A}"/>
                    </a:ext>
                  </a:extLst>
                </p14:cNvPr>
                <p14:cNvContentPartPr/>
                <p14:nvPr/>
              </p14:nvContentPartPr>
              <p14:xfrm>
                <a:off x="11747804" y="1101259"/>
                <a:ext cx="265320" cy="127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AB251D3-A1C7-2C01-8E1D-2143B41B3D5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737004" y="1090459"/>
                  <a:ext cx="2865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7931562-37F9-2174-3DD6-631385A9AC3D}"/>
                    </a:ext>
                  </a:extLst>
                </p14:cNvPr>
                <p14:cNvContentPartPr/>
                <p14:nvPr/>
              </p14:nvContentPartPr>
              <p14:xfrm>
                <a:off x="8201084" y="1064539"/>
                <a:ext cx="2703600" cy="315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7931562-37F9-2174-3DD6-631385A9AC3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190644" y="1053739"/>
                  <a:ext cx="272484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062CFCC-8885-F14D-BBAC-9617B8D4AB43}"/>
                    </a:ext>
                  </a:extLst>
                </p14:cNvPr>
                <p14:cNvContentPartPr/>
                <p14:nvPr/>
              </p14:nvContentPartPr>
              <p14:xfrm>
                <a:off x="4539164" y="1917739"/>
                <a:ext cx="704520" cy="2811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062CFCC-8885-F14D-BBAC-9617B8D4AB43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528724" y="1907299"/>
                  <a:ext cx="7257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1E6609E-3301-B42C-560A-DE890D87897B}"/>
                    </a:ext>
                  </a:extLst>
                </p14:cNvPr>
                <p14:cNvContentPartPr/>
                <p14:nvPr/>
              </p14:nvContentPartPr>
              <p14:xfrm>
                <a:off x="4752284" y="2069299"/>
                <a:ext cx="984960" cy="5734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1E6609E-3301-B42C-560A-DE890D87897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741484" y="2058499"/>
                  <a:ext cx="1006200" cy="59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136E8551-716E-C96D-94AE-FAAFF164C6D1}"/>
              </a:ext>
            </a:extLst>
          </p:cNvPr>
          <p:cNvGrpSpPr/>
          <p:nvPr/>
        </p:nvGrpSpPr>
        <p:grpSpPr>
          <a:xfrm>
            <a:off x="6930284" y="2735299"/>
            <a:ext cx="2479680" cy="745920"/>
            <a:chOff x="6930284" y="2735299"/>
            <a:chExt cx="2479680" cy="74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A69DE10-ED52-0137-B2EF-23491AD4CCCA}"/>
                    </a:ext>
                  </a:extLst>
                </p14:cNvPr>
                <p14:cNvContentPartPr/>
                <p14:nvPr/>
              </p14:nvContentPartPr>
              <p14:xfrm>
                <a:off x="6930284" y="3023299"/>
                <a:ext cx="310680" cy="457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A69DE10-ED52-0137-B2EF-23491AD4CCC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919844" y="3012859"/>
                  <a:ext cx="33192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52EBC40-FBC2-9DE1-DDC9-F242DEB9F44D}"/>
                    </a:ext>
                  </a:extLst>
                </p14:cNvPr>
                <p14:cNvContentPartPr/>
                <p14:nvPr/>
              </p14:nvContentPartPr>
              <p14:xfrm>
                <a:off x="6958364" y="3047779"/>
                <a:ext cx="608760" cy="3384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52EBC40-FBC2-9DE1-DDC9-F242DEB9F44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947564" y="3037339"/>
                  <a:ext cx="63000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34346D2-A2EC-B016-0507-81954C25CBB0}"/>
                    </a:ext>
                  </a:extLst>
                </p14:cNvPr>
                <p14:cNvContentPartPr/>
                <p14:nvPr/>
              </p14:nvContentPartPr>
              <p14:xfrm>
                <a:off x="7693484" y="3159019"/>
                <a:ext cx="292680" cy="237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34346D2-A2EC-B016-0507-81954C25CBB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683044" y="3148219"/>
                  <a:ext cx="3139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8307884-8C55-052D-962A-B6023F1FECD9}"/>
                    </a:ext>
                  </a:extLst>
                </p14:cNvPr>
                <p14:cNvContentPartPr/>
                <p14:nvPr/>
              </p14:nvContentPartPr>
              <p14:xfrm>
                <a:off x="7626524" y="3049579"/>
                <a:ext cx="313200" cy="1101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8307884-8C55-052D-962A-B6023F1FECD9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616084" y="3039139"/>
                  <a:ext cx="3344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6A61109-2DCC-8045-B676-9361318EBB6B}"/>
                    </a:ext>
                  </a:extLst>
                </p14:cNvPr>
                <p14:cNvContentPartPr/>
                <p14:nvPr/>
              </p14:nvContentPartPr>
              <p14:xfrm>
                <a:off x="8009564" y="2900179"/>
                <a:ext cx="487800" cy="277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6A61109-2DCC-8045-B676-9361318EBB6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998764" y="2889739"/>
                  <a:ext cx="5090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237C06B-0B52-526E-39A1-334AB9F9D8C6}"/>
                    </a:ext>
                  </a:extLst>
                </p14:cNvPr>
                <p14:cNvContentPartPr/>
                <p14:nvPr/>
              </p14:nvContentPartPr>
              <p14:xfrm>
                <a:off x="8660444" y="2832859"/>
                <a:ext cx="324360" cy="1530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237C06B-0B52-526E-39A1-334AB9F9D8C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650004" y="2822059"/>
                  <a:ext cx="3456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99EAD7A-9F71-07E5-6EF7-E18BD319EA72}"/>
                    </a:ext>
                  </a:extLst>
                </p14:cNvPr>
                <p14:cNvContentPartPr/>
                <p14:nvPr/>
              </p14:nvContentPartPr>
              <p14:xfrm>
                <a:off x="8997044" y="2735299"/>
                <a:ext cx="412920" cy="219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99EAD7A-9F71-07E5-6EF7-E18BD319EA7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986604" y="2724499"/>
                  <a:ext cx="434160" cy="240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9CE65CD-82F8-FD61-F81C-D3AF518311F8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KNN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D32871C2-5D20-0F90-2166-0BE9788EB9FB}"/>
                  </a:ext>
                </a:extLst>
              </p14:cNvPr>
              <p14:cNvContentPartPr/>
              <p14:nvPr/>
            </p14:nvContentPartPr>
            <p14:xfrm>
              <a:off x="1588244" y="6427459"/>
              <a:ext cx="360" cy="36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D32871C2-5D20-0F90-2166-0BE9788EB9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2124" y="6421339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02198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56FDA44-82F6-CAC4-6CB7-2953FC996747}"/>
                  </a:ext>
                </a:extLst>
              </p14:cNvPr>
              <p14:cNvContentPartPr/>
              <p14:nvPr/>
            </p14:nvContentPartPr>
            <p14:xfrm>
              <a:off x="5744444" y="2949859"/>
              <a:ext cx="685080" cy="402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56FDA44-82F6-CAC4-6CB7-2953FC9967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3644" y="2939419"/>
                <a:ext cx="706320" cy="42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E12CDD0F-7C63-90B5-45CF-76AC8E395CD4}"/>
              </a:ext>
            </a:extLst>
          </p:cNvPr>
          <p:cNvGrpSpPr/>
          <p:nvPr/>
        </p:nvGrpSpPr>
        <p:grpSpPr>
          <a:xfrm>
            <a:off x="2414084" y="1658899"/>
            <a:ext cx="1481400" cy="1074960"/>
            <a:chOff x="2414084" y="1658899"/>
            <a:chExt cx="1481400" cy="107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78D1143-1CB3-D8C0-3354-C019D0A1CB1A}"/>
                    </a:ext>
                  </a:extLst>
                </p14:cNvPr>
                <p14:cNvContentPartPr/>
                <p14:nvPr/>
              </p14:nvContentPartPr>
              <p14:xfrm>
                <a:off x="3438284" y="1918459"/>
                <a:ext cx="457200" cy="329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78D1143-1CB3-D8C0-3354-C019D0A1CB1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27844" y="1907659"/>
                  <a:ext cx="4784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2950034-51AE-93F1-1B5D-C48E1F13AFC7}"/>
                    </a:ext>
                  </a:extLst>
                </p14:cNvPr>
                <p14:cNvContentPartPr/>
                <p14:nvPr/>
              </p14:nvContentPartPr>
              <p14:xfrm>
                <a:off x="3327404" y="2309419"/>
                <a:ext cx="521280" cy="221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2950034-51AE-93F1-1B5D-C48E1F13AFC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16964" y="2298979"/>
                  <a:ext cx="5425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52039BB-7001-6A48-65BE-60C7FC42E6D5}"/>
                    </a:ext>
                  </a:extLst>
                </p14:cNvPr>
                <p14:cNvContentPartPr/>
                <p14:nvPr/>
              </p14:nvContentPartPr>
              <p14:xfrm>
                <a:off x="2995484" y="2514979"/>
                <a:ext cx="480240" cy="218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52039BB-7001-6A48-65BE-60C7FC42E6D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85044" y="2504179"/>
                  <a:ext cx="5014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D59546C-E9D1-B60B-21A4-F48573C7087B}"/>
                    </a:ext>
                  </a:extLst>
                </p14:cNvPr>
                <p14:cNvContentPartPr/>
                <p14:nvPr/>
              </p14:nvContentPartPr>
              <p14:xfrm>
                <a:off x="2819804" y="2183419"/>
                <a:ext cx="417960" cy="187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D59546C-E9D1-B60B-21A4-F48573C7087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09364" y="2172619"/>
                  <a:ext cx="4392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3A8BC98-B940-4BB7-2C7D-1133BF22D21E}"/>
                    </a:ext>
                  </a:extLst>
                </p14:cNvPr>
                <p14:cNvContentPartPr/>
                <p14:nvPr/>
              </p14:nvContentPartPr>
              <p14:xfrm>
                <a:off x="3052364" y="1658899"/>
                <a:ext cx="427680" cy="278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3A8BC98-B940-4BB7-2C7D-1133BF22D21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41564" y="1648459"/>
                  <a:ext cx="4489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D882604-7821-1E55-4338-1A1A26E1436C}"/>
                    </a:ext>
                  </a:extLst>
                </p14:cNvPr>
                <p14:cNvContentPartPr/>
                <p14:nvPr/>
              </p14:nvContentPartPr>
              <p14:xfrm>
                <a:off x="2414084" y="1809019"/>
                <a:ext cx="325800" cy="243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D882604-7821-1E55-4338-1A1A26E1436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03644" y="1798219"/>
                  <a:ext cx="34704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183245-D127-4CC0-6C65-8A484900D306}"/>
              </a:ext>
            </a:extLst>
          </p:cNvPr>
          <p:cNvGrpSpPr/>
          <p:nvPr/>
        </p:nvGrpSpPr>
        <p:grpSpPr>
          <a:xfrm>
            <a:off x="7862684" y="1681219"/>
            <a:ext cx="2121480" cy="1152720"/>
            <a:chOff x="7862684" y="1681219"/>
            <a:chExt cx="2121480" cy="11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0D289C2-90A7-FE5F-CA74-41C04B1F9FA6}"/>
                    </a:ext>
                  </a:extLst>
                </p14:cNvPr>
                <p14:cNvContentPartPr/>
                <p14:nvPr/>
              </p14:nvContentPartPr>
              <p14:xfrm>
                <a:off x="7945484" y="2086939"/>
                <a:ext cx="462600" cy="415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0D289C2-90A7-FE5F-CA74-41C04B1F9FA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935044" y="2076499"/>
                  <a:ext cx="48384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56AAF24-F480-B2AA-CB79-15291F7A3295}"/>
                    </a:ext>
                  </a:extLst>
                </p14:cNvPr>
                <p14:cNvContentPartPr/>
                <p14:nvPr/>
              </p14:nvContentPartPr>
              <p14:xfrm>
                <a:off x="7862684" y="2127619"/>
                <a:ext cx="866520" cy="248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56AAF24-F480-B2AA-CB79-15291F7A329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852244" y="2117179"/>
                  <a:ext cx="8877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76194C0-C786-8294-5637-983EB0BECFA6}"/>
                    </a:ext>
                  </a:extLst>
                </p14:cNvPr>
                <p14:cNvContentPartPr/>
                <p14:nvPr/>
              </p14:nvContentPartPr>
              <p14:xfrm>
                <a:off x="8959604" y="1856899"/>
                <a:ext cx="263160" cy="330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76194C0-C786-8294-5637-983EB0BECFA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949164" y="1846099"/>
                  <a:ext cx="28440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794A633-CB54-95E4-4E81-D1C5E0945E8F}"/>
                    </a:ext>
                  </a:extLst>
                </p14:cNvPr>
                <p14:cNvContentPartPr/>
                <p14:nvPr/>
              </p14:nvContentPartPr>
              <p14:xfrm>
                <a:off x="8700764" y="1978219"/>
                <a:ext cx="797400" cy="146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794A633-CB54-95E4-4E81-D1C5E0945E8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690324" y="1967779"/>
                  <a:ext cx="8186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152D70E-FAC1-A1E2-8A83-89112DCB9853}"/>
                    </a:ext>
                  </a:extLst>
                </p14:cNvPr>
                <p14:cNvContentPartPr/>
                <p14:nvPr/>
              </p14:nvContentPartPr>
              <p14:xfrm>
                <a:off x="8098844" y="1681219"/>
                <a:ext cx="375120" cy="329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152D70E-FAC1-A1E2-8A83-89112DCB985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088404" y="1670779"/>
                  <a:ext cx="39636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D86697A-7FD6-0512-94AF-670C02B18337}"/>
                    </a:ext>
                  </a:extLst>
                </p14:cNvPr>
                <p14:cNvContentPartPr/>
                <p14:nvPr/>
              </p14:nvContentPartPr>
              <p14:xfrm>
                <a:off x="8023244" y="1708939"/>
                <a:ext cx="712800" cy="207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D86697A-7FD6-0512-94AF-670C02B1833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12444" y="1698139"/>
                  <a:ext cx="7340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1160B0D-D2AB-AD8C-A3CC-2B3BFA2EE1C4}"/>
                    </a:ext>
                  </a:extLst>
                </p14:cNvPr>
                <p14:cNvContentPartPr/>
                <p14:nvPr/>
              </p14:nvContentPartPr>
              <p14:xfrm>
                <a:off x="8497364" y="2512819"/>
                <a:ext cx="265320" cy="321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1160B0D-D2AB-AD8C-A3CC-2B3BFA2EE1C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86924" y="2502379"/>
                  <a:ext cx="28656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BF9A804-90C3-4DCB-30E4-EF0BC1739FEA}"/>
                    </a:ext>
                  </a:extLst>
                </p14:cNvPr>
                <p14:cNvContentPartPr/>
                <p14:nvPr/>
              </p14:nvContentPartPr>
              <p14:xfrm>
                <a:off x="8250764" y="2612899"/>
                <a:ext cx="855000" cy="114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BF9A804-90C3-4DCB-30E4-EF0BC1739FE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239964" y="2602459"/>
                  <a:ext cx="8762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2C1D59F-696E-B65C-82FC-DCBEA5DC1BDE}"/>
                    </a:ext>
                  </a:extLst>
                </p14:cNvPr>
                <p14:cNvContentPartPr/>
                <p14:nvPr/>
              </p14:nvContentPartPr>
              <p14:xfrm>
                <a:off x="9228164" y="2354779"/>
                <a:ext cx="756000" cy="258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2C1D59F-696E-B65C-82FC-DCBEA5DC1BD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217724" y="2344339"/>
                  <a:ext cx="777240" cy="28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987C2E0-D208-5DB1-1151-887A07EB8BD4}"/>
              </a:ext>
            </a:extLst>
          </p:cNvPr>
          <p:cNvGrpSpPr/>
          <p:nvPr/>
        </p:nvGrpSpPr>
        <p:grpSpPr>
          <a:xfrm>
            <a:off x="5196164" y="196939"/>
            <a:ext cx="1295640" cy="367560"/>
            <a:chOff x="5196164" y="196939"/>
            <a:chExt cx="1295640" cy="36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42713E2-19DF-4C0C-9CE1-FBA3EEBD1960}"/>
                    </a:ext>
                  </a:extLst>
                </p14:cNvPr>
                <p14:cNvContentPartPr/>
                <p14:nvPr/>
              </p14:nvContentPartPr>
              <p14:xfrm>
                <a:off x="5196164" y="246259"/>
                <a:ext cx="66600" cy="318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42713E2-19DF-4C0C-9CE1-FBA3EEBD196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85364" y="235819"/>
                  <a:ext cx="878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42C88FB-98C7-ECA1-76E8-34C9E42C39FE}"/>
                    </a:ext>
                  </a:extLst>
                </p14:cNvPr>
                <p14:cNvContentPartPr/>
                <p14:nvPr/>
              </p14:nvContentPartPr>
              <p14:xfrm>
                <a:off x="5258444" y="274699"/>
                <a:ext cx="262440" cy="203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42C88FB-98C7-ECA1-76E8-34C9E42C39F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47644" y="263899"/>
                  <a:ext cx="2836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698EDEA-7E11-276E-ED18-3AA2938E5E13}"/>
                    </a:ext>
                  </a:extLst>
                </p14:cNvPr>
                <p14:cNvContentPartPr/>
                <p14:nvPr/>
              </p14:nvContentPartPr>
              <p14:xfrm>
                <a:off x="5691884" y="412219"/>
                <a:ext cx="227520" cy="2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698EDEA-7E11-276E-ED18-3AA2938E5E1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81084" y="401779"/>
                  <a:ext cx="2487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160A17E-599E-F77E-A35F-4719C4CB99B1}"/>
                    </a:ext>
                  </a:extLst>
                </p14:cNvPr>
                <p14:cNvContentPartPr/>
                <p14:nvPr/>
              </p14:nvContentPartPr>
              <p14:xfrm>
                <a:off x="5690804" y="342379"/>
                <a:ext cx="222840" cy="19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160A17E-599E-F77E-A35F-4719C4CB99B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80004" y="331579"/>
                  <a:ext cx="2440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88AB0BE-0E9B-D922-15DC-81C7C97D367C}"/>
                    </a:ext>
                  </a:extLst>
                </p14:cNvPr>
                <p14:cNvContentPartPr/>
                <p14:nvPr/>
              </p14:nvContentPartPr>
              <p14:xfrm>
                <a:off x="6058724" y="196939"/>
                <a:ext cx="433080" cy="147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88AB0BE-0E9B-D922-15DC-81C7C97D367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047924" y="186139"/>
                  <a:ext cx="45432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A3EA4EA-1D88-088F-C6EC-3EC941913AC5}"/>
              </a:ext>
            </a:extLst>
          </p:cNvPr>
          <p:cNvGrpSpPr/>
          <p:nvPr/>
        </p:nvGrpSpPr>
        <p:grpSpPr>
          <a:xfrm>
            <a:off x="2870924" y="2308339"/>
            <a:ext cx="2870280" cy="955080"/>
            <a:chOff x="2870924" y="2308339"/>
            <a:chExt cx="2870280" cy="95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35B7A63-0748-CA9C-2C78-75941A86CD92}"/>
                    </a:ext>
                  </a:extLst>
                </p14:cNvPr>
                <p14:cNvContentPartPr/>
                <p14:nvPr/>
              </p14:nvContentPartPr>
              <p14:xfrm>
                <a:off x="3662204" y="2589139"/>
                <a:ext cx="2079000" cy="452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35B7A63-0748-CA9C-2C78-75941A86CD9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51404" y="2578339"/>
                  <a:ext cx="210024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E4FFE2B-12EA-7916-EDCD-E168107E9273}"/>
                    </a:ext>
                  </a:extLst>
                </p14:cNvPr>
                <p14:cNvContentPartPr/>
                <p14:nvPr/>
              </p14:nvContentPartPr>
              <p14:xfrm>
                <a:off x="3277724" y="2754739"/>
                <a:ext cx="2415600" cy="508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E4FFE2B-12EA-7916-EDCD-E168107E927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66924" y="2744299"/>
                  <a:ext cx="243684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262B370-F879-C0F9-D9F0-63296BB1B4BA}"/>
                    </a:ext>
                  </a:extLst>
                </p14:cNvPr>
                <p14:cNvContentPartPr/>
                <p14:nvPr/>
              </p14:nvContentPartPr>
              <p14:xfrm>
                <a:off x="2870924" y="2484019"/>
                <a:ext cx="719640" cy="239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262B370-F879-C0F9-D9F0-63296BB1B4B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860124" y="2473579"/>
                  <a:ext cx="7408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2065706-06AC-52FB-2BB9-C75CA1FDA792}"/>
                    </a:ext>
                  </a:extLst>
                </p14:cNvPr>
                <p14:cNvContentPartPr/>
                <p14:nvPr/>
              </p14:nvContentPartPr>
              <p14:xfrm>
                <a:off x="3462044" y="2308339"/>
                <a:ext cx="437760" cy="187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2065706-06AC-52FB-2BB9-C75CA1FDA79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451244" y="2297539"/>
                  <a:ext cx="45900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C9A0A11-01FB-58A8-700F-480D999B8372}"/>
              </a:ext>
            </a:extLst>
          </p:cNvPr>
          <p:cNvGrpSpPr/>
          <p:nvPr/>
        </p:nvGrpSpPr>
        <p:grpSpPr>
          <a:xfrm>
            <a:off x="6394244" y="2107099"/>
            <a:ext cx="2456640" cy="969480"/>
            <a:chOff x="6394244" y="2107099"/>
            <a:chExt cx="2456640" cy="96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47249F5-C881-0FC7-5836-C8D1C3380C2A}"/>
                    </a:ext>
                  </a:extLst>
                </p14:cNvPr>
                <p14:cNvContentPartPr/>
                <p14:nvPr/>
              </p14:nvContentPartPr>
              <p14:xfrm>
                <a:off x="6394244" y="2427499"/>
                <a:ext cx="1665720" cy="514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47249F5-C881-0FC7-5836-C8D1C3380C2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83444" y="2416699"/>
                  <a:ext cx="168696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3E5BBF5-C701-BB33-4731-4AE982BD3233}"/>
                    </a:ext>
                  </a:extLst>
                </p14:cNvPr>
                <p14:cNvContentPartPr/>
                <p14:nvPr/>
              </p14:nvContentPartPr>
              <p14:xfrm>
                <a:off x="6424484" y="2781739"/>
                <a:ext cx="1931040" cy="294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3E5BBF5-C701-BB33-4731-4AE982BD323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14044" y="2770939"/>
                  <a:ext cx="19522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42C4822-9B07-F74A-31A0-4A82116C997D}"/>
                    </a:ext>
                  </a:extLst>
                </p14:cNvPr>
                <p14:cNvContentPartPr/>
                <p14:nvPr/>
              </p14:nvContentPartPr>
              <p14:xfrm>
                <a:off x="7999124" y="2107099"/>
                <a:ext cx="378720" cy="225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42C4822-9B07-F74A-31A0-4A82116C997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88324" y="2096299"/>
                  <a:ext cx="3999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0A2F4EC-42A0-C0FD-78BA-5283AF0CE7AF}"/>
                    </a:ext>
                  </a:extLst>
                </p14:cNvPr>
                <p14:cNvContentPartPr/>
                <p14:nvPr/>
              </p14:nvContentPartPr>
              <p14:xfrm>
                <a:off x="7942604" y="2163619"/>
                <a:ext cx="641520" cy="135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0A2F4EC-42A0-C0FD-78BA-5283AF0CE7A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932164" y="2152819"/>
                  <a:ext cx="6627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5B2BAA1-0EDA-7009-0275-509B451DE11B}"/>
                    </a:ext>
                  </a:extLst>
                </p14:cNvPr>
                <p14:cNvContentPartPr/>
                <p14:nvPr/>
              </p14:nvContentPartPr>
              <p14:xfrm>
                <a:off x="8533724" y="2561419"/>
                <a:ext cx="317160" cy="201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5B2BAA1-0EDA-7009-0275-509B451DE11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23284" y="2550979"/>
                  <a:ext cx="3384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286F420-194F-054D-363D-68F868FB5CC9}"/>
                    </a:ext>
                  </a:extLst>
                </p14:cNvPr>
                <p14:cNvContentPartPr/>
                <p14:nvPr/>
              </p14:nvContentPartPr>
              <p14:xfrm>
                <a:off x="8351924" y="2644579"/>
                <a:ext cx="487440" cy="118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286F420-194F-054D-363D-68F868FB5CC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341124" y="2633779"/>
                  <a:ext cx="508680" cy="13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7A34ABC5-02F2-DB01-35D5-EA24F1523DD1}"/>
                  </a:ext>
                </a:extLst>
              </p14:cNvPr>
              <p14:cNvContentPartPr/>
              <p14:nvPr/>
            </p14:nvContentPartPr>
            <p14:xfrm>
              <a:off x="3376364" y="1964539"/>
              <a:ext cx="579600" cy="2923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7A34ABC5-02F2-DB01-35D5-EA24F1523DD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365564" y="1953739"/>
                <a:ext cx="600840" cy="31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D52ABE07-7DD0-751C-267B-B95AA3EB62E0}"/>
              </a:ext>
            </a:extLst>
          </p:cNvPr>
          <p:cNvGrpSpPr/>
          <p:nvPr/>
        </p:nvGrpSpPr>
        <p:grpSpPr>
          <a:xfrm>
            <a:off x="586004" y="3291499"/>
            <a:ext cx="4602960" cy="1552680"/>
            <a:chOff x="586004" y="3291499"/>
            <a:chExt cx="4602960" cy="155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8984ABB-CD97-5FCE-5D4C-A17EA3A387D9}"/>
                    </a:ext>
                  </a:extLst>
                </p14:cNvPr>
                <p14:cNvContentPartPr/>
                <p14:nvPr/>
              </p14:nvContentPartPr>
              <p14:xfrm>
                <a:off x="973004" y="4401739"/>
                <a:ext cx="256680" cy="2739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8984ABB-CD97-5FCE-5D4C-A17EA3A387D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62564" y="4391299"/>
                  <a:ext cx="2779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E88B6FC-C2D5-AA7D-8D7A-7BC283F7F58E}"/>
                    </a:ext>
                  </a:extLst>
                </p14:cNvPr>
                <p14:cNvContentPartPr/>
                <p14:nvPr/>
              </p14:nvContentPartPr>
              <p14:xfrm>
                <a:off x="1748084" y="4472299"/>
                <a:ext cx="51480" cy="371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E88B6FC-C2D5-AA7D-8D7A-7BC283F7F58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37284" y="4461499"/>
                  <a:ext cx="7272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8B1B939-D0F1-919B-CB51-016537063B54}"/>
                    </a:ext>
                  </a:extLst>
                </p14:cNvPr>
                <p14:cNvContentPartPr/>
                <p14:nvPr/>
              </p14:nvContentPartPr>
              <p14:xfrm>
                <a:off x="1707764" y="4443499"/>
                <a:ext cx="228240" cy="170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8B1B939-D0F1-919B-CB51-016537063B5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697324" y="4433059"/>
                  <a:ext cx="2494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F56BC82-E3B9-7EDD-D2FC-0090BA8AFABC}"/>
                    </a:ext>
                  </a:extLst>
                </p14:cNvPr>
                <p14:cNvContentPartPr/>
                <p14:nvPr/>
              </p14:nvContentPartPr>
              <p14:xfrm>
                <a:off x="2019524" y="3851299"/>
                <a:ext cx="803160" cy="790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F56BC82-E3B9-7EDD-D2FC-0090BA8AFAB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008724" y="3840499"/>
                  <a:ext cx="824400" cy="81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3FEC873-F3AB-9007-1276-3C734EAE14AF}"/>
                    </a:ext>
                  </a:extLst>
                </p14:cNvPr>
                <p14:cNvContentPartPr/>
                <p14:nvPr/>
              </p14:nvContentPartPr>
              <p14:xfrm>
                <a:off x="3088724" y="3523699"/>
                <a:ext cx="2100240" cy="676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3FEC873-F3AB-9007-1276-3C734EAE14A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78284" y="3512899"/>
                  <a:ext cx="212148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BF19D29-F080-CA55-7D0A-4E19F75E73CE}"/>
                    </a:ext>
                  </a:extLst>
                </p14:cNvPr>
                <p14:cNvContentPartPr/>
                <p14:nvPr/>
              </p14:nvContentPartPr>
              <p14:xfrm>
                <a:off x="957524" y="3766699"/>
                <a:ext cx="363960" cy="284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BF19D29-F080-CA55-7D0A-4E19F75E73C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46724" y="3755899"/>
                  <a:ext cx="3852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927A5BE-E764-55BF-6D90-DD1CB1B99356}"/>
                    </a:ext>
                  </a:extLst>
                </p14:cNvPr>
                <p14:cNvContentPartPr/>
                <p14:nvPr/>
              </p14:nvContentPartPr>
              <p14:xfrm>
                <a:off x="1538204" y="3809179"/>
                <a:ext cx="333000" cy="2826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927A5BE-E764-55BF-6D90-DD1CB1B9935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527764" y="3798379"/>
                  <a:ext cx="3542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26829D6-9A49-5A16-CF44-C042377BDD5D}"/>
                    </a:ext>
                  </a:extLst>
                </p14:cNvPr>
                <p14:cNvContentPartPr/>
                <p14:nvPr/>
              </p14:nvContentPartPr>
              <p14:xfrm>
                <a:off x="868244" y="3787939"/>
                <a:ext cx="585360" cy="403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26829D6-9A49-5A16-CF44-C042377BDD5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57444" y="3777499"/>
                  <a:ext cx="60660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EF46F9E-D6BD-8200-4B57-E96C0D7AD335}"/>
                    </a:ext>
                  </a:extLst>
                </p14:cNvPr>
                <p14:cNvContentPartPr/>
                <p14:nvPr/>
              </p14:nvContentPartPr>
              <p14:xfrm>
                <a:off x="586004" y="4479139"/>
                <a:ext cx="1390680" cy="123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EF46F9E-D6BD-8200-4B57-E96C0D7AD33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5204" y="4468339"/>
                  <a:ext cx="14119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2B1DB2F-AE0E-13D6-3ED3-73922F0991AE}"/>
                    </a:ext>
                  </a:extLst>
                </p14:cNvPr>
                <p14:cNvContentPartPr/>
                <p14:nvPr/>
              </p14:nvContentPartPr>
              <p14:xfrm>
                <a:off x="1452884" y="3291499"/>
                <a:ext cx="2734200" cy="550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2B1DB2F-AE0E-13D6-3ED3-73922F0991A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442444" y="3280699"/>
                  <a:ext cx="2755440" cy="57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C7CB8FE-1E3D-328B-6D59-63BDF9AC31D9}"/>
                  </a:ext>
                </a:extLst>
              </p14:cNvPr>
              <p14:cNvContentPartPr/>
              <p14:nvPr/>
            </p14:nvContentPartPr>
            <p14:xfrm>
              <a:off x="441644" y="5532859"/>
              <a:ext cx="2160" cy="61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C7CB8FE-1E3D-328B-6D59-63BDF9AC31D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30844" y="5522059"/>
                <a:ext cx="23400" cy="27360"/>
              </a:xfrm>
              <a:prstGeom prst="rect">
                <a:avLst/>
              </a:prstGeom>
            </p:spPr>
          </p:pic>
        </mc:Fallback>
      </mc:AlternateContent>
      <p:sp>
        <p:nvSpPr>
          <p:cNvPr id="71" name="Rectangle 70">
            <a:extLst>
              <a:ext uri="{FF2B5EF4-FFF2-40B4-BE49-F238E27FC236}">
                <a16:creationId xmlns:a16="http://schemas.microsoft.com/office/drawing/2014/main" id="{A41ABA3A-8FAA-6943-588B-C87F5379EB7D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KNN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379AF1A-2892-743E-A041-5C0FE181CF3C}"/>
                  </a:ext>
                </a:extLst>
              </p14:cNvPr>
              <p14:cNvContentPartPr/>
              <p14:nvPr/>
            </p14:nvContentPartPr>
            <p14:xfrm>
              <a:off x="1096920" y="6272659"/>
              <a:ext cx="39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379AF1A-2892-743E-A041-5C0FE181CF3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90800" y="6266539"/>
                <a:ext cx="162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83797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B8180E8D-99CF-74F9-2881-44D2D0700570}"/>
              </a:ext>
            </a:extLst>
          </p:cNvPr>
          <p:cNvGrpSpPr/>
          <p:nvPr/>
        </p:nvGrpSpPr>
        <p:grpSpPr>
          <a:xfrm>
            <a:off x="620564" y="530659"/>
            <a:ext cx="1542600" cy="549360"/>
            <a:chOff x="620564" y="530659"/>
            <a:chExt cx="1542600" cy="54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E78F2E0-70DA-CB08-B14F-8D49D04333DC}"/>
                    </a:ext>
                  </a:extLst>
                </p14:cNvPr>
                <p14:cNvContentPartPr/>
                <p14:nvPr/>
              </p14:nvContentPartPr>
              <p14:xfrm>
                <a:off x="712364" y="637579"/>
                <a:ext cx="66960" cy="381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E78F2E0-70DA-CB08-B14F-8D49D04333D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1564" y="627139"/>
                  <a:ext cx="8820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FDDA849-4C68-8DDE-B7E2-00C5FBBCF94D}"/>
                    </a:ext>
                  </a:extLst>
                </p14:cNvPr>
                <p14:cNvContentPartPr/>
                <p14:nvPr/>
              </p14:nvContentPartPr>
              <p14:xfrm>
                <a:off x="620564" y="834499"/>
                <a:ext cx="133920" cy="70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FDDA849-4C68-8DDE-B7E2-00C5FBBCF94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09764" y="824059"/>
                  <a:ext cx="1551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318EF25-5CB8-DB27-2C1F-F6B1D86F5E34}"/>
                    </a:ext>
                  </a:extLst>
                </p14:cNvPr>
                <p14:cNvContentPartPr/>
                <p14:nvPr/>
              </p14:nvContentPartPr>
              <p14:xfrm>
                <a:off x="774284" y="808939"/>
                <a:ext cx="68400" cy="147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318EF25-5CB8-DB27-2C1F-F6B1D86F5E3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63844" y="798139"/>
                  <a:ext cx="896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86AED16-9833-698D-7CAC-D9CBD6A1BFFE}"/>
                    </a:ext>
                  </a:extLst>
                </p14:cNvPr>
                <p14:cNvContentPartPr/>
                <p14:nvPr/>
              </p14:nvContentPartPr>
              <p14:xfrm>
                <a:off x="791564" y="740899"/>
                <a:ext cx="13320" cy="11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86AED16-9833-698D-7CAC-D9CBD6A1BFF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1124" y="730099"/>
                  <a:ext cx="345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5E6CDA0-CE5B-E0C0-C246-632E0ED336C7}"/>
                    </a:ext>
                  </a:extLst>
                </p14:cNvPr>
                <p14:cNvContentPartPr/>
                <p14:nvPr/>
              </p14:nvContentPartPr>
              <p14:xfrm>
                <a:off x="865004" y="828379"/>
                <a:ext cx="222480" cy="124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5E6CDA0-CE5B-E0C0-C246-632E0ED336C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4564" y="817939"/>
                  <a:ext cx="2437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C981AF8-AE88-995E-9010-6B34F6A4FC97}"/>
                    </a:ext>
                  </a:extLst>
                </p14:cNvPr>
                <p14:cNvContentPartPr/>
                <p14:nvPr/>
              </p14:nvContentPartPr>
              <p14:xfrm>
                <a:off x="1081004" y="743779"/>
                <a:ext cx="142560" cy="160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C981AF8-AE88-995E-9010-6B34F6A4FC9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70564" y="732979"/>
                  <a:ext cx="1638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9C1C425-D1FE-E5D4-DB5F-4D605BBAAF32}"/>
                    </a:ext>
                  </a:extLst>
                </p14:cNvPr>
                <p14:cNvContentPartPr/>
                <p14:nvPr/>
              </p14:nvContentPartPr>
              <p14:xfrm>
                <a:off x="1436324" y="687259"/>
                <a:ext cx="100800" cy="282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9C1C425-D1FE-E5D4-DB5F-4D605BBAAF3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25884" y="676819"/>
                  <a:ext cx="1220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E6EF15C-6A5C-A7EA-1A31-083899027EFA}"/>
                    </a:ext>
                  </a:extLst>
                </p14:cNvPr>
                <p14:cNvContentPartPr/>
                <p14:nvPr/>
              </p14:nvContentPartPr>
              <p14:xfrm>
                <a:off x="1529204" y="652699"/>
                <a:ext cx="132120" cy="193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E6EF15C-6A5C-A7EA-1A31-083899027E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18404" y="641899"/>
                  <a:ext cx="1533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77821F1-9BD9-707A-03C9-25B2924682FE}"/>
                    </a:ext>
                  </a:extLst>
                </p14:cNvPr>
                <p14:cNvContentPartPr/>
                <p14:nvPr/>
              </p14:nvContentPartPr>
              <p14:xfrm>
                <a:off x="1671044" y="686899"/>
                <a:ext cx="200520" cy="119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77821F1-9BD9-707A-03C9-25B2924682F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60604" y="676459"/>
                  <a:ext cx="2217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9E6F77E-8E2C-4E13-E394-0D575F369626}"/>
                    </a:ext>
                  </a:extLst>
                </p14:cNvPr>
                <p14:cNvContentPartPr/>
                <p14:nvPr/>
              </p14:nvContentPartPr>
              <p14:xfrm>
                <a:off x="1805684" y="530659"/>
                <a:ext cx="19080" cy="16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9E6F77E-8E2C-4E13-E394-0D575F36962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94884" y="520219"/>
                  <a:ext cx="403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E9CB9EC-01C7-F76D-D8C0-CC5BEF6E7EBE}"/>
                    </a:ext>
                  </a:extLst>
                </p14:cNvPr>
                <p14:cNvContentPartPr/>
                <p14:nvPr/>
              </p14:nvContentPartPr>
              <p14:xfrm>
                <a:off x="1878764" y="713899"/>
                <a:ext cx="182880" cy="154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E9CB9EC-01C7-F76D-D8C0-CC5BEF6E7EB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68324" y="703099"/>
                  <a:ext cx="2041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33357E6-D63C-8605-31B2-BCDE8FABBBE4}"/>
                    </a:ext>
                  </a:extLst>
                </p14:cNvPr>
                <p14:cNvContentPartPr/>
                <p14:nvPr/>
              </p14:nvContentPartPr>
              <p14:xfrm>
                <a:off x="2077124" y="623539"/>
                <a:ext cx="86040" cy="250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33357E6-D63C-8605-31B2-BCDE8FABBBE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66324" y="613099"/>
                  <a:ext cx="1072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5A8D8D8-1BE3-BF1E-C72A-4C93AAE6638C}"/>
                    </a:ext>
                  </a:extLst>
                </p14:cNvPr>
                <p14:cNvContentPartPr/>
                <p14:nvPr/>
              </p14:nvContentPartPr>
              <p14:xfrm>
                <a:off x="820724" y="991819"/>
                <a:ext cx="1221120" cy="88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5A8D8D8-1BE3-BF1E-C72A-4C93AAE6638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10284" y="981019"/>
                  <a:ext cx="124236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31542F3-5251-4BCA-B5CE-CA1139410FB6}"/>
              </a:ext>
            </a:extLst>
          </p:cNvPr>
          <p:cNvGrpSpPr/>
          <p:nvPr/>
        </p:nvGrpSpPr>
        <p:grpSpPr>
          <a:xfrm>
            <a:off x="942404" y="1547659"/>
            <a:ext cx="1157040" cy="544680"/>
            <a:chOff x="942404" y="1547659"/>
            <a:chExt cx="1157040" cy="54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9E20953-38F8-EDDB-4B36-74B3B09C2B4F}"/>
                    </a:ext>
                  </a:extLst>
                </p14:cNvPr>
                <p14:cNvContentPartPr/>
                <p14:nvPr/>
              </p14:nvContentPartPr>
              <p14:xfrm>
                <a:off x="942404" y="1702099"/>
                <a:ext cx="397080" cy="390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9E20953-38F8-EDDB-4B36-74B3B09C2B4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31604" y="1691299"/>
                  <a:ext cx="41832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A8A7930-C4BB-514A-E043-AA1835A72ACC}"/>
                    </a:ext>
                  </a:extLst>
                </p14:cNvPr>
                <p14:cNvContentPartPr/>
                <p14:nvPr/>
              </p14:nvContentPartPr>
              <p14:xfrm>
                <a:off x="1527044" y="1577179"/>
                <a:ext cx="68040" cy="218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A8A7930-C4BB-514A-E043-AA1835A72AC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16604" y="1566739"/>
                  <a:ext cx="892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3134318-1D0E-1D7F-2A40-F5B3779646FE}"/>
                    </a:ext>
                  </a:extLst>
                </p14:cNvPr>
                <p14:cNvContentPartPr/>
                <p14:nvPr/>
              </p14:nvContentPartPr>
              <p14:xfrm>
                <a:off x="1664564" y="1547659"/>
                <a:ext cx="157680" cy="267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3134318-1D0E-1D7F-2A40-F5B3779646F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53764" y="1536859"/>
                  <a:ext cx="1789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75D9D05-E000-C5A5-ED45-C228D7B58785}"/>
                    </a:ext>
                  </a:extLst>
                </p14:cNvPr>
                <p14:cNvContentPartPr/>
                <p14:nvPr/>
              </p14:nvContentPartPr>
              <p14:xfrm>
                <a:off x="1826564" y="1684099"/>
                <a:ext cx="272880" cy="131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75D9D05-E000-C5A5-ED45-C228D7B5878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16124" y="1673659"/>
                  <a:ext cx="29412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5CFA4A0-96ED-6BA9-0E1D-9494CCB67B3A}"/>
              </a:ext>
            </a:extLst>
          </p:cNvPr>
          <p:cNvGrpSpPr/>
          <p:nvPr/>
        </p:nvGrpSpPr>
        <p:grpSpPr>
          <a:xfrm>
            <a:off x="2341364" y="1461619"/>
            <a:ext cx="878040" cy="352440"/>
            <a:chOff x="2341364" y="1461619"/>
            <a:chExt cx="878040" cy="35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6184FAF-3DF7-D25C-1371-DB07114F4778}"/>
                    </a:ext>
                  </a:extLst>
                </p14:cNvPr>
                <p14:cNvContentPartPr/>
                <p14:nvPr/>
              </p14:nvContentPartPr>
              <p14:xfrm>
                <a:off x="2377724" y="1558459"/>
                <a:ext cx="19440" cy="212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6184FAF-3DF7-D25C-1371-DB07114F477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367284" y="1548019"/>
                  <a:ext cx="406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EE7787E-E29E-C75A-E52D-6C8CD40DBCA0}"/>
                    </a:ext>
                  </a:extLst>
                </p14:cNvPr>
                <p14:cNvContentPartPr/>
                <p14:nvPr/>
              </p14:nvContentPartPr>
              <p14:xfrm>
                <a:off x="2341364" y="1461619"/>
                <a:ext cx="239040" cy="295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EE7787E-E29E-C75A-E52D-6C8CD40DBC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330924" y="1451179"/>
                  <a:ext cx="2602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1DF706A-B2CF-C007-448E-DC3EF3160F07}"/>
                    </a:ext>
                  </a:extLst>
                </p14:cNvPr>
                <p14:cNvContentPartPr/>
                <p14:nvPr/>
              </p14:nvContentPartPr>
              <p14:xfrm>
                <a:off x="2644124" y="1567099"/>
                <a:ext cx="199440" cy="196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1DF706A-B2CF-C007-448E-DC3EF3160F0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633324" y="1556299"/>
                  <a:ext cx="2206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DC17746-86A3-67EB-4053-9C96BDBDC52F}"/>
                    </a:ext>
                  </a:extLst>
                </p14:cNvPr>
                <p14:cNvContentPartPr/>
                <p14:nvPr/>
              </p14:nvContentPartPr>
              <p14:xfrm>
                <a:off x="2751404" y="1481419"/>
                <a:ext cx="48960" cy="324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DC17746-86A3-67EB-4053-9C96BDBDC52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740964" y="1470619"/>
                  <a:ext cx="7020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41481F1-FB83-5876-3E4E-E79979407ACA}"/>
                    </a:ext>
                  </a:extLst>
                </p14:cNvPr>
                <p14:cNvContentPartPr/>
                <p14:nvPr/>
              </p14:nvContentPartPr>
              <p14:xfrm>
                <a:off x="2755004" y="1626859"/>
                <a:ext cx="109080" cy="44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41481F1-FB83-5876-3E4E-E79979407AC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744204" y="1616059"/>
                  <a:ext cx="1303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DB877F0-7E80-88DD-656B-DC500F5F952B}"/>
                    </a:ext>
                  </a:extLst>
                </p14:cNvPr>
                <p14:cNvContentPartPr/>
                <p14:nvPr/>
              </p14:nvContentPartPr>
              <p14:xfrm>
                <a:off x="3041204" y="1537219"/>
                <a:ext cx="50040" cy="195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DB877F0-7E80-88DD-656B-DC500F5F952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030764" y="1526779"/>
                  <a:ext cx="712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48D770D-1773-A154-2376-CB6C6B3C0EF2}"/>
                    </a:ext>
                  </a:extLst>
                </p14:cNvPr>
                <p14:cNvContentPartPr/>
                <p14:nvPr/>
              </p14:nvContentPartPr>
              <p14:xfrm>
                <a:off x="3076844" y="1514899"/>
                <a:ext cx="8280" cy="13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48D770D-1773-A154-2376-CB6C6B3C0EF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066404" y="1504459"/>
                  <a:ext cx="295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F8236EE-9CE7-F77E-FA06-B68012AFEC9F}"/>
                    </a:ext>
                  </a:extLst>
                </p14:cNvPr>
                <p14:cNvContentPartPr/>
                <p14:nvPr/>
              </p14:nvContentPartPr>
              <p14:xfrm>
                <a:off x="3151004" y="1536859"/>
                <a:ext cx="68400" cy="277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F8236EE-9CE7-F77E-FA06-B68012AFEC9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40564" y="1526059"/>
                  <a:ext cx="89640" cy="29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1E5DB88-2EA6-CE8E-7536-66928CE8E738}"/>
              </a:ext>
            </a:extLst>
          </p:cNvPr>
          <p:cNvGrpSpPr/>
          <p:nvPr/>
        </p:nvGrpSpPr>
        <p:grpSpPr>
          <a:xfrm>
            <a:off x="3490124" y="1257499"/>
            <a:ext cx="945000" cy="446760"/>
            <a:chOff x="3490124" y="1257499"/>
            <a:chExt cx="945000" cy="44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B0C98E-D7D6-B7CC-A521-51C2828B1F2E}"/>
                    </a:ext>
                  </a:extLst>
                </p14:cNvPr>
                <p14:cNvContentPartPr/>
                <p14:nvPr/>
              </p14:nvContentPartPr>
              <p14:xfrm>
                <a:off x="3490124" y="1508059"/>
                <a:ext cx="62280" cy="186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B0C98E-D7D6-B7CC-A521-51C2828B1F2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79684" y="1497619"/>
                  <a:ext cx="835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6D0B256-69A9-A1B9-1AE0-C1532AD5BFE8}"/>
                    </a:ext>
                  </a:extLst>
                </p14:cNvPr>
                <p14:cNvContentPartPr/>
                <p14:nvPr/>
              </p14:nvContentPartPr>
              <p14:xfrm>
                <a:off x="3579764" y="1534339"/>
                <a:ext cx="118080" cy="163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6D0B256-69A9-A1B9-1AE0-C1532AD5BFE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69324" y="1523899"/>
                  <a:ext cx="1393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5092907-01A6-4B73-46B4-66ED74D9C64F}"/>
                    </a:ext>
                  </a:extLst>
                </p14:cNvPr>
                <p14:cNvContentPartPr/>
                <p14:nvPr/>
              </p14:nvContentPartPr>
              <p14:xfrm>
                <a:off x="3724844" y="1500139"/>
                <a:ext cx="142560" cy="195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5092907-01A6-4B73-46B4-66ED74D9C64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714404" y="1489699"/>
                  <a:ext cx="1638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A98606D-5BDE-54F3-B383-45BE8B32D33A}"/>
                    </a:ext>
                  </a:extLst>
                </p14:cNvPr>
                <p14:cNvContentPartPr/>
                <p14:nvPr/>
              </p14:nvContentPartPr>
              <p14:xfrm>
                <a:off x="3876404" y="1545139"/>
                <a:ext cx="64440" cy="101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A98606D-5BDE-54F3-B383-45BE8B32D33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865964" y="1534699"/>
                  <a:ext cx="856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E8B0040-AE74-F650-4AA5-3E16470A095C}"/>
                    </a:ext>
                  </a:extLst>
                </p14:cNvPr>
                <p14:cNvContentPartPr/>
                <p14:nvPr/>
              </p14:nvContentPartPr>
              <p14:xfrm>
                <a:off x="3988004" y="1309699"/>
                <a:ext cx="122400" cy="394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E8B0040-AE74-F650-4AA5-3E16470A095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977204" y="1299259"/>
                  <a:ext cx="14364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98568F2-5004-CAD6-2069-00F151A60B83}"/>
                    </a:ext>
                  </a:extLst>
                </p14:cNvPr>
                <p14:cNvContentPartPr/>
                <p14:nvPr/>
              </p14:nvContentPartPr>
              <p14:xfrm>
                <a:off x="4120124" y="1506259"/>
                <a:ext cx="108360" cy="159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98568F2-5004-CAD6-2069-00F151A60B8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09684" y="1495459"/>
                  <a:ext cx="1296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806E834-1C31-ED75-C9D5-12A0246C089D}"/>
                    </a:ext>
                  </a:extLst>
                </p14:cNvPr>
                <p14:cNvContentPartPr/>
                <p14:nvPr/>
              </p14:nvContentPartPr>
              <p14:xfrm>
                <a:off x="4258364" y="1257499"/>
                <a:ext cx="176760" cy="403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806E834-1C31-ED75-C9D5-12A0246C089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247564" y="1247059"/>
                  <a:ext cx="198000" cy="42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974996F-B2AB-599B-735F-3019A47862F7}"/>
                  </a:ext>
                </a:extLst>
              </p14:cNvPr>
              <p14:cNvContentPartPr/>
              <p14:nvPr/>
            </p14:nvContentPartPr>
            <p14:xfrm>
              <a:off x="4651124" y="1467379"/>
              <a:ext cx="518040" cy="2084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974996F-B2AB-599B-735F-3019A47862F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640684" y="1456939"/>
                <a:ext cx="539280" cy="22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09C3D3FC-FDD1-D9D6-3990-DE532D7A1E89}"/>
              </a:ext>
            </a:extLst>
          </p:cNvPr>
          <p:cNvGrpSpPr/>
          <p:nvPr/>
        </p:nvGrpSpPr>
        <p:grpSpPr>
          <a:xfrm>
            <a:off x="5458244" y="1251379"/>
            <a:ext cx="654480" cy="441000"/>
            <a:chOff x="5458244" y="1251379"/>
            <a:chExt cx="654480" cy="44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E17D82F-6C3D-F286-F699-21E8AC6262B8}"/>
                    </a:ext>
                  </a:extLst>
                </p14:cNvPr>
                <p14:cNvContentPartPr/>
                <p14:nvPr/>
              </p14:nvContentPartPr>
              <p14:xfrm>
                <a:off x="5502164" y="1403659"/>
                <a:ext cx="18720" cy="252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E17D82F-6C3D-F286-F699-21E8AC6262B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91364" y="1392859"/>
                  <a:ext cx="399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04A2EE3-6961-44A4-AFE7-3CCCB56B4ED3}"/>
                    </a:ext>
                  </a:extLst>
                </p14:cNvPr>
                <p14:cNvContentPartPr/>
                <p14:nvPr/>
              </p14:nvContentPartPr>
              <p14:xfrm>
                <a:off x="5458244" y="1472779"/>
                <a:ext cx="133200" cy="77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04A2EE3-6961-44A4-AFE7-3CCCB56B4ED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447804" y="1462339"/>
                  <a:ext cx="1544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2EEC316-9161-28FC-96AA-8FBB8B4E4E12}"/>
                    </a:ext>
                  </a:extLst>
                </p14:cNvPr>
                <p14:cNvContentPartPr/>
                <p14:nvPr/>
              </p14:nvContentPartPr>
              <p14:xfrm>
                <a:off x="5584244" y="1468099"/>
                <a:ext cx="15840" cy="177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2EEC316-9161-28FC-96AA-8FBB8B4E4E1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573444" y="1457659"/>
                  <a:ext cx="370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8FADA51-BE43-009D-E19D-1C96DAEF3433}"/>
                    </a:ext>
                  </a:extLst>
                </p14:cNvPr>
                <p14:cNvContentPartPr/>
                <p14:nvPr/>
              </p14:nvContentPartPr>
              <p14:xfrm>
                <a:off x="5597204" y="1453699"/>
                <a:ext cx="24120" cy="11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8FADA51-BE43-009D-E19D-1C96DAEF343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586764" y="1442899"/>
                  <a:ext cx="453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E4CBFE8-6C9B-4F1D-868A-3C6FF64ED4A8}"/>
                    </a:ext>
                  </a:extLst>
                </p14:cNvPr>
                <p14:cNvContentPartPr/>
                <p14:nvPr/>
              </p14:nvContentPartPr>
              <p14:xfrm>
                <a:off x="5641484" y="1491859"/>
                <a:ext cx="351000" cy="186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E4CBFE8-6C9B-4F1D-868A-3C6FF64ED4A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630684" y="1481059"/>
                  <a:ext cx="3722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BA40333-E92D-0A44-0311-3804190EBD0D}"/>
                    </a:ext>
                  </a:extLst>
                </p14:cNvPr>
                <p14:cNvContentPartPr/>
                <p14:nvPr/>
              </p14:nvContentPartPr>
              <p14:xfrm>
                <a:off x="6071324" y="1251379"/>
                <a:ext cx="18720" cy="298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BA40333-E92D-0A44-0311-3804190EBD0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060524" y="1240579"/>
                  <a:ext cx="399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0DDB8E6-01A7-2E80-9BD6-98900B816B2E}"/>
                    </a:ext>
                  </a:extLst>
                </p14:cNvPr>
                <p14:cNvContentPartPr/>
                <p14:nvPr/>
              </p14:nvContentPartPr>
              <p14:xfrm>
                <a:off x="6102644" y="1664659"/>
                <a:ext cx="10080" cy="27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0DDB8E6-01A7-2E80-9BD6-98900B816B2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091844" y="1654219"/>
                  <a:ext cx="3132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6F2C986-D4FA-B7FE-C559-57659EDDFD5C}"/>
              </a:ext>
            </a:extLst>
          </p:cNvPr>
          <p:cNvGrpSpPr/>
          <p:nvPr/>
        </p:nvGrpSpPr>
        <p:grpSpPr>
          <a:xfrm>
            <a:off x="932324" y="2563939"/>
            <a:ext cx="1481760" cy="554760"/>
            <a:chOff x="932324" y="2563939"/>
            <a:chExt cx="1481760" cy="55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4870188-0425-FF9B-3A7A-D25BFFAD2851}"/>
                    </a:ext>
                  </a:extLst>
                </p14:cNvPr>
                <p14:cNvContentPartPr/>
                <p14:nvPr/>
              </p14:nvContentPartPr>
              <p14:xfrm>
                <a:off x="986324" y="2563939"/>
                <a:ext cx="41760" cy="3542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4870188-0425-FF9B-3A7A-D25BFFAD285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75524" y="2553139"/>
                  <a:ext cx="6300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C1D91E2-F60A-D908-7C71-C9419B5010F1}"/>
                    </a:ext>
                  </a:extLst>
                </p14:cNvPr>
                <p14:cNvContentPartPr/>
                <p14:nvPr/>
              </p14:nvContentPartPr>
              <p14:xfrm>
                <a:off x="932324" y="2763379"/>
                <a:ext cx="64800" cy="84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C1D91E2-F60A-D908-7C71-C9419B5010F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21884" y="2752939"/>
                  <a:ext cx="860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2DFF092-EC25-B3B5-51E1-1FB1281B2B9F}"/>
                    </a:ext>
                  </a:extLst>
                </p14:cNvPr>
                <p14:cNvContentPartPr/>
                <p14:nvPr/>
              </p14:nvContentPartPr>
              <p14:xfrm>
                <a:off x="1066964" y="2752219"/>
                <a:ext cx="118800" cy="2059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2DFF092-EC25-B3B5-51E1-1FB1281B2B9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56524" y="2741419"/>
                  <a:ext cx="1400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FF120E6-1802-3D03-39FF-30162A7265F7}"/>
                    </a:ext>
                  </a:extLst>
                </p14:cNvPr>
                <p14:cNvContentPartPr/>
                <p14:nvPr/>
              </p14:nvContentPartPr>
              <p14:xfrm>
                <a:off x="1159844" y="2726299"/>
                <a:ext cx="316080" cy="3924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FF120E6-1802-3D03-39FF-30162A7265F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49404" y="2715499"/>
                  <a:ext cx="33732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C6EE06C-0FC4-4AF6-BAED-AC8F974F8276}"/>
                    </a:ext>
                  </a:extLst>
                </p14:cNvPr>
                <p14:cNvContentPartPr/>
                <p14:nvPr/>
              </p14:nvContentPartPr>
              <p14:xfrm>
                <a:off x="1514444" y="2682019"/>
                <a:ext cx="179640" cy="208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C6EE06C-0FC4-4AF6-BAED-AC8F974F827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503644" y="2671219"/>
                  <a:ext cx="2008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45EEAAC-6E7A-508A-8FBA-425E00DF24D4}"/>
                    </a:ext>
                  </a:extLst>
                </p14:cNvPr>
                <p14:cNvContentPartPr/>
                <p14:nvPr/>
              </p14:nvContentPartPr>
              <p14:xfrm>
                <a:off x="1719644" y="2566459"/>
                <a:ext cx="190080" cy="3240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45EEAAC-6E7A-508A-8FBA-425E00DF24D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708844" y="2555659"/>
                  <a:ext cx="21132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D00EC09-0B0C-6990-793F-AF252C69FDC8}"/>
                    </a:ext>
                  </a:extLst>
                </p14:cNvPr>
                <p14:cNvContentPartPr/>
                <p14:nvPr/>
              </p14:nvContentPartPr>
              <p14:xfrm>
                <a:off x="1852844" y="2696419"/>
                <a:ext cx="71640" cy="45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D00EC09-0B0C-6990-793F-AF252C69FDC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842404" y="2685619"/>
                  <a:ext cx="928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AD3E8C0-A24D-0BC7-D6E8-EC1A7B209F18}"/>
                    </a:ext>
                  </a:extLst>
                </p14:cNvPr>
                <p14:cNvContentPartPr/>
                <p14:nvPr/>
              </p14:nvContentPartPr>
              <p14:xfrm>
                <a:off x="1927364" y="2714419"/>
                <a:ext cx="135000" cy="806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AD3E8C0-A24D-0BC7-D6E8-EC1A7B209F1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916924" y="2703619"/>
                  <a:ext cx="1562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6BFE9E1-223B-47F0-1011-25C22EFD864E}"/>
                    </a:ext>
                  </a:extLst>
                </p14:cNvPr>
                <p14:cNvContentPartPr/>
                <p14:nvPr/>
              </p14:nvContentPartPr>
              <p14:xfrm>
                <a:off x="2136164" y="2673739"/>
                <a:ext cx="56880" cy="201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6BFE9E1-223B-47F0-1011-25C22EFD864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125724" y="2662939"/>
                  <a:ext cx="781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1270B65-EC2B-D047-FDEA-25F369726B43}"/>
                    </a:ext>
                  </a:extLst>
                </p14:cNvPr>
                <p14:cNvContentPartPr/>
                <p14:nvPr/>
              </p14:nvContentPartPr>
              <p14:xfrm>
                <a:off x="2233004" y="2655379"/>
                <a:ext cx="181080" cy="250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1270B65-EC2B-D047-FDEA-25F369726B4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222204" y="2644939"/>
                  <a:ext cx="202320" cy="27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91422F2B-4FF9-74EC-C58D-96482DB62905}"/>
                  </a:ext>
                </a:extLst>
              </p14:cNvPr>
              <p14:cNvContentPartPr/>
              <p14:nvPr/>
            </p14:nvContentPartPr>
            <p14:xfrm>
              <a:off x="2657804" y="2736019"/>
              <a:ext cx="306000" cy="2253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91422F2B-4FF9-74EC-C58D-96482DB62905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647004" y="2725219"/>
                <a:ext cx="327240" cy="24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D3E322C5-B761-9567-2A56-4CB194F007C6}"/>
              </a:ext>
            </a:extLst>
          </p:cNvPr>
          <p:cNvGrpSpPr/>
          <p:nvPr/>
        </p:nvGrpSpPr>
        <p:grpSpPr>
          <a:xfrm>
            <a:off x="3264404" y="2603899"/>
            <a:ext cx="1156320" cy="365400"/>
            <a:chOff x="3264404" y="2603899"/>
            <a:chExt cx="1156320" cy="36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C367E73-E8CB-D840-ADFF-C7D65EBF8721}"/>
                    </a:ext>
                  </a:extLst>
                </p14:cNvPr>
                <p14:cNvContentPartPr/>
                <p14:nvPr/>
              </p14:nvContentPartPr>
              <p14:xfrm>
                <a:off x="3264404" y="2616499"/>
                <a:ext cx="79200" cy="352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C367E73-E8CB-D840-ADFF-C7D65EBF872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253964" y="2606059"/>
                  <a:ext cx="10044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710C14D-194A-CD3B-D78E-4E4EB1670809}"/>
                    </a:ext>
                  </a:extLst>
                </p14:cNvPr>
                <p14:cNvContentPartPr/>
                <p14:nvPr/>
              </p14:nvContentPartPr>
              <p14:xfrm>
                <a:off x="3328844" y="2704339"/>
                <a:ext cx="317520" cy="2019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710C14D-194A-CD3B-D78E-4E4EB167080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318044" y="2693899"/>
                  <a:ext cx="3387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BE9BFA2-BA99-1111-CBAA-E3B6A0557959}"/>
                    </a:ext>
                  </a:extLst>
                </p14:cNvPr>
                <p14:cNvContentPartPr/>
                <p14:nvPr/>
              </p14:nvContentPartPr>
              <p14:xfrm>
                <a:off x="3621524" y="2603899"/>
                <a:ext cx="38520" cy="293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BE9BFA2-BA99-1111-CBAA-E3B6A055795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611084" y="2593099"/>
                  <a:ext cx="597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2CF7A1B-482F-C204-672D-944D33C2AA2E}"/>
                    </a:ext>
                  </a:extLst>
                </p14:cNvPr>
                <p14:cNvContentPartPr/>
                <p14:nvPr/>
              </p14:nvContentPartPr>
              <p14:xfrm>
                <a:off x="3667604" y="2689939"/>
                <a:ext cx="125280" cy="199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2CF7A1B-482F-C204-672D-944D33C2AA2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657164" y="2679499"/>
                  <a:ext cx="1465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CA578C7-99C6-DBF4-F458-BDC1FE3A0F5E}"/>
                    </a:ext>
                  </a:extLst>
                </p14:cNvPr>
                <p14:cNvContentPartPr/>
                <p14:nvPr/>
              </p14:nvContentPartPr>
              <p14:xfrm>
                <a:off x="3823484" y="2743579"/>
                <a:ext cx="134280" cy="137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CA578C7-99C6-DBF4-F458-BDC1FE3A0F5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813044" y="2733139"/>
                  <a:ext cx="1555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23FAD30-31C2-8283-EBD2-ACB924646CC7}"/>
                    </a:ext>
                  </a:extLst>
                </p14:cNvPr>
                <p14:cNvContentPartPr/>
                <p14:nvPr/>
              </p14:nvContentPartPr>
              <p14:xfrm>
                <a:off x="4145684" y="2740339"/>
                <a:ext cx="275040" cy="214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23FAD30-31C2-8283-EBD2-ACB924646CC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134884" y="2729539"/>
                  <a:ext cx="29628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F20F39B-1A58-FFB8-8C78-9073B6D8DDE8}"/>
              </a:ext>
            </a:extLst>
          </p:cNvPr>
          <p:cNvGrpSpPr/>
          <p:nvPr/>
        </p:nvGrpSpPr>
        <p:grpSpPr>
          <a:xfrm>
            <a:off x="4768844" y="2440459"/>
            <a:ext cx="1261080" cy="619920"/>
            <a:chOff x="4768844" y="2440459"/>
            <a:chExt cx="1261080" cy="61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3731A29-6B04-50B4-F040-B037D641BBF7}"/>
                    </a:ext>
                  </a:extLst>
                </p14:cNvPr>
                <p14:cNvContentPartPr/>
                <p14:nvPr/>
              </p14:nvContentPartPr>
              <p14:xfrm>
                <a:off x="4768844" y="2657539"/>
                <a:ext cx="205560" cy="2206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3731A29-6B04-50B4-F040-B037D641BBF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758404" y="2647099"/>
                  <a:ext cx="2268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F1AF42B-C8F8-E651-3E8A-0E7928537D36}"/>
                    </a:ext>
                  </a:extLst>
                </p14:cNvPr>
                <p14:cNvContentPartPr/>
                <p14:nvPr/>
              </p14:nvContentPartPr>
              <p14:xfrm>
                <a:off x="5001404" y="2665819"/>
                <a:ext cx="130320" cy="134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F1AF42B-C8F8-E651-3E8A-0E7928537D3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990604" y="2655379"/>
                  <a:ext cx="1515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C4226C1-AB67-276D-E606-4C877ABA16DA}"/>
                    </a:ext>
                  </a:extLst>
                </p14:cNvPr>
                <p14:cNvContentPartPr/>
                <p14:nvPr/>
              </p14:nvContentPartPr>
              <p14:xfrm>
                <a:off x="5148284" y="2643499"/>
                <a:ext cx="68760" cy="2512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C4226C1-AB67-276D-E606-4C877ABA16D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137844" y="2632699"/>
                  <a:ext cx="900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DF313A1-D446-F033-819A-FF87E2196FEC}"/>
                    </a:ext>
                  </a:extLst>
                </p14:cNvPr>
                <p14:cNvContentPartPr/>
                <p14:nvPr/>
              </p14:nvContentPartPr>
              <p14:xfrm>
                <a:off x="5249804" y="2557459"/>
                <a:ext cx="71280" cy="313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DF313A1-D446-F033-819A-FF87E2196FE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239004" y="2547019"/>
                  <a:ext cx="925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AB23594-1405-5F10-293F-8B989D855D1A}"/>
                    </a:ext>
                  </a:extLst>
                </p14:cNvPr>
                <p14:cNvContentPartPr/>
                <p14:nvPr/>
              </p14:nvContentPartPr>
              <p14:xfrm>
                <a:off x="5265284" y="2683819"/>
                <a:ext cx="126720" cy="61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AB23594-1405-5F10-293F-8B989D855D1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254844" y="2673379"/>
                  <a:ext cx="1479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5F0C8EE-49E4-843C-DB7D-A31EDCBCA53B}"/>
                    </a:ext>
                  </a:extLst>
                </p14:cNvPr>
                <p14:cNvContentPartPr/>
                <p14:nvPr/>
              </p14:nvContentPartPr>
              <p14:xfrm>
                <a:off x="5395964" y="2442259"/>
                <a:ext cx="302400" cy="373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5F0C8EE-49E4-843C-DB7D-A31EDCBCA53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385524" y="2431459"/>
                  <a:ext cx="32364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AF311FF-2072-6A86-63E2-3F2D2A61C93A}"/>
                    </a:ext>
                  </a:extLst>
                </p14:cNvPr>
                <p14:cNvContentPartPr/>
                <p14:nvPr/>
              </p14:nvContentPartPr>
              <p14:xfrm>
                <a:off x="5614844" y="2579779"/>
                <a:ext cx="108360" cy="576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AF311FF-2072-6A86-63E2-3F2D2A61C93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604044" y="2568979"/>
                  <a:ext cx="1296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597859A-C37F-35D2-9A9D-FBD557219CDB}"/>
                    </a:ext>
                  </a:extLst>
                </p14:cNvPr>
                <p14:cNvContentPartPr/>
                <p14:nvPr/>
              </p14:nvContentPartPr>
              <p14:xfrm>
                <a:off x="5727164" y="2440459"/>
                <a:ext cx="302760" cy="619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597859A-C37F-35D2-9A9D-FBD557219CD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716364" y="2430019"/>
                  <a:ext cx="324000" cy="64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3F71299-968F-BF0F-7D49-D4C21806CA5E}"/>
              </a:ext>
            </a:extLst>
          </p:cNvPr>
          <p:cNvGrpSpPr/>
          <p:nvPr/>
        </p:nvGrpSpPr>
        <p:grpSpPr>
          <a:xfrm>
            <a:off x="6148004" y="2422099"/>
            <a:ext cx="1398240" cy="623880"/>
            <a:chOff x="6148004" y="2422099"/>
            <a:chExt cx="1398240" cy="62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FB8AF9D-B067-9BCF-14A3-EBB5268B0B4C}"/>
                    </a:ext>
                  </a:extLst>
                </p14:cNvPr>
                <p14:cNvContentPartPr/>
                <p14:nvPr/>
              </p14:nvContentPartPr>
              <p14:xfrm>
                <a:off x="6148004" y="2480419"/>
                <a:ext cx="104400" cy="558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FB8AF9D-B067-9BCF-14A3-EBB5268B0B4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137204" y="2469619"/>
                  <a:ext cx="12564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5810A83-5FE8-8892-2122-84074F2751CB}"/>
                    </a:ext>
                  </a:extLst>
                </p14:cNvPr>
                <p14:cNvContentPartPr/>
                <p14:nvPr/>
              </p14:nvContentPartPr>
              <p14:xfrm>
                <a:off x="6360764" y="2422099"/>
                <a:ext cx="77040" cy="5608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5810A83-5FE8-8892-2122-84074F2751C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349964" y="2411659"/>
                  <a:ext cx="98280" cy="58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AC38250-0697-9B60-C9AF-ADE6143509D9}"/>
                    </a:ext>
                  </a:extLst>
                </p14:cNvPr>
                <p14:cNvContentPartPr/>
                <p14:nvPr/>
              </p14:nvContentPartPr>
              <p14:xfrm>
                <a:off x="6339164" y="2717299"/>
                <a:ext cx="142200" cy="1080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AC38250-0697-9B60-C9AF-ADE6143509D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328724" y="2706499"/>
                  <a:ext cx="1634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20E5A1B-A642-560F-9096-3243A57F2512}"/>
                    </a:ext>
                  </a:extLst>
                </p14:cNvPr>
                <p14:cNvContentPartPr/>
                <p14:nvPr/>
              </p14:nvContentPartPr>
              <p14:xfrm>
                <a:off x="6493244" y="2693899"/>
                <a:ext cx="67680" cy="102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20E5A1B-A642-560F-9096-3243A57F251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482804" y="2683099"/>
                  <a:ext cx="889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0827EC8-1409-93F2-71AD-8601174AD19E}"/>
                    </a:ext>
                  </a:extLst>
                </p14:cNvPr>
                <p14:cNvContentPartPr/>
                <p14:nvPr/>
              </p14:nvContentPartPr>
              <p14:xfrm>
                <a:off x="6565604" y="2668699"/>
                <a:ext cx="210240" cy="3772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0827EC8-1409-93F2-71AD-8601174AD19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554804" y="2657899"/>
                  <a:ext cx="23148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289A469-440B-BC23-75C8-C5FC13C2D3BF}"/>
                    </a:ext>
                  </a:extLst>
                </p14:cNvPr>
                <p14:cNvContentPartPr/>
                <p14:nvPr/>
              </p14:nvContentPartPr>
              <p14:xfrm>
                <a:off x="6810404" y="2701099"/>
                <a:ext cx="107640" cy="102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289A469-440B-BC23-75C8-C5FC13C2D3B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799964" y="2690659"/>
                  <a:ext cx="1288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E9899F5-7790-9311-544D-BA5286D9F135}"/>
                    </a:ext>
                  </a:extLst>
                </p14:cNvPr>
                <p14:cNvContentPartPr/>
                <p14:nvPr/>
              </p14:nvContentPartPr>
              <p14:xfrm>
                <a:off x="6899324" y="2661499"/>
                <a:ext cx="209520" cy="1551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E9899F5-7790-9311-544D-BA5286D9F13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888884" y="2650699"/>
                  <a:ext cx="2307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8447226-ACF9-A46C-1356-86DCF2ED54E4}"/>
                    </a:ext>
                  </a:extLst>
                </p14:cNvPr>
                <p14:cNvContentPartPr/>
                <p14:nvPr/>
              </p14:nvContentPartPr>
              <p14:xfrm>
                <a:off x="7153844" y="2595979"/>
                <a:ext cx="66960" cy="156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8447226-ACF9-A46C-1356-86DCF2ED54E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143404" y="2585539"/>
                  <a:ext cx="882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C9AAE41-5F91-EFA3-417D-38D200E314D6}"/>
                    </a:ext>
                  </a:extLst>
                </p14:cNvPr>
                <p14:cNvContentPartPr/>
                <p14:nvPr/>
              </p14:nvContentPartPr>
              <p14:xfrm>
                <a:off x="7222604" y="2608579"/>
                <a:ext cx="97920" cy="362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C9AAE41-5F91-EFA3-417D-38D200E314D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212164" y="2598139"/>
                  <a:ext cx="11916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4175C46-51CE-304F-E524-250E21E22BE0}"/>
                    </a:ext>
                  </a:extLst>
                </p14:cNvPr>
                <p14:cNvContentPartPr/>
                <p14:nvPr/>
              </p14:nvContentPartPr>
              <p14:xfrm>
                <a:off x="7349684" y="2443699"/>
                <a:ext cx="196560" cy="5180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4175C46-51CE-304F-E524-250E21E22BE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339244" y="2432899"/>
                  <a:ext cx="217800" cy="53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BF68ADD-C486-E78C-12D6-98669722C302}"/>
              </a:ext>
            </a:extLst>
          </p:cNvPr>
          <p:cNvGrpSpPr/>
          <p:nvPr/>
        </p:nvGrpSpPr>
        <p:grpSpPr>
          <a:xfrm>
            <a:off x="7783124" y="2329939"/>
            <a:ext cx="2491560" cy="617760"/>
            <a:chOff x="7783124" y="2329939"/>
            <a:chExt cx="2491560" cy="61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F85F7F4-ABAB-5D99-4D09-25F7CEB5A57B}"/>
                    </a:ext>
                  </a:extLst>
                </p14:cNvPr>
                <p14:cNvContentPartPr/>
                <p14:nvPr/>
              </p14:nvContentPartPr>
              <p14:xfrm>
                <a:off x="7783124" y="2540539"/>
                <a:ext cx="378000" cy="3232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F85F7F4-ABAB-5D99-4D09-25F7CEB5A57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772684" y="2529739"/>
                  <a:ext cx="39924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30354A4-19AD-41AC-4290-D837150EB59B}"/>
                    </a:ext>
                  </a:extLst>
                </p14:cNvPr>
                <p14:cNvContentPartPr/>
                <p14:nvPr/>
              </p14:nvContentPartPr>
              <p14:xfrm>
                <a:off x="8369204" y="2566819"/>
                <a:ext cx="208800" cy="1717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30354A4-19AD-41AC-4290-D837150EB59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358764" y="2556379"/>
                  <a:ext cx="2300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C74B39E-CF1D-5F8E-9253-C6F846E91275}"/>
                    </a:ext>
                  </a:extLst>
                </p14:cNvPr>
                <p14:cNvContentPartPr/>
                <p14:nvPr/>
              </p14:nvContentPartPr>
              <p14:xfrm>
                <a:off x="8597444" y="2532619"/>
                <a:ext cx="188640" cy="169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C74B39E-CF1D-5F8E-9253-C6F846E9127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586644" y="2522179"/>
                  <a:ext cx="2098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2AEFE5C-9981-D705-5637-D6566C95F6F1}"/>
                    </a:ext>
                  </a:extLst>
                </p14:cNvPr>
                <p14:cNvContentPartPr/>
                <p14:nvPr/>
              </p14:nvContentPartPr>
              <p14:xfrm>
                <a:off x="8823164" y="2521459"/>
                <a:ext cx="75960" cy="1220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2AEFE5C-9981-D705-5637-D6566C95F6F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812724" y="2511019"/>
                  <a:ext cx="972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9F7C764-136F-A4C7-19AF-92690F2E9483}"/>
                    </a:ext>
                  </a:extLst>
                </p14:cNvPr>
                <p14:cNvContentPartPr/>
                <p14:nvPr/>
              </p14:nvContentPartPr>
              <p14:xfrm>
                <a:off x="8930804" y="2402299"/>
                <a:ext cx="241920" cy="306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9F7C764-136F-A4C7-19AF-92690F2E948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920004" y="2391499"/>
                  <a:ext cx="2631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85F17A5-36C3-B031-C958-138C072A259C}"/>
                    </a:ext>
                  </a:extLst>
                </p14:cNvPr>
                <p14:cNvContentPartPr/>
                <p14:nvPr/>
              </p14:nvContentPartPr>
              <p14:xfrm>
                <a:off x="9165884" y="2432539"/>
                <a:ext cx="11880" cy="16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85F17A5-36C3-B031-C958-138C072A259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155444" y="2422099"/>
                  <a:ext cx="33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4032AD5-CE89-D4BC-4926-E0D77C0BA8AE}"/>
                    </a:ext>
                  </a:extLst>
                </p14:cNvPr>
                <p14:cNvContentPartPr/>
                <p14:nvPr/>
              </p14:nvContentPartPr>
              <p14:xfrm>
                <a:off x="9191804" y="2542339"/>
                <a:ext cx="331920" cy="405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4032AD5-CE89-D4BC-4926-E0D77C0BA8A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181004" y="2531539"/>
                  <a:ext cx="35316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2DD0492-A40E-5C76-47AC-0990F35C7C1D}"/>
                    </a:ext>
                  </a:extLst>
                </p14:cNvPr>
                <p14:cNvContentPartPr/>
                <p14:nvPr/>
              </p14:nvContentPartPr>
              <p14:xfrm>
                <a:off x="9660524" y="2329939"/>
                <a:ext cx="478800" cy="2934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2DD0492-A40E-5C76-47AC-0990F35C7C1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649724" y="2319139"/>
                  <a:ext cx="5000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102EE1D-AAAA-C994-CF37-4FE76096C932}"/>
                    </a:ext>
                  </a:extLst>
                </p14:cNvPr>
                <p14:cNvContentPartPr/>
                <p14:nvPr/>
              </p14:nvContentPartPr>
              <p14:xfrm>
                <a:off x="10104404" y="2387899"/>
                <a:ext cx="170280" cy="178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102EE1D-AAAA-C994-CF37-4FE76096C93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093604" y="2377099"/>
                  <a:ext cx="19152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0600F5F-8BD9-9930-6843-AC42E82758E5}"/>
              </a:ext>
            </a:extLst>
          </p:cNvPr>
          <p:cNvGrpSpPr/>
          <p:nvPr/>
        </p:nvGrpSpPr>
        <p:grpSpPr>
          <a:xfrm>
            <a:off x="377564" y="3692899"/>
            <a:ext cx="972720" cy="1892880"/>
            <a:chOff x="377564" y="3692899"/>
            <a:chExt cx="972720" cy="189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C426463-3414-8222-5481-A11ECC971121}"/>
                    </a:ext>
                  </a:extLst>
                </p14:cNvPr>
                <p14:cNvContentPartPr/>
                <p14:nvPr/>
              </p14:nvContentPartPr>
              <p14:xfrm>
                <a:off x="692204" y="3967219"/>
                <a:ext cx="437760" cy="758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C426463-3414-8222-5481-A11ECC97112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81764" y="3956779"/>
                  <a:ext cx="459000" cy="77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F73E6F7-7D74-6AFF-9601-DFCB84CC8072}"/>
                    </a:ext>
                  </a:extLst>
                </p14:cNvPr>
                <p14:cNvContentPartPr/>
                <p14:nvPr/>
              </p14:nvContentPartPr>
              <p14:xfrm>
                <a:off x="377564" y="4430179"/>
                <a:ext cx="410400" cy="3258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F73E6F7-7D74-6AFF-9601-DFCB84CC807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66764" y="4419739"/>
                  <a:ext cx="4316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CC0AC44-2307-9994-ACF3-CC3D6ECA9160}"/>
                    </a:ext>
                  </a:extLst>
                </p14:cNvPr>
                <p14:cNvContentPartPr/>
                <p14:nvPr/>
              </p14:nvContentPartPr>
              <p14:xfrm>
                <a:off x="627044" y="3692899"/>
                <a:ext cx="372960" cy="1892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CC0AC44-2307-9994-ACF3-CC3D6ECA916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16604" y="3682459"/>
                  <a:ext cx="394200" cy="19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2AF95D1-46D1-3D26-7E20-EF74A6562A74}"/>
                    </a:ext>
                  </a:extLst>
                </p14:cNvPr>
                <p14:cNvContentPartPr/>
                <p14:nvPr/>
              </p14:nvContentPartPr>
              <p14:xfrm>
                <a:off x="987044" y="4209859"/>
                <a:ext cx="83880" cy="266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2AF95D1-46D1-3D26-7E20-EF74A6562A7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76604" y="4199419"/>
                  <a:ext cx="1051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D5E47E9-4F6B-B31B-5BC9-47A3AE1ECA75}"/>
                    </a:ext>
                  </a:extLst>
                </p14:cNvPr>
                <p14:cNvContentPartPr/>
                <p14:nvPr/>
              </p14:nvContentPartPr>
              <p14:xfrm>
                <a:off x="1059044" y="4173499"/>
                <a:ext cx="291240" cy="1551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D5E47E9-4F6B-B31B-5BC9-47A3AE1ECA7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48604" y="4162699"/>
                  <a:ext cx="31248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4D16D499-2937-4A28-AEA9-8EB033827BFE}"/>
              </a:ext>
            </a:extLst>
          </p:cNvPr>
          <p:cNvGrpSpPr/>
          <p:nvPr/>
        </p:nvGrpSpPr>
        <p:grpSpPr>
          <a:xfrm>
            <a:off x="2330924" y="3955339"/>
            <a:ext cx="7452720" cy="1646640"/>
            <a:chOff x="2330924" y="3955339"/>
            <a:chExt cx="7452720" cy="164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7392863-9A91-DB36-78EB-986A4E624570}"/>
                    </a:ext>
                  </a:extLst>
                </p14:cNvPr>
                <p14:cNvContentPartPr/>
                <p14:nvPr/>
              </p14:nvContentPartPr>
              <p14:xfrm>
                <a:off x="2836724" y="4518379"/>
                <a:ext cx="23040" cy="680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7392863-9A91-DB36-78EB-986A4E62457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826284" y="4507579"/>
                  <a:ext cx="442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D59F0DC-CB10-563C-48B9-A468451037F9}"/>
                    </a:ext>
                  </a:extLst>
                </p14:cNvPr>
                <p14:cNvContentPartPr/>
                <p14:nvPr/>
              </p14:nvContentPartPr>
              <p14:xfrm>
                <a:off x="2800004" y="4236139"/>
                <a:ext cx="111600" cy="10882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D59F0DC-CB10-563C-48B9-A468451037F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789564" y="4225339"/>
                  <a:ext cx="132840" cy="11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2259708-985E-E788-2351-FE732CBD5454}"/>
                    </a:ext>
                  </a:extLst>
                </p14:cNvPr>
                <p14:cNvContentPartPr/>
                <p14:nvPr/>
              </p14:nvContentPartPr>
              <p14:xfrm>
                <a:off x="2456924" y="4943899"/>
                <a:ext cx="6484320" cy="2030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2259708-985E-E788-2351-FE732CBD545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446484" y="4933099"/>
                  <a:ext cx="65055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EE2BC29-26DF-549F-4A64-C8E6AF3AFCF1}"/>
                    </a:ext>
                  </a:extLst>
                </p14:cNvPr>
                <p14:cNvContentPartPr/>
                <p14:nvPr/>
              </p14:nvContentPartPr>
              <p14:xfrm>
                <a:off x="9075164" y="5239099"/>
                <a:ext cx="55800" cy="3628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EE2BC29-26DF-549F-4A64-C8E6AF3AFCF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064364" y="5228659"/>
                  <a:ext cx="7704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A8E659B-BD3F-947A-9C58-839DD01DB2B1}"/>
                    </a:ext>
                  </a:extLst>
                </p14:cNvPr>
                <p14:cNvContentPartPr/>
                <p14:nvPr/>
              </p14:nvContentPartPr>
              <p14:xfrm>
                <a:off x="9076964" y="5372299"/>
                <a:ext cx="161640" cy="432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A8E659B-BD3F-947A-9C58-839DD01DB2B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066164" y="5361499"/>
                  <a:ext cx="1828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347E4A6-9599-3C93-652F-15B591BCB755}"/>
                    </a:ext>
                  </a:extLst>
                </p14:cNvPr>
                <p14:cNvContentPartPr/>
                <p14:nvPr/>
              </p14:nvContentPartPr>
              <p14:xfrm>
                <a:off x="9255164" y="5366899"/>
                <a:ext cx="32040" cy="2016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347E4A6-9599-3C93-652F-15B591BCB75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244724" y="5356099"/>
                  <a:ext cx="532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B7C701E-D5A7-B1C6-63E4-361122355023}"/>
                    </a:ext>
                  </a:extLst>
                </p14:cNvPr>
                <p14:cNvContentPartPr/>
                <p14:nvPr/>
              </p14:nvContentPartPr>
              <p14:xfrm>
                <a:off x="9291164" y="5337379"/>
                <a:ext cx="20520" cy="115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B7C701E-D5A7-B1C6-63E4-36112235502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280364" y="5326579"/>
                  <a:ext cx="417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0D83C2C-0E95-1990-9497-604A4310AADF}"/>
                    </a:ext>
                  </a:extLst>
                </p14:cNvPr>
                <p14:cNvContentPartPr/>
                <p14:nvPr/>
              </p14:nvContentPartPr>
              <p14:xfrm>
                <a:off x="9348404" y="5343139"/>
                <a:ext cx="210600" cy="1789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0D83C2C-0E95-1990-9497-604A4310AAD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337964" y="5332699"/>
                  <a:ext cx="231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C3A5DBD-9AE8-50FC-8735-F4BA5B95A421}"/>
                    </a:ext>
                  </a:extLst>
                </p14:cNvPr>
                <p14:cNvContentPartPr/>
                <p14:nvPr/>
              </p14:nvContentPartPr>
              <p14:xfrm>
                <a:off x="9570524" y="5244499"/>
                <a:ext cx="213120" cy="2239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C3A5DBD-9AE8-50FC-8735-F4BA5B95A42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560084" y="5233699"/>
                  <a:ext cx="2343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6BCC7FB-E76A-2086-3217-3947F8FBE7CC}"/>
                    </a:ext>
                  </a:extLst>
                </p14:cNvPr>
                <p14:cNvContentPartPr/>
                <p14:nvPr/>
              </p14:nvContentPartPr>
              <p14:xfrm>
                <a:off x="2330924" y="4110139"/>
                <a:ext cx="144000" cy="2995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6BCC7FB-E76A-2086-3217-3947F8FBE7C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320484" y="4099699"/>
                  <a:ext cx="1652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42F54CE-854F-487C-125D-B8EBE180C519}"/>
                    </a:ext>
                  </a:extLst>
                </p14:cNvPr>
                <p14:cNvContentPartPr/>
                <p14:nvPr/>
              </p14:nvContentPartPr>
              <p14:xfrm>
                <a:off x="2339204" y="4218139"/>
                <a:ext cx="88920" cy="878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42F54CE-854F-487C-125D-B8EBE180C51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328404" y="4207339"/>
                  <a:ext cx="1101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9AD7A96-A18B-5EC3-6F56-75736BE69DCD}"/>
                    </a:ext>
                  </a:extLst>
                </p14:cNvPr>
                <p14:cNvContentPartPr/>
                <p14:nvPr/>
              </p14:nvContentPartPr>
              <p14:xfrm>
                <a:off x="2449004" y="4135699"/>
                <a:ext cx="119880" cy="2264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9AD7A96-A18B-5EC3-6F56-75736BE69DC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438564" y="4125259"/>
                  <a:ext cx="1411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52397BA-5627-A201-8155-E40E9B36BB64}"/>
                    </a:ext>
                  </a:extLst>
                </p14:cNvPr>
                <p14:cNvContentPartPr/>
                <p14:nvPr/>
              </p14:nvContentPartPr>
              <p14:xfrm>
                <a:off x="2531084" y="3955339"/>
                <a:ext cx="302040" cy="3294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52397BA-5627-A201-8155-E40E9B36BB6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20644" y="3944899"/>
                  <a:ext cx="323280" cy="35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4280231F-F59F-0A2A-0F61-230FD35477A6}"/>
                  </a:ext>
                </a:extLst>
              </p14:cNvPr>
              <p14:cNvContentPartPr/>
              <p14:nvPr/>
            </p14:nvContentPartPr>
            <p14:xfrm>
              <a:off x="1318604" y="4152979"/>
              <a:ext cx="84240" cy="14328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4280231F-F59F-0A2A-0F61-230FD35477A6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308164" y="4142539"/>
                <a:ext cx="105480" cy="16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369BC0AC-640F-40E2-88B8-574077F93AC8}"/>
              </a:ext>
            </a:extLst>
          </p:cNvPr>
          <p:cNvGrpSpPr/>
          <p:nvPr/>
        </p:nvGrpSpPr>
        <p:grpSpPr>
          <a:xfrm>
            <a:off x="6538604" y="2986219"/>
            <a:ext cx="511920" cy="129960"/>
            <a:chOff x="6538604" y="2986219"/>
            <a:chExt cx="511920" cy="12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8B41352-C5D8-E122-3BE6-3D764091A148}"/>
                    </a:ext>
                  </a:extLst>
                </p14:cNvPr>
                <p14:cNvContentPartPr/>
                <p14:nvPr/>
              </p14:nvContentPartPr>
              <p14:xfrm>
                <a:off x="6538604" y="2986219"/>
                <a:ext cx="490320" cy="187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8B41352-C5D8-E122-3BE6-3D764091A14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528164" y="2975779"/>
                  <a:ext cx="5115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09A8210-F63B-C923-E65B-D65F0961BF8A}"/>
                    </a:ext>
                  </a:extLst>
                </p14:cNvPr>
                <p14:cNvContentPartPr/>
                <p14:nvPr/>
              </p14:nvContentPartPr>
              <p14:xfrm>
                <a:off x="6663164" y="3090619"/>
                <a:ext cx="387360" cy="255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09A8210-F63B-C923-E65B-D65F0961BF8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652364" y="3079819"/>
                  <a:ext cx="40860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EF56DE93-C537-F2AD-2B3C-B119945BEDEE}"/>
              </a:ext>
            </a:extLst>
          </p:cNvPr>
          <p:cNvGrpSpPr/>
          <p:nvPr/>
        </p:nvGrpSpPr>
        <p:grpSpPr>
          <a:xfrm>
            <a:off x="2464124" y="4204099"/>
            <a:ext cx="342000" cy="394920"/>
            <a:chOff x="2464124" y="4204099"/>
            <a:chExt cx="342000" cy="39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8D2C56C-B50E-A0BB-5EDF-05FC8E67D9E4}"/>
                    </a:ext>
                  </a:extLst>
                </p14:cNvPr>
                <p14:cNvContentPartPr/>
                <p14:nvPr/>
              </p14:nvContentPartPr>
              <p14:xfrm>
                <a:off x="2464124" y="4204099"/>
                <a:ext cx="272520" cy="3949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8D2C56C-B50E-A0BB-5EDF-05FC8E67D9E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453684" y="4193299"/>
                  <a:ext cx="29376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09A651C-F51F-39CD-AAD2-FF98D8E32591}"/>
                    </a:ext>
                  </a:extLst>
                </p14:cNvPr>
                <p14:cNvContentPartPr/>
                <p14:nvPr/>
              </p14:nvContentPartPr>
              <p14:xfrm>
                <a:off x="2585444" y="4311739"/>
                <a:ext cx="220680" cy="146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09A651C-F51F-39CD-AAD2-FF98D8E3259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574644" y="4301299"/>
                  <a:ext cx="24192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6E3A497E-5F64-B046-2E06-4AF1005CA5BF}"/>
              </a:ext>
            </a:extLst>
          </p:cNvPr>
          <p:cNvGrpSpPr/>
          <p:nvPr/>
        </p:nvGrpSpPr>
        <p:grpSpPr>
          <a:xfrm>
            <a:off x="6827419" y="1796779"/>
            <a:ext cx="747720" cy="493920"/>
            <a:chOff x="6827419" y="1796779"/>
            <a:chExt cx="747720" cy="49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C456728-FFD6-E922-19FE-FFF6EB66C7C1}"/>
                    </a:ext>
                  </a:extLst>
                </p14:cNvPr>
                <p14:cNvContentPartPr/>
                <p14:nvPr/>
              </p14:nvContentPartPr>
              <p14:xfrm>
                <a:off x="6847939" y="2169019"/>
                <a:ext cx="177480" cy="121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C456728-FFD6-E922-19FE-FFF6EB66C7C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837139" y="2158219"/>
                  <a:ext cx="1987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FDC4B18-884D-7D36-5E6C-228B3D5D945B}"/>
                    </a:ext>
                  </a:extLst>
                </p14:cNvPr>
                <p14:cNvContentPartPr/>
                <p14:nvPr/>
              </p14:nvContentPartPr>
              <p14:xfrm>
                <a:off x="6827419" y="2154619"/>
                <a:ext cx="83160" cy="738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FDC4B18-884D-7D36-5E6C-228B3D5D945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816619" y="2144179"/>
                  <a:ext cx="1044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A9A39C3-FB6B-5FD2-B573-AF26B080E3CB}"/>
                    </a:ext>
                  </a:extLst>
                </p14:cNvPr>
                <p14:cNvContentPartPr/>
                <p14:nvPr/>
              </p14:nvContentPartPr>
              <p14:xfrm>
                <a:off x="7028299" y="1862299"/>
                <a:ext cx="117720" cy="2822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A9A39C3-FB6B-5FD2-B573-AF26B080E3C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017499" y="1851499"/>
                  <a:ext cx="13896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F06E776-1C37-A888-346E-C017C3F7FCBE}"/>
                    </a:ext>
                  </a:extLst>
                </p14:cNvPr>
                <p14:cNvContentPartPr/>
                <p14:nvPr/>
              </p14:nvContentPartPr>
              <p14:xfrm>
                <a:off x="7224499" y="1880659"/>
                <a:ext cx="141120" cy="1440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F06E776-1C37-A888-346E-C017C3F7FCB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213699" y="1870219"/>
                  <a:ext cx="1623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4DBC4D1-F9E2-AB4B-C610-4D7C507A3E4A}"/>
                    </a:ext>
                  </a:extLst>
                </p14:cNvPr>
                <p14:cNvContentPartPr/>
                <p14:nvPr/>
              </p14:nvContentPartPr>
              <p14:xfrm>
                <a:off x="7380739" y="1857259"/>
                <a:ext cx="41400" cy="1314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4DBC4D1-F9E2-AB4B-C610-4D7C507A3E4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369939" y="1846459"/>
                  <a:ext cx="626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4305032-D6C7-C60C-E2F1-5EC7ECEFB6ED}"/>
                    </a:ext>
                  </a:extLst>
                </p14:cNvPr>
                <p14:cNvContentPartPr/>
                <p14:nvPr/>
              </p14:nvContentPartPr>
              <p14:xfrm>
                <a:off x="7392259" y="1796779"/>
                <a:ext cx="8640" cy="57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4305032-D6C7-C60C-E2F1-5EC7ECEFB6E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381459" y="1785979"/>
                  <a:ext cx="298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9BEA6AD-1028-CC97-33C0-5D73A5FC6C0F}"/>
                    </a:ext>
                  </a:extLst>
                </p14:cNvPr>
                <p14:cNvContentPartPr/>
                <p14:nvPr/>
              </p14:nvContentPartPr>
              <p14:xfrm>
                <a:off x="7452019" y="1878499"/>
                <a:ext cx="123120" cy="1004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9BEA6AD-1028-CC97-33C0-5D73A5FC6C0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441219" y="1868059"/>
                  <a:ext cx="14436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CF5D1556-E0A2-768B-BAE3-399F7679DD9E}"/>
              </a:ext>
            </a:extLst>
          </p:cNvPr>
          <p:cNvGrpSpPr/>
          <p:nvPr/>
        </p:nvGrpSpPr>
        <p:grpSpPr>
          <a:xfrm>
            <a:off x="9125299" y="5649499"/>
            <a:ext cx="509760" cy="226800"/>
            <a:chOff x="9125299" y="5649499"/>
            <a:chExt cx="509760" cy="22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6464372-51E1-FF4B-36F4-F81DAEEA917F}"/>
                    </a:ext>
                  </a:extLst>
                </p14:cNvPr>
                <p14:cNvContentPartPr/>
                <p14:nvPr/>
              </p14:nvContentPartPr>
              <p14:xfrm>
                <a:off x="9125299" y="5649499"/>
                <a:ext cx="509760" cy="1141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6464372-51E1-FF4B-36F4-F81DAEEA917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114859" y="5639059"/>
                  <a:ext cx="5310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3742EB2-324C-35C2-3367-3F1B6C999874}"/>
                    </a:ext>
                  </a:extLst>
                </p14:cNvPr>
                <p14:cNvContentPartPr/>
                <p14:nvPr/>
              </p14:nvContentPartPr>
              <p14:xfrm>
                <a:off x="9340219" y="5820139"/>
                <a:ext cx="294480" cy="56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3742EB2-324C-35C2-3367-3F1B6C99987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329779" y="5809339"/>
                  <a:ext cx="315720" cy="7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897F2291-350E-B14D-5E92-003A4945408C}"/>
                  </a:ext>
                </a:extLst>
              </p14:cNvPr>
              <p14:cNvContentPartPr/>
              <p14:nvPr/>
            </p14:nvContentPartPr>
            <p14:xfrm>
              <a:off x="3169459" y="4906099"/>
              <a:ext cx="20520" cy="13788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897F2291-350E-B14D-5E92-003A4945408C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3159019" y="4895299"/>
                <a:ext cx="4176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C0B05F67-5130-A02D-E3DF-096E9923632A}"/>
                  </a:ext>
                </a:extLst>
              </p14:cNvPr>
              <p14:cNvContentPartPr/>
              <p14:nvPr/>
            </p14:nvContentPartPr>
            <p14:xfrm>
              <a:off x="3614059" y="4900699"/>
              <a:ext cx="30240" cy="13248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C0B05F67-5130-A02D-E3DF-096E9923632A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3603259" y="4889899"/>
                <a:ext cx="514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1D0D9598-B53C-EBF8-9FB4-C61DEC2A3F51}"/>
                  </a:ext>
                </a:extLst>
              </p14:cNvPr>
              <p14:cNvContentPartPr/>
              <p14:nvPr/>
            </p14:nvContentPartPr>
            <p14:xfrm>
              <a:off x="4097539" y="4889539"/>
              <a:ext cx="21960" cy="13572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1D0D9598-B53C-EBF8-9FB4-C61DEC2A3F51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4086739" y="4878739"/>
                <a:ext cx="4320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62A7CEAB-FFDC-E7E6-459F-F5C4EBBEA993}"/>
                  </a:ext>
                </a:extLst>
              </p14:cNvPr>
              <p14:cNvContentPartPr/>
              <p14:nvPr/>
            </p14:nvContentPartPr>
            <p14:xfrm>
              <a:off x="4538539" y="4889539"/>
              <a:ext cx="17640" cy="16020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62A7CEAB-FFDC-E7E6-459F-F5C4EBBEA993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4527739" y="4879099"/>
                <a:ext cx="3888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8C5522A0-2A2E-0625-4205-BAD2A058D50A}"/>
                  </a:ext>
                </a:extLst>
              </p14:cNvPr>
              <p14:cNvContentPartPr/>
              <p14:nvPr/>
            </p14:nvContentPartPr>
            <p14:xfrm>
              <a:off x="5024539" y="4897099"/>
              <a:ext cx="13320" cy="10728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8C5522A0-2A2E-0625-4205-BAD2A058D50A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5014099" y="4886659"/>
                <a:ext cx="3456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65678D3C-A89E-C07A-B753-6F27A989602C}"/>
                  </a:ext>
                </a:extLst>
              </p14:cNvPr>
              <p14:cNvContentPartPr/>
              <p14:nvPr/>
            </p14:nvContentPartPr>
            <p14:xfrm>
              <a:off x="5488939" y="4891699"/>
              <a:ext cx="24120" cy="13284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65678D3C-A89E-C07A-B753-6F27A989602C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5478139" y="4881259"/>
                <a:ext cx="4536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C1B7BBA9-F696-E7E9-7B47-82BAC08A3D59}"/>
                  </a:ext>
                </a:extLst>
              </p14:cNvPr>
              <p14:cNvContentPartPr/>
              <p14:nvPr/>
            </p14:nvContentPartPr>
            <p14:xfrm>
              <a:off x="5961619" y="4914379"/>
              <a:ext cx="27360" cy="11844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C1B7BBA9-F696-E7E9-7B47-82BAC08A3D59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5950819" y="4903579"/>
                <a:ext cx="4860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0F0E99BE-5F4B-17B6-03FE-7B6CEF15A43A}"/>
                  </a:ext>
                </a:extLst>
              </p14:cNvPr>
              <p14:cNvContentPartPr/>
              <p14:nvPr/>
            </p14:nvContentPartPr>
            <p14:xfrm>
              <a:off x="6458059" y="4905379"/>
              <a:ext cx="6120" cy="13176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0F0E99BE-5F4B-17B6-03FE-7B6CEF15A43A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6447619" y="4894579"/>
                <a:ext cx="27360" cy="15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oup 183">
            <a:extLst>
              <a:ext uri="{FF2B5EF4-FFF2-40B4-BE49-F238E27FC236}">
                <a16:creationId xmlns:a16="http://schemas.microsoft.com/office/drawing/2014/main" id="{69F216C9-2115-8A9E-F849-EEEFD7A120DE}"/>
              </a:ext>
            </a:extLst>
          </p:cNvPr>
          <p:cNvGrpSpPr/>
          <p:nvPr/>
        </p:nvGrpSpPr>
        <p:grpSpPr>
          <a:xfrm>
            <a:off x="3110779" y="3843379"/>
            <a:ext cx="5611680" cy="833400"/>
            <a:chOff x="3110779" y="3843379"/>
            <a:chExt cx="5611680" cy="83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BBCC075-EAE8-44D1-EBFC-97BCB1296AE7}"/>
                    </a:ext>
                  </a:extLst>
                </p14:cNvPr>
                <p14:cNvContentPartPr/>
                <p14:nvPr/>
              </p14:nvContentPartPr>
              <p14:xfrm>
                <a:off x="3110779" y="4475899"/>
                <a:ext cx="40320" cy="428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BBCC075-EAE8-44D1-EBFC-97BCB1296AE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100339" y="4465459"/>
                  <a:ext cx="615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CCC38A3-8B1C-7819-A042-767039DBB24E}"/>
                    </a:ext>
                  </a:extLst>
                </p14:cNvPr>
                <p14:cNvContentPartPr/>
                <p14:nvPr/>
              </p14:nvContentPartPr>
              <p14:xfrm>
                <a:off x="3556459" y="4192579"/>
                <a:ext cx="46440" cy="630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CCC38A3-8B1C-7819-A042-767039DBB24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545659" y="4182139"/>
                  <a:ext cx="676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9E34043-7C33-4AB2-1DF7-B2790BCD8BF5}"/>
                    </a:ext>
                  </a:extLst>
                </p14:cNvPr>
                <p14:cNvContentPartPr/>
                <p14:nvPr/>
              </p14:nvContentPartPr>
              <p14:xfrm>
                <a:off x="3993139" y="4017979"/>
                <a:ext cx="49320" cy="55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9E34043-7C33-4AB2-1DF7-B2790BCD8BF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982699" y="4007539"/>
                  <a:ext cx="705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B808BDB-2B73-2D06-D205-D1D8FC2DD6D7}"/>
                    </a:ext>
                  </a:extLst>
                </p14:cNvPr>
                <p14:cNvContentPartPr/>
                <p14:nvPr/>
              </p14:nvContentPartPr>
              <p14:xfrm>
                <a:off x="4481659" y="4096459"/>
                <a:ext cx="50760" cy="622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B808BDB-2B73-2D06-D205-D1D8FC2DD6D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470859" y="4085659"/>
                  <a:ext cx="720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BC8AFE3-D1F1-6E9F-1DF6-1731C4404915}"/>
                    </a:ext>
                  </a:extLst>
                </p14:cNvPr>
                <p14:cNvContentPartPr/>
                <p14:nvPr/>
              </p14:nvContentPartPr>
              <p14:xfrm>
                <a:off x="4980979" y="4313179"/>
                <a:ext cx="26640" cy="51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BC8AFE3-D1F1-6E9F-1DF6-1731C440491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970539" y="4302739"/>
                  <a:ext cx="478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C82B54B-326F-E31B-2F48-6AEA07CDA260}"/>
                    </a:ext>
                  </a:extLst>
                </p14:cNvPr>
                <p14:cNvContentPartPr/>
                <p14:nvPr/>
              </p14:nvContentPartPr>
              <p14:xfrm>
                <a:off x="5498659" y="4504699"/>
                <a:ext cx="29160" cy="424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C82B54B-326F-E31B-2F48-6AEA07CDA26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488219" y="4493899"/>
                  <a:ext cx="504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7513A77-F683-5B93-42EB-B361E93D8FA6}"/>
                    </a:ext>
                  </a:extLst>
                </p14:cNvPr>
                <p14:cNvContentPartPr/>
                <p14:nvPr/>
              </p14:nvContentPartPr>
              <p14:xfrm>
                <a:off x="5946499" y="4519459"/>
                <a:ext cx="24120" cy="702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7513A77-F683-5B93-42EB-B361E93D8FA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935699" y="4508659"/>
                  <a:ext cx="453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B52CC01-6F7D-0AAB-C944-43940D0C5F76}"/>
                    </a:ext>
                  </a:extLst>
                </p14:cNvPr>
                <p14:cNvContentPartPr/>
                <p14:nvPr/>
              </p14:nvContentPartPr>
              <p14:xfrm>
                <a:off x="6444019" y="4251259"/>
                <a:ext cx="30600" cy="640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B52CC01-6F7D-0AAB-C944-43940D0C5F7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433579" y="4240459"/>
                  <a:ext cx="518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7A95B7D-091C-C140-FBF2-A00DF710E2DB}"/>
                    </a:ext>
                  </a:extLst>
                </p14:cNvPr>
                <p14:cNvContentPartPr/>
                <p14:nvPr/>
              </p14:nvContentPartPr>
              <p14:xfrm>
                <a:off x="6922099" y="4036699"/>
                <a:ext cx="21600" cy="226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7A95B7D-091C-C140-FBF2-A00DF710E2D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911299" y="4026259"/>
                  <a:ext cx="428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A23224C-BBB5-637E-C2B8-8906E22A0168}"/>
                    </a:ext>
                  </a:extLst>
                </p14:cNvPr>
                <p14:cNvContentPartPr/>
                <p14:nvPr/>
              </p14:nvContentPartPr>
              <p14:xfrm>
                <a:off x="3110779" y="3843379"/>
                <a:ext cx="5611680" cy="8334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A23224C-BBB5-637E-C2B8-8906E22A016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100339" y="3832939"/>
                  <a:ext cx="5632920" cy="85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7B155C1B-6293-E15D-CF50-C53CE6BF75DD}"/>
                  </a:ext>
                </a:extLst>
              </p14:cNvPr>
              <p14:cNvContentPartPr/>
              <p14:nvPr/>
            </p14:nvContentPartPr>
            <p14:xfrm>
              <a:off x="8709859" y="5042539"/>
              <a:ext cx="28800" cy="19332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7B155C1B-6293-E15D-CF50-C53CE6BF75DD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8699059" y="5031739"/>
                <a:ext cx="50040" cy="21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6" name="Group 215">
            <a:extLst>
              <a:ext uri="{FF2B5EF4-FFF2-40B4-BE49-F238E27FC236}">
                <a16:creationId xmlns:a16="http://schemas.microsoft.com/office/drawing/2014/main" id="{A3EA0D24-FCFB-ECD7-EE8A-3B8ABA6D4A53}"/>
              </a:ext>
            </a:extLst>
          </p:cNvPr>
          <p:cNvGrpSpPr/>
          <p:nvPr/>
        </p:nvGrpSpPr>
        <p:grpSpPr>
          <a:xfrm>
            <a:off x="8828659" y="4675699"/>
            <a:ext cx="997560" cy="290880"/>
            <a:chOff x="8828659" y="4675699"/>
            <a:chExt cx="997560" cy="2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6BCBB84-07E5-5905-8554-C868FACE98A5}"/>
                    </a:ext>
                  </a:extLst>
                </p14:cNvPr>
                <p14:cNvContentPartPr/>
                <p14:nvPr/>
              </p14:nvContentPartPr>
              <p14:xfrm>
                <a:off x="8828659" y="4741219"/>
                <a:ext cx="22320" cy="223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6BCBB84-07E5-5905-8554-C868FACE98A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818219" y="4730779"/>
                  <a:ext cx="435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5EE9D92-0AAE-53B7-8634-A2FBB6AFD659}"/>
                    </a:ext>
                  </a:extLst>
                </p14:cNvPr>
                <p14:cNvContentPartPr/>
                <p14:nvPr/>
              </p14:nvContentPartPr>
              <p14:xfrm>
                <a:off x="8984179" y="4887739"/>
                <a:ext cx="38160" cy="18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5EE9D92-0AAE-53B7-8634-A2FBB6AFD65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973739" y="4877299"/>
                  <a:ext cx="594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0B5A38B-ABC0-7321-EBA3-E6E7EE4369A7}"/>
                    </a:ext>
                  </a:extLst>
                </p14:cNvPr>
                <p14:cNvContentPartPr/>
                <p14:nvPr/>
              </p14:nvContentPartPr>
              <p14:xfrm>
                <a:off x="9115939" y="4949659"/>
                <a:ext cx="55080" cy="169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0B5A38B-ABC0-7321-EBA3-E6E7EE4369A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105499" y="4938859"/>
                  <a:ext cx="76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01649AB-186A-AF51-5247-44B21DB7A801}"/>
                    </a:ext>
                  </a:extLst>
                </p14:cNvPr>
                <p14:cNvContentPartPr/>
                <p14:nvPr/>
              </p14:nvContentPartPr>
              <p14:xfrm>
                <a:off x="9363259" y="4905739"/>
                <a:ext cx="101880" cy="424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01649AB-186A-AF51-5247-44B21DB7A80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352819" y="4894939"/>
                  <a:ext cx="1231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0C5DE93-0816-F563-782F-946571D67A7C}"/>
                    </a:ext>
                  </a:extLst>
                </p14:cNvPr>
                <p14:cNvContentPartPr/>
                <p14:nvPr/>
              </p14:nvContentPartPr>
              <p14:xfrm>
                <a:off x="9520579" y="4833019"/>
                <a:ext cx="73800" cy="421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0C5DE93-0816-F563-782F-946571D67A7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510139" y="4822579"/>
                  <a:ext cx="950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29D6584-4AD4-DE0A-DC52-752D2572B0D9}"/>
                    </a:ext>
                  </a:extLst>
                </p14:cNvPr>
                <p14:cNvContentPartPr/>
                <p14:nvPr/>
              </p14:nvContentPartPr>
              <p14:xfrm>
                <a:off x="9766819" y="4675699"/>
                <a:ext cx="59400" cy="622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29D6584-4AD4-DE0A-DC52-752D2572B0D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756379" y="4664899"/>
                  <a:ext cx="80640" cy="8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5EA69EB3-B58C-D7EE-BECD-DBEAF8AFC33D}"/>
                  </a:ext>
                </a:extLst>
              </p14:cNvPr>
              <p14:cNvContentPartPr/>
              <p14:nvPr/>
            </p14:nvContentPartPr>
            <p14:xfrm>
              <a:off x="9985339" y="4464019"/>
              <a:ext cx="66960" cy="8136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5EA69EB3-B58C-D7EE-BECD-DBEAF8AFC33D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9974899" y="4453579"/>
                <a:ext cx="88200" cy="10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4" name="Group 213">
            <a:extLst>
              <a:ext uri="{FF2B5EF4-FFF2-40B4-BE49-F238E27FC236}">
                <a16:creationId xmlns:a16="http://schemas.microsoft.com/office/drawing/2014/main" id="{0C6113E3-F78D-51EB-584F-6084BB3368B7}"/>
              </a:ext>
            </a:extLst>
          </p:cNvPr>
          <p:cNvGrpSpPr/>
          <p:nvPr/>
        </p:nvGrpSpPr>
        <p:grpSpPr>
          <a:xfrm>
            <a:off x="10808299" y="4050379"/>
            <a:ext cx="564120" cy="193320"/>
            <a:chOff x="10808299" y="4050379"/>
            <a:chExt cx="564120" cy="19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9126F73-BB03-D453-52C7-A76CC548234F}"/>
                    </a:ext>
                  </a:extLst>
                </p14:cNvPr>
                <p14:cNvContentPartPr/>
                <p14:nvPr/>
              </p14:nvContentPartPr>
              <p14:xfrm>
                <a:off x="10808299" y="4050379"/>
                <a:ext cx="145440" cy="349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9126F73-BB03-D453-52C7-A76CC548234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797499" y="4039939"/>
                  <a:ext cx="1666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AD1A01D-9338-82C4-6B8F-59FE8B0271ED}"/>
                    </a:ext>
                  </a:extLst>
                </p14:cNvPr>
                <p14:cNvContentPartPr/>
                <p14:nvPr/>
              </p14:nvContentPartPr>
              <p14:xfrm>
                <a:off x="11069299" y="4105459"/>
                <a:ext cx="105840" cy="655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AD1A01D-9338-82C4-6B8F-59FE8B0271E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058499" y="4095019"/>
                  <a:ext cx="1270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0C15BA2-70D1-B7F3-0624-8AF81E4EEE72}"/>
                    </a:ext>
                  </a:extLst>
                </p14:cNvPr>
                <p14:cNvContentPartPr/>
                <p14:nvPr/>
              </p14:nvContentPartPr>
              <p14:xfrm>
                <a:off x="11336059" y="4215979"/>
                <a:ext cx="36360" cy="277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0C15BA2-70D1-B7F3-0624-8AF81E4EEE7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325619" y="4205539"/>
                  <a:ext cx="5760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CB58F92A-60AB-189F-DC80-63A5A1695FFB}"/>
              </a:ext>
            </a:extLst>
          </p:cNvPr>
          <p:cNvGrpSpPr/>
          <p:nvPr/>
        </p:nvGrpSpPr>
        <p:grpSpPr>
          <a:xfrm>
            <a:off x="8957539" y="3602899"/>
            <a:ext cx="1605600" cy="756360"/>
            <a:chOff x="8957539" y="3602899"/>
            <a:chExt cx="1605600" cy="75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9106CBE-83EC-0E36-6A47-847D37F27735}"/>
                    </a:ext>
                  </a:extLst>
                </p14:cNvPr>
                <p14:cNvContentPartPr/>
                <p14:nvPr/>
              </p14:nvContentPartPr>
              <p14:xfrm>
                <a:off x="8957539" y="4003939"/>
                <a:ext cx="101160" cy="2422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9106CBE-83EC-0E36-6A47-847D37F2773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946739" y="3993499"/>
                  <a:ext cx="1224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4BD93BE-D0EA-6594-A5AE-DC4BFE11B980}"/>
                    </a:ext>
                  </a:extLst>
                </p14:cNvPr>
                <p14:cNvContentPartPr/>
                <p14:nvPr/>
              </p14:nvContentPartPr>
              <p14:xfrm>
                <a:off x="9107299" y="3729619"/>
                <a:ext cx="312480" cy="4294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4BD93BE-D0EA-6594-A5AE-DC4BFE11B98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096499" y="3718819"/>
                  <a:ext cx="33372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08A24E6-8F00-8755-D442-CB9D6A17B280}"/>
                    </a:ext>
                  </a:extLst>
                </p14:cNvPr>
                <p14:cNvContentPartPr/>
                <p14:nvPr/>
              </p14:nvContentPartPr>
              <p14:xfrm>
                <a:off x="9593659" y="3896299"/>
                <a:ext cx="124200" cy="684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08A24E6-8F00-8755-D442-CB9D6A17B28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583219" y="3885499"/>
                  <a:ext cx="1454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59B3AF8-E044-3E63-F60C-32880610DE7F}"/>
                    </a:ext>
                  </a:extLst>
                </p14:cNvPr>
                <p14:cNvContentPartPr/>
                <p14:nvPr/>
              </p14:nvContentPartPr>
              <p14:xfrm>
                <a:off x="9734059" y="3744379"/>
                <a:ext cx="63720" cy="3099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59B3AF8-E044-3E63-F60C-32880610DE7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723619" y="3733579"/>
                  <a:ext cx="8496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0F2B5BC-1729-EFD3-3D81-FEEFD9C8526B}"/>
                    </a:ext>
                  </a:extLst>
                </p14:cNvPr>
                <p14:cNvContentPartPr/>
                <p14:nvPr/>
              </p14:nvContentPartPr>
              <p14:xfrm>
                <a:off x="9729739" y="3785779"/>
                <a:ext cx="121320" cy="1231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0F2B5BC-1729-EFD3-3D81-FEEFD9C8526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719299" y="3774979"/>
                  <a:ext cx="1425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8285545-EA38-59D8-7EC0-03705A3411DF}"/>
                    </a:ext>
                  </a:extLst>
                </p14:cNvPr>
                <p14:cNvContentPartPr/>
                <p14:nvPr/>
              </p14:nvContentPartPr>
              <p14:xfrm>
                <a:off x="9855739" y="3798019"/>
                <a:ext cx="35280" cy="1735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8285545-EA38-59D8-7EC0-03705A3411D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845299" y="3787579"/>
                  <a:ext cx="565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7FBD84C-B0B5-796A-3B79-E4DC37EE586F}"/>
                    </a:ext>
                  </a:extLst>
                </p14:cNvPr>
                <p14:cNvContentPartPr/>
                <p14:nvPr/>
              </p14:nvContentPartPr>
              <p14:xfrm>
                <a:off x="9852859" y="3677419"/>
                <a:ext cx="11160" cy="93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7FBD84C-B0B5-796A-3B79-E4DC37EE586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842059" y="3666619"/>
                  <a:ext cx="324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F7E1736-9CDD-AF92-F2F0-48599E8CAD27}"/>
                    </a:ext>
                  </a:extLst>
                </p14:cNvPr>
                <p14:cNvContentPartPr/>
                <p14:nvPr/>
              </p14:nvContentPartPr>
              <p14:xfrm>
                <a:off x="9932059" y="3764179"/>
                <a:ext cx="174600" cy="1566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F7E1736-9CDD-AF92-F2F0-48599E8CAD2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921259" y="3753739"/>
                  <a:ext cx="1958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8558694-E680-0836-3F66-5323670185B4}"/>
                    </a:ext>
                  </a:extLst>
                </p14:cNvPr>
                <p14:cNvContentPartPr/>
                <p14:nvPr/>
              </p14:nvContentPartPr>
              <p14:xfrm>
                <a:off x="10135099" y="3602899"/>
                <a:ext cx="230040" cy="2520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8558694-E680-0836-3F66-5323670185B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124659" y="3592099"/>
                  <a:ext cx="2512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282FF6D-2A7E-3CDF-A461-D6BD6CDA50A3}"/>
                    </a:ext>
                  </a:extLst>
                </p14:cNvPr>
                <p14:cNvContentPartPr/>
                <p14:nvPr/>
              </p14:nvContentPartPr>
              <p14:xfrm>
                <a:off x="10250659" y="4251259"/>
                <a:ext cx="50040" cy="414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282FF6D-2A7E-3CDF-A461-D6BD6CDA50A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240219" y="4240819"/>
                  <a:ext cx="712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4ACC426-AF72-1517-296C-6232854728B7}"/>
                    </a:ext>
                  </a:extLst>
                </p14:cNvPr>
                <p14:cNvContentPartPr/>
                <p14:nvPr/>
              </p14:nvContentPartPr>
              <p14:xfrm>
                <a:off x="10517059" y="4075219"/>
                <a:ext cx="46080" cy="97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4ACC426-AF72-1517-296C-6232854728B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506619" y="4064419"/>
                  <a:ext cx="673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133FF99-BDEB-F718-0FE7-E8EC17D2F060}"/>
                    </a:ext>
                  </a:extLst>
                </p14:cNvPr>
                <p14:cNvContentPartPr/>
                <p14:nvPr/>
              </p14:nvContentPartPr>
              <p14:xfrm>
                <a:off x="9415819" y="4079539"/>
                <a:ext cx="639720" cy="2455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133FF99-BDEB-F718-0FE7-E8EC17D2F06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405019" y="4069099"/>
                  <a:ext cx="6609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8FB2FE7-19F3-CAD9-C4FD-9B019A9E1A58}"/>
                    </a:ext>
                  </a:extLst>
                </p14:cNvPr>
                <p14:cNvContentPartPr/>
                <p14:nvPr/>
              </p14:nvContentPartPr>
              <p14:xfrm>
                <a:off x="9646579" y="4224979"/>
                <a:ext cx="363600" cy="1342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8FB2FE7-19F3-CAD9-C4FD-9B019A9E1A5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636139" y="4214539"/>
                  <a:ext cx="38484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0C1C8A34-D730-6A70-9A5C-1ED4CE8AF24F}"/>
              </a:ext>
            </a:extLst>
          </p:cNvPr>
          <p:cNvGrpSpPr/>
          <p:nvPr/>
        </p:nvGrpSpPr>
        <p:grpSpPr>
          <a:xfrm>
            <a:off x="8546059" y="972739"/>
            <a:ext cx="406440" cy="460080"/>
            <a:chOff x="8546059" y="972739"/>
            <a:chExt cx="406440" cy="46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FB04FC6-4014-44B1-11FB-9A8BB3A6C463}"/>
                    </a:ext>
                  </a:extLst>
                </p14:cNvPr>
                <p14:cNvContentPartPr/>
                <p14:nvPr/>
              </p14:nvContentPartPr>
              <p14:xfrm>
                <a:off x="8592859" y="972739"/>
                <a:ext cx="142920" cy="4600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FB04FC6-4014-44B1-11FB-9A8BB3A6C46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582059" y="961939"/>
                  <a:ext cx="16416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4ED052A-023F-E1B4-E85E-4C224D2EE3DA}"/>
                    </a:ext>
                  </a:extLst>
                </p14:cNvPr>
                <p14:cNvContentPartPr/>
                <p14:nvPr/>
              </p14:nvContentPartPr>
              <p14:xfrm>
                <a:off x="8546059" y="1053019"/>
                <a:ext cx="253080" cy="2818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4ED052A-023F-E1B4-E85E-4C224D2EE3D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535259" y="1042219"/>
                  <a:ext cx="2743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3E728BA-7090-88B9-44D2-6C0CD75B51E1}"/>
                    </a:ext>
                  </a:extLst>
                </p14:cNvPr>
                <p14:cNvContentPartPr/>
                <p14:nvPr/>
              </p14:nvContentPartPr>
              <p14:xfrm>
                <a:off x="8586379" y="1104859"/>
                <a:ext cx="366120" cy="1875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3E728BA-7090-88B9-44D2-6C0CD75B51E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575939" y="1094419"/>
                  <a:ext cx="387360" cy="208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66C0D59-8516-4494-2162-E36BCAFFA39D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Time Series</a:t>
            </a:r>
          </a:p>
        </p:txBody>
      </p:sp>
    </p:spTree>
    <p:extLst>
      <p:ext uri="{BB962C8B-B14F-4D97-AF65-F5344CB8AC3E}">
        <p14:creationId xmlns:p14="http://schemas.microsoft.com/office/powerpoint/2010/main" val="27552562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AB56F3AC-EDA7-992B-285D-D03CC9AD9BFC}"/>
              </a:ext>
            </a:extLst>
          </p:cNvPr>
          <p:cNvGrpSpPr/>
          <p:nvPr/>
        </p:nvGrpSpPr>
        <p:grpSpPr>
          <a:xfrm>
            <a:off x="3134899" y="381979"/>
            <a:ext cx="767520" cy="564120"/>
            <a:chOff x="3134899" y="381979"/>
            <a:chExt cx="767520" cy="56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25C5FA8-9EF4-D05F-0964-07DF9C4AFC7D}"/>
                    </a:ext>
                  </a:extLst>
                </p14:cNvPr>
                <p14:cNvContentPartPr/>
                <p14:nvPr/>
              </p14:nvContentPartPr>
              <p14:xfrm>
                <a:off x="3134899" y="515899"/>
                <a:ext cx="174240" cy="430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25C5FA8-9EF4-D05F-0964-07DF9C4AFC7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24099" y="505099"/>
                  <a:ext cx="19548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3AD6949-69B8-296C-81E1-8FD1518B1047}"/>
                    </a:ext>
                  </a:extLst>
                </p14:cNvPr>
                <p14:cNvContentPartPr/>
                <p14:nvPr/>
              </p14:nvContentPartPr>
              <p14:xfrm>
                <a:off x="3308419" y="698779"/>
                <a:ext cx="239040" cy="120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3AD6949-69B8-296C-81E1-8FD1518B104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97979" y="687979"/>
                  <a:ext cx="2602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09CC727-4FCC-A25C-93A8-EE789CB72B14}"/>
                    </a:ext>
                  </a:extLst>
                </p14:cNvPr>
                <p14:cNvContentPartPr/>
                <p14:nvPr/>
              </p14:nvContentPartPr>
              <p14:xfrm>
                <a:off x="3551779" y="381979"/>
                <a:ext cx="214200" cy="464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09CC727-4FCC-A25C-93A8-EE789CB72B1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540979" y="371179"/>
                  <a:ext cx="23544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4E4955A-FE5F-9E4D-E794-C975A5552340}"/>
                    </a:ext>
                  </a:extLst>
                </p14:cNvPr>
                <p14:cNvContentPartPr/>
                <p14:nvPr/>
              </p14:nvContentPartPr>
              <p14:xfrm>
                <a:off x="3784699" y="589699"/>
                <a:ext cx="117720" cy="308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4E4955A-FE5F-9E4D-E794-C975A555234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773899" y="578899"/>
                  <a:ext cx="138960" cy="32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DCF88F6-849B-B9B2-F55B-5D9CBFA195D9}"/>
              </a:ext>
            </a:extLst>
          </p:cNvPr>
          <p:cNvGrpSpPr/>
          <p:nvPr/>
        </p:nvGrpSpPr>
        <p:grpSpPr>
          <a:xfrm>
            <a:off x="635059" y="722179"/>
            <a:ext cx="2217960" cy="760680"/>
            <a:chOff x="635059" y="722179"/>
            <a:chExt cx="2217960" cy="76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E408F29-454B-047F-658B-F23B74F2CEE5}"/>
                    </a:ext>
                  </a:extLst>
                </p14:cNvPr>
                <p14:cNvContentPartPr/>
                <p14:nvPr/>
              </p14:nvContentPartPr>
              <p14:xfrm>
                <a:off x="651979" y="737299"/>
                <a:ext cx="70200" cy="399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E408F29-454B-047F-658B-F23B74F2CEE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41179" y="726859"/>
                  <a:ext cx="9144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BE6C775-C6E8-0A21-7DA4-E71E6BF56598}"/>
                    </a:ext>
                  </a:extLst>
                </p14:cNvPr>
                <p14:cNvContentPartPr/>
                <p14:nvPr/>
              </p14:nvContentPartPr>
              <p14:xfrm>
                <a:off x="635059" y="1012699"/>
                <a:ext cx="99720" cy="96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BE6C775-C6E8-0A21-7DA4-E71E6BF5659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4259" y="1001899"/>
                  <a:ext cx="1209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B3BB04B-9EF2-ABFA-DA8D-686CAECA79F7}"/>
                    </a:ext>
                  </a:extLst>
                </p14:cNvPr>
                <p14:cNvContentPartPr/>
                <p14:nvPr/>
              </p14:nvContentPartPr>
              <p14:xfrm>
                <a:off x="791299" y="975979"/>
                <a:ext cx="54000" cy="130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B3BB04B-9EF2-ABFA-DA8D-686CAECA79F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80499" y="965539"/>
                  <a:ext cx="752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9FE7737-B60D-D437-4453-553B1AD98C1C}"/>
                    </a:ext>
                  </a:extLst>
                </p14:cNvPr>
                <p14:cNvContentPartPr/>
                <p14:nvPr/>
              </p14:nvContentPartPr>
              <p14:xfrm>
                <a:off x="775819" y="966619"/>
                <a:ext cx="9360" cy="26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9FE7737-B60D-D437-4453-553B1AD98C1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65379" y="956179"/>
                  <a:ext cx="306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58210AD-0865-695B-DB72-64A2126D4D81}"/>
                    </a:ext>
                  </a:extLst>
                </p14:cNvPr>
                <p14:cNvContentPartPr/>
                <p14:nvPr/>
              </p14:nvContentPartPr>
              <p14:xfrm>
                <a:off x="862939" y="907579"/>
                <a:ext cx="389880" cy="161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58210AD-0865-695B-DB72-64A2126D4D8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52499" y="896779"/>
                  <a:ext cx="4111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827A03D-0558-4EAE-2866-9618AC131080}"/>
                    </a:ext>
                  </a:extLst>
                </p14:cNvPr>
                <p14:cNvContentPartPr/>
                <p14:nvPr/>
              </p14:nvContentPartPr>
              <p14:xfrm>
                <a:off x="1582579" y="847099"/>
                <a:ext cx="100080" cy="297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827A03D-0558-4EAE-2866-9618AC13108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71779" y="836299"/>
                  <a:ext cx="12132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E4D070E-64FC-5FE0-15B6-E147407ABA94}"/>
                    </a:ext>
                  </a:extLst>
                </p14:cNvPr>
                <p14:cNvContentPartPr/>
                <p14:nvPr/>
              </p14:nvContentPartPr>
              <p14:xfrm>
                <a:off x="1645579" y="823339"/>
                <a:ext cx="252000" cy="180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E4D070E-64FC-5FE0-15B6-E147407ABA9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34779" y="812899"/>
                  <a:ext cx="2732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80FFA89-B460-8BEC-6D3D-38F53160F86A}"/>
                    </a:ext>
                  </a:extLst>
                </p14:cNvPr>
                <p14:cNvContentPartPr/>
                <p14:nvPr/>
              </p14:nvContentPartPr>
              <p14:xfrm>
                <a:off x="1972819" y="881659"/>
                <a:ext cx="48600" cy="136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80FFA89-B460-8BEC-6D3D-38F53160F86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62379" y="870859"/>
                  <a:ext cx="698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B897573-29CE-429C-46AA-F2131757E29E}"/>
                    </a:ext>
                  </a:extLst>
                </p14:cNvPr>
                <p14:cNvContentPartPr/>
                <p14:nvPr/>
              </p14:nvContentPartPr>
              <p14:xfrm>
                <a:off x="1944019" y="722179"/>
                <a:ext cx="29520" cy="24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B897573-29CE-429C-46AA-F2131757E29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33579" y="711739"/>
                  <a:ext cx="507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1E32589-6171-A9AC-4274-AA8770BAC19F}"/>
                    </a:ext>
                  </a:extLst>
                </p14:cNvPr>
                <p14:cNvContentPartPr/>
                <p14:nvPr/>
              </p14:nvContentPartPr>
              <p14:xfrm>
                <a:off x="2030419" y="752059"/>
                <a:ext cx="271080" cy="257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1E32589-6171-A9AC-4274-AA8770BAC19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19619" y="741259"/>
                  <a:ext cx="2923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7EDBBA0-F5B7-A463-C756-A0913B03F055}"/>
                    </a:ext>
                  </a:extLst>
                </p14:cNvPr>
                <p14:cNvContentPartPr/>
                <p14:nvPr/>
              </p14:nvContentPartPr>
              <p14:xfrm>
                <a:off x="2653939" y="832339"/>
                <a:ext cx="31320" cy="141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7EDBBA0-F5B7-A463-C756-A0913B03F05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43499" y="821899"/>
                  <a:ext cx="525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45D4E5C-A4E7-A7CD-56EE-B9B11681DE7E}"/>
                    </a:ext>
                  </a:extLst>
                </p14:cNvPr>
                <p14:cNvContentPartPr/>
                <p14:nvPr/>
              </p14:nvContentPartPr>
              <p14:xfrm>
                <a:off x="2639179" y="776899"/>
                <a:ext cx="18000" cy="11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45D4E5C-A4E7-A7CD-56EE-B9B11681DE7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28739" y="766459"/>
                  <a:ext cx="392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0456B34-8911-C0C6-C1CA-10A6668FF6F0}"/>
                    </a:ext>
                  </a:extLst>
                </p14:cNvPr>
                <p14:cNvContentPartPr/>
                <p14:nvPr/>
              </p14:nvContentPartPr>
              <p14:xfrm>
                <a:off x="2711899" y="833419"/>
                <a:ext cx="141120" cy="125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0456B34-8911-C0C6-C1CA-10A6668FF6F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01099" y="822979"/>
                  <a:ext cx="1623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E675A84-49B0-9BD0-2B9E-2EADAA652AFC}"/>
                    </a:ext>
                  </a:extLst>
                </p14:cNvPr>
                <p14:cNvContentPartPr/>
                <p14:nvPr/>
              </p14:nvContentPartPr>
              <p14:xfrm>
                <a:off x="860779" y="1134379"/>
                <a:ext cx="1617840" cy="348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E675A84-49B0-9BD0-2B9E-2EADAA652AF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50339" y="1123579"/>
                  <a:ext cx="1639080" cy="36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A1B797E-1530-9B29-1F4E-3C2D5796C0ED}"/>
              </a:ext>
            </a:extLst>
          </p:cNvPr>
          <p:cNvGrpSpPr/>
          <p:nvPr/>
        </p:nvGrpSpPr>
        <p:grpSpPr>
          <a:xfrm>
            <a:off x="1084699" y="2029699"/>
            <a:ext cx="1245600" cy="451080"/>
            <a:chOff x="1084699" y="2029699"/>
            <a:chExt cx="1245600" cy="45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1FC7EC7-1F42-902E-EAEF-5132CC743C04}"/>
                    </a:ext>
                  </a:extLst>
                </p14:cNvPr>
                <p14:cNvContentPartPr/>
                <p14:nvPr/>
              </p14:nvContentPartPr>
              <p14:xfrm>
                <a:off x="1084699" y="2039059"/>
                <a:ext cx="208800" cy="441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1FC7EC7-1F42-902E-EAEF-5132CC743C0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74259" y="2028259"/>
                  <a:ext cx="23004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2D9AF71-1FF6-A664-B353-5624A261D89C}"/>
                    </a:ext>
                  </a:extLst>
                </p14:cNvPr>
                <p14:cNvContentPartPr/>
                <p14:nvPr/>
              </p14:nvContentPartPr>
              <p14:xfrm>
                <a:off x="1337059" y="2085859"/>
                <a:ext cx="189360" cy="265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2D9AF71-1FF6-A664-B353-5624A261D89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26619" y="2075419"/>
                  <a:ext cx="2106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C55EE56-78A5-8E28-0B9C-A92F95BE1A3F}"/>
                    </a:ext>
                  </a:extLst>
                </p14:cNvPr>
                <p14:cNvContentPartPr/>
                <p14:nvPr/>
              </p14:nvContentPartPr>
              <p14:xfrm>
                <a:off x="1464859" y="2157859"/>
                <a:ext cx="113760" cy="50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C55EE56-78A5-8E28-0B9C-A92F95BE1A3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54419" y="2147059"/>
                  <a:ext cx="1350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973B90A-8066-83E2-0D5A-DF860E2CAEFE}"/>
                    </a:ext>
                  </a:extLst>
                </p14:cNvPr>
                <p14:cNvContentPartPr/>
                <p14:nvPr/>
              </p14:nvContentPartPr>
              <p14:xfrm>
                <a:off x="1617859" y="2138419"/>
                <a:ext cx="103320" cy="126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973B90A-8066-83E2-0D5A-DF860E2CAEF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07419" y="2127619"/>
                  <a:ext cx="1245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DD9AAF4-413E-F1FF-1F31-058BEEA31F35}"/>
                    </a:ext>
                  </a:extLst>
                </p14:cNvPr>
                <p14:cNvContentPartPr/>
                <p14:nvPr/>
              </p14:nvContentPartPr>
              <p14:xfrm>
                <a:off x="1731619" y="2031859"/>
                <a:ext cx="191520" cy="313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DD9AAF4-413E-F1FF-1F31-058BEEA31F3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720819" y="2021059"/>
                  <a:ext cx="2127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287B0AE-08A6-4224-611D-77F62CA26B54}"/>
                    </a:ext>
                  </a:extLst>
                </p14:cNvPr>
                <p14:cNvContentPartPr/>
                <p14:nvPr/>
              </p14:nvContentPartPr>
              <p14:xfrm>
                <a:off x="1940059" y="2121499"/>
                <a:ext cx="118080" cy="105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287B0AE-08A6-4224-611D-77F62CA26B5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29619" y="2111059"/>
                  <a:ext cx="1393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005A590-F898-6D78-CCEB-2D05949B4B2C}"/>
                    </a:ext>
                  </a:extLst>
                </p14:cNvPr>
                <p14:cNvContentPartPr/>
                <p14:nvPr/>
              </p14:nvContentPartPr>
              <p14:xfrm>
                <a:off x="2037619" y="2065339"/>
                <a:ext cx="84240" cy="277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005A590-F898-6D78-CCEB-2D05949B4B2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026819" y="2054539"/>
                  <a:ext cx="10548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F76F3CD-E710-F892-3801-75AE4209CB04}"/>
                    </a:ext>
                  </a:extLst>
                </p14:cNvPr>
                <p14:cNvContentPartPr/>
                <p14:nvPr/>
              </p14:nvContentPartPr>
              <p14:xfrm>
                <a:off x="2076139" y="2029699"/>
                <a:ext cx="254160" cy="217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F76F3CD-E710-F892-3801-75AE4209CB0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065699" y="2018899"/>
                  <a:ext cx="27540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8696653-0A1D-784A-63B8-7F764CCA79AA}"/>
              </a:ext>
            </a:extLst>
          </p:cNvPr>
          <p:cNvGrpSpPr/>
          <p:nvPr/>
        </p:nvGrpSpPr>
        <p:grpSpPr>
          <a:xfrm>
            <a:off x="674299" y="2523979"/>
            <a:ext cx="8401680" cy="1866600"/>
            <a:chOff x="674299" y="2523979"/>
            <a:chExt cx="8401680" cy="186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EF2409F-1BA4-B61A-DCA8-E32D7573EBF4}"/>
                    </a:ext>
                  </a:extLst>
                </p14:cNvPr>
                <p14:cNvContentPartPr/>
                <p14:nvPr/>
              </p14:nvContentPartPr>
              <p14:xfrm>
                <a:off x="1758259" y="2930419"/>
                <a:ext cx="150120" cy="1320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EF2409F-1BA4-B61A-DCA8-E32D7573EBF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47819" y="2919619"/>
                  <a:ext cx="171360" cy="13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BBD9939-14FC-2A2C-0BA9-D1EE957E129C}"/>
                    </a:ext>
                  </a:extLst>
                </p14:cNvPr>
                <p14:cNvContentPartPr/>
                <p14:nvPr/>
              </p14:nvContentPartPr>
              <p14:xfrm>
                <a:off x="1685179" y="3938059"/>
                <a:ext cx="6393240" cy="253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BBD9939-14FC-2A2C-0BA9-D1EE957E129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674379" y="3927259"/>
                  <a:ext cx="64144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E7E6615-1449-FF88-4B71-A5552FB3E473}"/>
                    </a:ext>
                  </a:extLst>
                </p14:cNvPr>
                <p14:cNvContentPartPr/>
                <p14:nvPr/>
              </p14:nvContentPartPr>
              <p14:xfrm>
                <a:off x="8386219" y="4063339"/>
                <a:ext cx="29160" cy="327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E7E6615-1449-FF88-4B71-A5552FB3E47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375779" y="4052899"/>
                  <a:ext cx="5040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BED261A-2A5F-3BE3-D7A9-7DD6D9DD8DEB}"/>
                    </a:ext>
                  </a:extLst>
                </p14:cNvPr>
                <p14:cNvContentPartPr/>
                <p14:nvPr/>
              </p14:nvContentPartPr>
              <p14:xfrm>
                <a:off x="8349139" y="4175299"/>
                <a:ext cx="207720" cy="74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BED261A-2A5F-3BE3-D7A9-7DD6D9DD8DE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338699" y="4164499"/>
                  <a:ext cx="2289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3954F38-C53C-C259-51ED-EDC0C3B44E09}"/>
                    </a:ext>
                  </a:extLst>
                </p14:cNvPr>
                <p14:cNvContentPartPr/>
                <p14:nvPr/>
              </p14:nvContentPartPr>
              <p14:xfrm>
                <a:off x="8549659" y="4162699"/>
                <a:ext cx="15120" cy="212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3954F38-C53C-C259-51ED-EDC0C3B44E0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539219" y="4151899"/>
                  <a:ext cx="363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70043E3-1DD6-BFF3-BAEA-E0E4490C7696}"/>
                    </a:ext>
                  </a:extLst>
                </p14:cNvPr>
                <p14:cNvContentPartPr/>
                <p14:nvPr/>
              </p14:nvContentPartPr>
              <p14:xfrm>
                <a:off x="8577019" y="4128859"/>
                <a:ext cx="6120" cy="32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70043E3-1DD6-BFF3-BAEA-E0E4490C769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566219" y="4118059"/>
                  <a:ext cx="273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A26AB33-C9B7-6822-3062-4EB193901E21}"/>
                    </a:ext>
                  </a:extLst>
                </p14:cNvPr>
                <p14:cNvContentPartPr/>
                <p14:nvPr/>
              </p14:nvContentPartPr>
              <p14:xfrm>
                <a:off x="8599699" y="4109779"/>
                <a:ext cx="476280" cy="259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A26AB33-C9B7-6822-3062-4EB193901E2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588899" y="4098979"/>
                  <a:ext cx="49752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A30B1DD-7EDF-05EC-F1A7-316F0EBCB4B2}"/>
                    </a:ext>
                  </a:extLst>
                </p14:cNvPr>
                <p14:cNvContentPartPr/>
                <p14:nvPr/>
              </p14:nvContentPartPr>
              <p14:xfrm>
                <a:off x="1230859" y="3194659"/>
                <a:ext cx="144720" cy="333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A30B1DD-7EDF-05EC-F1A7-316F0EBCB4B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220059" y="3184219"/>
                  <a:ext cx="1659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8FF4B28-9ECA-EC6F-0E5C-BD7CC8B61D2F}"/>
                    </a:ext>
                  </a:extLst>
                </p14:cNvPr>
                <p14:cNvContentPartPr/>
                <p14:nvPr/>
              </p14:nvContentPartPr>
              <p14:xfrm>
                <a:off x="1210699" y="3300499"/>
                <a:ext cx="116280" cy="134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8FF4B28-9ECA-EC6F-0E5C-BD7CC8B61D2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99899" y="3290059"/>
                  <a:ext cx="1375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901F020-F4C4-06BA-52D6-13C454FEFB1A}"/>
                    </a:ext>
                  </a:extLst>
                </p14:cNvPr>
                <p14:cNvContentPartPr/>
                <p14:nvPr/>
              </p14:nvContentPartPr>
              <p14:xfrm>
                <a:off x="1331659" y="3245419"/>
                <a:ext cx="75240" cy="191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901F020-F4C4-06BA-52D6-13C454FEFB1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321219" y="3234619"/>
                  <a:ext cx="964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E4EF1FE-B31B-D4F9-2550-70F9B9A910FF}"/>
                    </a:ext>
                  </a:extLst>
                </p14:cNvPr>
                <p14:cNvContentPartPr/>
                <p14:nvPr/>
              </p14:nvContentPartPr>
              <p14:xfrm>
                <a:off x="1439659" y="3159019"/>
                <a:ext cx="162000" cy="183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E4EF1FE-B31B-D4F9-2550-70F9B9A910F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28859" y="3148219"/>
                  <a:ext cx="1832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0FAEF3C-1AD9-8C0A-E0E1-7BB894B16194}"/>
                    </a:ext>
                  </a:extLst>
                </p14:cNvPr>
                <p14:cNvContentPartPr/>
                <p14:nvPr/>
              </p14:nvContentPartPr>
              <p14:xfrm>
                <a:off x="1595539" y="3078019"/>
                <a:ext cx="94320" cy="232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0FAEF3C-1AD9-8C0A-E0E1-7BB894B1619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585099" y="3067579"/>
                  <a:ext cx="1155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5C9EC8C-B0B5-873B-A50F-37D817D23D56}"/>
                    </a:ext>
                  </a:extLst>
                </p14:cNvPr>
                <p14:cNvContentPartPr/>
                <p14:nvPr/>
              </p14:nvContentPartPr>
              <p14:xfrm>
                <a:off x="1675459" y="2875699"/>
                <a:ext cx="197640" cy="3315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5C9EC8C-B0B5-873B-A50F-37D817D23D5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665019" y="2865259"/>
                  <a:ext cx="21888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1F77704-1D31-B70F-F7C2-851F26C973A4}"/>
                    </a:ext>
                  </a:extLst>
                </p14:cNvPr>
                <p14:cNvContentPartPr/>
                <p14:nvPr/>
              </p14:nvContentPartPr>
              <p14:xfrm>
                <a:off x="1824499" y="2803339"/>
                <a:ext cx="106920" cy="191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1F77704-1D31-B70F-F7C2-851F26C973A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814059" y="2792539"/>
                  <a:ext cx="1281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C3BF4D5-DB07-BD8B-6460-F80A96516C51}"/>
                    </a:ext>
                  </a:extLst>
                </p14:cNvPr>
                <p14:cNvContentPartPr/>
                <p14:nvPr/>
              </p14:nvContentPartPr>
              <p14:xfrm>
                <a:off x="1847539" y="2777419"/>
                <a:ext cx="183240" cy="117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C3BF4D5-DB07-BD8B-6460-F80A96516C5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36739" y="2766619"/>
                  <a:ext cx="2044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9CCE588-3D56-0177-0667-45E7B72DBBA9}"/>
                    </a:ext>
                  </a:extLst>
                </p14:cNvPr>
                <p14:cNvContentPartPr/>
                <p14:nvPr/>
              </p14:nvContentPartPr>
              <p14:xfrm>
                <a:off x="1976059" y="2724859"/>
                <a:ext cx="1800" cy="144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9CCE588-3D56-0177-0667-45E7B72DBBA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965259" y="2714419"/>
                  <a:ext cx="230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0C9F4C3-6596-23C7-7CA9-A745C27B027B}"/>
                    </a:ext>
                  </a:extLst>
                </p14:cNvPr>
                <p14:cNvContentPartPr/>
                <p14:nvPr/>
              </p14:nvContentPartPr>
              <p14:xfrm>
                <a:off x="2029339" y="2684539"/>
                <a:ext cx="40680" cy="187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0C9F4C3-6596-23C7-7CA9-A745C27B027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018539" y="2674099"/>
                  <a:ext cx="619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2DD626D-4DA2-F6C3-0CFE-526D964C8EEC}"/>
                    </a:ext>
                  </a:extLst>
                </p14:cNvPr>
                <p14:cNvContentPartPr/>
                <p14:nvPr/>
              </p14:nvContentPartPr>
              <p14:xfrm>
                <a:off x="2070379" y="2680219"/>
                <a:ext cx="116280" cy="1166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2DD626D-4DA2-F6C3-0CFE-526D964C8EE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059939" y="2669779"/>
                  <a:ext cx="1375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B049B7F-92FF-D452-D35B-404B37E0C487}"/>
                    </a:ext>
                  </a:extLst>
                </p14:cNvPr>
                <p14:cNvContentPartPr/>
                <p14:nvPr/>
              </p14:nvContentPartPr>
              <p14:xfrm>
                <a:off x="2173339" y="2523979"/>
                <a:ext cx="151560" cy="390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B049B7F-92FF-D452-D35B-404B37E0C48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162899" y="2513539"/>
                  <a:ext cx="172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BBD59B8-7DBB-977A-889F-7B9BF5C5294F}"/>
                    </a:ext>
                  </a:extLst>
                </p14:cNvPr>
                <p14:cNvContentPartPr/>
                <p14:nvPr/>
              </p14:nvContentPartPr>
              <p14:xfrm>
                <a:off x="674299" y="4013659"/>
                <a:ext cx="201960" cy="261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BBD59B8-7DBB-977A-889F-7B9BF5C5294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63859" y="4003219"/>
                  <a:ext cx="2232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E4CB281-2AF7-577D-FCD6-AF644930EFF1}"/>
                    </a:ext>
                  </a:extLst>
                </p14:cNvPr>
                <p14:cNvContentPartPr/>
                <p14:nvPr/>
              </p14:nvContentPartPr>
              <p14:xfrm>
                <a:off x="827299" y="3990979"/>
                <a:ext cx="72360" cy="1162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E4CB281-2AF7-577D-FCD6-AF644930EFF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6859" y="3980179"/>
                  <a:ext cx="936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A9D1B59-D557-C434-2F55-2EE0B7A3E83E}"/>
                    </a:ext>
                  </a:extLst>
                </p14:cNvPr>
                <p14:cNvContentPartPr/>
                <p14:nvPr/>
              </p14:nvContentPartPr>
              <p14:xfrm>
                <a:off x="862579" y="3838339"/>
                <a:ext cx="228240" cy="214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A9D1B59-D557-C434-2F55-2EE0B7A3E83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52139" y="3827539"/>
                  <a:ext cx="2494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5A1840B-9B28-5EFA-9DB3-73B4E3083A5D}"/>
                    </a:ext>
                  </a:extLst>
                </p14:cNvPr>
                <p14:cNvContentPartPr/>
                <p14:nvPr/>
              </p14:nvContentPartPr>
              <p14:xfrm>
                <a:off x="956539" y="3661579"/>
                <a:ext cx="205920" cy="2408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5A1840B-9B28-5EFA-9DB3-73B4E3083A5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45739" y="3650779"/>
                  <a:ext cx="2271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241BD08-A46B-F1E0-D1D6-88A806666356}"/>
                    </a:ext>
                  </a:extLst>
                </p14:cNvPr>
                <p14:cNvContentPartPr/>
                <p14:nvPr/>
              </p14:nvContentPartPr>
              <p14:xfrm>
                <a:off x="1006219" y="3667339"/>
                <a:ext cx="83880" cy="122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241BD08-A46B-F1E0-D1D6-88A80666635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95419" y="3656539"/>
                  <a:ext cx="1051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483F0A5-D9BB-EBB3-33F9-982FE518C595}"/>
                    </a:ext>
                  </a:extLst>
                </p14:cNvPr>
                <p14:cNvContentPartPr/>
                <p14:nvPr/>
              </p14:nvContentPartPr>
              <p14:xfrm>
                <a:off x="2248219" y="3907819"/>
                <a:ext cx="36360" cy="162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483F0A5-D9BB-EBB3-33F9-982FE518C59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237779" y="3897019"/>
                  <a:ext cx="57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99F5285-855C-5FC0-8753-4E3C7C504137}"/>
                    </a:ext>
                  </a:extLst>
                </p14:cNvPr>
                <p14:cNvContentPartPr/>
                <p14:nvPr/>
              </p14:nvContentPartPr>
              <p14:xfrm>
                <a:off x="2730619" y="3884059"/>
                <a:ext cx="40320" cy="156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99F5285-855C-5FC0-8753-4E3C7C50413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719819" y="3873619"/>
                  <a:ext cx="615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28B8E4B-DDAD-DADD-0AB2-9F77211BF028}"/>
                    </a:ext>
                  </a:extLst>
                </p14:cNvPr>
                <p14:cNvContentPartPr/>
                <p14:nvPr/>
              </p14:nvContentPartPr>
              <p14:xfrm>
                <a:off x="3236779" y="3902059"/>
                <a:ext cx="23760" cy="167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28B8E4B-DDAD-DADD-0AB2-9F77211BF02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226339" y="3891619"/>
                  <a:ext cx="450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EA21F90-7CC3-E85B-19CC-4B750FBCBB69}"/>
                    </a:ext>
                  </a:extLst>
                </p14:cNvPr>
                <p14:cNvContentPartPr/>
                <p14:nvPr/>
              </p14:nvContentPartPr>
              <p14:xfrm>
                <a:off x="3704779" y="3898459"/>
                <a:ext cx="20520" cy="141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EA21F90-7CC3-E85B-19CC-4B750FBCBB6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693979" y="3888019"/>
                  <a:ext cx="417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F8BE33D-07E4-60CA-99B4-DC19F5A017CE}"/>
                    </a:ext>
                  </a:extLst>
                </p14:cNvPr>
                <p14:cNvContentPartPr/>
                <p14:nvPr/>
              </p14:nvContentPartPr>
              <p14:xfrm>
                <a:off x="4222459" y="3925819"/>
                <a:ext cx="7200" cy="133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F8BE33D-07E4-60CA-99B4-DC19F5A017C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211659" y="3915019"/>
                  <a:ext cx="284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29B9E60-5739-0564-FCBA-AD7CC654DBF9}"/>
                    </a:ext>
                  </a:extLst>
                </p14:cNvPr>
                <p14:cNvContentPartPr/>
                <p14:nvPr/>
              </p14:nvContentPartPr>
              <p14:xfrm>
                <a:off x="4759219" y="3913219"/>
                <a:ext cx="24480" cy="147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29B9E60-5739-0564-FCBA-AD7CC654DBF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748779" y="3902419"/>
                  <a:ext cx="457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EDE15CC-CF6E-C950-B3FB-6B85916C7EFC}"/>
                    </a:ext>
                  </a:extLst>
                </p14:cNvPr>
                <p14:cNvContentPartPr/>
                <p14:nvPr/>
              </p14:nvContentPartPr>
              <p14:xfrm>
                <a:off x="5329819" y="3872899"/>
                <a:ext cx="30960" cy="147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EDE15CC-CF6E-C950-B3FB-6B85916C7EF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319019" y="3862459"/>
                  <a:ext cx="522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81F32AB-D46C-62BE-E76E-B3344AFF1F6C}"/>
                    </a:ext>
                  </a:extLst>
                </p14:cNvPr>
                <p14:cNvContentPartPr/>
                <p14:nvPr/>
              </p14:nvContentPartPr>
              <p14:xfrm>
                <a:off x="5839939" y="3924019"/>
                <a:ext cx="16560" cy="108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81F32AB-D46C-62BE-E76E-B3344AFF1F6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829139" y="3913579"/>
                  <a:ext cx="378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3339EA9-D350-D0E5-9123-AB15CB8A3914}"/>
                    </a:ext>
                  </a:extLst>
                </p14:cNvPr>
                <p14:cNvContentPartPr/>
                <p14:nvPr/>
              </p14:nvContentPartPr>
              <p14:xfrm>
                <a:off x="2188459" y="3605419"/>
                <a:ext cx="5040" cy="4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3339EA9-D350-D0E5-9123-AB15CB8A391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178019" y="3594619"/>
                  <a:ext cx="262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4776A83-62CB-87E4-DD12-948A821B50B8}"/>
                    </a:ext>
                  </a:extLst>
                </p14:cNvPr>
                <p14:cNvContentPartPr/>
                <p14:nvPr/>
              </p14:nvContentPartPr>
              <p14:xfrm>
                <a:off x="1901179" y="3609019"/>
                <a:ext cx="304200" cy="37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4776A83-62CB-87E4-DD12-948A821B50B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890739" y="3598219"/>
                  <a:ext cx="3254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CBF9FC7-B4B1-415D-60EE-406907EAB775}"/>
                    </a:ext>
                  </a:extLst>
                </p14:cNvPr>
                <p14:cNvContentPartPr/>
                <p14:nvPr/>
              </p14:nvContentPartPr>
              <p14:xfrm>
                <a:off x="1693459" y="3628099"/>
                <a:ext cx="30960" cy="117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CBF9FC7-B4B1-415D-60EE-406907EAB77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683019" y="3617299"/>
                  <a:ext cx="522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B40E5A7-1DE4-88EC-F00C-3E015C550638}"/>
                    </a:ext>
                  </a:extLst>
                </p14:cNvPr>
                <p14:cNvContentPartPr/>
                <p14:nvPr/>
              </p14:nvContentPartPr>
              <p14:xfrm>
                <a:off x="1719379" y="3611899"/>
                <a:ext cx="49320" cy="115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B40E5A7-1DE4-88EC-F00C-3E015C55063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708579" y="3601099"/>
                  <a:ext cx="705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27238C8-99FE-CC1E-1F07-9C12601E4AC8}"/>
                    </a:ext>
                  </a:extLst>
                </p14:cNvPr>
                <p14:cNvContentPartPr/>
                <p14:nvPr/>
              </p14:nvContentPartPr>
              <p14:xfrm>
                <a:off x="1811179" y="3552499"/>
                <a:ext cx="40320" cy="143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27238C8-99FE-CC1E-1F07-9C12601E4AC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800739" y="3541699"/>
                  <a:ext cx="615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78BF396-FD8F-5346-9EEC-C92BF6A1AF4C}"/>
                    </a:ext>
                  </a:extLst>
                </p14:cNvPr>
                <p14:cNvContentPartPr/>
                <p14:nvPr/>
              </p14:nvContentPartPr>
              <p14:xfrm>
                <a:off x="1859419" y="3504259"/>
                <a:ext cx="60120" cy="96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78BF396-FD8F-5346-9EEC-C92BF6A1AF4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848619" y="3493459"/>
                  <a:ext cx="813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C233AB0-C618-3D02-0499-051D443147F2}"/>
                    </a:ext>
                  </a:extLst>
                </p14:cNvPr>
                <p14:cNvContentPartPr/>
                <p14:nvPr/>
              </p14:nvContentPartPr>
              <p14:xfrm>
                <a:off x="1909459" y="3453139"/>
                <a:ext cx="104040" cy="108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C233AB0-C618-3D02-0499-051D443147F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899019" y="3442699"/>
                  <a:ext cx="1252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8EA68BE-9D30-7604-4DEF-E4CA5DD83D4C}"/>
                    </a:ext>
                  </a:extLst>
                </p14:cNvPr>
                <p14:cNvContentPartPr/>
                <p14:nvPr/>
              </p14:nvContentPartPr>
              <p14:xfrm>
                <a:off x="2206459" y="2811979"/>
                <a:ext cx="5744160" cy="9554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8EA68BE-9D30-7604-4DEF-E4CA5DD83D4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196019" y="2801179"/>
                  <a:ext cx="5765400" cy="97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DE565FB-4106-860F-F0CF-82A9857FB214}"/>
              </a:ext>
            </a:extLst>
          </p:cNvPr>
          <p:cNvGrpSpPr/>
          <p:nvPr/>
        </p:nvGrpSpPr>
        <p:grpSpPr>
          <a:xfrm>
            <a:off x="5826979" y="1463059"/>
            <a:ext cx="2933640" cy="978120"/>
            <a:chOff x="5826979" y="1463059"/>
            <a:chExt cx="2933640" cy="97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AAF4630-C70E-FC37-0C88-1F00E8369FD2}"/>
                    </a:ext>
                  </a:extLst>
                </p14:cNvPr>
                <p14:cNvContentPartPr/>
                <p14:nvPr/>
              </p14:nvContentPartPr>
              <p14:xfrm>
                <a:off x="5826979" y="2188819"/>
                <a:ext cx="2933640" cy="252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AAF4630-C70E-FC37-0C88-1F00E8369FD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816539" y="2178019"/>
                  <a:ext cx="29548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457F395-920B-FEA2-70C5-ACE324DB53EC}"/>
                    </a:ext>
                  </a:extLst>
                </p14:cNvPr>
                <p14:cNvContentPartPr/>
                <p14:nvPr/>
              </p14:nvContentPartPr>
              <p14:xfrm>
                <a:off x="6391819" y="1882819"/>
                <a:ext cx="274320" cy="1465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457F395-920B-FEA2-70C5-ACE324DB53E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381019" y="1872019"/>
                  <a:ext cx="2955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BB328F3-5F50-837D-7457-0BA37974EA7C}"/>
                    </a:ext>
                  </a:extLst>
                </p14:cNvPr>
                <p14:cNvContentPartPr/>
                <p14:nvPr/>
              </p14:nvContentPartPr>
              <p14:xfrm>
                <a:off x="6610699" y="1755379"/>
                <a:ext cx="38160" cy="194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BB328F3-5F50-837D-7457-0BA37974EA7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99899" y="1744939"/>
                  <a:ext cx="594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9133CE5-1DEF-A48F-4574-0E302509A131}"/>
                    </a:ext>
                  </a:extLst>
                </p14:cNvPr>
                <p14:cNvContentPartPr/>
                <p14:nvPr/>
              </p14:nvContentPartPr>
              <p14:xfrm>
                <a:off x="6710779" y="1765459"/>
                <a:ext cx="146520" cy="330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9133CE5-1DEF-A48F-4574-0E302509A13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700339" y="1755019"/>
                  <a:ext cx="16776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BF0367C-8FA2-88E9-ED9E-F8D220D83C23}"/>
                    </a:ext>
                  </a:extLst>
                </p14:cNvPr>
                <p14:cNvContentPartPr/>
                <p14:nvPr/>
              </p14:nvContentPartPr>
              <p14:xfrm>
                <a:off x="6739579" y="1539739"/>
                <a:ext cx="266400" cy="2757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BF0367C-8FA2-88E9-ED9E-F8D220D83C2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728779" y="1528939"/>
                  <a:ext cx="2876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ED9BB3D-B7BE-72AF-9E15-2DF4DF893B13}"/>
                    </a:ext>
                  </a:extLst>
                </p14:cNvPr>
                <p14:cNvContentPartPr/>
                <p14:nvPr/>
              </p14:nvContentPartPr>
              <p14:xfrm>
                <a:off x="6991939" y="1463059"/>
                <a:ext cx="130320" cy="297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ED9BB3D-B7BE-72AF-9E15-2DF4DF893B1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981139" y="1452259"/>
                  <a:ext cx="1515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5C06DDB-113B-AC1F-6D80-B1A18A042EE8}"/>
                    </a:ext>
                  </a:extLst>
                </p14:cNvPr>
                <p14:cNvContentPartPr/>
                <p14:nvPr/>
              </p14:nvContentPartPr>
              <p14:xfrm>
                <a:off x="7014259" y="1503019"/>
                <a:ext cx="212760" cy="1148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5C06DDB-113B-AC1F-6D80-B1A18A042EE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003459" y="1492219"/>
                  <a:ext cx="234000" cy="136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CC08D6A-3E5B-BE34-FDBB-9A612ADA89A7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Time Series</a:t>
            </a:r>
          </a:p>
        </p:txBody>
      </p:sp>
    </p:spTree>
    <p:extLst>
      <p:ext uri="{BB962C8B-B14F-4D97-AF65-F5344CB8AC3E}">
        <p14:creationId xmlns:p14="http://schemas.microsoft.com/office/powerpoint/2010/main" val="276484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B1BBD58-8A6C-B3CF-30A9-1ED5CB236C6D}"/>
              </a:ext>
            </a:extLst>
          </p:cNvPr>
          <p:cNvGrpSpPr/>
          <p:nvPr/>
        </p:nvGrpSpPr>
        <p:grpSpPr>
          <a:xfrm>
            <a:off x="776539" y="660259"/>
            <a:ext cx="1227600" cy="698760"/>
            <a:chOff x="776539" y="660259"/>
            <a:chExt cx="1227600" cy="69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7970FE8-4123-BBFC-EB99-0CC58600F490}"/>
                    </a:ext>
                  </a:extLst>
                </p14:cNvPr>
                <p14:cNvContentPartPr/>
                <p14:nvPr/>
              </p14:nvContentPartPr>
              <p14:xfrm>
                <a:off x="776539" y="766459"/>
                <a:ext cx="264960" cy="227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7970FE8-4123-BBFC-EB99-0CC58600F49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65739" y="755659"/>
                  <a:ext cx="2862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05E22D2-CF59-C65C-DDB2-B2C61FBDCB0B}"/>
                    </a:ext>
                  </a:extLst>
                </p14:cNvPr>
                <p14:cNvContentPartPr/>
                <p14:nvPr/>
              </p14:nvContentPartPr>
              <p14:xfrm>
                <a:off x="821179" y="910819"/>
                <a:ext cx="326880" cy="448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05E22D2-CF59-C65C-DDB2-B2C61FBDCB0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0739" y="900019"/>
                  <a:ext cx="34812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548B31B-366A-D097-135E-FBAF91616FCD}"/>
                    </a:ext>
                  </a:extLst>
                </p14:cNvPr>
                <p14:cNvContentPartPr/>
                <p14:nvPr/>
              </p14:nvContentPartPr>
              <p14:xfrm>
                <a:off x="933139" y="1105579"/>
                <a:ext cx="322200" cy="141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548B31B-366A-D097-135E-FBAF91616FC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2699" y="1094779"/>
                  <a:ext cx="3434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50C4866-D7C3-F068-6259-B00A6146637C}"/>
                    </a:ext>
                  </a:extLst>
                </p14:cNvPr>
                <p14:cNvContentPartPr/>
                <p14:nvPr/>
              </p14:nvContentPartPr>
              <p14:xfrm>
                <a:off x="1227619" y="786979"/>
                <a:ext cx="527760" cy="474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50C4866-D7C3-F068-6259-B00A6146637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16819" y="776539"/>
                  <a:ext cx="54900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4A0CEEA-842E-9D6F-A7E0-78B53505DC39}"/>
                    </a:ext>
                  </a:extLst>
                </p14:cNvPr>
                <p14:cNvContentPartPr/>
                <p14:nvPr/>
              </p14:nvContentPartPr>
              <p14:xfrm>
                <a:off x="1661779" y="660259"/>
                <a:ext cx="342360" cy="358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4A0CEEA-842E-9D6F-A7E0-78B53505DC3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51339" y="649459"/>
                  <a:ext cx="363600" cy="38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A00AE9E-4FC4-D1C9-A6A1-62D690A2D7E5}"/>
              </a:ext>
            </a:extLst>
          </p:cNvPr>
          <p:cNvGrpSpPr/>
          <p:nvPr/>
        </p:nvGrpSpPr>
        <p:grpSpPr>
          <a:xfrm>
            <a:off x="2411299" y="160579"/>
            <a:ext cx="2387880" cy="1103760"/>
            <a:chOff x="2411299" y="160579"/>
            <a:chExt cx="2387880" cy="11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CAE82A2-4548-77C8-D98F-DCE69A3569AF}"/>
                    </a:ext>
                  </a:extLst>
                </p14:cNvPr>
                <p14:cNvContentPartPr/>
                <p14:nvPr/>
              </p14:nvContentPartPr>
              <p14:xfrm>
                <a:off x="2411299" y="959059"/>
                <a:ext cx="216720" cy="305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CAE82A2-4548-77C8-D98F-DCE69A3569A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00499" y="948259"/>
                  <a:ext cx="2379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18E2179-EC5C-EC41-C2C4-DF529281D82C}"/>
                    </a:ext>
                  </a:extLst>
                </p14:cNvPr>
                <p14:cNvContentPartPr/>
                <p14:nvPr/>
              </p14:nvContentPartPr>
              <p14:xfrm>
                <a:off x="2678419" y="934939"/>
                <a:ext cx="194040" cy="233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18E2179-EC5C-EC41-C2C4-DF529281D82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67979" y="924499"/>
                  <a:ext cx="2152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505F818-8348-BEB8-E883-A889CFD8365E}"/>
                    </a:ext>
                  </a:extLst>
                </p14:cNvPr>
                <p14:cNvContentPartPr/>
                <p14:nvPr/>
              </p14:nvContentPartPr>
              <p14:xfrm>
                <a:off x="2872459" y="826939"/>
                <a:ext cx="115200" cy="312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505F818-8348-BEB8-E883-A889CFD8365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62019" y="816139"/>
                  <a:ext cx="1364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7E03E09-DD15-E0B9-356D-8BA9DBA8406D}"/>
                    </a:ext>
                  </a:extLst>
                </p14:cNvPr>
                <p14:cNvContentPartPr/>
                <p14:nvPr/>
              </p14:nvContentPartPr>
              <p14:xfrm>
                <a:off x="2882179" y="903619"/>
                <a:ext cx="78120" cy="105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7E03E09-DD15-E0B9-356D-8BA9DBA8406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71379" y="892819"/>
                  <a:ext cx="993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73A2413-5141-2230-4549-A51B25CB4DBF}"/>
                    </a:ext>
                  </a:extLst>
                </p14:cNvPr>
                <p14:cNvContentPartPr/>
                <p14:nvPr/>
              </p14:nvContentPartPr>
              <p14:xfrm>
                <a:off x="2975059" y="891379"/>
                <a:ext cx="182880" cy="161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73A2413-5141-2230-4549-A51B25CB4DB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64259" y="880579"/>
                  <a:ext cx="2041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542EC7D-5CA7-62D0-21FE-3F52A592ED8A}"/>
                    </a:ext>
                  </a:extLst>
                </p14:cNvPr>
                <p14:cNvContentPartPr/>
                <p14:nvPr/>
              </p14:nvContentPartPr>
              <p14:xfrm>
                <a:off x="3163339" y="856459"/>
                <a:ext cx="183600" cy="123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542EC7D-5CA7-62D0-21FE-3F52A592ED8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52899" y="846019"/>
                  <a:ext cx="2048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2495D32-8A38-F24F-2F36-6659FEDC0D18}"/>
                    </a:ext>
                  </a:extLst>
                </p14:cNvPr>
                <p14:cNvContentPartPr/>
                <p14:nvPr/>
              </p14:nvContentPartPr>
              <p14:xfrm>
                <a:off x="3514699" y="577459"/>
                <a:ext cx="199080" cy="351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2495D32-8A38-F24F-2F36-6659FEDC0D1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03899" y="566659"/>
                  <a:ext cx="22032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868CEA7-C9AE-C59D-BB0F-55C7A2914F68}"/>
                    </a:ext>
                  </a:extLst>
                </p14:cNvPr>
                <p14:cNvContentPartPr/>
                <p14:nvPr/>
              </p14:nvContentPartPr>
              <p14:xfrm>
                <a:off x="3578059" y="574219"/>
                <a:ext cx="392400" cy="286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868CEA7-C9AE-C59D-BB0F-55C7A2914F6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67619" y="563419"/>
                  <a:ext cx="4136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C34AE79-D142-2D39-D014-2F085444F960}"/>
                    </a:ext>
                  </a:extLst>
                </p14:cNvPr>
                <p14:cNvContentPartPr/>
                <p14:nvPr/>
              </p14:nvContentPartPr>
              <p14:xfrm>
                <a:off x="3914659" y="441379"/>
                <a:ext cx="155520" cy="253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C34AE79-D142-2D39-D014-2F085444F96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03859" y="430939"/>
                  <a:ext cx="1767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6C8A3A2-0DB4-66A5-7BBF-B1C454CB1824}"/>
                    </a:ext>
                  </a:extLst>
                </p14:cNvPr>
                <p14:cNvContentPartPr/>
                <p14:nvPr/>
              </p14:nvContentPartPr>
              <p14:xfrm>
                <a:off x="3980539" y="512299"/>
                <a:ext cx="116640" cy="120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6C8A3A2-0DB4-66A5-7BBF-B1C454CB182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69739" y="501859"/>
                  <a:ext cx="1378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77486A2-F051-84DF-3E1F-BF3CDB6BF792}"/>
                    </a:ext>
                  </a:extLst>
                </p14:cNvPr>
                <p14:cNvContentPartPr/>
                <p14:nvPr/>
              </p14:nvContentPartPr>
              <p14:xfrm>
                <a:off x="4102939" y="221059"/>
                <a:ext cx="347760" cy="405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77486A2-F051-84DF-3E1F-BF3CDB6BF79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92499" y="210259"/>
                  <a:ext cx="36900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6C5E86F-13E7-1742-BD79-CFF29D718A39}"/>
                    </a:ext>
                  </a:extLst>
                </p14:cNvPr>
                <p14:cNvContentPartPr/>
                <p14:nvPr/>
              </p14:nvContentPartPr>
              <p14:xfrm>
                <a:off x="4420819" y="160579"/>
                <a:ext cx="38520" cy="21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6C5E86F-13E7-1742-BD79-CFF29D718A3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10019" y="150139"/>
                  <a:ext cx="597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72DA157-8337-C3BB-EA56-7A2BE19F703F}"/>
                    </a:ext>
                  </a:extLst>
                </p14:cNvPr>
                <p14:cNvContentPartPr/>
                <p14:nvPr/>
              </p14:nvContentPartPr>
              <p14:xfrm>
                <a:off x="4500739" y="286219"/>
                <a:ext cx="298440" cy="189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72DA157-8337-C3BB-EA56-7A2BE19F703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489939" y="275419"/>
                  <a:ext cx="31968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234AAC2-9ED5-1931-B90D-7E0A724D66CA}"/>
              </a:ext>
            </a:extLst>
          </p:cNvPr>
          <p:cNvGrpSpPr/>
          <p:nvPr/>
        </p:nvGrpSpPr>
        <p:grpSpPr>
          <a:xfrm>
            <a:off x="964099" y="2139859"/>
            <a:ext cx="781560" cy="1322640"/>
            <a:chOff x="964099" y="2139859"/>
            <a:chExt cx="781560" cy="132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92B894A-A424-13B4-89C3-C35654A6C3DA}"/>
                    </a:ext>
                  </a:extLst>
                </p14:cNvPr>
                <p14:cNvContentPartPr/>
                <p14:nvPr/>
              </p14:nvContentPartPr>
              <p14:xfrm>
                <a:off x="1278019" y="2476099"/>
                <a:ext cx="246600" cy="986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92B894A-A424-13B4-89C3-C35654A6C3D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267219" y="2465659"/>
                  <a:ext cx="267840" cy="10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AE2BDF6-0F3F-B67D-D38C-191A29C2E33F}"/>
                    </a:ext>
                  </a:extLst>
                </p14:cNvPr>
                <p14:cNvContentPartPr/>
                <p14:nvPr/>
              </p14:nvContentPartPr>
              <p14:xfrm>
                <a:off x="1241299" y="2139859"/>
                <a:ext cx="183960" cy="417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AE2BDF6-0F3F-B67D-D38C-191A29C2E33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30859" y="2129419"/>
                  <a:ext cx="20520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F1CD69D-6C3B-3720-1CF1-8684481DA0A4}"/>
                    </a:ext>
                  </a:extLst>
                </p14:cNvPr>
                <p14:cNvContentPartPr/>
                <p14:nvPr/>
              </p14:nvContentPartPr>
              <p14:xfrm>
                <a:off x="964099" y="2512099"/>
                <a:ext cx="342360" cy="212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F1CD69D-6C3B-3720-1CF1-8684481DA0A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53299" y="2501299"/>
                  <a:ext cx="3636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67E91CE-4396-C489-56A3-CB2BCDCCA89C}"/>
                    </a:ext>
                  </a:extLst>
                </p14:cNvPr>
                <p14:cNvContentPartPr/>
                <p14:nvPr/>
              </p14:nvContentPartPr>
              <p14:xfrm>
                <a:off x="1302499" y="2532979"/>
                <a:ext cx="443160" cy="327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67E91CE-4396-C489-56A3-CB2BCDCCA89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291699" y="2522179"/>
                  <a:ext cx="464400" cy="34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E74F53-91B8-F089-0535-2D27B991075D}"/>
              </a:ext>
            </a:extLst>
          </p:cNvPr>
          <p:cNvGrpSpPr/>
          <p:nvPr/>
        </p:nvGrpSpPr>
        <p:grpSpPr>
          <a:xfrm>
            <a:off x="974899" y="3552499"/>
            <a:ext cx="1565640" cy="1133280"/>
            <a:chOff x="974899" y="3552499"/>
            <a:chExt cx="1565640" cy="11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D3B089B-C8EB-C393-E0ED-C155250863ED}"/>
                    </a:ext>
                  </a:extLst>
                </p14:cNvPr>
                <p14:cNvContentPartPr/>
                <p14:nvPr/>
              </p14:nvContentPartPr>
              <p14:xfrm>
                <a:off x="974899" y="4087099"/>
                <a:ext cx="678960" cy="598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D3B089B-C8EB-C393-E0ED-C155250863E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64459" y="4076659"/>
                  <a:ext cx="700200" cy="61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3B70619-C99E-894F-DBAE-C585E79F1E97}"/>
                    </a:ext>
                  </a:extLst>
                </p14:cNvPr>
                <p14:cNvContentPartPr/>
                <p14:nvPr/>
              </p14:nvContentPartPr>
              <p14:xfrm>
                <a:off x="1158859" y="4179259"/>
                <a:ext cx="166680" cy="448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3B70619-C99E-894F-DBAE-C585E79F1E9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48059" y="4168459"/>
                  <a:ext cx="18792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74F174A-3B79-2E68-287F-568FD1C5C72E}"/>
                    </a:ext>
                  </a:extLst>
                </p14:cNvPr>
                <p14:cNvContentPartPr/>
                <p14:nvPr/>
              </p14:nvContentPartPr>
              <p14:xfrm>
                <a:off x="1309339" y="4145419"/>
                <a:ext cx="126720" cy="440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74F174A-3B79-2E68-287F-568FD1C5C7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298539" y="4134979"/>
                  <a:ext cx="14796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CC7C7EB-47CA-CE2A-28E6-264947035E05}"/>
                    </a:ext>
                  </a:extLst>
                </p14:cNvPr>
                <p14:cNvContentPartPr/>
                <p14:nvPr/>
              </p14:nvContentPartPr>
              <p14:xfrm>
                <a:off x="1413019" y="4231099"/>
                <a:ext cx="163440" cy="412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CC7C7EB-47CA-CE2A-28E6-264947035E0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02579" y="4220659"/>
                  <a:ext cx="18468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4BB97EF-3D70-AE28-638F-3B62E428C9CB}"/>
                    </a:ext>
                  </a:extLst>
                </p14:cNvPr>
                <p14:cNvContentPartPr/>
                <p14:nvPr/>
              </p14:nvContentPartPr>
              <p14:xfrm>
                <a:off x="1777699" y="3901699"/>
                <a:ext cx="167760" cy="278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4BB97EF-3D70-AE28-638F-3B62E428C9C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66899" y="3890899"/>
                  <a:ext cx="1890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E50BD2C-C778-99D2-3BAF-BF6248A89C79}"/>
                    </a:ext>
                  </a:extLst>
                </p14:cNvPr>
                <p14:cNvContentPartPr/>
                <p14:nvPr/>
              </p14:nvContentPartPr>
              <p14:xfrm>
                <a:off x="1962739" y="3744379"/>
                <a:ext cx="178920" cy="276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E50BD2C-C778-99D2-3BAF-BF6248A89C7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951939" y="3733939"/>
                  <a:ext cx="2001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3B15E92-7553-84D7-7209-22B84BC97C19}"/>
                    </a:ext>
                  </a:extLst>
                </p14:cNvPr>
                <p14:cNvContentPartPr/>
                <p14:nvPr/>
              </p14:nvContentPartPr>
              <p14:xfrm>
                <a:off x="2064619" y="3732859"/>
                <a:ext cx="85320" cy="115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3B15E92-7553-84D7-7209-22B84BC97C1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054179" y="3722059"/>
                  <a:ext cx="1065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7D6A6CF-62AA-A180-8A7A-BCED56BBC4B8}"/>
                    </a:ext>
                  </a:extLst>
                </p14:cNvPr>
                <p14:cNvContentPartPr/>
                <p14:nvPr/>
              </p14:nvContentPartPr>
              <p14:xfrm>
                <a:off x="2127979" y="3765979"/>
                <a:ext cx="84240" cy="217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7D6A6CF-62AA-A180-8A7A-BCED56BBC4B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117539" y="3755179"/>
                  <a:ext cx="1054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D3E2711-B607-CECF-2666-0A44625132C8}"/>
                    </a:ext>
                  </a:extLst>
                </p14:cNvPr>
                <p14:cNvContentPartPr/>
                <p14:nvPr/>
              </p14:nvContentPartPr>
              <p14:xfrm>
                <a:off x="2193499" y="3654379"/>
                <a:ext cx="194040" cy="243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D3E2711-B607-CECF-2666-0A44625132C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183059" y="3643579"/>
                  <a:ext cx="2152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203D828-3825-F46B-A7E1-C4A0C4312829}"/>
                    </a:ext>
                  </a:extLst>
                </p14:cNvPr>
                <p14:cNvContentPartPr/>
                <p14:nvPr/>
              </p14:nvContentPartPr>
              <p14:xfrm>
                <a:off x="2318419" y="3552499"/>
                <a:ext cx="27720" cy="21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203D828-3825-F46B-A7E1-C4A0C431282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07619" y="3542059"/>
                  <a:ext cx="489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B5EF1C0-426B-2B3E-C28F-BD87837249F8}"/>
                    </a:ext>
                  </a:extLst>
                </p14:cNvPr>
                <p14:cNvContentPartPr/>
                <p14:nvPr/>
              </p14:nvContentPartPr>
              <p14:xfrm>
                <a:off x="2423539" y="3595699"/>
                <a:ext cx="117000" cy="241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B5EF1C0-426B-2B3E-C28F-BD87837249F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413099" y="3585259"/>
                  <a:ext cx="138240" cy="26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2595829-CA34-FA36-E9CD-3276F6F7ACAD}"/>
              </a:ext>
            </a:extLst>
          </p:cNvPr>
          <p:cNvGrpSpPr/>
          <p:nvPr/>
        </p:nvGrpSpPr>
        <p:grpSpPr>
          <a:xfrm>
            <a:off x="1777339" y="2226619"/>
            <a:ext cx="470160" cy="482400"/>
            <a:chOff x="1777339" y="2226619"/>
            <a:chExt cx="470160" cy="48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C4ACAAE-DE8F-18C1-4D59-4105ED97C26E}"/>
                    </a:ext>
                  </a:extLst>
                </p14:cNvPr>
                <p14:cNvContentPartPr/>
                <p14:nvPr/>
              </p14:nvContentPartPr>
              <p14:xfrm>
                <a:off x="1777339" y="2558899"/>
                <a:ext cx="157680" cy="150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C4ACAAE-DE8F-18C1-4D59-4105ED97C26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66539" y="2548099"/>
                  <a:ext cx="1789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DDE81F0-0298-E026-850D-9BF234E74BF0}"/>
                    </a:ext>
                  </a:extLst>
                </p14:cNvPr>
                <p14:cNvContentPartPr/>
                <p14:nvPr/>
              </p14:nvContentPartPr>
              <p14:xfrm>
                <a:off x="1952659" y="2482219"/>
                <a:ext cx="88200" cy="147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DDE81F0-0298-E026-850D-9BF234E74BF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941859" y="2471419"/>
                  <a:ext cx="1094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7B46654-8B89-8C6E-1E27-2E6967E96521}"/>
                    </a:ext>
                  </a:extLst>
                </p14:cNvPr>
                <p14:cNvContentPartPr/>
                <p14:nvPr/>
              </p14:nvContentPartPr>
              <p14:xfrm>
                <a:off x="1959859" y="2441179"/>
                <a:ext cx="29160" cy="12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7B46654-8B89-8C6E-1E27-2E6967E9652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949419" y="2430379"/>
                  <a:ext cx="50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346A4E3-7C24-F8D6-363B-83198C8DB0ED}"/>
                    </a:ext>
                  </a:extLst>
                </p14:cNvPr>
                <p14:cNvContentPartPr/>
                <p14:nvPr/>
              </p14:nvContentPartPr>
              <p14:xfrm>
                <a:off x="2019259" y="2226619"/>
                <a:ext cx="228240" cy="294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346A4E3-7C24-F8D6-363B-83198C8DB0E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08459" y="2216179"/>
                  <a:ext cx="249480" cy="31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DF7D4E4-42A4-0AA3-2AF0-C7FA857F19D6}"/>
              </a:ext>
            </a:extLst>
          </p:cNvPr>
          <p:cNvGrpSpPr/>
          <p:nvPr/>
        </p:nvGrpSpPr>
        <p:grpSpPr>
          <a:xfrm>
            <a:off x="1087219" y="5079259"/>
            <a:ext cx="1465200" cy="1610280"/>
            <a:chOff x="1087219" y="5079259"/>
            <a:chExt cx="1465200" cy="161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D0832E1-0535-59FD-74AA-8C774ADB2B2B}"/>
                    </a:ext>
                  </a:extLst>
                </p14:cNvPr>
                <p14:cNvContentPartPr/>
                <p14:nvPr/>
              </p14:nvContentPartPr>
              <p14:xfrm>
                <a:off x="1087219" y="5079259"/>
                <a:ext cx="930240" cy="1610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D0832E1-0535-59FD-74AA-8C774ADB2B2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6419" y="5068459"/>
                  <a:ext cx="951480" cy="16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0FA3156-8350-95AE-5664-9C3AC2A30DF3}"/>
                    </a:ext>
                  </a:extLst>
                </p14:cNvPr>
                <p14:cNvContentPartPr/>
                <p14:nvPr/>
              </p14:nvContentPartPr>
              <p14:xfrm>
                <a:off x="2189899" y="5328379"/>
                <a:ext cx="183960" cy="343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0FA3156-8350-95AE-5664-9C3AC2A30DF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79459" y="5317579"/>
                  <a:ext cx="20520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F29E406-10E3-26AF-3114-51B94EDF5D22}"/>
                    </a:ext>
                  </a:extLst>
                </p14:cNvPr>
                <p14:cNvContentPartPr/>
                <p14:nvPr/>
              </p14:nvContentPartPr>
              <p14:xfrm>
                <a:off x="2316259" y="5240899"/>
                <a:ext cx="142560" cy="152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F29E406-10E3-26AF-3114-51B94EDF5D2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305819" y="5230459"/>
                  <a:ext cx="1638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E58D847-ABB2-DAEA-E65D-1DEF31E158B4}"/>
                    </a:ext>
                  </a:extLst>
                </p14:cNvPr>
                <p14:cNvContentPartPr/>
                <p14:nvPr/>
              </p14:nvContentPartPr>
              <p14:xfrm>
                <a:off x="2437219" y="5133979"/>
                <a:ext cx="115200" cy="262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E58D847-ABB2-DAEA-E65D-1DEF31E158B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426419" y="5123539"/>
                  <a:ext cx="13644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37D6FF5-82D3-3E1C-74B4-5E8AD264E0CE}"/>
              </a:ext>
            </a:extLst>
          </p:cNvPr>
          <p:cNvGrpSpPr/>
          <p:nvPr/>
        </p:nvGrpSpPr>
        <p:grpSpPr>
          <a:xfrm>
            <a:off x="2799019" y="4638259"/>
            <a:ext cx="592920" cy="646200"/>
            <a:chOff x="2799019" y="4638259"/>
            <a:chExt cx="592920" cy="64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DEF215B-A9E0-FF88-277E-820686FE5AAC}"/>
                    </a:ext>
                  </a:extLst>
                </p14:cNvPr>
                <p14:cNvContentPartPr/>
                <p14:nvPr/>
              </p14:nvContentPartPr>
              <p14:xfrm>
                <a:off x="2799019" y="4954339"/>
                <a:ext cx="137160" cy="330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DEF215B-A9E0-FF88-277E-820686FE5AA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788579" y="4943899"/>
                  <a:ext cx="1584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493DE6C-0E38-D4C4-4520-9B22BC8CB293}"/>
                    </a:ext>
                  </a:extLst>
                </p14:cNvPr>
                <p14:cNvContentPartPr/>
                <p14:nvPr/>
              </p14:nvContentPartPr>
              <p14:xfrm>
                <a:off x="2799379" y="4978459"/>
                <a:ext cx="116280" cy="181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493DE6C-0E38-D4C4-4520-9B22BC8CB29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788579" y="4968019"/>
                  <a:ext cx="1375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A76C00D-FD9E-4E12-39C1-86D9A45EC082}"/>
                    </a:ext>
                  </a:extLst>
                </p14:cNvPr>
                <p14:cNvContentPartPr/>
                <p14:nvPr/>
              </p14:nvContentPartPr>
              <p14:xfrm>
                <a:off x="2867059" y="4805299"/>
                <a:ext cx="138600" cy="266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A76C00D-FD9E-4E12-39C1-86D9A45EC08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56619" y="4794499"/>
                  <a:ext cx="1598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9C51783-36E2-D4D4-2E21-5B8EE862979F}"/>
                    </a:ext>
                  </a:extLst>
                </p14:cNvPr>
                <p14:cNvContentPartPr/>
                <p14:nvPr/>
              </p14:nvContentPartPr>
              <p14:xfrm>
                <a:off x="2976499" y="4638259"/>
                <a:ext cx="280800" cy="345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9C51783-36E2-D4D4-2E21-5B8EE862979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965699" y="4627459"/>
                  <a:ext cx="3020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EBB43CF-F0C4-80E2-9A65-2A17FBB8389E}"/>
                    </a:ext>
                  </a:extLst>
                </p14:cNvPr>
                <p14:cNvContentPartPr/>
                <p14:nvPr/>
              </p14:nvContentPartPr>
              <p14:xfrm>
                <a:off x="3159739" y="4681819"/>
                <a:ext cx="232200" cy="294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EBB43CF-F0C4-80E2-9A65-2A17FBB8389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148939" y="4671019"/>
                  <a:ext cx="253440" cy="31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76E26AE-131F-338F-426D-65D4E3E2EC3A}"/>
              </a:ext>
            </a:extLst>
          </p:cNvPr>
          <p:cNvGrpSpPr/>
          <p:nvPr/>
        </p:nvGrpSpPr>
        <p:grpSpPr>
          <a:xfrm>
            <a:off x="1960579" y="2545579"/>
            <a:ext cx="311040" cy="398160"/>
            <a:chOff x="1960579" y="2545579"/>
            <a:chExt cx="311040" cy="39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A2EA60C-8270-BBC0-C2C9-67149DB78F0B}"/>
                    </a:ext>
                  </a:extLst>
                </p14:cNvPr>
                <p14:cNvContentPartPr/>
                <p14:nvPr/>
              </p14:nvContentPartPr>
              <p14:xfrm>
                <a:off x="2203219" y="2790379"/>
                <a:ext cx="11880" cy="31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A2EA60C-8270-BBC0-C2C9-67149DB78F0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192419" y="2779579"/>
                  <a:ext cx="33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4D2FE0F-CEE9-6B58-FD22-6AAF0672CAC7}"/>
                    </a:ext>
                  </a:extLst>
                </p14:cNvPr>
                <p14:cNvContentPartPr/>
                <p14:nvPr/>
              </p14:nvContentPartPr>
              <p14:xfrm>
                <a:off x="1960579" y="2545579"/>
                <a:ext cx="261000" cy="304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4D2FE0F-CEE9-6B58-FD22-6AAF0672CAC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949779" y="2535139"/>
                  <a:ext cx="2822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E48E0E4-6DA1-BE37-60B9-E203A05A0AE8}"/>
                    </a:ext>
                  </a:extLst>
                </p14:cNvPr>
                <p14:cNvContentPartPr/>
                <p14:nvPr/>
              </p14:nvContentPartPr>
              <p14:xfrm>
                <a:off x="2076499" y="2795419"/>
                <a:ext cx="195120" cy="148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E48E0E4-6DA1-BE37-60B9-E203A05A0AE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066059" y="2784619"/>
                  <a:ext cx="21636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16405B4-404B-55AD-F449-55BC9734C9B5}"/>
              </a:ext>
            </a:extLst>
          </p:cNvPr>
          <p:cNvGrpSpPr/>
          <p:nvPr/>
        </p:nvGrpSpPr>
        <p:grpSpPr>
          <a:xfrm>
            <a:off x="2537299" y="1380259"/>
            <a:ext cx="2525040" cy="1423800"/>
            <a:chOff x="2537299" y="1380259"/>
            <a:chExt cx="2525040" cy="142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2D4AF22-951B-A618-265A-D1B23C1B68AF}"/>
                    </a:ext>
                  </a:extLst>
                </p14:cNvPr>
                <p14:cNvContentPartPr/>
                <p14:nvPr/>
              </p14:nvContentPartPr>
              <p14:xfrm>
                <a:off x="2537299" y="2217619"/>
                <a:ext cx="1697040" cy="290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2D4AF22-951B-A618-265A-D1B23C1B68A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26859" y="2206819"/>
                  <a:ext cx="17182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C611C1D-C7EE-2248-BA61-02E5E7F9BD87}"/>
                    </a:ext>
                  </a:extLst>
                </p14:cNvPr>
                <p14:cNvContentPartPr/>
                <p14:nvPr/>
              </p14:nvContentPartPr>
              <p14:xfrm>
                <a:off x="4057219" y="1848259"/>
                <a:ext cx="80640" cy="273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C611C1D-C7EE-2248-BA61-02E5E7F9BD8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046419" y="1837819"/>
                  <a:ext cx="1018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659B94F-D1DC-FC17-B29A-F66ABE41F6AA}"/>
                    </a:ext>
                  </a:extLst>
                </p14:cNvPr>
                <p14:cNvContentPartPr/>
                <p14:nvPr/>
              </p14:nvContentPartPr>
              <p14:xfrm>
                <a:off x="4050379" y="1925299"/>
                <a:ext cx="83520" cy="96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659B94F-D1DC-FC17-B29A-F66ABE41F6A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039939" y="1914859"/>
                  <a:ext cx="1047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B8E42EB-4F76-816E-C6BC-3BC27423F8ED}"/>
                    </a:ext>
                  </a:extLst>
                </p14:cNvPr>
                <p14:cNvContentPartPr/>
                <p14:nvPr/>
              </p14:nvContentPartPr>
              <p14:xfrm>
                <a:off x="4190059" y="1852579"/>
                <a:ext cx="246600" cy="314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B8E42EB-4F76-816E-C6BC-3BC27423F8E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179619" y="1841779"/>
                  <a:ext cx="2678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D01D500-BC5B-BAD1-B53B-73406D6A30E3}"/>
                    </a:ext>
                  </a:extLst>
                </p14:cNvPr>
                <p14:cNvContentPartPr/>
                <p14:nvPr/>
              </p14:nvContentPartPr>
              <p14:xfrm>
                <a:off x="4073419" y="1623979"/>
                <a:ext cx="135720" cy="144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D01D500-BC5B-BAD1-B53B-73406D6A30E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062619" y="1613179"/>
                  <a:ext cx="1569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EA3F747-85B5-B628-E9D0-7BF638F4C1A2}"/>
                    </a:ext>
                  </a:extLst>
                </p14:cNvPr>
                <p14:cNvContentPartPr/>
                <p14:nvPr/>
              </p14:nvContentPartPr>
              <p14:xfrm>
                <a:off x="4244059" y="1568179"/>
                <a:ext cx="33840" cy="136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EA3F747-85B5-B628-E9D0-7BF638F4C1A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233259" y="1557739"/>
                  <a:ext cx="550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BC75386-9785-924E-DAB5-7B40A0047130}"/>
                    </a:ext>
                  </a:extLst>
                </p14:cNvPr>
                <p14:cNvContentPartPr/>
                <p14:nvPr/>
              </p14:nvContentPartPr>
              <p14:xfrm>
                <a:off x="4235059" y="1527139"/>
                <a:ext cx="27720" cy="11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BC75386-9785-924E-DAB5-7B40A004713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224619" y="1516339"/>
                  <a:ext cx="48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CA01951-64E0-14AF-C962-015F144FFD25}"/>
                    </a:ext>
                  </a:extLst>
                </p14:cNvPr>
                <p14:cNvContentPartPr/>
                <p14:nvPr/>
              </p14:nvContentPartPr>
              <p14:xfrm>
                <a:off x="4314979" y="1380259"/>
                <a:ext cx="171000" cy="273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CA01951-64E0-14AF-C962-015F144FFD2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304179" y="1369459"/>
                  <a:ext cx="1922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51620C8-AF7C-2E7B-2B85-3150CBBE051D}"/>
                    </a:ext>
                  </a:extLst>
                </p14:cNvPr>
                <p14:cNvContentPartPr/>
                <p14:nvPr/>
              </p14:nvContentPartPr>
              <p14:xfrm>
                <a:off x="4338739" y="2195299"/>
                <a:ext cx="522360" cy="418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51620C8-AF7C-2E7B-2B85-3150CBBE051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327939" y="2184499"/>
                  <a:ext cx="54360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8AAB483-3F83-02EA-8175-1969FAF7C244}"/>
                    </a:ext>
                  </a:extLst>
                </p14:cNvPr>
                <p14:cNvContentPartPr/>
                <p14:nvPr/>
              </p14:nvContentPartPr>
              <p14:xfrm>
                <a:off x="4834819" y="2134099"/>
                <a:ext cx="227520" cy="2930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8AAB483-3F83-02EA-8175-1969FAF7C24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824379" y="2123299"/>
                  <a:ext cx="2487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3EB06EC-5C60-AE19-069B-39AACBF5FC56}"/>
                    </a:ext>
                  </a:extLst>
                </p14:cNvPr>
                <p14:cNvContentPartPr/>
                <p14:nvPr/>
              </p14:nvContentPartPr>
              <p14:xfrm>
                <a:off x="4767139" y="2656459"/>
                <a:ext cx="7200" cy="1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3EB06EC-5C60-AE19-069B-39AACBF5FC5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756339" y="2645659"/>
                  <a:ext cx="284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BAD73CE-3010-105D-D004-649B74CCF224}"/>
                    </a:ext>
                  </a:extLst>
                </p14:cNvPr>
                <p14:cNvContentPartPr/>
                <p14:nvPr/>
              </p14:nvContentPartPr>
              <p14:xfrm>
                <a:off x="4766779" y="2769859"/>
                <a:ext cx="13680" cy="34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BAD73CE-3010-105D-D004-649B74CCF22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755979" y="2759419"/>
                  <a:ext cx="34920" cy="5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1CCFAFD7-04C4-AB44-DC47-FEBB86BE9DB3}"/>
                  </a:ext>
                </a:extLst>
              </p14:cNvPr>
              <p14:cNvContentPartPr/>
              <p14:nvPr/>
            </p14:nvContentPartPr>
            <p14:xfrm>
              <a:off x="4808179" y="2945539"/>
              <a:ext cx="720" cy="183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1CCFAFD7-04C4-AB44-DC47-FEBB86BE9DB3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797739" y="2935099"/>
                <a:ext cx="219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471DF117-FAC7-0BD6-13CE-CACF8AC5C91A}"/>
                  </a:ext>
                </a:extLst>
              </p14:cNvPr>
              <p14:cNvContentPartPr/>
              <p14:nvPr/>
            </p14:nvContentPartPr>
            <p14:xfrm>
              <a:off x="2169379" y="3988819"/>
              <a:ext cx="312480" cy="2001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471DF117-FAC7-0BD6-13CE-CACF8AC5C91A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158939" y="3978019"/>
                <a:ext cx="33372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29E4E69E-DEA9-AD1A-39C2-FB4C01E87067}"/>
                  </a:ext>
                </a:extLst>
              </p14:cNvPr>
              <p14:cNvContentPartPr/>
              <p14:nvPr/>
            </p14:nvContentPartPr>
            <p14:xfrm>
              <a:off x="2926819" y="3513259"/>
              <a:ext cx="1455840" cy="2588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29E4E69E-DEA9-AD1A-39C2-FB4C01E8706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916379" y="3502819"/>
                <a:ext cx="147708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8A3EDA2D-03C6-A21D-B4EE-B9CB8FA58059}"/>
                  </a:ext>
                </a:extLst>
              </p14:cNvPr>
              <p14:cNvContentPartPr/>
              <p14:nvPr/>
            </p14:nvContentPartPr>
            <p14:xfrm>
              <a:off x="2664019" y="5275819"/>
              <a:ext cx="451080" cy="3456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8A3EDA2D-03C6-A21D-B4EE-B9CB8FA58059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653219" y="5265379"/>
                <a:ext cx="47232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3062E27D-64F3-399C-DFF2-3BECC3FB70D1}"/>
                  </a:ext>
                </a:extLst>
              </p14:cNvPr>
              <p14:cNvContentPartPr/>
              <p14:nvPr/>
            </p14:nvContentPartPr>
            <p14:xfrm>
              <a:off x="3707299" y="4749859"/>
              <a:ext cx="1051200" cy="26352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3062E27D-64F3-399C-DFF2-3BECC3FB70D1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696859" y="4739419"/>
                <a:ext cx="1072440" cy="28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000C23AA-1A7A-9132-D521-FB842D77F769}"/>
              </a:ext>
            </a:extLst>
          </p:cNvPr>
          <p:cNvGrpSpPr/>
          <p:nvPr/>
        </p:nvGrpSpPr>
        <p:grpSpPr>
          <a:xfrm>
            <a:off x="3022579" y="865459"/>
            <a:ext cx="945360" cy="560160"/>
            <a:chOff x="3022579" y="865459"/>
            <a:chExt cx="945360" cy="56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934CD29-3B50-9CD9-3B04-B9E10A639157}"/>
                    </a:ext>
                  </a:extLst>
                </p14:cNvPr>
                <p14:cNvContentPartPr/>
                <p14:nvPr/>
              </p14:nvContentPartPr>
              <p14:xfrm>
                <a:off x="3022579" y="865459"/>
                <a:ext cx="873720" cy="507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934CD29-3B50-9CD9-3B04-B9E10A63915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011779" y="854659"/>
                  <a:ext cx="89496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FBF6571-C652-5264-158D-53B374EF1E0C}"/>
                    </a:ext>
                  </a:extLst>
                </p14:cNvPr>
                <p14:cNvContentPartPr/>
                <p14:nvPr/>
              </p14:nvContentPartPr>
              <p14:xfrm>
                <a:off x="3369619" y="1132579"/>
                <a:ext cx="598320" cy="2930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FBF6571-C652-5264-158D-53B374EF1E0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359179" y="1122139"/>
                  <a:ext cx="619560" cy="31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17FCAB44-B69E-50EC-1097-9A8501D391E8}"/>
                  </a:ext>
                </a:extLst>
              </p14:cNvPr>
              <p14:cNvContentPartPr/>
              <p14:nvPr/>
            </p14:nvContentPartPr>
            <p14:xfrm>
              <a:off x="5492179" y="1624699"/>
              <a:ext cx="249840" cy="65808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17FCAB44-B69E-50EC-1097-9A8501D391E8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481739" y="1613899"/>
                <a:ext cx="271080" cy="67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0586A498-01BB-703D-801D-38F2B905A532}"/>
                  </a:ext>
                </a:extLst>
              </p14:cNvPr>
              <p14:cNvContentPartPr/>
              <p14:nvPr/>
            </p14:nvContentPartPr>
            <p14:xfrm>
              <a:off x="4789819" y="3208699"/>
              <a:ext cx="181080" cy="39852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0586A498-01BB-703D-801D-38F2B905A532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779019" y="3197899"/>
                <a:ext cx="20232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68E2F9C4-660A-D5E1-46C7-1FCF6DDB13C3}"/>
                  </a:ext>
                </a:extLst>
              </p14:cNvPr>
              <p14:cNvContentPartPr/>
              <p14:nvPr/>
            </p14:nvContentPartPr>
            <p14:xfrm>
              <a:off x="4889539" y="4464379"/>
              <a:ext cx="250200" cy="62928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68E2F9C4-660A-D5E1-46C7-1FCF6DDB13C3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4879099" y="4453939"/>
                <a:ext cx="271440" cy="65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BB83095E-57D3-277C-AAB0-192C86D26DAA}"/>
                  </a:ext>
                </a:extLst>
              </p14:cNvPr>
              <p14:cNvContentPartPr/>
              <p14:nvPr/>
            </p14:nvContentPartPr>
            <p14:xfrm>
              <a:off x="7033339" y="2628379"/>
              <a:ext cx="407160" cy="3808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BB83095E-57D3-277C-AAB0-192C86D26DAA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7022539" y="2617579"/>
                <a:ext cx="42840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C6E0D57F-B1F1-0193-E358-A12921630933}"/>
                  </a:ext>
                </a:extLst>
              </p14:cNvPr>
              <p14:cNvContentPartPr/>
              <p14:nvPr/>
            </p14:nvContentPartPr>
            <p14:xfrm>
              <a:off x="7107859" y="2872459"/>
              <a:ext cx="241560" cy="349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C6E0D57F-B1F1-0193-E358-A12921630933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097419" y="2861659"/>
                <a:ext cx="26280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2FDE1B38-BE9E-88BB-9522-B1500B41CF10}"/>
                  </a:ext>
                </a:extLst>
              </p14:cNvPr>
              <p14:cNvContentPartPr/>
              <p14:nvPr/>
            </p14:nvContentPartPr>
            <p14:xfrm>
              <a:off x="7302259" y="2925739"/>
              <a:ext cx="32040" cy="54972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2FDE1B38-BE9E-88BB-9522-B1500B41CF10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7291819" y="2914939"/>
                <a:ext cx="53280" cy="57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BCCE489F-6139-2B05-0BA6-F5DE4F1BEF6A}"/>
                  </a:ext>
                </a:extLst>
              </p14:cNvPr>
              <p14:cNvContentPartPr/>
              <p14:nvPr/>
            </p14:nvContentPartPr>
            <p14:xfrm>
              <a:off x="7101739" y="2896939"/>
              <a:ext cx="241560" cy="5684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BCCE489F-6139-2B05-0BA6-F5DE4F1BEF6A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090939" y="2886139"/>
                <a:ext cx="262800" cy="58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17554976-FF9D-BC27-0958-DC15896B7B4B}"/>
                  </a:ext>
                </a:extLst>
              </p14:cNvPr>
              <p14:cNvContentPartPr/>
              <p14:nvPr/>
            </p14:nvContentPartPr>
            <p14:xfrm>
              <a:off x="7884739" y="2662939"/>
              <a:ext cx="327600" cy="47376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17554976-FF9D-BC27-0958-DC15896B7B4B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874299" y="2652499"/>
                <a:ext cx="348840" cy="49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F96F35A1-6993-2301-5336-EA87FC2A19EB}"/>
                  </a:ext>
                </a:extLst>
              </p14:cNvPr>
              <p14:cNvContentPartPr/>
              <p14:nvPr/>
            </p14:nvContentPartPr>
            <p14:xfrm>
              <a:off x="7922899" y="3007459"/>
              <a:ext cx="214920" cy="331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F96F35A1-6993-2301-5336-EA87FC2A19EB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7912459" y="2997019"/>
                <a:ext cx="2361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D4BC5B1D-008B-E226-C98D-2580B38C6031}"/>
                  </a:ext>
                </a:extLst>
              </p14:cNvPr>
              <p14:cNvContentPartPr/>
              <p14:nvPr/>
            </p14:nvContentPartPr>
            <p14:xfrm>
              <a:off x="7843699" y="3066139"/>
              <a:ext cx="320040" cy="52488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D4BC5B1D-008B-E226-C98D-2580B38C6031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833259" y="3055699"/>
                <a:ext cx="341280" cy="54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6859BBDA-D717-3BEF-51CE-E83406B9D021}"/>
                  </a:ext>
                </a:extLst>
              </p14:cNvPr>
              <p14:cNvContentPartPr/>
              <p14:nvPr/>
            </p14:nvContentPartPr>
            <p14:xfrm>
              <a:off x="7371379" y="2253979"/>
              <a:ext cx="231480" cy="36180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6859BBDA-D717-3BEF-51CE-E83406B9D021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360939" y="2243179"/>
                <a:ext cx="25272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EFB07DC5-F5AB-67E6-FEEA-6CFBAC042929}"/>
                  </a:ext>
                </a:extLst>
              </p14:cNvPr>
              <p14:cNvContentPartPr/>
              <p14:nvPr/>
            </p14:nvContentPartPr>
            <p14:xfrm>
              <a:off x="8225299" y="2567539"/>
              <a:ext cx="173880" cy="2152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EFB07DC5-F5AB-67E6-FEEA-6CFBAC042929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8214859" y="2557099"/>
                <a:ext cx="19512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78F77386-9625-305A-536F-471A4F96E2BD}"/>
                  </a:ext>
                </a:extLst>
              </p14:cNvPr>
              <p14:cNvContentPartPr/>
              <p14:nvPr/>
            </p14:nvContentPartPr>
            <p14:xfrm>
              <a:off x="8246899" y="2082259"/>
              <a:ext cx="948600" cy="1987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78F77386-9625-305A-536F-471A4F96E2BD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8236099" y="2071819"/>
                <a:ext cx="96984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AF8BADE4-517C-2385-4C8F-B58472398756}"/>
                  </a:ext>
                </a:extLst>
              </p14:cNvPr>
              <p14:cNvContentPartPr/>
              <p14:nvPr/>
            </p14:nvContentPartPr>
            <p14:xfrm>
              <a:off x="7295779" y="1842859"/>
              <a:ext cx="1109520" cy="31284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AF8BADE4-517C-2385-4C8F-B58472398756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285339" y="1832059"/>
                <a:ext cx="113076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4393F886-54FA-6358-1521-1D9B24E8AA50}"/>
                  </a:ext>
                </a:extLst>
              </p14:cNvPr>
              <p14:cNvContentPartPr/>
              <p14:nvPr/>
            </p14:nvContentPartPr>
            <p14:xfrm>
              <a:off x="8971939" y="1022059"/>
              <a:ext cx="216360" cy="3420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4393F886-54FA-6358-1521-1D9B24E8AA50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8961499" y="1011619"/>
                <a:ext cx="23760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42EA7EC3-14D2-FEEF-CF96-658CDA97907E}"/>
                  </a:ext>
                </a:extLst>
              </p14:cNvPr>
              <p14:cNvContentPartPr/>
              <p14:nvPr/>
            </p14:nvContentPartPr>
            <p14:xfrm>
              <a:off x="9273619" y="1040779"/>
              <a:ext cx="243360" cy="2786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42EA7EC3-14D2-FEEF-CF96-658CDA97907E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9263179" y="1029979"/>
                <a:ext cx="26460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2CE0BC7B-32B8-AE8F-74A5-49E00C06CF75}"/>
                  </a:ext>
                </a:extLst>
              </p14:cNvPr>
              <p14:cNvContentPartPr/>
              <p14:nvPr/>
            </p14:nvContentPartPr>
            <p14:xfrm>
              <a:off x="9696259" y="969139"/>
              <a:ext cx="82800" cy="2624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2CE0BC7B-32B8-AE8F-74A5-49E00C06CF75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9685459" y="958339"/>
                <a:ext cx="10404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DB5BB666-0B76-8F53-DA51-BB13BA3C5EF8}"/>
                  </a:ext>
                </a:extLst>
              </p14:cNvPr>
              <p14:cNvContentPartPr/>
              <p14:nvPr/>
            </p14:nvContentPartPr>
            <p14:xfrm>
              <a:off x="9648019" y="1042579"/>
              <a:ext cx="296280" cy="10332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DB5BB666-0B76-8F53-DA51-BB13BA3C5EF8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9637579" y="1031779"/>
                <a:ext cx="31752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AA099EE-6D40-DD87-3072-15295A5AE9A3}"/>
                  </a:ext>
                </a:extLst>
              </p14:cNvPr>
              <p14:cNvContentPartPr/>
              <p14:nvPr/>
            </p14:nvContentPartPr>
            <p14:xfrm>
              <a:off x="10582579" y="784819"/>
              <a:ext cx="125280" cy="37440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AA099EE-6D40-DD87-3072-15295A5AE9A3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0571779" y="774019"/>
                <a:ext cx="14652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B5E73569-DACC-C95B-458A-265075035287}"/>
                  </a:ext>
                </a:extLst>
              </p14:cNvPr>
              <p14:cNvContentPartPr/>
              <p14:nvPr/>
            </p14:nvContentPartPr>
            <p14:xfrm>
              <a:off x="10619659" y="766819"/>
              <a:ext cx="238680" cy="1382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B5E73569-DACC-C95B-458A-265075035287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0608859" y="756019"/>
                <a:ext cx="25992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8A396ACC-2E2A-7B98-2973-CA6E508FA9D0}"/>
                  </a:ext>
                </a:extLst>
              </p14:cNvPr>
              <p14:cNvContentPartPr/>
              <p14:nvPr/>
            </p14:nvContentPartPr>
            <p14:xfrm>
              <a:off x="10864459" y="748459"/>
              <a:ext cx="135360" cy="33408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8A396ACC-2E2A-7B98-2973-CA6E508FA9D0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0853659" y="738019"/>
                <a:ext cx="15660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29EFCB-E177-B592-D361-738772DC6549}"/>
                  </a:ext>
                </a:extLst>
              </p14:cNvPr>
              <p14:cNvContentPartPr/>
              <p14:nvPr/>
            </p14:nvContentPartPr>
            <p14:xfrm>
              <a:off x="10513819" y="746659"/>
              <a:ext cx="125280" cy="5079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29EFCB-E177-B592-D361-738772DC6549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0503379" y="736219"/>
                <a:ext cx="146520" cy="52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66B12594-20FB-5A15-FB96-0FD60883298F}"/>
                  </a:ext>
                </a:extLst>
              </p14:cNvPr>
              <p14:cNvContentPartPr/>
              <p14:nvPr/>
            </p14:nvContentPartPr>
            <p14:xfrm>
              <a:off x="10500139" y="797419"/>
              <a:ext cx="11520" cy="738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66B12594-20FB-5A15-FB96-0FD60883298F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0489339" y="786979"/>
                <a:ext cx="3276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14D6F92F-1025-D711-D80A-7C12E239F339}"/>
                  </a:ext>
                </a:extLst>
              </p14:cNvPr>
              <p14:cNvContentPartPr/>
              <p14:nvPr/>
            </p14:nvContentPartPr>
            <p14:xfrm>
              <a:off x="10670059" y="1243819"/>
              <a:ext cx="6480" cy="21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14D6F92F-1025-D711-D80A-7C12E239F339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0659619" y="1233379"/>
                <a:ext cx="2772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4CF839BB-B713-5762-302E-6E952CDBCA95}"/>
                  </a:ext>
                </a:extLst>
              </p14:cNvPr>
              <p14:cNvContentPartPr/>
              <p14:nvPr/>
            </p14:nvContentPartPr>
            <p14:xfrm>
              <a:off x="6538339" y="4218859"/>
              <a:ext cx="236520" cy="214092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4CF839BB-B713-5762-302E-6E952CDBCA95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6527539" y="4208059"/>
                <a:ext cx="257760" cy="21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3F771B67-9EC3-3885-93CD-024E2267854F}"/>
                  </a:ext>
                </a:extLst>
              </p14:cNvPr>
              <p14:cNvContentPartPr/>
              <p14:nvPr/>
            </p14:nvContentPartPr>
            <p14:xfrm>
              <a:off x="6118579" y="5986099"/>
              <a:ext cx="4775760" cy="21312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3F771B67-9EC3-3885-93CD-024E2267854F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6108139" y="5975659"/>
                <a:ext cx="479700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D21D75C8-8CEA-9E42-5966-4C47687561CA}"/>
                  </a:ext>
                </a:extLst>
              </p14:cNvPr>
              <p14:cNvContentPartPr/>
              <p14:nvPr/>
            </p14:nvContentPartPr>
            <p14:xfrm>
              <a:off x="8515819" y="3785059"/>
              <a:ext cx="763560" cy="113076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D21D75C8-8CEA-9E42-5966-4C47687561CA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8505019" y="3774259"/>
                <a:ext cx="784800" cy="11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E5215130-6267-BEE3-F184-5F08F0A25156}"/>
                  </a:ext>
                </a:extLst>
              </p14:cNvPr>
              <p14:cNvContentPartPr/>
              <p14:nvPr/>
            </p14:nvContentPartPr>
            <p14:xfrm>
              <a:off x="8827219" y="4127419"/>
              <a:ext cx="244800" cy="74376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E5215130-6267-BEE3-F184-5F08F0A25156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8816779" y="4116619"/>
                <a:ext cx="266040" cy="76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C3D4DBFF-97F2-EA9A-B30A-9FC7E2670B7E}"/>
                  </a:ext>
                </a:extLst>
              </p14:cNvPr>
              <p14:cNvContentPartPr/>
              <p14:nvPr/>
            </p14:nvContentPartPr>
            <p14:xfrm>
              <a:off x="8730019" y="4144699"/>
              <a:ext cx="549360" cy="46080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C3D4DBFF-97F2-EA9A-B30A-9FC7E2670B7E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8719579" y="4134259"/>
                <a:ext cx="570600" cy="48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12D819C4-6772-EBDB-1681-192A6E537163}"/>
                  </a:ext>
                </a:extLst>
              </p14:cNvPr>
              <p14:cNvContentPartPr/>
              <p14:nvPr/>
            </p14:nvContentPartPr>
            <p14:xfrm>
              <a:off x="8801299" y="3369979"/>
              <a:ext cx="117720" cy="32616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12D819C4-6772-EBDB-1681-192A6E537163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8790859" y="3359539"/>
                <a:ext cx="13896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F05378E5-25BB-49B8-77BA-DEFAB63063A0}"/>
                  </a:ext>
                </a:extLst>
              </p14:cNvPr>
              <p14:cNvContentPartPr/>
              <p14:nvPr/>
            </p14:nvContentPartPr>
            <p14:xfrm>
              <a:off x="9002539" y="3412099"/>
              <a:ext cx="149040" cy="3225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F05378E5-25BB-49B8-77BA-DEFAB63063A0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8992099" y="3401299"/>
                <a:ext cx="17028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949D0254-CEF1-90E8-5588-41737518CD5C}"/>
                  </a:ext>
                </a:extLst>
              </p14:cNvPr>
              <p14:cNvContentPartPr/>
              <p14:nvPr/>
            </p14:nvContentPartPr>
            <p14:xfrm>
              <a:off x="6875659" y="5624659"/>
              <a:ext cx="129240" cy="52020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949D0254-CEF1-90E8-5588-41737518CD5C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864859" y="5614219"/>
                <a:ext cx="150480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639AA187-69A2-88AF-A93D-5A4A69846158}"/>
                  </a:ext>
                </a:extLst>
              </p14:cNvPr>
              <p14:cNvContentPartPr/>
              <p14:nvPr/>
            </p14:nvContentPartPr>
            <p14:xfrm>
              <a:off x="6956299" y="5501539"/>
              <a:ext cx="171360" cy="73584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639AA187-69A2-88AF-A93D-5A4A69846158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945499" y="5490739"/>
                <a:ext cx="192600" cy="75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0AC3901A-7D4C-7621-D6E0-9E3D44B3F908}"/>
                  </a:ext>
                </a:extLst>
              </p14:cNvPr>
              <p14:cNvContentPartPr/>
              <p14:nvPr/>
            </p14:nvContentPartPr>
            <p14:xfrm>
              <a:off x="7194979" y="5622139"/>
              <a:ext cx="92160" cy="6537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0AC3901A-7D4C-7621-D6E0-9E3D44B3F908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7184179" y="5611699"/>
                <a:ext cx="113400" cy="67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444A0CE8-B368-0621-345B-AE6C2C091C3B}"/>
                  </a:ext>
                </a:extLst>
              </p14:cNvPr>
              <p14:cNvContentPartPr/>
              <p14:nvPr/>
            </p14:nvContentPartPr>
            <p14:xfrm>
              <a:off x="7237819" y="5575339"/>
              <a:ext cx="159840" cy="73908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444A0CE8-B368-0621-345B-AE6C2C091C3B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227379" y="5564539"/>
                <a:ext cx="181080" cy="76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BFB6B48C-6FF7-9DF7-0BAA-00582FE0436B}"/>
                  </a:ext>
                </a:extLst>
              </p14:cNvPr>
              <p14:cNvContentPartPr/>
              <p14:nvPr/>
            </p14:nvContentPartPr>
            <p14:xfrm>
              <a:off x="7457419" y="5600899"/>
              <a:ext cx="69120" cy="54468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BFB6B48C-6FF7-9DF7-0BAA-00582FE0436B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7446979" y="5590459"/>
                <a:ext cx="90360" cy="56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FF1864DF-DDEF-3492-5968-E8B04C9BD553}"/>
                  </a:ext>
                </a:extLst>
              </p14:cNvPr>
              <p14:cNvContentPartPr/>
              <p14:nvPr/>
            </p14:nvContentPartPr>
            <p14:xfrm>
              <a:off x="7526179" y="5433139"/>
              <a:ext cx="140760" cy="98676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FF1864DF-DDEF-3492-5968-E8B04C9BD553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7515379" y="5422699"/>
                <a:ext cx="162000" cy="10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FEDE63CE-6DA5-DD44-74C2-A5A52C14FB7C}"/>
                  </a:ext>
                </a:extLst>
              </p14:cNvPr>
              <p14:cNvContentPartPr/>
              <p14:nvPr/>
            </p14:nvContentPartPr>
            <p14:xfrm>
              <a:off x="7657579" y="5483899"/>
              <a:ext cx="87480" cy="81288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FEDE63CE-6DA5-DD44-74C2-A5A52C14FB7C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7646779" y="5473099"/>
                <a:ext cx="108720" cy="83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2AB49DDE-6367-6A1F-73A4-59A9C14D2EAE}"/>
                  </a:ext>
                </a:extLst>
              </p14:cNvPr>
              <p14:cNvContentPartPr/>
              <p14:nvPr/>
            </p14:nvContentPartPr>
            <p14:xfrm>
              <a:off x="7779979" y="5535739"/>
              <a:ext cx="87480" cy="81648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2AB49DDE-6367-6A1F-73A4-59A9C14D2EAE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7769539" y="5524939"/>
                <a:ext cx="108720" cy="83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AF5DACD1-3F96-6694-A076-C5A4356E9CDF}"/>
                  </a:ext>
                </a:extLst>
              </p14:cNvPr>
              <p14:cNvContentPartPr/>
              <p14:nvPr/>
            </p14:nvContentPartPr>
            <p14:xfrm>
              <a:off x="7982299" y="5473819"/>
              <a:ext cx="84600" cy="75960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AF5DACD1-3F96-6694-A076-C5A4356E9CDF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7971499" y="5463019"/>
                <a:ext cx="105840" cy="78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2C7EA8A3-E017-0CE1-8ED0-7F85A7E4D930}"/>
                  </a:ext>
                </a:extLst>
              </p14:cNvPr>
              <p14:cNvContentPartPr/>
              <p14:nvPr/>
            </p14:nvContentPartPr>
            <p14:xfrm>
              <a:off x="8075899" y="5424499"/>
              <a:ext cx="45720" cy="82368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2C7EA8A3-E017-0CE1-8ED0-7F85A7E4D930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065099" y="5413699"/>
                <a:ext cx="66960" cy="84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F087994B-4338-74D0-A894-C19CE3F61EB1}"/>
                  </a:ext>
                </a:extLst>
              </p14:cNvPr>
              <p14:cNvContentPartPr/>
              <p14:nvPr/>
            </p14:nvContentPartPr>
            <p14:xfrm>
              <a:off x="8276779" y="5415859"/>
              <a:ext cx="45000" cy="82476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F087994B-4338-74D0-A894-C19CE3F61EB1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8265979" y="5405419"/>
                <a:ext cx="66240" cy="84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9C6A311A-CD26-1E0A-21F4-2A4175FDD235}"/>
                  </a:ext>
                </a:extLst>
              </p14:cNvPr>
              <p14:cNvContentPartPr/>
              <p14:nvPr/>
            </p14:nvContentPartPr>
            <p14:xfrm>
              <a:off x="8336899" y="5382379"/>
              <a:ext cx="128160" cy="92412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9C6A311A-CD26-1E0A-21F4-2A4175FDD235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8326459" y="5371939"/>
                <a:ext cx="149400" cy="9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868873C1-A00F-AA3D-890A-2AC71EC6BE7B}"/>
                  </a:ext>
                </a:extLst>
              </p14:cNvPr>
              <p14:cNvContentPartPr/>
              <p14:nvPr/>
            </p14:nvContentPartPr>
            <p14:xfrm>
              <a:off x="8578099" y="5384539"/>
              <a:ext cx="89640" cy="82908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868873C1-A00F-AA3D-890A-2AC71EC6BE7B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8567299" y="5373739"/>
                <a:ext cx="110880" cy="85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83EBF90D-15BB-317D-5608-42D939EED186}"/>
                  </a:ext>
                </a:extLst>
              </p14:cNvPr>
              <p14:cNvContentPartPr/>
              <p14:nvPr/>
            </p14:nvContentPartPr>
            <p14:xfrm>
              <a:off x="8679259" y="5406499"/>
              <a:ext cx="80640" cy="83628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83EBF90D-15BB-317D-5608-42D939EED186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8668819" y="5395699"/>
                <a:ext cx="101880" cy="85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4EA2E1F0-7797-321C-C2B6-7BA9CEBDB4A0}"/>
                  </a:ext>
                </a:extLst>
              </p14:cNvPr>
              <p14:cNvContentPartPr/>
              <p14:nvPr/>
            </p14:nvContentPartPr>
            <p14:xfrm>
              <a:off x="8849899" y="5347459"/>
              <a:ext cx="74880" cy="90072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4EA2E1F0-7797-321C-C2B6-7BA9CEBDB4A0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8839459" y="5336659"/>
                <a:ext cx="96120" cy="9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8325F62A-DC1E-2AD6-707C-49F40F400B89}"/>
                  </a:ext>
                </a:extLst>
              </p14:cNvPr>
              <p14:cNvContentPartPr/>
              <p14:nvPr/>
            </p14:nvContentPartPr>
            <p14:xfrm>
              <a:off x="8956819" y="5383099"/>
              <a:ext cx="12240" cy="81756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8325F62A-DC1E-2AD6-707C-49F40F400B89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8946019" y="5372659"/>
                <a:ext cx="33480" cy="83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CBD2DC48-73BE-E50F-C037-9ED441060180}"/>
                  </a:ext>
                </a:extLst>
              </p14:cNvPr>
              <p14:cNvContentPartPr/>
              <p14:nvPr/>
            </p14:nvContentPartPr>
            <p14:xfrm>
              <a:off x="9082099" y="5380939"/>
              <a:ext cx="73800" cy="8362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CBD2DC48-73BE-E50F-C037-9ED441060180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9071659" y="5370139"/>
                <a:ext cx="95040" cy="85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49A336A3-CDB6-0912-2CF4-70CBDD72FC67}"/>
                  </a:ext>
                </a:extLst>
              </p14:cNvPr>
              <p14:cNvContentPartPr/>
              <p14:nvPr/>
            </p14:nvContentPartPr>
            <p14:xfrm>
              <a:off x="9187219" y="5378059"/>
              <a:ext cx="57960" cy="79668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49A336A3-CDB6-0912-2CF4-70CBDD72FC67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9176419" y="5367619"/>
                <a:ext cx="79200" cy="81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45D9D05A-566F-48ED-F020-86C6E9329E90}"/>
                  </a:ext>
                </a:extLst>
              </p14:cNvPr>
              <p14:cNvContentPartPr/>
              <p14:nvPr/>
            </p14:nvContentPartPr>
            <p14:xfrm>
              <a:off x="9290539" y="5416939"/>
              <a:ext cx="109080" cy="75204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45D9D05A-566F-48ED-F020-86C6E9329E90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9279739" y="5406139"/>
                <a:ext cx="130320" cy="77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0047FA57-D73C-6E60-2B7F-99A7BDDDD602}"/>
                  </a:ext>
                </a:extLst>
              </p14:cNvPr>
              <p14:cNvContentPartPr/>
              <p14:nvPr/>
            </p14:nvContentPartPr>
            <p14:xfrm>
              <a:off x="9405019" y="5340259"/>
              <a:ext cx="114480" cy="85464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0047FA57-D73C-6E60-2B7F-99A7BDDDD602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9394579" y="5329459"/>
                <a:ext cx="135720" cy="87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A40837E3-F617-2E4F-EE04-28C255A16E72}"/>
                  </a:ext>
                </a:extLst>
              </p14:cNvPr>
              <p14:cNvContentPartPr/>
              <p14:nvPr/>
            </p14:nvContentPartPr>
            <p14:xfrm>
              <a:off x="9542899" y="5461219"/>
              <a:ext cx="18000" cy="71424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A40837E3-F617-2E4F-EE04-28C255A16E72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9532099" y="5450419"/>
                <a:ext cx="39240" cy="73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993F72E2-8604-F00D-6C87-6AAB85A76406}"/>
                  </a:ext>
                </a:extLst>
              </p14:cNvPr>
              <p14:cNvContentPartPr/>
              <p14:nvPr/>
            </p14:nvContentPartPr>
            <p14:xfrm>
              <a:off x="9641179" y="5454379"/>
              <a:ext cx="46080" cy="68724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993F72E2-8604-F00D-6C87-6AAB85A76406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9630379" y="5443939"/>
                <a:ext cx="67320" cy="70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C92FA86D-4B20-0C40-FFD6-C0BE41BA8049}"/>
                  </a:ext>
                </a:extLst>
              </p14:cNvPr>
              <p14:cNvContentPartPr/>
              <p14:nvPr/>
            </p14:nvContentPartPr>
            <p14:xfrm>
              <a:off x="9637219" y="5499379"/>
              <a:ext cx="136800" cy="70344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C92FA86D-4B20-0C40-FFD6-C0BE41BA8049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9626779" y="5488579"/>
                <a:ext cx="158040" cy="72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F2AFEBB5-CE64-22E3-D175-1B03A762044E}"/>
                  </a:ext>
                </a:extLst>
              </p14:cNvPr>
              <p14:cNvContentPartPr/>
              <p14:nvPr/>
            </p14:nvContentPartPr>
            <p14:xfrm>
              <a:off x="9811099" y="5559139"/>
              <a:ext cx="111600" cy="71820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F2AFEBB5-CE64-22E3-D175-1B03A762044E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9800659" y="5548699"/>
                <a:ext cx="132840" cy="73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58597051-7C0F-BF80-0BB8-ADB2E68C9A98}"/>
                  </a:ext>
                </a:extLst>
              </p14:cNvPr>
              <p14:cNvContentPartPr/>
              <p14:nvPr/>
            </p14:nvContentPartPr>
            <p14:xfrm>
              <a:off x="9941779" y="5469499"/>
              <a:ext cx="86760" cy="83772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58597051-7C0F-BF80-0BB8-ADB2E68C9A98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9931339" y="5458699"/>
                <a:ext cx="108000" cy="85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C0056925-9FE0-9E2A-0322-3BE5AA2BA182}"/>
                  </a:ext>
                </a:extLst>
              </p14:cNvPr>
              <p14:cNvContentPartPr/>
              <p14:nvPr/>
            </p14:nvContentPartPr>
            <p14:xfrm>
              <a:off x="10081819" y="5486419"/>
              <a:ext cx="123840" cy="78228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C0056925-9FE0-9E2A-0322-3BE5AA2BA182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10071019" y="5475619"/>
                <a:ext cx="145080" cy="80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ED23E6F3-C0EE-3732-3E85-C852BF307DFD}"/>
                  </a:ext>
                </a:extLst>
              </p14:cNvPr>
              <p14:cNvContentPartPr/>
              <p14:nvPr/>
            </p14:nvContentPartPr>
            <p14:xfrm>
              <a:off x="10275859" y="5543659"/>
              <a:ext cx="62280" cy="74952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ED23E6F3-C0EE-3732-3E85-C852BF307DFD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10265059" y="5532859"/>
                <a:ext cx="83520" cy="77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41F42BEB-D83E-8C23-12E8-4D109A86D038}"/>
                  </a:ext>
                </a:extLst>
              </p14:cNvPr>
              <p14:cNvContentPartPr/>
              <p14:nvPr/>
            </p14:nvContentPartPr>
            <p14:xfrm>
              <a:off x="10435699" y="5444299"/>
              <a:ext cx="62280" cy="85428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41F42BEB-D83E-8C23-12E8-4D109A86D038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0425259" y="5433859"/>
                <a:ext cx="83520" cy="87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86FA2335-2A87-0C3C-6B24-43B5D0CD4A6D}"/>
                  </a:ext>
                </a:extLst>
              </p14:cNvPr>
              <p14:cNvContentPartPr/>
              <p14:nvPr/>
            </p14:nvContentPartPr>
            <p14:xfrm>
              <a:off x="10515259" y="5521339"/>
              <a:ext cx="58680" cy="77724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86FA2335-2A87-0C3C-6B24-43B5D0CD4A6D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10504459" y="5510899"/>
                <a:ext cx="79920" cy="79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61F528C6-2288-D0B8-8AE6-FCF0CB2928EC}"/>
                  </a:ext>
                </a:extLst>
              </p14:cNvPr>
              <p14:cNvContentPartPr/>
              <p14:nvPr/>
            </p14:nvContentPartPr>
            <p14:xfrm>
              <a:off x="10535779" y="5580019"/>
              <a:ext cx="82080" cy="63792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61F528C6-2288-D0B8-8AE6-FCF0CB2928EC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10525339" y="5569579"/>
                <a:ext cx="103320" cy="65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5867D60F-A316-8D69-4F8D-ADBFACE06BDD}"/>
                  </a:ext>
                </a:extLst>
              </p14:cNvPr>
              <p14:cNvContentPartPr/>
              <p14:nvPr/>
            </p14:nvContentPartPr>
            <p14:xfrm>
              <a:off x="10733059" y="5520979"/>
              <a:ext cx="49680" cy="61488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5867D60F-A316-8D69-4F8D-ADBFACE06BDD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10722619" y="5510179"/>
                <a:ext cx="70920" cy="63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oup 183">
            <a:extLst>
              <a:ext uri="{FF2B5EF4-FFF2-40B4-BE49-F238E27FC236}">
                <a16:creationId xmlns:a16="http://schemas.microsoft.com/office/drawing/2014/main" id="{F2EB4D14-52D0-CA0B-B7D7-7A5C06BF97B6}"/>
              </a:ext>
            </a:extLst>
          </p:cNvPr>
          <p:cNvGrpSpPr/>
          <p:nvPr/>
        </p:nvGrpSpPr>
        <p:grpSpPr>
          <a:xfrm>
            <a:off x="7151779" y="106579"/>
            <a:ext cx="1513080" cy="1751400"/>
            <a:chOff x="7151779" y="106579"/>
            <a:chExt cx="1513080" cy="175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949533A-34E7-9B2E-8AF5-6EE3486A50A1}"/>
                    </a:ext>
                  </a:extLst>
                </p14:cNvPr>
                <p14:cNvContentPartPr/>
                <p14:nvPr/>
              </p14:nvContentPartPr>
              <p14:xfrm>
                <a:off x="7245739" y="1420579"/>
                <a:ext cx="192240" cy="4374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949533A-34E7-9B2E-8AF5-6EE3486A50A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234939" y="1410139"/>
                  <a:ext cx="21348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E022BE4-838F-FC00-5795-38159F13DEC2}"/>
                    </a:ext>
                  </a:extLst>
                </p14:cNvPr>
                <p14:cNvContentPartPr/>
                <p14:nvPr/>
              </p14:nvContentPartPr>
              <p14:xfrm>
                <a:off x="8537419" y="1471339"/>
                <a:ext cx="127440" cy="3556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E022BE4-838F-FC00-5795-38159F13DEC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526619" y="1460899"/>
                  <a:ext cx="14868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4032603-8179-1268-E59B-B6251361C867}"/>
                    </a:ext>
                  </a:extLst>
                </p14:cNvPr>
                <p14:cNvContentPartPr/>
                <p14:nvPr/>
              </p14:nvContentPartPr>
              <p14:xfrm>
                <a:off x="7594939" y="174259"/>
                <a:ext cx="619200" cy="5943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4032603-8179-1268-E59B-B6251361C86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584139" y="163819"/>
                  <a:ext cx="64044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3555E3C-CACF-71E7-DDA3-645208A2F613}"/>
                    </a:ext>
                  </a:extLst>
                </p14:cNvPr>
                <p14:cNvContentPartPr/>
                <p14:nvPr/>
              </p14:nvContentPartPr>
              <p14:xfrm>
                <a:off x="8250499" y="106579"/>
                <a:ext cx="36360" cy="8668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3555E3C-CACF-71E7-DDA3-645208A2F61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240059" y="95779"/>
                  <a:ext cx="57600" cy="88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30B2BE1-6DAE-03D1-66A6-BB5287747472}"/>
                    </a:ext>
                  </a:extLst>
                </p14:cNvPr>
                <p14:cNvContentPartPr/>
                <p14:nvPr/>
              </p14:nvContentPartPr>
              <p14:xfrm>
                <a:off x="7826779" y="571699"/>
                <a:ext cx="518040" cy="2196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30B2BE1-6DAE-03D1-66A6-BB528774747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815979" y="560899"/>
                  <a:ext cx="5392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A4AD1B8-1344-A1E6-8112-CFBFD1F62241}"/>
                    </a:ext>
                  </a:extLst>
                </p14:cNvPr>
                <p14:cNvContentPartPr/>
                <p14:nvPr/>
              </p14:nvContentPartPr>
              <p14:xfrm>
                <a:off x="8230339" y="970939"/>
                <a:ext cx="34920" cy="3610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A4AD1B8-1344-A1E6-8112-CFBFD1F6224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219539" y="960499"/>
                  <a:ext cx="5616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0A1E529-FACB-C1C0-C1C9-C948DE80083C}"/>
                    </a:ext>
                  </a:extLst>
                </p14:cNvPr>
                <p14:cNvContentPartPr/>
                <p14:nvPr/>
              </p14:nvContentPartPr>
              <p14:xfrm>
                <a:off x="8099659" y="880219"/>
                <a:ext cx="23040" cy="4417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0A1E529-FACB-C1C0-C1C9-C948DE80083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089219" y="869779"/>
                  <a:ext cx="4428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56BCB6B-7047-C274-885C-F3A722A29DD3}"/>
                    </a:ext>
                  </a:extLst>
                </p14:cNvPr>
                <p14:cNvContentPartPr/>
                <p14:nvPr/>
              </p14:nvContentPartPr>
              <p14:xfrm>
                <a:off x="7811659" y="887779"/>
                <a:ext cx="189360" cy="3736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56BCB6B-7047-C274-885C-F3A722A29DD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800859" y="876979"/>
                  <a:ext cx="21060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15F5137-98FB-6DDD-6656-E4F3B686FD0F}"/>
                    </a:ext>
                  </a:extLst>
                </p14:cNvPr>
                <p14:cNvContentPartPr/>
                <p14:nvPr/>
              </p14:nvContentPartPr>
              <p14:xfrm>
                <a:off x="7662979" y="838819"/>
                <a:ext cx="186480" cy="3927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15F5137-98FB-6DDD-6656-E4F3B686FD0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652539" y="828019"/>
                  <a:ext cx="20772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A022283-C819-FA02-B740-2782370EEC95}"/>
                    </a:ext>
                  </a:extLst>
                </p14:cNvPr>
                <p14:cNvContentPartPr/>
                <p14:nvPr/>
              </p14:nvContentPartPr>
              <p14:xfrm>
                <a:off x="7151779" y="764659"/>
                <a:ext cx="565920" cy="3038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A022283-C819-FA02-B740-2782370EEC9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140979" y="754219"/>
                  <a:ext cx="587160" cy="325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0037CF6-B17D-4D14-A5EF-A45C4D02525A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Time Series</a:t>
            </a:r>
          </a:p>
        </p:txBody>
      </p:sp>
    </p:spTree>
    <p:extLst>
      <p:ext uri="{BB962C8B-B14F-4D97-AF65-F5344CB8AC3E}">
        <p14:creationId xmlns:p14="http://schemas.microsoft.com/office/powerpoint/2010/main" val="8950929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93066230-525D-1C1F-A948-9A3E52805774}"/>
              </a:ext>
            </a:extLst>
          </p:cNvPr>
          <p:cNvGrpSpPr/>
          <p:nvPr/>
        </p:nvGrpSpPr>
        <p:grpSpPr>
          <a:xfrm>
            <a:off x="539299" y="573859"/>
            <a:ext cx="723600" cy="593640"/>
            <a:chOff x="539299" y="573859"/>
            <a:chExt cx="723600" cy="59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F1981AF-2060-F064-42EF-A3FD07863224}"/>
                    </a:ext>
                  </a:extLst>
                </p14:cNvPr>
                <p14:cNvContentPartPr/>
                <p14:nvPr/>
              </p14:nvContentPartPr>
              <p14:xfrm>
                <a:off x="540379" y="573859"/>
                <a:ext cx="145800" cy="593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F1981AF-2060-F064-42EF-A3FD0786322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29579" y="563059"/>
                  <a:ext cx="167040" cy="6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FA9EEEF-93BE-4BE8-C1CE-F94332421915}"/>
                    </a:ext>
                  </a:extLst>
                </p14:cNvPr>
                <p14:cNvContentPartPr/>
                <p14:nvPr/>
              </p14:nvContentPartPr>
              <p14:xfrm>
                <a:off x="539299" y="879499"/>
                <a:ext cx="183600" cy="103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FA9EEEF-93BE-4BE8-C1CE-F9433242191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8499" y="869059"/>
                  <a:ext cx="2048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DED5895-DC7C-7E53-58DC-0EEF99092861}"/>
                    </a:ext>
                  </a:extLst>
                </p14:cNvPr>
                <p14:cNvContentPartPr/>
                <p14:nvPr/>
              </p14:nvContentPartPr>
              <p14:xfrm>
                <a:off x="738019" y="834499"/>
                <a:ext cx="85320" cy="210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DED5895-DC7C-7E53-58DC-0EEF9909286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27579" y="824059"/>
                  <a:ext cx="106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8CBA292-2B1B-7A00-8656-92F7A50D60A4}"/>
                    </a:ext>
                  </a:extLst>
                </p14:cNvPr>
                <p14:cNvContentPartPr/>
                <p14:nvPr/>
              </p14:nvContentPartPr>
              <p14:xfrm>
                <a:off x="739099" y="762859"/>
                <a:ext cx="32760" cy="32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8CBA292-2B1B-7A00-8656-92F7A50D60A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28659" y="752059"/>
                  <a:ext cx="54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778034D-09B2-5912-4229-F8ED74FB4999}"/>
                    </a:ext>
                  </a:extLst>
                </p14:cNvPr>
                <p14:cNvContentPartPr/>
                <p14:nvPr/>
              </p14:nvContentPartPr>
              <p14:xfrm>
                <a:off x="842419" y="800659"/>
                <a:ext cx="420480" cy="229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778034D-09B2-5912-4229-F8ED74FB499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1979" y="790219"/>
                  <a:ext cx="441720" cy="25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1BCA66-89B6-3272-8B46-B31329D87CA5}"/>
              </a:ext>
            </a:extLst>
          </p:cNvPr>
          <p:cNvGrpSpPr/>
          <p:nvPr/>
        </p:nvGrpSpPr>
        <p:grpSpPr>
          <a:xfrm>
            <a:off x="1463059" y="546499"/>
            <a:ext cx="700200" cy="578160"/>
            <a:chOff x="1463059" y="546499"/>
            <a:chExt cx="700200" cy="57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3987C06-3C86-6B28-8947-7F9CFB64E7DB}"/>
                    </a:ext>
                  </a:extLst>
                </p14:cNvPr>
                <p14:cNvContentPartPr/>
                <p14:nvPr/>
              </p14:nvContentPartPr>
              <p14:xfrm>
                <a:off x="1775179" y="1077139"/>
                <a:ext cx="33480" cy="475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3987C06-3C86-6B28-8947-7F9CFB64E7D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64739" y="1066339"/>
                  <a:ext cx="547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6A21E04-25B2-CAA7-394B-8B6473B74EA3}"/>
                    </a:ext>
                  </a:extLst>
                </p14:cNvPr>
                <p14:cNvContentPartPr/>
                <p14:nvPr/>
              </p14:nvContentPartPr>
              <p14:xfrm>
                <a:off x="1463059" y="681139"/>
                <a:ext cx="96480" cy="366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6A21E04-25B2-CAA7-394B-8B6473B74EA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52259" y="670339"/>
                  <a:ext cx="1177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D77972B-E51C-E2F7-7982-0C401B720858}"/>
                    </a:ext>
                  </a:extLst>
                </p14:cNvPr>
                <p14:cNvContentPartPr/>
                <p14:nvPr/>
              </p14:nvContentPartPr>
              <p14:xfrm>
                <a:off x="1549459" y="680059"/>
                <a:ext cx="304560" cy="231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D77972B-E51C-E2F7-7982-0C401B72085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39019" y="669619"/>
                  <a:ext cx="3258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99C06E6-B184-2974-7470-55764E49EAD1}"/>
                    </a:ext>
                  </a:extLst>
                </p14:cNvPr>
                <p14:cNvContentPartPr/>
                <p14:nvPr/>
              </p14:nvContentPartPr>
              <p14:xfrm>
                <a:off x="1789219" y="546499"/>
                <a:ext cx="10800" cy="7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99C06E6-B184-2974-7470-55764E49EAD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78779" y="535699"/>
                  <a:ext cx="32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B9C0B3C-C3CC-424A-ACFE-0CB4C716A61A}"/>
                    </a:ext>
                  </a:extLst>
                </p14:cNvPr>
                <p14:cNvContentPartPr/>
                <p14:nvPr/>
              </p14:nvContentPartPr>
              <p14:xfrm>
                <a:off x="1848979" y="610939"/>
                <a:ext cx="314280" cy="377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B9C0B3C-C3CC-424A-ACFE-0CB4C716A61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38179" y="600499"/>
                  <a:ext cx="335520" cy="39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7B7CDD9-ACEE-28EB-24E5-8F9FF6F0C4EB}"/>
              </a:ext>
            </a:extLst>
          </p:cNvPr>
          <p:cNvGrpSpPr/>
          <p:nvPr/>
        </p:nvGrpSpPr>
        <p:grpSpPr>
          <a:xfrm>
            <a:off x="2515699" y="494299"/>
            <a:ext cx="7788240" cy="1940760"/>
            <a:chOff x="2515699" y="494299"/>
            <a:chExt cx="7788240" cy="194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31CC5BD-16F1-916E-0AC1-8486139BBE3A}"/>
                    </a:ext>
                  </a:extLst>
                </p14:cNvPr>
                <p14:cNvContentPartPr/>
                <p14:nvPr/>
              </p14:nvContentPartPr>
              <p14:xfrm>
                <a:off x="2515699" y="511219"/>
                <a:ext cx="163080" cy="391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31CC5BD-16F1-916E-0AC1-8486139BBE3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05259" y="500419"/>
                  <a:ext cx="18432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568751B-17EF-D789-8B10-03EC0EA7AE66}"/>
                    </a:ext>
                  </a:extLst>
                </p14:cNvPr>
                <p14:cNvContentPartPr/>
                <p14:nvPr/>
              </p14:nvContentPartPr>
              <p14:xfrm>
                <a:off x="2678419" y="502219"/>
                <a:ext cx="246960" cy="354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568751B-17EF-D789-8B10-03EC0EA7AE6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67619" y="491419"/>
                  <a:ext cx="26820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346FA5F-16A4-89D8-C2F2-6EC89EF8E266}"/>
                    </a:ext>
                  </a:extLst>
                </p14:cNvPr>
                <p14:cNvContentPartPr/>
                <p14:nvPr/>
              </p14:nvContentPartPr>
              <p14:xfrm>
                <a:off x="2825659" y="520579"/>
                <a:ext cx="157320" cy="145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346FA5F-16A4-89D8-C2F2-6EC89EF8E26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15219" y="510139"/>
                  <a:ext cx="1785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068B0DB-1E4A-1937-DB0D-E63406C92E60}"/>
                    </a:ext>
                  </a:extLst>
                </p14:cNvPr>
                <p14:cNvContentPartPr/>
                <p14:nvPr/>
              </p14:nvContentPartPr>
              <p14:xfrm>
                <a:off x="2974699" y="494299"/>
                <a:ext cx="158760" cy="240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068B0DB-1E4A-1937-DB0D-E63406C92E6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63899" y="483499"/>
                  <a:ext cx="1800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BBD051C-A758-6B01-D855-8EC583F110D1}"/>
                    </a:ext>
                  </a:extLst>
                </p14:cNvPr>
                <p14:cNvContentPartPr/>
                <p14:nvPr/>
              </p14:nvContentPartPr>
              <p14:xfrm>
                <a:off x="2521099" y="1436779"/>
                <a:ext cx="7093800" cy="998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BBD051C-A758-6B01-D855-8EC583F110D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10659" y="1426339"/>
                  <a:ext cx="7115040" cy="10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957550B-E607-8862-E708-420440193C73}"/>
                    </a:ext>
                  </a:extLst>
                </p14:cNvPr>
                <p14:cNvContentPartPr/>
                <p14:nvPr/>
              </p14:nvContentPartPr>
              <p14:xfrm>
                <a:off x="9341659" y="1185499"/>
                <a:ext cx="150120" cy="316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957550B-E607-8862-E708-420440193C7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331219" y="1175059"/>
                  <a:ext cx="17136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C431EBF-1F92-1B92-106A-DB374074D57A}"/>
                    </a:ext>
                  </a:extLst>
                </p14:cNvPr>
                <p14:cNvContentPartPr/>
                <p14:nvPr/>
              </p14:nvContentPartPr>
              <p14:xfrm>
                <a:off x="9531379" y="1202779"/>
                <a:ext cx="80640" cy="219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C431EBF-1F92-1B92-106A-DB374074D57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520939" y="1191979"/>
                  <a:ext cx="1018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1F07A74-8C21-B952-72F5-62EAC8D00F63}"/>
                    </a:ext>
                  </a:extLst>
                </p14:cNvPr>
                <p14:cNvContentPartPr/>
                <p14:nvPr/>
              </p14:nvContentPartPr>
              <p14:xfrm>
                <a:off x="9563419" y="1155619"/>
                <a:ext cx="32400" cy="16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1F07A74-8C21-B952-72F5-62EAC8D00F6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552979" y="1144819"/>
                  <a:ext cx="536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426406E-8416-A1E6-60F1-C486CB863AD8}"/>
                    </a:ext>
                  </a:extLst>
                </p14:cNvPr>
                <p14:cNvContentPartPr/>
                <p14:nvPr/>
              </p14:nvContentPartPr>
              <p14:xfrm>
                <a:off x="9629299" y="1167499"/>
                <a:ext cx="142920" cy="533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426406E-8416-A1E6-60F1-C486CB863AD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618499" y="1157059"/>
                  <a:ext cx="16416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25C7992-C26B-C4BF-39B6-B287D50A38B3}"/>
                    </a:ext>
                  </a:extLst>
                </p14:cNvPr>
                <p14:cNvContentPartPr/>
                <p14:nvPr/>
              </p14:nvContentPartPr>
              <p14:xfrm>
                <a:off x="9756379" y="709939"/>
                <a:ext cx="547560" cy="624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25C7992-C26B-C4BF-39B6-B287D50A38B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745939" y="699499"/>
                  <a:ext cx="568800" cy="64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D561CB2-97BA-6D16-5885-E6CA129F3F90}"/>
              </a:ext>
            </a:extLst>
          </p:cNvPr>
          <p:cNvGrpSpPr/>
          <p:nvPr/>
        </p:nvGrpSpPr>
        <p:grpSpPr>
          <a:xfrm>
            <a:off x="270739" y="2232379"/>
            <a:ext cx="1393920" cy="1702800"/>
            <a:chOff x="270739" y="2232379"/>
            <a:chExt cx="1393920" cy="170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8F66011-1CD4-9A39-91F8-C8C6CDE7031A}"/>
                    </a:ext>
                  </a:extLst>
                </p14:cNvPr>
                <p14:cNvContentPartPr/>
                <p14:nvPr/>
              </p14:nvContentPartPr>
              <p14:xfrm>
                <a:off x="1433899" y="2232379"/>
                <a:ext cx="230760" cy="664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8F66011-1CD4-9A39-91F8-C8C6CDE7031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23099" y="2221939"/>
                  <a:ext cx="252000" cy="68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AD957D1-6E54-2F14-5B84-8EFADDD8946F}"/>
                    </a:ext>
                  </a:extLst>
                </p14:cNvPr>
                <p14:cNvContentPartPr/>
                <p14:nvPr/>
              </p14:nvContentPartPr>
              <p14:xfrm>
                <a:off x="270739" y="3530899"/>
                <a:ext cx="275040" cy="404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AD957D1-6E54-2F14-5B84-8EFADDD8946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59939" y="3520459"/>
                  <a:ext cx="29628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30B0431-7AE9-4C58-46A8-E1AE6FC767AF}"/>
                    </a:ext>
                  </a:extLst>
                </p14:cNvPr>
                <p14:cNvContentPartPr/>
                <p14:nvPr/>
              </p14:nvContentPartPr>
              <p14:xfrm>
                <a:off x="501859" y="3495619"/>
                <a:ext cx="203760" cy="242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30B0431-7AE9-4C58-46A8-E1AE6FC767A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1059" y="3484819"/>
                  <a:ext cx="2250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4AEB98A-4B5D-1ADE-E598-AD7B98F95958}"/>
                    </a:ext>
                  </a:extLst>
                </p14:cNvPr>
                <p14:cNvContentPartPr/>
                <p14:nvPr/>
              </p14:nvContentPartPr>
              <p14:xfrm>
                <a:off x="670339" y="3257659"/>
                <a:ext cx="177120" cy="289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4AEB98A-4B5D-1ADE-E598-AD7B98F9595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9899" y="3247219"/>
                  <a:ext cx="1983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4034F17-BDB9-9E1F-4E00-E3756D1E369D}"/>
                    </a:ext>
                  </a:extLst>
                </p14:cNvPr>
                <p14:cNvContentPartPr/>
                <p14:nvPr/>
              </p14:nvContentPartPr>
              <p14:xfrm>
                <a:off x="841339" y="3042739"/>
                <a:ext cx="326520" cy="355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4034F17-BDB9-9E1F-4E00-E3756D1E369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0539" y="3032299"/>
                  <a:ext cx="34776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F3DE096-3571-AF98-F463-418E557C6CAA}"/>
                    </a:ext>
                  </a:extLst>
                </p14:cNvPr>
                <p14:cNvContentPartPr/>
                <p14:nvPr/>
              </p14:nvContentPartPr>
              <p14:xfrm>
                <a:off x="1096579" y="2883979"/>
                <a:ext cx="83880" cy="162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F3DE096-3571-AF98-F463-418E557C6CA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86139" y="2873539"/>
                  <a:ext cx="1051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E5B3C1D-8F99-7621-92A9-800C3ECC9FBD}"/>
                    </a:ext>
                  </a:extLst>
                </p14:cNvPr>
                <p14:cNvContentPartPr/>
                <p14:nvPr/>
              </p14:nvContentPartPr>
              <p14:xfrm>
                <a:off x="1146979" y="2788579"/>
                <a:ext cx="147960" cy="300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E5B3C1D-8F99-7621-92A9-800C3ECC9FB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36539" y="2778139"/>
                  <a:ext cx="1692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F23712-0E2E-015F-2F95-4224A2F8526F}"/>
                    </a:ext>
                  </a:extLst>
                </p14:cNvPr>
                <p14:cNvContentPartPr/>
                <p14:nvPr/>
              </p14:nvContentPartPr>
              <p14:xfrm>
                <a:off x="1276939" y="2760499"/>
                <a:ext cx="164160" cy="1821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F23712-0E2E-015F-2F95-4224A2F8526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266499" y="2749699"/>
                  <a:ext cx="18540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6C7A636-B919-8DCF-7C7A-16705B27212C}"/>
              </a:ext>
            </a:extLst>
          </p:cNvPr>
          <p:cNvGrpSpPr/>
          <p:nvPr/>
        </p:nvGrpSpPr>
        <p:grpSpPr>
          <a:xfrm>
            <a:off x="1989739" y="3392659"/>
            <a:ext cx="298080" cy="322200"/>
            <a:chOff x="1989739" y="3392659"/>
            <a:chExt cx="29808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4EA4BC8-F748-E83B-0A8F-3C79A0053A0F}"/>
                    </a:ext>
                  </a:extLst>
                </p14:cNvPr>
                <p14:cNvContentPartPr/>
                <p14:nvPr/>
              </p14:nvContentPartPr>
              <p14:xfrm>
                <a:off x="1989739" y="3392659"/>
                <a:ext cx="150840" cy="322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4EA4BC8-F748-E83B-0A8F-3C79A0053A0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979299" y="3381859"/>
                  <a:ext cx="1720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DBC20BC-5EA1-B24E-3804-AAD859933A1D}"/>
                    </a:ext>
                  </a:extLst>
                </p14:cNvPr>
                <p14:cNvContentPartPr/>
                <p14:nvPr/>
              </p14:nvContentPartPr>
              <p14:xfrm>
                <a:off x="2242819" y="3656179"/>
                <a:ext cx="45000" cy="9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DBC20BC-5EA1-B24E-3804-AAD859933A1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32019" y="3645379"/>
                  <a:ext cx="66240" cy="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1ECC728-5248-FE0A-826C-6CAD4CBC6564}"/>
                  </a:ext>
                </a:extLst>
              </p14:cNvPr>
              <p14:cNvContentPartPr/>
              <p14:nvPr/>
            </p14:nvContentPartPr>
            <p14:xfrm>
              <a:off x="2024659" y="3330739"/>
              <a:ext cx="142920" cy="4759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1ECC728-5248-FE0A-826C-6CAD4CBC656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014219" y="3320299"/>
                <a:ext cx="164160" cy="49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02BEB7E-A6EF-7D98-DF06-00216CBC5275}"/>
                  </a:ext>
                </a:extLst>
              </p14:cNvPr>
              <p14:cNvContentPartPr/>
              <p14:nvPr/>
            </p14:nvContentPartPr>
            <p14:xfrm>
              <a:off x="2223379" y="3655819"/>
              <a:ext cx="94320" cy="957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02BEB7E-A6EF-7D98-DF06-00216CBC527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212579" y="3645379"/>
                <a:ext cx="11556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76168891-550A-9A0C-80FC-DBF62A959D2A}"/>
                  </a:ext>
                </a:extLst>
              </p14:cNvPr>
              <p14:cNvContentPartPr/>
              <p14:nvPr/>
            </p14:nvContentPartPr>
            <p14:xfrm>
              <a:off x="2074339" y="4483819"/>
              <a:ext cx="227880" cy="3178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76168891-550A-9A0C-80FC-DBF62A959D2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063539" y="4473379"/>
                <a:ext cx="24912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F79EFF6-9826-355C-91CD-D1B67F57160C}"/>
                  </a:ext>
                </a:extLst>
              </p14:cNvPr>
              <p14:cNvContentPartPr/>
              <p14:nvPr/>
            </p14:nvContentPartPr>
            <p14:xfrm>
              <a:off x="2397259" y="4717819"/>
              <a:ext cx="36360" cy="180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F79EFF6-9826-355C-91CD-D1B67F57160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386819" y="4707019"/>
                <a:ext cx="576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7BEB6F21-7F41-3628-D1C0-D011ACCC0C36}"/>
                  </a:ext>
                </a:extLst>
              </p14:cNvPr>
              <p14:cNvContentPartPr/>
              <p14:nvPr/>
            </p14:nvContentPartPr>
            <p14:xfrm>
              <a:off x="2168659" y="5474539"/>
              <a:ext cx="225360" cy="4129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7BEB6F21-7F41-3628-D1C0-D011ACCC0C3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158219" y="5463739"/>
                <a:ext cx="246600" cy="43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3533CDD-7DD3-4A8A-7A6D-7F3705DCF0DB}"/>
                  </a:ext>
                </a:extLst>
              </p14:cNvPr>
              <p14:cNvContentPartPr/>
              <p14:nvPr/>
            </p14:nvContentPartPr>
            <p14:xfrm>
              <a:off x="2567539" y="5756419"/>
              <a:ext cx="56880" cy="594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3533CDD-7DD3-4A8A-7A6D-7F3705DCF0D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556739" y="5745619"/>
                <a:ext cx="7812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F38532CC-54AA-1B10-C8AC-04BC66B7E42E}"/>
                  </a:ext>
                </a:extLst>
              </p14:cNvPr>
              <p14:cNvContentPartPr/>
              <p14:nvPr/>
            </p14:nvContentPartPr>
            <p14:xfrm>
              <a:off x="2857699" y="4839139"/>
              <a:ext cx="5287320" cy="11080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F38532CC-54AA-1B10-C8AC-04BC66B7E42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847259" y="4828339"/>
                <a:ext cx="5308560" cy="112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A9C04D9-8189-451A-C95E-A3FFDA6641CA}"/>
              </a:ext>
            </a:extLst>
          </p:cNvPr>
          <p:cNvGrpSpPr/>
          <p:nvPr/>
        </p:nvGrpSpPr>
        <p:grpSpPr>
          <a:xfrm>
            <a:off x="8568379" y="5194819"/>
            <a:ext cx="1265400" cy="418680"/>
            <a:chOff x="8568379" y="5194819"/>
            <a:chExt cx="1265400" cy="41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8BFE083-49C8-7248-15DA-78DA4803FF68}"/>
                    </a:ext>
                  </a:extLst>
                </p14:cNvPr>
                <p14:cNvContentPartPr/>
                <p14:nvPr/>
              </p14:nvContentPartPr>
              <p14:xfrm>
                <a:off x="8568379" y="5281939"/>
                <a:ext cx="259200" cy="331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8BFE083-49C8-7248-15DA-78DA4803FF6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557579" y="5271499"/>
                  <a:ext cx="28044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E03E902-0303-55E3-C7DE-8BB3637FAEF5}"/>
                    </a:ext>
                  </a:extLst>
                </p14:cNvPr>
                <p14:cNvContentPartPr/>
                <p14:nvPr/>
              </p14:nvContentPartPr>
              <p14:xfrm>
                <a:off x="8873659" y="5333059"/>
                <a:ext cx="102240" cy="2437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E03E902-0303-55E3-C7DE-8BB3637FAEF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863219" y="5322259"/>
                  <a:ext cx="1234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BB74D00-6BF8-507C-90CA-C0E340A9F5A1}"/>
                    </a:ext>
                  </a:extLst>
                </p14:cNvPr>
                <p14:cNvContentPartPr/>
                <p14:nvPr/>
              </p14:nvContentPartPr>
              <p14:xfrm>
                <a:off x="8994619" y="5333419"/>
                <a:ext cx="71280" cy="187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BB74D00-6BF8-507C-90CA-C0E340A9F5A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983819" y="5322619"/>
                  <a:ext cx="925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2A4C6E1-8487-AB47-B84C-DEFCEAFBDF6C}"/>
                    </a:ext>
                  </a:extLst>
                </p14:cNvPr>
                <p14:cNvContentPartPr/>
                <p14:nvPr/>
              </p14:nvContentPartPr>
              <p14:xfrm>
                <a:off x="9120259" y="5244139"/>
                <a:ext cx="30960" cy="212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2A4C6E1-8487-AB47-B84C-DEFCEAFBDF6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109819" y="5233699"/>
                  <a:ext cx="522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5DAB11D-F49D-9886-F087-CDC93B93AE4F}"/>
                    </a:ext>
                  </a:extLst>
                </p14:cNvPr>
                <p14:cNvContentPartPr/>
                <p14:nvPr/>
              </p14:nvContentPartPr>
              <p14:xfrm>
                <a:off x="9190459" y="5212459"/>
                <a:ext cx="108720" cy="3754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5DAB11D-F49D-9886-F087-CDC93B93AE4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180019" y="5201659"/>
                  <a:ext cx="12996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361A16B-1C90-30DF-E8A8-7E17DA831B7D}"/>
                    </a:ext>
                  </a:extLst>
                </p14:cNvPr>
                <p14:cNvContentPartPr/>
                <p14:nvPr/>
              </p14:nvContentPartPr>
              <p14:xfrm>
                <a:off x="9320419" y="5194819"/>
                <a:ext cx="513360" cy="3049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361A16B-1C90-30DF-E8A8-7E17DA831B7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309619" y="5184379"/>
                  <a:ext cx="534600" cy="32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6AB7151-E245-A36B-9D20-704669F2D888}"/>
              </a:ext>
            </a:extLst>
          </p:cNvPr>
          <p:cNvGrpSpPr/>
          <p:nvPr/>
        </p:nvGrpSpPr>
        <p:grpSpPr>
          <a:xfrm>
            <a:off x="2264419" y="6437539"/>
            <a:ext cx="529560" cy="369360"/>
            <a:chOff x="2264419" y="6437539"/>
            <a:chExt cx="529560" cy="3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7E9034A-2D34-C376-3448-37F0569081BA}"/>
                    </a:ext>
                  </a:extLst>
                </p14:cNvPr>
                <p14:cNvContentPartPr/>
                <p14:nvPr/>
              </p14:nvContentPartPr>
              <p14:xfrm>
                <a:off x="2264419" y="6437539"/>
                <a:ext cx="220320" cy="289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7E9034A-2D34-C376-3448-37F0569081B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253619" y="6427099"/>
                  <a:ext cx="2415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C4E0B87-4386-87AC-9562-DC6E7DD5DC1C}"/>
                    </a:ext>
                  </a:extLst>
                </p14:cNvPr>
                <p14:cNvContentPartPr/>
                <p14:nvPr/>
              </p14:nvContentPartPr>
              <p14:xfrm>
                <a:off x="2683459" y="6567499"/>
                <a:ext cx="36720" cy="86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C4E0B87-4386-87AC-9562-DC6E7DD5DC1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672659" y="6556699"/>
                  <a:ext cx="579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89F5B2E-3D87-82B0-B3CB-2DAB2F6417F1}"/>
                    </a:ext>
                  </a:extLst>
                </p14:cNvPr>
                <p14:cNvContentPartPr/>
                <p14:nvPr/>
              </p14:nvContentPartPr>
              <p14:xfrm>
                <a:off x="2657539" y="6603859"/>
                <a:ext cx="15840" cy="154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89F5B2E-3D87-82B0-B3CB-2DAB2F6417F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647099" y="6593419"/>
                  <a:ext cx="370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C7763B0-BF6C-B20B-B611-7E9CD7B160DC}"/>
                    </a:ext>
                  </a:extLst>
                </p14:cNvPr>
                <p14:cNvContentPartPr/>
                <p14:nvPr/>
              </p14:nvContentPartPr>
              <p14:xfrm>
                <a:off x="2353699" y="6477499"/>
                <a:ext cx="440280" cy="329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C7763B0-BF6C-B20B-B611-7E9CD7B160D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342899" y="6467059"/>
                  <a:ext cx="461520" cy="35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241B2267-2B74-B855-9C6D-8127EE9F926A}"/>
              </a:ext>
            </a:extLst>
          </p:cNvPr>
          <p:cNvGrpSpPr/>
          <p:nvPr/>
        </p:nvGrpSpPr>
        <p:grpSpPr>
          <a:xfrm>
            <a:off x="2608939" y="952219"/>
            <a:ext cx="7591680" cy="3925440"/>
            <a:chOff x="2608939" y="952219"/>
            <a:chExt cx="7591680" cy="39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37C7CEA-8082-C479-1E37-143A34C54A3D}"/>
                    </a:ext>
                  </a:extLst>
                </p14:cNvPr>
                <p14:cNvContentPartPr/>
                <p14:nvPr/>
              </p14:nvContentPartPr>
              <p14:xfrm>
                <a:off x="2608939" y="3073339"/>
                <a:ext cx="4887000" cy="745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37C7CEA-8082-C479-1E37-143A34C54A3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598499" y="3062899"/>
                  <a:ext cx="4908240" cy="7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0886EF7-C76E-808C-332D-B8A3D3954ECD}"/>
                    </a:ext>
                  </a:extLst>
                </p14:cNvPr>
                <p14:cNvContentPartPr/>
                <p14:nvPr/>
              </p14:nvContentPartPr>
              <p14:xfrm>
                <a:off x="5598739" y="952219"/>
                <a:ext cx="247320" cy="438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0886EF7-C76E-808C-332D-B8A3D3954EC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588299" y="941419"/>
                  <a:ext cx="26856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67FB340-2C51-E9F5-4734-F4B0A0324EBE}"/>
                    </a:ext>
                  </a:extLst>
                </p14:cNvPr>
                <p14:cNvContentPartPr/>
                <p14:nvPr/>
              </p14:nvContentPartPr>
              <p14:xfrm>
                <a:off x="5453659" y="2655739"/>
                <a:ext cx="247320" cy="370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67FB340-2C51-E9F5-4734-F4B0A0324EB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443219" y="2644939"/>
                  <a:ext cx="26856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673FCB1-1B7E-2B30-400D-EF2BB922AAB8}"/>
                    </a:ext>
                  </a:extLst>
                </p14:cNvPr>
                <p14:cNvContentPartPr/>
                <p14:nvPr/>
              </p14:nvContentPartPr>
              <p14:xfrm>
                <a:off x="2718379" y="4360339"/>
                <a:ext cx="4983840" cy="3549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673FCB1-1B7E-2B30-400D-EF2BB922AAB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707939" y="4349539"/>
                  <a:ext cx="500508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D305C28-D8F5-4FA6-F062-CF691B2F7664}"/>
                    </a:ext>
                  </a:extLst>
                </p14:cNvPr>
                <p14:cNvContentPartPr/>
                <p14:nvPr/>
              </p14:nvContentPartPr>
              <p14:xfrm>
                <a:off x="8320699" y="4195459"/>
                <a:ext cx="29160" cy="326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D305C28-D8F5-4FA6-F062-CF691B2F766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310259" y="4184659"/>
                  <a:ext cx="5040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84324DF-A4DC-AD68-38F1-DB3F362EB6A7}"/>
                    </a:ext>
                  </a:extLst>
                </p14:cNvPr>
                <p14:cNvContentPartPr/>
                <p14:nvPr/>
              </p14:nvContentPartPr>
              <p14:xfrm>
                <a:off x="8252299" y="4296619"/>
                <a:ext cx="204840" cy="1166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84324DF-A4DC-AD68-38F1-DB3F362EB6A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241499" y="4285819"/>
                  <a:ext cx="2260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11ABDAB-B9EA-24E6-02D0-EF1A5D93E37C}"/>
                    </a:ext>
                  </a:extLst>
                </p14:cNvPr>
                <p14:cNvContentPartPr/>
                <p14:nvPr/>
              </p14:nvContentPartPr>
              <p14:xfrm>
                <a:off x="8506099" y="4277899"/>
                <a:ext cx="92160" cy="189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11ABDAB-B9EA-24E6-02D0-EF1A5D93E37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495299" y="4267099"/>
                  <a:ext cx="1134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B4C8E98-A5BE-C4C1-DEFE-3018CEF7FA27}"/>
                    </a:ext>
                  </a:extLst>
                </p14:cNvPr>
                <p14:cNvContentPartPr/>
                <p14:nvPr/>
              </p14:nvContentPartPr>
              <p14:xfrm>
                <a:off x="8604379" y="4293739"/>
                <a:ext cx="421560" cy="201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B4C8E98-A5BE-C4C1-DEFE-3018CEF7FA2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93939" y="4282939"/>
                  <a:ext cx="4428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F72F724-43BF-8FC4-0FCC-734A372DA532}"/>
                    </a:ext>
                  </a:extLst>
                </p14:cNvPr>
                <p14:cNvContentPartPr/>
                <p14:nvPr/>
              </p14:nvContentPartPr>
              <p14:xfrm>
                <a:off x="9046099" y="3974059"/>
                <a:ext cx="321480" cy="527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F72F724-43BF-8FC4-0FCC-734A372DA53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035299" y="3963259"/>
                  <a:ext cx="34272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2C29557-779C-DBC7-2F04-328CFB0CC864}"/>
                    </a:ext>
                  </a:extLst>
                </p14:cNvPr>
                <p14:cNvContentPartPr/>
                <p14:nvPr/>
              </p14:nvContentPartPr>
              <p14:xfrm>
                <a:off x="9459019" y="1431019"/>
                <a:ext cx="617760" cy="3445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2C29557-779C-DBC7-2F04-328CFB0CC86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448579" y="1420219"/>
                  <a:ext cx="63900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E5ED6D6-6ABE-7774-9A98-E8D9A29B0529}"/>
                    </a:ext>
                  </a:extLst>
                </p14:cNvPr>
                <p14:cNvContentPartPr/>
                <p14:nvPr/>
              </p14:nvContentPartPr>
              <p14:xfrm>
                <a:off x="9790219" y="1651699"/>
                <a:ext cx="348480" cy="113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E5ED6D6-6ABE-7774-9A98-E8D9A29B052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779419" y="1641259"/>
                  <a:ext cx="3697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91C7E69-3EF2-3958-B269-8158CCBBAC89}"/>
                    </a:ext>
                  </a:extLst>
                </p14:cNvPr>
                <p14:cNvContentPartPr/>
                <p14:nvPr/>
              </p14:nvContentPartPr>
              <p14:xfrm>
                <a:off x="7917859" y="3319579"/>
                <a:ext cx="113400" cy="310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91C7E69-3EF2-3958-B269-8158CCBBAC8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907419" y="3309139"/>
                  <a:ext cx="1346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3CBF9CA-C9DC-3EE0-BA94-F5C4C85E1B6E}"/>
                    </a:ext>
                  </a:extLst>
                </p14:cNvPr>
                <p14:cNvContentPartPr/>
                <p14:nvPr/>
              </p14:nvContentPartPr>
              <p14:xfrm>
                <a:off x="7999939" y="3359539"/>
                <a:ext cx="238320" cy="179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3CBF9CA-C9DC-3EE0-BA94-F5C4C85E1B6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989499" y="3349099"/>
                  <a:ext cx="2595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98F0CF2-3047-C21F-BCC2-CA70177C938A}"/>
                    </a:ext>
                  </a:extLst>
                </p14:cNvPr>
                <p14:cNvContentPartPr/>
                <p14:nvPr/>
              </p14:nvContentPartPr>
              <p14:xfrm>
                <a:off x="8242579" y="3341539"/>
                <a:ext cx="150480" cy="177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98F0CF2-3047-C21F-BCC2-CA70177C938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31779" y="3331099"/>
                  <a:ext cx="1717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203A8FD-1D2E-6B40-B6C9-D2D1EA6ACAF0}"/>
                    </a:ext>
                  </a:extLst>
                </p14:cNvPr>
                <p14:cNvContentPartPr/>
                <p14:nvPr/>
              </p14:nvContentPartPr>
              <p14:xfrm>
                <a:off x="8384059" y="3268459"/>
                <a:ext cx="58320" cy="252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203A8FD-1D2E-6B40-B6C9-D2D1EA6ACAF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73619" y="3258019"/>
                  <a:ext cx="795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0DEF561-A8CB-E112-EC10-935E1CDCB89C}"/>
                    </a:ext>
                  </a:extLst>
                </p14:cNvPr>
                <p14:cNvContentPartPr/>
                <p14:nvPr/>
              </p14:nvContentPartPr>
              <p14:xfrm>
                <a:off x="8486659" y="3242539"/>
                <a:ext cx="73440" cy="1450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0DEF561-A8CB-E112-EC10-935E1CDCB89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75859" y="3232099"/>
                  <a:ext cx="946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3B6E372-F6FC-D5A6-2611-EC7EB15EDB29}"/>
                    </a:ext>
                  </a:extLst>
                </p14:cNvPr>
                <p14:cNvContentPartPr/>
                <p14:nvPr/>
              </p14:nvContentPartPr>
              <p14:xfrm>
                <a:off x="8581699" y="3278539"/>
                <a:ext cx="140400" cy="74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3B6E372-F6FC-D5A6-2611-EC7EB15EDB2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71259" y="3268099"/>
                  <a:ext cx="1616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9C052D9-14F9-6DF4-9EE1-0D0D6BAD0C25}"/>
                    </a:ext>
                  </a:extLst>
                </p14:cNvPr>
                <p14:cNvContentPartPr/>
                <p14:nvPr/>
              </p14:nvContentPartPr>
              <p14:xfrm>
                <a:off x="8785099" y="3239659"/>
                <a:ext cx="198720" cy="1652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9C052D9-14F9-6DF4-9EE1-0D0D6BAD0C2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774299" y="3229219"/>
                  <a:ext cx="2199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AAA1340-E41A-E6DA-5386-3572A4546605}"/>
                    </a:ext>
                  </a:extLst>
                </p14:cNvPr>
                <p14:cNvContentPartPr/>
                <p14:nvPr/>
              </p14:nvContentPartPr>
              <p14:xfrm>
                <a:off x="9002539" y="3000619"/>
                <a:ext cx="207360" cy="3448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AAA1340-E41A-E6DA-5386-3572A454660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991739" y="2990179"/>
                  <a:ext cx="22860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739E44D-4F06-0C3E-E6AA-17384507C193}"/>
                    </a:ext>
                  </a:extLst>
                </p14:cNvPr>
                <p14:cNvContentPartPr/>
                <p14:nvPr/>
              </p14:nvContentPartPr>
              <p14:xfrm>
                <a:off x="9169579" y="3024379"/>
                <a:ext cx="24120" cy="61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739E44D-4F06-0C3E-E6AA-17384507C19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158779" y="3013939"/>
                  <a:ext cx="453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6CBBB1B-C190-A430-C76A-3D78AE62D495}"/>
                    </a:ext>
                  </a:extLst>
                </p14:cNvPr>
                <p14:cNvContentPartPr/>
                <p14:nvPr/>
              </p14:nvContentPartPr>
              <p14:xfrm>
                <a:off x="9266419" y="3007099"/>
                <a:ext cx="35640" cy="287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6CBBB1B-C190-A430-C76A-3D78AE62D49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255619" y="2996299"/>
                  <a:ext cx="568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059E3FF-9204-9AE0-91A7-9C953AF9FD2E}"/>
                    </a:ext>
                  </a:extLst>
                </p14:cNvPr>
                <p14:cNvContentPartPr/>
                <p14:nvPr/>
              </p14:nvContentPartPr>
              <p14:xfrm>
                <a:off x="9234739" y="3064339"/>
                <a:ext cx="377280" cy="546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059E3FF-9204-9AE0-91A7-9C953AF9FD2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223939" y="3053539"/>
                  <a:ext cx="398520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A3B248F-D367-3F64-F1A9-62D6E968C400}"/>
                    </a:ext>
                  </a:extLst>
                </p14:cNvPr>
                <p14:cNvContentPartPr/>
                <p14:nvPr/>
              </p14:nvContentPartPr>
              <p14:xfrm>
                <a:off x="8214139" y="3593899"/>
                <a:ext cx="435240" cy="896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A3B248F-D367-3F64-F1A9-62D6E968C40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203699" y="3583099"/>
                  <a:ext cx="4564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04B5D89-F637-A3D0-B1C3-2438F80D3874}"/>
                    </a:ext>
                  </a:extLst>
                </p14:cNvPr>
                <p14:cNvContentPartPr/>
                <p14:nvPr/>
              </p14:nvContentPartPr>
              <p14:xfrm>
                <a:off x="8408539" y="3697939"/>
                <a:ext cx="252000" cy="36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04B5D89-F637-A3D0-B1C3-2438F80D387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398099" y="3687139"/>
                  <a:ext cx="2732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3C542D3-E5CD-7A80-550B-F45C5C4A0BC7}"/>
                    </a:ext>
                  </a:extLst>
                </p14:cNvPr>
                <p14:cNvContentPartPr/>
                <p14:nvPr/>
              </p14:nvContentPartPr>
              <p14:xfrm>
                <a:off x="9546859" y="1970299"/>
                <a:ext cx="211320" cy="8974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3C542D3-E5CD-7A80-550B-F45C5C4A0BC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536059" y="1959499"/>
                  <a:ext cx="232560" cy="9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A24CC11-E4F5-65E4-D284-A7CA9726A7DA}"/>
                    </a:ext>
                  </a:extLst>
                </p14:cNvPr>
                <p14:cNvContentPartPr/>
                <p14:nvPr/>
              </p14:nvContentPartPr>
              <p14:xfrm>
                <a:off x="9425179" y="1955899"/>
                <a:ext cx="587160" cy="2043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A24CC11-E4F5-65E4-D284-A7CA9726A7D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414379" y="1945459"/>
                  <a:ext cx="608400" cy="20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DEC5F3A-ECF0-008E-9FD4-86640A27BDEB}"/>
                    </a:ext>
                  </a:extLst>
                </p14:cNvPr>
                <p14:cNvContentPartPr/>
                <p14:nvPr/>
              </p14:nvContentPartPr>
              <p14:xfrm>
                <a:off x="9559819" y="2053459"/>
                <a:ext cx="640800" cy="2824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DEC5F3A-ECF0-008E-9FD4-86640A27BDE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549379" y="2043019"/>
                  <a:ext cx="662040" cy="284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5B4A87C1-8EC3-015E-2DDA-F821D5BDB420}"/>
                  </a:ext>
                </a:extLst>
              </p14:cNvPr>
              <p14:cNvContentPartPr/>
              <p14:nvPr/>
            </p14:nvContentPartPr>
            <p14:xfrm>
              <a:off x="2684539" y="4298779"/>
              <a:ext cx="4989960" cy="4744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5B4A87C1-8EC3-015E-2DDA-F821D5BDB420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674099" y="4287979"/>
                <a:ext cx="5011200" cy="49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F3B0A4CC-7774-B9F6-A7B0-2A838419D9F0}"/>
              </a:ext>
            </a:extLst>
          </p:cNvPr>
          <p:cNvGrpSpPr/>
          <p:nvPr/>
        </p:nvGrpSpPr>
        <p:grpSpPr>
          <a:xfrm>
            <a:off x="6795019" y="507619"/>
            <a:ext cx="1087920" cy="442440"/>
            <a:chOff x="6795019" y="507619"/>
            <a:chExt cx="1087920" cy="44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A7DF049-BF19-F405-3709-3F63DDECB09F}"/>
                    </a:ext>
                  </a:extLst>
                </p14:cNvPr>
                <p14:cNvContentPartPr/>
                <p14:nvPr/>
              </p14:nvContentPartPr>
              <p14:xfrm>
                <a:off x="6795019" y="707419"/>
                <a:ext cx="239760" cy="232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A7DF049-BF19-F405-3709-3F63DDECB09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784219" y="696979"/>
                  <a:ext cx="2610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2EC1C88-14C4-69D8-CD16-4AB8B0CDBF9D}"/>
                    </a:ext>
                  </a:extLst>
                </p14:cNvPr>
                <p14:cNvContentPartPr/>
                <p14:nvPr/>
              </p14:nvContentPartPr>
              <p14:xfrm>
                <a:off x="7036219" y="664219"/>
                <a:ext cx="132480" cy="2048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2EC1C88-14C4-69D8-CD16-4AB8B0CDBF9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025419" y="653419"/>
                  <a:ext cx="1537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B45B266-5DA6-A84A-820C-E024240A4ED4}"/>
                    </a:ext>
                  </a:extLst>
                </p14:cNvPr>
                <p14:cNvContentPartPr/>
                <p14:nvPr/>
              </p14:nvContentPartPr>
              <p14:xfrm>
                <a:off x="7191019" y="618859"/>
                <a:ext cx="138600" cy="2070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B45B266-5DA6-A84A-820C-E024240A4ED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180579" y="608419"/>
                  <a:ext cx="1598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BDE40E2-94C7-959F-BB76-C7F8E1396191}"/>
                    </a:ext>
                  </a:extLst>
                </p14:cNvPr>
                <p14:cNvContentPartPr/>
                <p14:nvPr/>
              </p14:nvContentPartPr>
              <p14:xfrm>
                <a:off x="7371379" y="647299"/>
                <a:ext cx="65880" cy="1508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BDE40E2-94C7-959F-BB76-C7F8E139619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360939" y="636859"/>
                  <a:ext cx="871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5526572-E438-81FA-2662-F5D7DA057DCC}"/>
                    </a:ext>
                  </a:extLst>
                </p14:cNvPr>
                <p14:cNvContentPartPr/>
                <p14:nvPr/>
              </p14:nvContentPartPr>
              <p14:xfrm>
                <a:off x="7387219" y="510499"/>
                <a:ext cx="14760" cy="23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5526572-E438-81FA-2662-F5D7DA057DC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376419" y="500059"/>
                  <a:ext cx="360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6BCEECF-B019-C0B2-5DFE-F80B8715E755}"/>
                    </a:ext>
                  </a:extLst>
                </p14:cNvPr>
                <p14:cNvContentPartPr/>
                <p14:nvPr/>
              </p14:nvContentPartPr>
              <p14:xfrm>
                <a:off x="7471459" y="507619"/>
                <a:ext cx="411480" cy="442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6BCEECF-B019-C0B2-5DFE-F80B8715E75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460659" y="496819"/>
                  <a:ext cx="432720" cy="46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C20A7BA-D613-30E7-791F-3EF5C9036833}"/>
              </a:ext>
            </a:extLst>
          </p:cNvPr>
          <p:cNvGrpSpPr/>
          <p:nvPr/>
        </p:nvGrpSpPr>
        <p:grpSpPr>
          <a:xfrm>
            <a:off x="8146099" y="325459"/>
            <a:ext cx="1292400" cy="500400"/>
            <a:chOff x="8146099" y="325459"/>
            <a:chExt cx="1292400" cy="50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568D9FE-A6C4-DF69-D751-4A2801400678}"/>
                    </a:ext>
                  </a:extLst>
                </p14:cNvPr>
                <p14:cNvContentPartPr/>
                <p14:nvPr/>
              </p14:nvContentPartPr>
              <p14:xfrm>
                <a:off x="8146099" y="437059"/>
                <a:ext cx="225360" cy="2574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568D9FE-A6C4-DF69-D751-4A280140067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135659" y="426619"/>
                  <a:ext cx="2466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602E678-4E22-57E5-8F38-89586E1368BA}"/>
                    </a:ext>
                  </a:extLst>
                </p14:cNvPr>
                <p14:cNvContentPartPr/>
                <p14:nvPr/>
              </p14:nvContentPartPr>
              <p14:xfrm>
                <a:off x="8400259" y="357139"/>
                <a:ext cx="333720" cy="2509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602E678-4E22-57E5-8F38-89586E1368B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389459" y="346699"/>
                  <a:ext cx="3549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07FE3BD-900F-50F6-FB2A-2DD1EF02B9B8}"/>
                    </a:ext>
                  </a:extLst>
                </p14:cNvPr>
                <p14:cNvContentPartPr/>
                <p14:nvPr/>
              </p14:nvContentPartPr>
              <p14:xfrm>
                <a:off x="8734699" y="350299"/>
                <a:ext cx="183960" cy="1314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07FE3BD-900F-50F6-FB2A-2DD1EF02B9B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723899" y="339499"/>
                  <a:ext cx="2052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768466A-7598-648A-62AF-7B6F2D99F7C3}"/>
                    </a:ext>
                  </a:extLst>
                </p14:cNvPr>
                <p14:cNvContentPartPr/>
                <p14:nvPr/>
              </p14:nvContentPartPr>
              <p14:xfrm>
                <a:off x="8942779" y="325459"/>
                <a:ext cx="196560" cy="500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768466A-7598-648A-62AF-7B6F2D99F7C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932339" y="314659"/>
                  <a:ext cx="21780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01A648C-3BE6-3604-1942-DD6A97B42E81}"/>
                    </a:ext>
                  </a:extLst>
                </p14:cNvPr>
                <p14:cNvContentPartPr/>
                <p14:nvPr/>
              </p14:nvContentPartPr>
              <p14:xfrm>
                <a:off x="9178219" y="342379"/>
                <a:ext cx="260280" cy="1987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01A648C-3BE6-3604-1942-DD6A97B42E8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167419" y="331939"/>
                  <a:ext cx="281520" cy="21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D9479476-11E7-F2CF-C788-21E8AB73E9AC}"/>
                  </a:ext>
                </a:extLst>
              </p14:cNvPr>
              <p14:cNvContentPartPr/>
              <p14:nvPr/>
            </p14:nvContentPartPr>
            <p14:xfrm>
              <a:off x="2517499" y="1656019"/>
              <a:ext cx="6768360" cy="7459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D9479476-11E7-F2CF-C788-21E8AB73E9AC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507059" y="1645579"/>
                <a:ext cx="6789600" cy="76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06975DDA-5EAB-E120-1527-A66A5BD608CA}"/>
              </a:ext>
            </a:extLst>
          </p:cNvPr>
          <p:cNvGrpSpPr/>
          <p:nvPr/>
        </p:nvGrpSpPr>
        <p:grpSpPr>
          <a:xfrm>
            <a:off x="2522179" y="2804419"/>
            <a:ext cx="2187360" cy="628560"/>
            <a:chOff x="2522179" y="2804419"/>
            <a:chExt cx="2187360" cy="62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44D38CB-6CF5-323A-A235-4E2016A57508}"/>
                    </a:ext>
                  </a:extLst>
                </p14:cNvPr>
                <p14:cNvContentPartPr/>
                <p14:nvPr/>
              </p14:nvContentPartPr>
              <p14:xfrm>
                <a:off x="2522179" y="2892259"/>
                <a:ext cx="130680" cy="3020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44D38CB-6CF5-323A-A235-4E2016A5750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511379" y="2881459"/>
                  <a:ext cx="1519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A778A49-93C2-665D-D8B5-2015752A0287}"/>
                    </a:ext>
                  </a:extLst>
                </p14:cNvPr>
                <p14:cNvContentPartPr/>
                <p14:nvPr/>
              </p14:nvContentPartPr>
              <p14:xfrm>
                <a:off x="2727019" y="2989819"/>
                <a:ext cx="124920" cy="2530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A778A49-93C2-665D-D8B5-2015752A028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716579" y="2979019"/>
                  <a:ext cx="1461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D13784D-1FB9-AB9E-C385-390EFD3AF4EC}"/>
                    </a:ext>
                  </a:extLst>
                </p14:cNvPr>
                <p14:cNvContentPartPr/>
                <p14:nvPr/>
              </p14:nvContentPartPr>
              <p14:xfrm>
                <a:off x="3320299" y="3189979"/>
                <a:ext cx="96840" cy="2430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D13784D-1FB9-AB9E-C385-390EFD3AF4E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309859" y="3179539"/>
                  <a:ext cx="1180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649FC5E-286B-188C-4BC4-7310A0CFD4A5}"/>
                    </a:ext>
                  </a:extLst>
                </p14:cNvPr>
                <p14:cNvContentPartPr/>
                <p14:nvPr/>
              </p14:nvContentPartPr>
              <p14:xfrm>
                <a:off x="3471499" y="3223099"/>
                <a:ext cx="46800" cy="1850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649FC5E-286B-188C-4BC4-7310A0CFD4A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460699" y="3212659"/>
                  <a:ext cx="680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A84B3AA-3D66-7837-67C1-E160C763820A}"/>
                    </a:ext>
                  </a:extLst>
                </p14:cNvPr>
                <p14:cNvContentPartPr/>
                <p14:nvPr/>
              </p14:nvContentPartPr>
              <p14:xfrm>
                <a:off x="3709819" y="2804419"/>
                <a:ext cx="106200" cy="3045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A84B3AA-3D66-7837-67C1-E160C763820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699019" y="2793619"/>
                  <a:ext cx="1274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3FD78B9-5EE4-A8C8-C808-0C0DCA143666}"/>
                    </a:ext>
                  </a:extLst>
                </p14:cNvPr>
                <p14:cNvContentPartPr/>
                <p14:nvPr/>
              </p14:nvContentPartPr>
              <p14:xfrm>
                <a:off x="3912859" y="2937259"/>
                <a:ext cx="74520" cy="2199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3FD78B9-5EE4-A8C8-C808-0C0DCA14366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902419" y="2926819"/>
                  <a:ext cx="957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4539205-3ABA-045C-4284-449424AFB8B6}"/>
                    </a:ext>
                  </a:extLst>
                </p14:cNvPr>
                <p14:cNvContentPartPr/>
                <p14:nvPr/>
              </p14:nvContentPartPr>
              <p14:xfrm>
                <a:off x="4471219" y="2930779"/>
                <a:ext cx="99000" cy="2358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4539205-3ABA-045C-4284-449424AFB8B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460419" y="2919979"/>
                  <a:ext cx="1202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CC14405-D97D-72FE-E251-9F7376106BE7}"/>
                    </a:ext>
                  </a:extLst>
                </p14:cNvPr>
                <p14:cNvContentPartPr/>
                <p14:nvPr/>
              </p14:nvContentPartPr>
              <p14:xfrm>
                <a:off x="4643299" y="3035179"/>
                <a:ext cx="66240" cy="217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CC14405-D97D-72FE-E251-9F7376106BE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632859" y="3024739"/>
                  <a:ext cx="8748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4D71FEF7-CED0-47D5-4805-92758F53CEFD}"/>
              </a:ext>
            </a:extLst>
          </p:cNvPr>
          <p:cNvGrpSpPr/>
          <p:nvPr/>
        </p:nvGrpSpPr>
        <p:grpSpPr>
          <a:xfrm>
            <a:off x="3804139" y="3626659"/>
            <a:ext cx="1621080" cy="406080"/>
            <a:chOff x="3804139" y="3626659"/>
            <a:chExt cx="1621080" cy="40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9452229-802F-FDD5-2A2B-B3F12BD12BAD}"/>
                    </a:ext>
                  </a:extLst>
                </p14:cNvPr>
                <p14:cNvContentPartPr/>
                <p14:nvPr/>
              </p14:nvContentPartPr>
              <p14:xfrm>
                <a:off x="3804139" y="3626659"/>
                <a:ext cx="1621080" cy="1656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9452229-802F-FDD5-2A2B-B3F12BD12BA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793699" y="3616219"/>
                  <a:ext cx="16423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8F6125E-DF8E-03A4-69CC-6E58E8BFFA83}"/>
                    </a:ext>
                  </a:extLst>
                </p14:cNvPr>
                <p14:cNvContentPartPr/>
                <p14:nvPr/>
              </p14:nvContentPartPr>
              <p14:xfrm>
                <a:off x="3990979" y="3818899"/>
                <a:ext cx="1046880" cy="2138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8F6125E-DF8E-03A4-69CC-6E58E8BFFA8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980539" y="3808099"/>
                  <a:ext cx="106812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873E0DAC-C525-7C08-5AE7-894B08C4454A}"/>
              </a:ext>
            </a:extLst>
          </p:cNvPr>
          <p:cNvGrpSpPr/>
          <p:nvPr/>
        </p:nvGrpSpPr>
        <p:grpSpPr>
          <a:xfrm>
            <a:off x="4780819" y="2327779"/>
            <a:ext cx="792000" cy="403560"/>
            <a:chOff x="4780819" y="2327779"/>
            <a:chExt cx="79200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925D1DC-8BBF-90A2-41B4-5CF71B929DBC}"/>
                    </a:ext>
                  </a:extLst>
                </p14:cNvPr>
                <p14:cNvContentPartPr/>
                <p14:nvPr/>
              </p14:nvContentPartPr>
              <p14:xfrm>
                <a:off x="4780819" y="2479339"/>
                <a:ext cx="177120" cy="2520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925D1DC-8BBF-90A2-41B4-5CF71B929DB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770379" y="2468899"/>
                  <a:ext cx="1983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8338297-28A6-2142-B248-EE54F436D8DB}"/>
                    </a:ext>
                  </a:extLst>
                </p14:cNvPr>
                <p14:cNvContentPartPr/>
                <p14:nvPr/>
              </p14:nvContentPartPr>
              <p14:xfrm>
                <a:off x="4794499" y="2337499"/>
                <a:ext cx="186480" cy="135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8338297-28A6-2142-B248-EE54F436D8D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783699" y="2326699"/>
                  <a:ext cx="2077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B93DA16-E74E-230F-0FF4-B5F83D326D4B}"/>
                    </a:ext>
                  </a:extLst>
                </p14:cNvPr>
                <p14:cNvContentPartPr/>
                <p14:nvPr/>
              </p14:nvContentPartPr>
              <p14:xfrm>
                <a:off x="5036779" y="2472859"/>
                <a:ext cx="238680" cy="193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B93DA16-E74E-230F-0FF4-B5F83D326D4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026339" y="2462059"/>
                  <a:ext cx="2599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5A7397F-B439-3B75-6CE2-D070C08E062D}"/>
                    </a:ext>
                  </a:extLst>
                </p14:cNvPr>
                <p14:cNvContentPartPr/>
                <p14:nvPr/>
              </p14:nvContentPartPr>
              <p14:xfrm>
                <a:off x="5306059" y="2405899"/>
                <a:ext cx="50040" cy="1436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5A7397F-B439-3B75-6CE2-D070C08E062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295259" y="2395459"/>
                  <a:ext cx="712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221143A-4CF7-4A9A-568E-4DB75486F75B}"/>
                    </a:ext>
                  </a:extLst>
                </p14:cNvPr>
                <p14:cNvContentPartPr/>
                <p14:nvPr/>
              </p14:nvContentPartPr>
              <p14:xfrm>
                <a:off x="5324059" y="2327779"/>
                <a:ext cx="6120" cy="273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221143A-4CF7-4A9A-568E-4DB75486F75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313619" y="2316979"/>
                  <a:ext cx="273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C6D6916-58FC-A4B6-88B9-46B52E30C839}"/>
                    </a:ext>
                  </a:extLst>
                </p14:cNvPr>
                <p14:cNvContentPartPr/>
                <p14:nvPr/>
              </p14:nvContentPartPr>
              <p14:xfrm>
                <a:off x="5416219" y="2446939"/>
                <a:ext cx="156600" cy="1450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C6D6916-58FC-A4B6-88B9-46B52E30C83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405419" y="2436139"/>
                  <a:ext cx="177840" cy="166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FB7A74F-04EA-6DAD-6DA0-D076F62A4F49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Time Series</a:t>
            </a:r>
          </a:p>
        </p:txBody>
      </p:sp>
    </p:spTree>
    <p:extLst>
      <p:ext uri="{BB962C8B-B14F-4D97-AF65-F5344CB8AC3E}">
        <p14:creationId xmlns:p14="http://schemas.microsoft.com/office/powerpoint/2010/main" val="11209825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F30245D9-60D6-B5CF-5B12-E84996F2810D}"/>
              </a:ext>
            </a:extLst>
          </p:cNvPr>
          <p:cNvGrpSpPr/>
          <p:nvPr/>
        </p:nvGrpSpPr>
        <p:grpSpPr>
          <a:xfrm>
            <a:off x="649459" y="333379"/>
            <a:ext cx="7453440" cy="2147400"/>
            <a:chOff x="649459" y="333379"/>
            <a:chExt cx="7453440" cy="214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9CC4CC5-F8EE-E84C-67F5-9BE26D920585}"/>
                    </a:ext>
                  </a:extLst>
                </p14:cNvPr>
                <p14:cNvContentPartPr/>
                <p14:nvPr/>
              </p14:nvContentPartPr>
              <p14:xfrm>
                <a:off x="649459" y="1870579"/>
                <a:ext cx="117360" cy="197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9CC4CC5-F8EE-E84C-67F5-9BE26D92058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38659" y="1860139"/>
                  <a:ext cx="1386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C5F44F8-6D67-62A8-7243-B3272C25A6DF}"/>
                    </a:ext>
                  </a:extLst>
                </p14:cNvPr>
                <p14:cNvContentPartPr/>
                <p14:nvPr/>
              </p14:nvContentPartPr>
              <p14:xfrm>
                <a:off x="781579" y="1747099"/>
                <a:ext cx="206280" cy="167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C5F44F8-6D67-62A8-7243-B3272C25A6D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70779" y="1736659"/>
                  <a:ext cx="2275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2B8E264-E0D3-7E41-6006-BAFD9427FC1E}"/>
                    </a:ext>
                  </a:extLst>
                </p14:cNvPr>
                <p14:cNvContentPartPr/>
                <p14:nvPr/>
              </p14:nvContentPartPr>
              <p14:xfrm>
                <a:off x="942499" y="1634419"/>
                <a:ext cx="19080" cy="15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2B8E264-E0D3-7E41-6006-BAFD9427FC1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31699" y="1623979"/>
                  <a:ext cx="403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3BA0391-CAB0-E6C5-A6D3-7A1F8FAE6BEA}"/>
                    </a:ext>
                  </a:extLst>
                </p14:cNvPr>
                <p14:cNvContentPartPr/>
                <p14:nvPr/>
              </p14:nvContentPartPr>
              <p14:xfrm>
                <a:off x="1004419" y="1641259"/>
                <a:ext cx="208080" cy="370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3BA0391-CAB0-E6C5-A6D3-7A1F8FAE6BE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93619" y="1630819"/>
                  <a:ext cx="22932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56E422A-305F-5C7E-4179-5CC80DFF2AB5}"/>
                    </a:ext>
                  </a:extLst>
                </p14:cNvPr>
                <p14:cNvContentPartPr/>
                <p14:nvPr/>
              </p14:nvContentPartPr>
              <p14:xfrm>
                <a:off x="1153099" y="1628659"/>
                <a:ext cx="108720" cy="147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56E422A-305F-5C7E-4179-5CC80DFF2AB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42299" y="1618219"/>
                  <a:ext cx="1299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2588A65-3400-91AB-3AE2-6D964A5E593D}"/>
                    </a:ext>
                  </a:extLst>
                </p14:cNvPr>
                <p14:cNvContentPartPr/>
                <p14:nvPr/>
              </p14:nvContentPartPr>
              <p14:xfrm>
                <a:off x="1158499" y="1506619"/>
                <a:ext cx="237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2588A65-3400-91AB-3AE2-6D964A5E593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47699" y="1496179"/>
                  <a:ext cx="45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D75A95-E580-7975-2FD8-9A001154E939}"/>
                    </a:ext>
                  </a:extLst>
                </p14:cNvPr>
                <p14:cNvContentPartPr/>
                <p14:nvPr/>
              </p14:nvContentPartPr>
              <p14:xfrm>
                <a:off x="1217539" y="1258939"/>
                <a:ext cx="362160" cy="426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D75A95-E580-7975-2FD8-9A001154E93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07099" y="1248139"/>
                  <a:ext cx="38340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242EB67-85F5-8043-59B0-5C586612ED7D}"/>
                    </a:ext>
                  </a:extLst>
                </p14:cNvPr>
                <p14:cNvContentPartPr/>
                <p14:nvPr/>
              </p14:nvContentPartPr>
              <p14:xfrm>
                <a:off x="1495819" y="1166059"/>
                <a:ext cx="214200" cy="435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242EB67-85F5-8043-59B0-5C586612ED7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85019" y="1155259"/>
                  <a:ext cx="23544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E0FAF70-413A-52D4-F21D-21E1EA132E7C}"/>
                    </a:ext>
                  </a:extLst>
                </p14:cNvPr>
                <p14:cNvContentPartPr/>
                <p14:nvPr/>
              </p14:nvContentPartPr>
              <p14:xfrm>
                <a:off x="1229419" y="2264059"/>
                <a:ext cx="148680" cy="187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E0FAF70-413A-52D4-F21D-21E1EA132E7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18619" y="2253619"/>
                  <a:ext cx="1699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999FA90-16BF-1403-1F83-994DDAC72C91}"/>
                    </a:ext>
                  </a:extLst>
                </p14:cNvPr>
                <p14:cNvContentPartPr/>
                <p14:nvPr/>
              </p14:nvContentPartPr>
              <p14:xfrm>
                <a:off x="1334539" y="2219419"/>
                <a:ext cx="110520" cy="137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999FA90-16BF-1403-1F83-994DDAC72C9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24099" y="2208619"/>
                  <a:ext cx="1317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7D5F731-9D7E-E8CC-D098-B6D5680DCAD6}"/>
                    </a:ext>
                  </a:extLst>
                </p14:cNvPr>
                <p14:cNvContentPartPr/>
                <p14:nvPr/>
              </p14:nvContentPartPr>
              <p14:xfrm>
                <a:off x="1433899" y="2158219"/>
                <a:ext cx="201600" cy="153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7D5F731-9D7E-E8CC-D098-B6D5680DCAD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423099" y="2147779"/>
                  <a:ext cx="2228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0A46D55-A9D7-9810-B39D-3B044CD3C049}"/>
                    </a:ext>
                  </a:extLst>
                </p14:cNvPr>
                <p14:cNvContentPartPr/>
                <p14:nvPr/>
              </p14:nvContentPartPr>
              <p14:xfrm>
                <a:off x="1623619" y="2024299"/>
                <a:ext cx="109080" cy="91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0A46D55-A9D7-9810-B39D-3B044CD3C04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12819" y="2013859"/>
                  <a:ext cx="1303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C7714A8-8A4A-0E9B-8219-D675B14E49EC}"/>
                    </a:ext>
                  </a:extLst>
                </p14:cNvPr>
                <p14:cNvContentPartPr/>
                <p14:nvPr/>
              </p14:nvContentPartPr>
              <p14:xfrm>
                <a:off x="1759339" y="1850779"/>
                <a:ext cx="137880" cy="324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C7714A8-8A4A-0E9B-8219-D675B14E49E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48899" y="1840339"/>
                  <a:ext cx="15912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AEEF12C-A6EE-59A5-240E-C1E4D365E35A}"/>
                    </a:ext>
                  </a:extLst>
                </p14:cNvPr>
                <p14:cNvContentPartPr/>
                <p14:nvPr/>
              </p14:nvContentPartPr>
              <p14:xfrm>
                <a:off x="1818379" y="1853299"/>
                <a:ext cx="149760" cy="203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AEEF12C-A6EE-59A5-240E-C1E4D365E35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07939" y="1842859"/>
                  <a:ext cx="1710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51E739B-4817-C906-B488-712D33A9AAE4}"/>
                    </a:ext>
                  </a:extLst>
                </p14:cNvPr>
                <p14:cNvContentPartPr/>
                <p14:nvPr/>
              </p14:nvContentPartPr>
              <p14:xfrm>
                <a:off x="1836379" y="1820539"/>
                <a:ext cx="163800" cy="194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51E739B-4817-C906-B488-712D33A9AAE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825939" y="1809739"/>
                  <a:ext cx="1850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5AF969C-D7E4-110C-316A-8D5345E85B21}"/>
                    </a:ext>
                  </a:extLst>
                </p14:cNvPr>
                <p14:cNvContentPartPr/>
                <p14:nvPr/>
              </p14:nvContentPartPr>
              <p14:xfrm>
                <a:off x="1981819" y="1771939"/>
                <a:ext cx="149400" cy="187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5AF969C-D7E4-110C-316A-8D5345E85B2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71019" y="1761499"/>
                  <a:ext cx="1706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20AB16A-BA9F-CF9D-0150-6DC61BA0FDF1}"/>
                    </a:ext>
                  </a:extLst>
                </p14:cNvPr>
                <p14:cNvContentPartPr/>
                <p14:nvPr/>
              </p14:nvContentPartPr>
              <p14:xfrm>
                <a:off x="2040859" y="1638739"/>
                <a:ext cx="126000" cy="253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20AB16A-BA9F-CF9D-0150-6DC61BA0FDF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030419" y="1628299"/>
                  <a:ext cx="1472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0CFB795-F250-762E-8A23-57EB9E1AF2EF}"/>
                    </a:ext>
                  </a:extLst>
                </p14:cNvPr>
                <p14:cNvContentPartPr/>
                <p14:nvPr/>
              </p14:nvContentPartPr>
              <p14:xfrm>
                <a:off x="2037259" y="1680859"/>
                <a:ext cx="138240" cy="80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0CFB795-F250-762E-8A23-57EB9E1AF2E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26459" y="1670419"/>
                  <a:ext cx="1594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CFAD1D1-A8A1-0639-6380-47EEF6A515B5}"/>
                    </a:ext>
                  </a:extLst>
                </p14:cNvPr>
                <p14:cNvContentPartPr/>
                <p14:nvPr/>
              </p14:nvContentPartPr>
              <p14:xfrm>
                <a:off x="2223019" y="1723339"/>
                <a:ext cx="87840" cy="104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CFAD1D1-A8A1-0639-6380-47EEF6A515B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212579" y="1712539"/>
                  <a:ext cx="1090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CCE59C-FEA0-CBB3-ED1F-CA24F1F5A058}"/>
                    </a:ext>
                  </a:extLst>
                </p14:cNvPr>
                <p14:cNvContentPartPr/>
                <p14:nvPr/>
              </p14:nvContentPartPr>
              <p14:xfrm>
                <a:off x="2204659" y="1561339"/>
                <a:ext cx="15120" cy="9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CCE59C-FEA0-CBB3-ED1F-CA24F1F5A05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193859" y="1550899"/>
                  <a:ext cx="36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CD65D60-8ED8-9913-7F0E-AFBBB3A9DA40}"/>
                    </a:ext>
                  </a:extLst>
                </p14:cNvPr>
                <p14:cNvContentPartPr/>
                <p14:nvPr/>
              </p14:nvContentPartPr>
              <p14:xfrm>
                <a:off x="2276299" y="1554139"/>
                <a:ext cx="103680" cy="260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CD65D60-8ED8-9913-7F0E-AFBBB3A9DA4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65499" y="1543699"/>
                  <a:ext cx="1249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F8A8D13-F53E-C2AC-FAB0-9FEB6ABCF097}"/>
                    </a:ext>
                  </a:extLst>
                </p14:cNvPr>
                <p14:cNvContentPartPr/>
                <p14:nvPr/>
              </p14:nvContentPartPr>
              <p14:xfrm>
                <a:off x="2369179" y="1568539"/>
                <a:ext cx="243720" cy="149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F8A8D13-F53E-C2AC-FAB0-9FEB6ABCF09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58739" y="1558099"/>
                  <a:ext cx="2649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792A85F-6370-4413-AFCF-2F7B21B047DE}"/>
                    </a:ext>
                  </a:extLst>
                </p14:cNvPr>
                <p14:cNvContentPartPr/>
                <p14:nvPr/>
              </p14:nvContentPartPr>
              <p14:xfrm>
                <a:off x="2548099" y="1200259"/>
                <a:ext cx="498600" cy="522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792A85F-6370-4413-AFCF-2F7B21B047D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537299" y="1189459"/>
                  <a:ext cx="51984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02CF3B6-AD95-1F60-59F5-85E0419CBE18}"/>
                    </a:ext>
                  </a:extLst>
                </p14:cNvPr>
                <p14:cNvContentPartPr/>
                <p14:nvPr/>
              </p14:nvContentPartPr>
              <p14:xfrm>
                <a:off x="3282859" y="333379"/>
                <a:ext cx="4820040" cy="2147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02CF3B6-AD95-1F60-59F5-85E0419CBE1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272059" y="322579"/>
                  <a:ext cx="4841280" cy="216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272DD47-CC28-F680-C76E-AF1C35BEFAFC}"/>
              </a:ext>
            </a:extLst>
          </p:cNvPr>
          <p:cNvGrpSpPr/>
          <p:nvPr/>
        </p:nvGrpSpPr>
        <p:grpSpPr>
          <a:xfrm>
            <a:off x="3425779" y="1937179"/>
            <a:ext cx="162000" cy="183960"/>
            <a:chOff x="3425779" y="1937179"/>
            <a:chExt cx="162000" cy="18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E23CE98-9B75-1333-571F-892E7403A1B4}"/>
                    </a:ext>
                  </a:extLst>
                </p14:cNvPr>
                <p14:cNvContentPartPr/>
                <p14:nvPr/>
              </p14:nvContentPartPr>
              <p14:xfrm>
                <a:off x="3425779" y="2024299"/>
                <a:ext cx="64080" cy="96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E23CE98-9B75-1333-571F-892E7403A1B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414979" y="2013859"/>
                  <a:ext cx="853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88CB58D-B081-524F-5992-198DD486A0AA}"/>
                    </a:ext>
                  </a:extLst>
                </p14:cNvPr>
                <p14:cNvContentPartPr/>
                <p14:nvPr/>
              </p14:nvContentPartPr>
              <p14:xfrm>
                <a:off x="3455299" y="1937179"/>
                <a:ext cx="51480" cy="53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88CB58D-B081-524F-5992-198DD486A0A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44499" y="1926739"/>
                  <a:ext cx="727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093698E-C9AF-41F0-F3AE-5C94F0B48CC7}"/>
                    </a:ext>
                  </a:extLst>
                </p14:cNvPr>
                <p14:cNvContentPartPr/>
                <p14:nvPr/>
              </p14:nvContentPartPr>
              <p14:xfrm>
                <a:off x="3538459" y="1994419"/>
                <a:ext cx="49320" cy="69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093698E-C9AF-41F0-F3AE-5C94F0B48CC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27659" y="1983619"/>
                  <a:ext cx="7056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77DD908-4A04-D47B-A13A-24435054F623}"/>
              </a:ext>
            </a:extLst>
          </p:cNvPr>
          <p:cNvGrpSpPr/>
          <p:nvPr/>
        </p:nvGrpSpPr>
        <p:grpSpPr>
          <a:xfrm>
            <a:off x="3728179" y="2342899"/>
            <a:ext cx="177480" cy="110520"/>
            <a:chOff x="3728179" y="2342899"/>
            <a:chExt cx="177480" cy="11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9FAD8D9-270A-8ED0-35B2-097CBE3633E0}"/>
                    </a:ext>
                  </a:extLst>
                </p14:cNvPr>
                <p14:cNvContentPartPr/>
                <p14:nvPr/>
              </p14:nvContentPartPr>
              <p14:xfrm>
                <a:off x="3728179" y="2354779"/>
                <a:ext cx="100440" cy="98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9FAD8D9-270A-8ED0-35B2-097CBE3633E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717379" y="2343979"/>
                  <a:ext cx="1216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378B82D-0931-FE89-8851-15983D19B479}"/>
                    </a:ext>
                  </a:extLst>
                </p14:cNvPr>
                <p14:cNvContentPartPr/>
                <p14:nvPr/>
              </p14:nvContentPartPr>
              <p14:xfrm>
                <a:off x="3859579" y="2342899"/>
                <a:ext cx="46080" cy="69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378B82D-0931-FE89-8851-15983D19B47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848779" y="2332099"/>
                  <a:ext cx="6732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780A84F-055F-ECEA-E4B7-F7AF019288B5}"/>
              </a:ext>
            </a:extLst>
          </p:cNvPr>
          <p:cNvGrpSpPr/>
          <p:nvPr/>
        </p:nvGrpSpPr>
        <p:grpSpPr>
          <a:xfrm>
            <a:off x="4083859" y="1592659"/>
            <a:ext cx="187200" cy="154800"/>
            <a:chOff x="4083859" y="1592659"/>
            <a:chExt cx="187200" cy="15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1E06540-F0D8-7FE0-2DD8-CE4EC360EC35}"/>
                    </a:ext>
                  </a:extLst>
                </p14:cNvPr>
                <p14:cNvContentPartPr/>
                <p14:nvPr/>
              </p14:nvContentPartPr>
              <p14:xfrm>
                <a:off x="4083859" y="1640179"/>
                <a:ext cx="8640" cy="107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1E06540-F0D8-7FE0-2DD8-CE4EC360EC3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73059" y="1629379"/>
                  <a:ext cx="298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AEC0E2F-39BF-0CFB-4039-51E7BEC51E06}"/>
                    </a:ext>
                  </a:extLst>
                </p14:cNvPr>
                <p14:cNvContentPartPr/>
                <p14:nvPr/>
              </p14:nvContentPartPr>
              <p14:xfrm>
                <a:off x="4125979" y="1611019"/>
                <a:ext cx="72720" cy="835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AEC0E2F-39BF-0CFB-4039-51E7BEC51E0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15179" y="1600579"/>
                  <a:ext cx="939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D62198B-DF07-83F0-2DC8-55C1C963BC18}"/>
                    </a:ext>
                  </a:extLst>
                </p14:cNvPr>
                <p14:cNvContentPartPr/>
                <p14:nvPr/>
              </p14:nvContentPartPr>
              <p14:xfrm>
                <a:off x="4191859" y="1592659"/>
                <a:ext cx="79200" cy="110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D62198B-DF07-83F0-2DC8-55C1C963BC1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81419" y="1582219"/>
                  <a:ext cx="10044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E66EEC4-8F92-4A8F-1C0D-8E43F93CECDA}"/>
              </a:ext>
            </a:extLst>
          </p:cNvPr>
          <p:cNvGrpSpPr/>
          <p:nvPr/>
        </p:nvGrpSpPr>
        <p:grpSpPr>
          <a:xfrm>
            <a:off x="4522699" y="1976779"/>
            <a:ext cx="145800" cy="138240"/>
            <a:chOff x="4522699" y="1976779"/>
            <a:chExt cx="145800" cy="13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145AD62-4AC7-DD50-279D-93D42DA6DBB8}"/>
                    </a:ext>
                  </a:extLst>
                </p14:cNvPr>
                <p14:cNvContentPartPr/>
                <p14:nvPr/>
              </p14:nvContentPartPr>
              <p14:xfrm>
                <a:off x="4522699" y="1976779"/>
                <a:ext cx="82080" cy="138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145AD62-4AC7-DD50-279D-93D42DA6DBB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512259" y="1966339"/>
                  <a:ext cx="1033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0A2CE88-7297-5B5D-164F-A88F18CA28C7}"/>
                    </a:ext>
                  </a:extLst>
                </p14:cNvPr>
                <p14:cNvContentPartPr/>
                <p14:nvPr/>
              </p14:nvContentPartPr>
              <p14:xfrm>
                <a:off x="4627819" y="1984699"/>
                <a:ext cx="40680" cy="83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0A2CE88-7297-5B5D-164F-A88F18CA28C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617379" y="1974259"/>
                  <a:ext cx="6192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C167E94-1CCB-BAAA-5FF2-5CF78D4F621E}"/>
              </a:ext>
            </a:extLst>
          </p:cNvPr>
          <p:cNvGrpSpPr/>
          <p:nvPr/>
        </p:nvGrpSpPr>
        <p:grpSpPr>
          <a:xfrm>
            <a:off x="4897819" y="1238779"/>
            <a:ext cx="175680" cy="181800"/>
            <a:chOff x="4897819" y="1238779"/>
            <a:chExt cx="175680" cy="18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C0397D0-B53E-D8CB-8CEC-1A07F1295DE8}"/>
                    </a:ext>
                  </a:extLst>
                </p14:cNvPr>
                <p14:cNvContentPartPr/>
                <p14:nvPr/>
              </p14:nvContentPartPr>
              <p14:xfrm>
                <a:off x="4897819" y="1284859"/>
                <a:ext cx="6120" cy="102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C0397D0-B53E-D8CB-8CEC-1A07F1295DE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887379" y="1274059"/>
                  <a:ext cx="273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94F1F0D-88AC-5483-7A1D-F1E9DD17514C}"/>
                    </a:ext>
                  </a:extLst>
                </p14:cNvPr>
                <p14:cNvContentPartPr/>
                <p14:nvPr/>
              </p14:nvContentPartPr>
              <p14:xfrm>
                <a:off x="4931299" y="1288819"/>
                <a:ext cx="72720" cy="131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94F1F0D-88AC-5483-7A1D-F1E9DD17514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20499" y="1278019"/>
                  <a:ext cx="939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0AEF312-E4D7-934E-2C0E-E8CD4AA0459B}"/>
                    </a:ext>
                  </a:extLst>
                </p14:cNvPr>
                <p14:cNvContentPartPr/>
                <p14:nvPr/>
              </p14:nvContentPartPr>
              <p14:xfrm>
                <a:off x="4938859" y="1238779"/>
                <a:ext cx="59760" cy="76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0AEF312-E4D7-934E-2C0E-E8CD4AA0459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28059" y="1228339"/>
                  <a:ext cx="810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47136F9-A576-2C34-BFFF-4BC3FD54F030}"/>
                    </a:ext>
                  </a:extLst>
                </p14:cNvPr>
                <p14:cNvContentPartPr/>
                <p14:nvPr/>
              </p14:nvContentPartPr>
              <p14:xfrm>
                <a:off x="5005819" y="1275859"/>
                <a:ext cx="67680" cy="100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47136F9-A576-2C34-BFFF-4BC3FD54F03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995379" y="1265419"/>
                  <a:ext cx="8892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6BFBE17-F733-1566-DDEF-093076BB1F39}"/>
              </a:ext>
            </a:extLst>
          </p:cNvPr>
          <p:cNvGrpSpPr/>
          <p:nvPr/>
        </p:nvGrpSpPr>
        <p:grpSpPr>
          <a:xfrm>
            <a:off x="5480299" y="993619"/>
            <a:ext cx="238320" cy="188280"/>
            <a:chOff x="5480299" y="993619"/>
            <a:chExt cx="238320" cy="18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98072AB-C6FB-A080-78FE-4C5E374A9C04}"/>
                    </a:ext>
                  </a:extLst>
                </p14:cNvPr>
                <p14:cNvContentPartPr/>
                <p14:nvPr/>
              </p14:nvContentPartPr>
              <p14:xfrm>
                <a:off x="5480299" y="1079659"/>
                <a:ext cx="98280" cy="102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98072AB-C6FB-A080-78FE-4C5E374A9C0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469859" y="1069219"/>
                  <a:ext cx="1195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D649F3D-45F5-F55F-5F8E-D51286DD217A}"/>
                    </a:ext>
                  </a:extLst>
                </p14:cNvPr>
                <p14:cNvContentPartPr/>
                <p14:nvPr/>
              </p14:nvContentPartPr>
              <p14:xfrm>
                <a:off x="5590819" y="1046899"/>
                <a:ext cx="56880" cy="78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D649F3D-45F5-F55F-5F8E-D51286DD217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580019" y="1036459"/>
                  <a:ext cx="781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032B84E-B833-C904-4816-478053CF52DD}"/>
                    </a:ext>
                  </a:extLst>
                </p14:cNvPr>
                <p14:cNvContentPartPr/>
                <p14:nvPr/>
              </p14:nvContentPartPr>
              <p14:xfrm>
                <a:off x="5661739" y="993619"/>
                <a:ext cx="56880" cy="122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032B84E-B833-C904-4816-478053CF52D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650939" y="983179"/>
                  <a:ext cx="7812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08A7BE1-B400-87F6-B2A1-B54FDD72F9A0}"/>
              </a:ext>
            </a:extLst>
          </p:cNvPr>
          <p:cNvGrpSpPr/>
          <p:nvPr/>
        </p:nvGrpSpPr>
        <p:grpSpPr>
          <a:xfrm>
            <a:off x="6241699" y="721819"/>
            <a:ext cx="214560" cy="171720"/>
            <a:chOff x="6241699" y="721819"/>
            <a:chExt cx="214560" cy="17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9057BDF-B2A6-A411-C586-F8187582DB4B}"/>
                    </a:ext>
                  </a:extLst>
                </p14:cNvPr>
                <p14:cNvContentPartPr/>
                <p14:nvPr/>
              </p14:nvContentPartPr>
              <p14:xfrm>
                <a:off x="6241699" y="785539"/>
                <a:ext cx="77400" cy="99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9057BDF-B2A6-A411-C586-F8187582DB4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230899" y="774739"/>
                  <a:ext cx="986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DE20CC0-CE06-8F09-EA5B-084BC44FEBB4}"/>
                    </a:ext>
                  </a:extLst>
                </p14:cNvPr>
                <p14:cNvContentPartPr/>
                <p14:nvPr/>
              </p14:nvContentPartPr>
              <p14:xfrm>
                <a:off x="6332059" y="730459"/>
                <a:ext cx="33120" cy="163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DE20CC0-CE06-8F09-EA5B-084BC44FEBB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21619" y="719659"/>
                  <a:ext cx="543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D8C0C6C-F1BB-6341-D1D5-36FC06698B8A}"/>
                    </a:ext>
                  </a:extLst>
                </p14:cNvPr>
                <p14:cNvContentPartPr/>
                <p14:nvPr/>
              </p14:nvContentPartPr>
              <p14:xfrm>
                <a:off x="6350059" y="721819"/>
                <a:ext cx="61200" cy="44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D8C0C6C-F1BB-6341-D1D5-36FC06698B8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339619" y="711019"/>
                  <a:ext cx="824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889B15A-F5E6-704E-2596-73E7EBEC6F2B}"/>
                    </a:ext>
                  </a:extLst>
                </p14:cNvPr>
                <p14:cNvContentPartPr/>
                <p14:nvPr/>
              </p14:nvContentPartPr>
              <p14:xfrm>
                <a:off x="6428539" y="745939"/>
                <a:ext cx="27720" cy="975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889B15A-F5E6-704E-2596-73E7EBEC6F2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417739" y="735139"/>
                  <a:ext cx="4896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CD3B585-00E9-CD90-B1B2-4DE700F6A4FD}"/>
              </a:ext>
            </a:extLst>
          </p:cNvPr>
          <p:cNvGrpSpPr/>
          <p:nvPr/>
        </p:nvGrpSpPr>
        <p:grpSpPr>
          <a:xfrm>
            <a:off x="6971059" y="410779"/>
            <a:ext cx="282960" cy="222480"/>
            <a:chOff x="6971059" y="410779"/>
            <a:chExt cx="282960" cy="22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FB48493-0982-EC0E-5543-F14A73C5D1DE}"/>
                    </a:ext>
                  </a:extLst>
                </p14:cNvPr>
                <p14:cNvContentPartPr/>
                <p14:nvPr/>
              </p14:nvContentPartPr>
              <p14:xfrm>
                <a:off x="6971059" y="502219"/>
                <a:ext cx="90000" cy="131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FB48493-0982-EC0E-5543-F14A73C5D1D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960619" y="491419"/>
                  <a:ext cx="1112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6891BC2-E42A-B163-602B-31400AA8A4B7}"/>
                    </a:ext>
                  </a:extLst>
                </p14:cNvPr>
                <p14:cNvContentPartPr/>
                <p14:nvPr/>
              </p14:nvContentPartPr>
              <p14:xfrm>
                <a:off x="7109299" y="443539"/>
                <a:ext cx="49320" cy="82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6891BC2-E42A-B163-602B-31400AA8A4B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098859" y="432739"/>
                  <a:ext cx="705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33E76AC-BC93-6A59-7CE6-662717E9E4CE}"/>
                    </a:ext>
                  </a:extLst>
                </p14:cNvPr>
                <p14:cNvContentPartPr/>
                <p14:nvPr/>
              </p14:nvContentPartPr>
              <p14:xfrm>
                <a:off x="7167619" y="410779"/>
                <a:ext cx="86400" cy="79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33E76AC-BC93-6A59-7CE6-662717E9E4C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156819" y="400339"/>
                  <a:ext cx="10764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3B20C8C-9FD2-D361-1D67-F81DF36060A8}"/>
              </a:ext>
            </a:extLst>
          </p:cNvPr>
          <p:cNvGrpSpPr/>
          <p:nvPr/>
        </p:nvGrpSpPr>
        <p:grpSpPr>
          <a:xfrm>
            <a:off x="6650659" y="1027819"/>
            <a:ext cx="275400" cy="135360"/>
            <a:chOff x="6650659" y="1027819"/>
            <a:chExt cx="275400" cy="13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B2A7A3E-4A5A-1CB6-1B19-CDB275631C02}"/>
                    </a:ext>
                  </a:extLst>
                </p14:cNvPr>
                <p14:cNvContentPartPr/>
                <p14:nvPr/>
              </p14:nvContentPartPr>
              <p14:xfrm>
                <a:off x="6650659" y="1058779"/>
                <a:ext cx="88920" cy="1044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B2A7A3E-4A5A-1CB6-1B19-CDB275631C0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639859" y="1047979"/>
                  <a:ext cx="1101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87FF532-FC67-FD0C-733D-BA5C0E108F26}"/>
                    </a:ext>
                  </a:extLst>
                </p14:cNvPr>
                <p14:cNvContentPartPr/>
                <p14:nvPr/>
              </p14:nvContentPartPr>
              <p14:xfrm>
                <a:off x="6752179" y="1046539"/>
                <a:ext cx="90360" cy="92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87FF532-FC67-FD0C-733D-BA5C0E108F2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741379" y="1035739"/>
                  <a:ext cx="1116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371C400-847A-944C-F2BF-6520DC18D5EA}"/>
                    </a:ext>
                  </a:extLst>
                </p14:cNvPr>
                <p14:cNvContentPartPr/>
                <p14:nvPr/>
              </p14:nvContentPartPr>
              <p14:xfrm>
                <a:off x="6858739" y="1027819"/>
                <a:ext cx="67320" cy="47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371C400-847A-944C-F2BF-6520DC18D5E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48299" y="1017379"/>
                  <a:ext cx="8856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FF9BBEB-5248-9CF0-CA50-FB3F99E2F362}"/>
              </a:ext>
            </a:extLst>
          </p:cNvPr>
          <p:cNvGrpSpPr/>
          <p:nvPr/>
        </p:nvGrpSpPr>
        <p:grpSpPr>
          <a:xfrm>
            <a:off x="5949739" y="1374139"/>
            <a:ext cx="236520" cy="181800"/>
            <a:chOff x="5949739" y="1374139"/>
            <a:chExt cx="236520" cy="18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FAB539B-906D-A2F1-42FD-D3F4A51684A9}"/>
                    </a:ext>
                  </a:extLst>
                </p14:cNvPr>
                <p14:cNvContentPartPr/>
                <p14:nvPr/>
              </p14:nvContentPartPr>
              <p14:xfrm>
                <a:off x="5949739" y="1433179"/>
                <a:ext cx="16920" cy="1018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FAB539B-906D-A2F1-42FD-D3F4A51684A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939299" y="1422739"/>
                  <a:ext cx="381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44CE340-873A-7961-9961-CC6C60EDC222}"/>
                    </a:ext>
                  </a:extLst>
                </p14:cNvPr>
                <p14:cNvContentPartPr/>
                <p14:nvPr/>
              </p14:nvContentPartPr>
              <p14:xfrm>
                <a:off x="6003379" y="1389979"/>
                <a:ext cx="77400" cy="165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44CE340-873A-7961-9961-CC6C60EDC22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92939" y="1379539"/>
                  <a:ext cx="986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5EC54AB-C625-DD6C-5F3B-A5CEFE0678AC}"/>
                    </a:ext>
                  </a:extLst>
                </p14:cNvPr>
                <p14:cNvContentPartPr/>
                <p14:nvPr/>
              </p14:nvContentPartPr>
              <p14:xfrm>
                <a:off x="6120739" y="1374139"/>
                <a:ext cx="65520" cy="88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5EC54AB-C625-DD6C-5F3B-A5CEFE0678A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10299" y="1363699"/>
                  <a:ext cx="8676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DDB67C1-952F-D982-8380-83C7175093F7}"/>
              </a:ext>
            </a:extLst>
          </p:cNvPr>
          <p:cNvGrpSpPr/>
          <p:nvPr/>
        </p:nvGrpSpPr>
        <p:grpSpPr>
          <a:xfrm>
            <a:off x="5274739" y="1614619"/>
            <a:ext cx="232920" cy="170640"/>
            <a:chOff x="5274739" y="1614619"/>
            <a:chExt cx="232920" cy="17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07ECA68-AD1A-203F-4081-56820DF79749}"/>
                    </a:ext>
                  </a:extLst>
                </p14:cNvPr>
                <p14:cNvContentPartPr/>
                <p14:nvPr/>
              </p14:nvContentPartPr>
              <p14:xfrm>
                <a:off x="5274739" y="1680139"/>
                <a:ext cx="5040" cy="105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07ECA68-AD1A-203F-4081-56820DF7974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64299" y="1669699"/>
                  <a:ext cx="262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705F0CB-F5FF-F0AD-68FB-01B0E08849D5}"/>
                    </a:ext>
                  </a:extLst>
                </p14:cNvPr>
                <p14:cNvContentPartPr/>
                <p14:nvPr/>
              </p14:nvContentPartPr>
              <p14:xfrm>
                <a:off x="5324059" y="1643779"/>
                <a:ext cx="100440" cy="1119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705F0CB-F5FF-F0AD-68FB-01B0E08849D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313259" y="1633339"/>
                  <a:ext cx="1216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72D08A0-5A76-EEFB-9FC3-A21F0411727E}"/>
                    </a:ext>
                  </a:extLst>
                </p14:cNvPr>
                <p14:cNvContentPartPr/>
                <p14:nvPr/>
              </p14:nvContentPartPr>
              <p14:xfrm>
                <a:off x="5447179" y="1614619"/>
                <a:ext cx="60480" cy="921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72D08A0-5A76-EEFB-9FC3-A21F0411727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436379" y="1603819"/>
                  <a:ext cx="81720" cy="11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8C188722-E33E-3067-FD18-EA4EE4163442}"/>
                  </a:ext>
                </a:extLst>
              </p14:cNvPr>
              <p14:cNvContentPartPr/>
              <p14:nvPr/>
            </p14:nvContentPartPr>
            <p14:xfrm>
              <a:off x="3479419" y="2684539"/>
              <a:ext cx="13320" cy="4320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8C188722-E33E-3067-FD18-EA4EE4163442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468979" y="2673739"/>
                <a:ext cx="3456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D48356BC-652B-CEF3-A693-A2F9F99BF7F2}"/>
                  </a:ext>
                </a:extLst>
              </p14:cNvPr>
              <p14:cNvContentPartPr/>
              <p14:nvPr/>
            </p14:nvContentPartPr>
            <p14:xfrm>
              <a:off x="3467539" y="2875339"/>
              <a:ext cx="15840" cy="860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D48356BC-652B-CEF3-A693-A2F9F99BF7F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457099" y="2864899"/>
                <a:ext cx="3708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90318B7E-81EB-4F61-B03A-15CB994D11C5}"/>
                  </a:ext>
                </a:extLst>
              </p14:cNvPr>
              <p14:cNvContentPartPr/>
              <p14:nvPr/>
            </p14:nvContentPartPr>
            <p14:xfrm>
              <a:off x="3450979" y="3085579"/>
              <a:ext cx="11520" cy="990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90318B7E-81EB-4F61-B03A-15CB994D11C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440179" y="3074779"/>
                <a:ext cx="3276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C74B83F2-4EEC-1A5F-12B5-7BA5FA3F39DD}"/>
                  </a:ext>
                </a:extLst>
              </p14:cNvPr>
              <p14:cNvContentPartPr/>
              <p14:nvPr/>
            </p14:nvContentPartPr>
            <p14:xfrm>
              <a:off x="3840859" y="2669059"/>
              <a:ext cx="1800" cy="1692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C74B83F2-4EEC-1A5F-12B5-7BA5FA3F39DD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830419" y="2658259"/>
                <a:ext cx="2304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6A85F1ED-2508-7365-3CAE-BF85ADAE46CA}"/>
                  </a:ext>
                </a:extLst>
              </p14:cNvPr>
              <p14:cNvContentPartPr/>
              <p14:nvPr/>
            </p14:nvContentPartPr>
            <p14:xfrm>
              <a:off x="3798739" y="2797219"/>
              <a:ext cx="27000" cy="12384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6A85F1ED-2508-7365-3CAE-BF85ADAE46C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787939" y="2786779"/>
                <a:ext cx="4824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50E1A3B4-BF17-5C88-2A24-E284DAEE9288}"/>
                  </a:ext>
                </a:extLst>
              </p14:cNvPr>
              <p14:cNvContentPartPr/>
              <p14:nvPr/>
            </p14:nvContentPartPr>
            <p14:xfrm>
              <a:off x="3770659" y="3061099"/>
              <a:ext cx="17640" cy="1530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50E1A3B4-BF17-5C88-2A24-E284DAEE9288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760219" y="3050299"/>
                <a:ext cx="3888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380EC038-A998-7A80-ABF8-0A3B748C2716}"/>
                  </a:ext>
                </a:extLst>
              </p14:cNvPr>
              <p14:cNvContentPartPr/>
              <p14:nvPr/>
            </p14:nvContentPartPr>
            <p14:xfrm>
              <a:off x="3455659" y="4119139"/>
              <a:ext cx="3951360" cy="11160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380EC038-A998-7A80-ABF8-0A3B748C2716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445219" y="4108699"/>
                <a:ext cx="3972600" cy="13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B639C83C-A06E-DBCB-84FF-2D423B8A0769}"/>
              </a:ext>
            </a:extLst>
          </p:cNvPr>
          <p:cNvGrpSpPr/>
          <p:nvPr/>
        </p:nvGrpSpPr>
        <p:grpSpPr>
          <a:xfrm>
            <a:off x="3371059" y="3344059"/>
            <a:ext cx="4057200" cy="904680"/>
            <a:chOff x="3371059" y="3344059"/>
            <a:chExt cx="4057200" cy="90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20AAF66-8DD3-8139-8EA3-9C612C3EBB61}"/>
                    </a:ext>
                  </a:extLst>
                </p14:cNvPr>
                <p14:cNvContentPartPr/>
                <p14:nvPr/>
              </p14:nvContentPartPr>
              <p14:xfrm>
                <a:off x="3453139" y="3375379"/>
                <a:ext cx="14040" cy="828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20AAF66-8DD3-8139-8EA3-9C612C3EBB6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442699" y="3364939"/>
                  <a:ext cx="352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42F650C-55D8-A7C2-0295-4A1A81465189}"/>
                    </a:ext>
                  </a:extLst>
                </p14:cNvPr>
                <p14:cNvContentPartPr/>
                <p14:nvPr/>
              </p14:nvContentPartPr>
              <p14:xfrm>
                <a:off x="3445939" y="3581299"/>
                <a:ext cx="14040" cy="626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42F650C-55D8-A7C2-0295-4A1A8146518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435499" y="3570859"/>
                  <a:ext cx="352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419CFD1-33F9-26C4-1981-B5A90473C2A4}"/>
                    </a:ext>
                  </a:extLst>
                </p14:cNvPr>
                <p14:cNvContentPartPr/>
                <p14:nvPr/>
              </p14:nvContentPartPr>
              <p14:xfrm>
                <a:off x="3426499" y="3829339"/>
                <a:ext cx="10440" cy="630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419CFD1-33F9-26C4-1981-B5A90473C2A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416059" y="3818899"/>
                  <a:ext cx="316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6C4D414-06A4-8168-1C50-F1F7A4263D69}"/>
                    </a:ext>
                  </a:extLst>
                </p14:cNvPr>
                <p14:cNvContentPartPr/>
                <p14:nvPr/>
              </p14:nvContentPartPr>
              <p14:xfrm>
                <a:off x="3799819" y="3344059"/>
                <a:ext cx="7560" cy="1785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6C4D414-06A4-8168-1C50-F1F7A4263D6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789019" y="3333259"/>
                  <a:ext cx="288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C72D490-8599-BAC5-ABCF-B21920D00314}"/>
                    </a:ext>
                  </a:extLst>
                </p14:cNvPr>
                <p14:cNvContentPartPr/>
                <p14:nvPr/>
              </p14:nvContentPartPr>
              <p14:xfrm>
                <a:off x="3799459" y="3685699"/>
                <a:ext cx="2520" cy="75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C72D490-8599-BAC5-ABCF-B21920D0031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789019" y="3675259"/>
                  <a:ext cx="237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A286600-0998-E304-335C-8789FCF6B52F}"/>
                    </a:ext>
                  </a:extLst>
                </p14:cNvPr>
                <p14:cNvContentPartPr/>
                <p14:nvPr/>
              </p14:nvContentPartPr>
              <p14:xfrm>
                <a:off x="3804859" y="3864259"/>
                <a:ext cx="6840" cy="424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A286600-0998-E304-335C-8789FCF6B52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794419" y="3853819"/>
                  <a:ext cx="280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6C66CFF-73F3-62BC-124F-8D8D16917824}"/>
                    </a:ext>
                  </a:extLst>
                </p14:cNvPr>
                <p14:cNvContentPartPr/>
                <p14:nvPr/>
              </p14:nvContentPartPr>
              <p14:xfrm>
                <a:off x="3697579" y="4134259"/>
                <a:ext cx="84960" cy="17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6C66CFF-73F3-62BC-124F-8D8D1691782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687139" y="4123819"/>
                  <a:ext cx="1062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EAA189D-C74B-259D-02B6-72FC352AD18E}"/>
                    </a:ext>
                  </a:extLst>
                </p14:cNvPr>
                <p14:cNvContentPartPr/>
                <p14:nvPr/>
              </p14:nvContentPartPr>
              <p14:xfrm>
                <a:off x="3800179" y="4084579"/>
                <a:ext cx="36720" cy="1134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EAA189D-C74B-259D-02B6-72FC352AD18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89379" y="4074139"/>
                  <a:ext cx="579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DC7FE2C-8601-22F9-F4BE-7B48A21F89F4}"/>
                    </a:ext>
                  </a:extLst>
                </p14:cNvPr>
                <p14:cNvContentPartPr/>
                <p14:nvPr/>
              </p14:nvContentPartPr>
              <p14:xfrm>
                <a:off x="3859219" y="4045339"/>
                <a:ext cx="54000" cy="102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DC7FE2C-8601-22F9-F4BE-7B48A21F89F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848419" y="4034539"/>
                  <a:ext cx="75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A4A8587-3345-18E8-7567-40B0BA3F586D}"/>
                    </a:ext>
                  </a:extLst>
                </p14:cNvPr>
                <p14:cNvContentPartPr/>
                <p14:nvPr/>
              </p14:nvContentPartPr>
              <p14:xfrm>
                <a:off x="4204099" y="4098979"/>
                <a:ext cx="77040" cy="10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A4A8587-3345-18E8-7567-40B0BA3F586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193299" y="4088179"/>
                  <a:ext cx="982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FCFFCFA-1B02-C1C2-2868-B37EC4194BE0}"/>
                    </a:ext>
                  </a:extLst>
                </p14:cNvPr>
                <p14:cNvContentPartPr/>
                <p14:nvPr/>
              </p14:nvContentPartPr>
              <p14:xfrm>
                <a:off x="4301299" y="4052179"/>
                <a:ext cx="27720" cy="140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FCFFCFA-1B02-C1C2-2868-B37EC4194BE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290859" y="4041379"/>
                  <a:ext cx="489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FC5B3E0-F746-F319-A7F4-AC94B34344E6}"/>
                    </a:ext>
                  </a:extLst>
                </p14:cNvPr>
                <p14:cNvContentPartPr/>
                <p14:nvPr/>
              </p14:nvContentPartPr>
              <p14:xfrm>
                <a:off x="4340899" y="4060459"/>
                <a:ext cx="53640" cy="119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FC5B3E0-F746-F319-A7F4-AC94B34344E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330099" y="4050019"/>
                  <a:ext cx="748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BCBA452-3DFB-54E3-6644-91D625225AEE}"/>
                    </a:ext>
                  </a:extLst>
                </p14:cNvPr>
                <p14:cNvContentPartPr/>
                <p14:nvPr/>
              </p14:nvContentPartPr>
              <p14:xfrm>
                <a:off x="4728619" y="4071619"/>
                <a:ext cx="102240" cy="306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BCBA452-3DFB-54E3-6644-91D625225AE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718179" y="4061179"/>
                  <a:ext cx="1234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3A630BB-2DC3-5B2F-9B56-BDEAF50D67A6}"/>
                    </a:ext>
                  </a:extLst>
                </p14:cNvPr>
                <p14:cNvContentPartPr/>
                <p14:nvPr/>
              </p14:nvContentPartPr>
              <p14:xfrm>
                <a:off x="4867939" y="4007899"/>
                <a:ext cx="32040" cy="1580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3A630BB-2DC3-5B2F-9B56-BDEAF50D67A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57499" y="3997099"/>
                  <a:ext cx="532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38C45C7-809B-6E8D-A429-3194485B14D4}"/>
                    </a:ext>
                  </a:extLst>
                </p14:cNvPr>
                <p14:cNvContentPartPr/>
                <p14:nvPr/>
              </p14:nvContentPartPr>
              <p14:xfrm>
                <a:off x="4922659" y="4031299"/>
                <a:ext cx="60480" cy="106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38C45C7-809B-6E8D-A429-3194485B14D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912219" y="4020499"/>
                  <a:ext cx="817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BEF10C8-B96C-32E2-97A9-B44B42283C01}"/>
                    </a:ext>
                  </a:extLst>
                </p14:cNvPr>
                <p14:cNvContentPartPr/>
                <p14:nvPr/>
              </p14:nvContentPartPr>
              <p14:xfrm>
                <a:off x="5304979" y="4078099"/>
                <a:ext cx="96840" cy="194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BEF10C8-B96C-32E2-97A9-B44B42283C0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294539" y="4067299"/>
                  <a:ext cx="1180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03629C6-3601-BBB6-E52D-1B9356075FF0}"/>
                    </a:ext>
                  </a:extLst>
                </p14:cNvPr>
                <p14:cNvContentPartPr/>
                <p14:nvPr/>
              </p14:nvContentPartPr>
              <p14:xfrm>
                <a:off x="5406859" y="4028419"/>
                <a:ext cx="38160" cy="1663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03629C6-3601-BBB6-E52D-1B9356075FF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396419" y="4017619"/>
                  <a:ext cx="594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75757D9-8CE9-7CFC-7362-7C438CC3E1E4}"/>
                    </a:ext>
                  </a:extLst>
                </p14:cNvPr>
                <p14:cNvContentPartPr/>
                <p14:nvPr/>
              </p14:nvContentPartPr>
              <p14:xfrm>
                <a:off x="5466979" y="4029859"/>
                <a:ext cx="85320" cy="1202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75757D9-8CE9-7CFC-7362-7C438CC3E1E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456539" y="4019419"/>
                  <a:ext cx="1065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AFD8C3E-8ACA-8B0E-EA57-123713B5D65D}"/>
                    </a:ext>
                  </a:extLst>
                </p14:cNvPr>
                <p14:cNvContentPartPr/>
                <p14:nvPr/>
              </p14:nvContentPartPr>
              <p14:xfrm>
                <a:off x="5844619" y="4051819"/>
                <a:ext cx="93600" cy="180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AFD8C3E-8ACA-8B0E-EA57-123713B5D65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834179" y="4041379"/>
                  <a:ext cx="1148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80A12FA-4074-C4DA-3C25-3D30CEAFB7F9}"/>
                    </a:ext>
                  </a:extLst>
                </p14:cNvPr>
                <p14:cNvContentPartPr/>
                <p14:nvPr/>
              </p14:nvContentPartPr>
              <p14:xfrm>
                <a:off x="5955139" y="3989539"/>
                <a:ext cx="27000" cy="1526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80A12FA-4074-C4DA-3C25-3D30CEAFB7F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944699" y="3979099"/>
                  <a:ext cx="482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20D52A5-2957-882C-8E69-98182E661088}"/>
                    </a:ext>
                  </a:extLst>
                </p14:cNvPr>
                <p14:cNvContentPartPr/>
                <p14:nvPr/>
              </p14:nvContentPartPr>
              <p14:xfrm>
                <a:off x="6006259" y="3983419"/>
                <a:ext cx="96480" cy="1458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20D52A5-2957-882C-8E69-98182E66108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995819" y="3972619"/>
                  <a:ext cx="117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02BC352-2E9F-EAE0-4889-D521B1F2639D}"/>
                    </a:ext>
                  </a:extLst>
                </p14:cNvPr>
                <p14:cNvContentPartPr/>
                <p14:nvPr/>
              </p14:nvContentPartPr>
              <p14:xfrm>
                <a:off x="3371059" y="3884059"/>
                <a:ext cx="4057200" cy="3646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02BC352-2E9F-EAE0-4889-D521B1F2639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360619" y="3873619"/>
                  <a:ext cx="4078440" cy="38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08D919E6-5735-6ABA-B388-2AF735894E24}"/>
              </a:ext>
            </a:extLst>
          </p:cNvPr>
          <p:cNvGrpSpPr/>
          <p:nvPr/>
        </p:nvGrpSpPr>
        <p:grpSpPr>
          <a:xfrm>
            <a:off x="5427019" y="1998739"/>
            <a:ext cx="1740600" cy="876240"/>
            <a:chOff x="5427019" y="1998739"/>
            <a:chExt cx="1740600" cy="87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E1EA083-6999-2A78-351D-47AA68A1AFA1}"/>
                    </a:ext>
                  </a:extLst>
                </p14:cNvPr>
                <p14:cNvContentPartPr/>
                <p14:nvPr/>
              </p14:nvContentPartPr>
              <p14:xfrm>
                <a:off x="5926699" y="2598859"/>
                <a:ext cx="158040" cy="2761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E1EA083-6999-2A78-351D-47AA68A1AFA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915899" y="2588419"/>
                  <a:ext cx="1792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695A15F-B378-74DF-BEF5-B4FEC3A736F5}"/>
                    </a:ext>
                  </a:extLst>
                </p14:cNvPr>
                <p14:cNvContentPartPr/>
                <p14:nvPr/>
              </p14:nvContentPartPr>
              <p14:xfrm>
                <a:off x="6074299" y="2519659"/>
                <a:ext cx="278280" cy="2692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695A15F-B378-74DF-BEF5-B4FEC3A736F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063499" y="2508859"/>
                  <a:ext cx="2995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0457701-4DE4-0C72-EE5E-7D1B8F12CB5E}"/>
                    </a:ext>
                  </a:extLst>
                </p14:cNvPr>
                <p14:cNvContentPartPr/>
                <p14:nvPr/>
              </p14:nvContentPartPr>
              <p14:xfrm>
                <a:off x="6264739" y="2557459"/>
                <a:ext cx="90720" cy="1335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0457701-4DE4-0C72-EE5E-7D1B8F12CB5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254299" y="2547019"/>
                  <a:ext cx="1119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6DD1569-32AC-BA00-078A-F47E2D3E4FB8}"/>
                    </a:ext>
                  </a:extLst>
                </p14:cNvPr>
                <p14:cNvContentPartPr/>
                <p14:nvPr/>
              </p14:nvContentPartPr>
              <p14:xfrm>
                <a:off x="6408379" y="2564659"/>
                <a:ext cx="41040" cy="1213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6DD1569-32AC-BA00-078A-F47E2D3E4FB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397579" y="2554219"/>
                  <a:ext cx="622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00E6E93-4B70-08CB-08F3-FCAABD8B2A34}"/>
                    </a:ext>
                  </a:extLst>
                </p14:cNvPr>
                <p14:cNvContentPartPr/>
                <p14:nvPr/>
              </p14:nvContentPartPr>
              <p14:xfrm>
                <a:off x="6519259" y="2314819"/>
                <a:ext cx="325800" cy="3956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00E6E93-4B70-08CB-08F3-FCAABD8B2A3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508459" y="2304019"/>
                  <a:ext cx="34704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0A4E729-021A-F521-24AF-5388732EC7CA}"/>
                    </a:ext>
                  </a:extLst>
                </p14:cNvPr>
                <p14:cNvContentPartPr/>
                <p14:nvPr/>
              </p14:nvContentPartPr>
              <p14:xfrm>
                <a:off x="6841819" y="2349019"/>
                <a:ext cx="156960" cy="2012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0A4E729-021A-F521-24AF-5388732EC7C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831019" y="2338579"/>
                  <a:ext cx="1782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DC19F69-42A6-F10E-A9AB-1FB06C15553F}"/>
                    </a:ext>
                  </a:extLst>
                </p14:cNvPr>
                <p14:cNvContentPartPr/>
                <p14:nvPr/>
              </p14:nvContentPartPr>
              <p14:xfrm>
                <a:off x="7008859" y="2105659"/>
                <a:ext cx="158760" cy="3801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DC19F69-42A6-F10E-A9AB-1FB06C15553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998059" y="2095219"/>
                  <a:ext cx="18000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9A95DBD-AD49-768A-482D-0C29D511FB96}"/>
                    </a:ext>
                  </a:extLst>
                </p14:cNvPr>
                <p14:cNvContentPartPr/>
                <p14:nvPr/>
              </p14:nvContentPartPr>
              <p14:xfrm>
                <a:off x="5427019" y="2446579"/>
                <a:ext cx="252360" cy="2401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9A95DBD-AD49-768A-482D-0C29D511FB9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416579" y="2435779"/>
                  <a:ext cx="2736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E6F528B-6320-6768-67C6-CBE31FE45A72}"/>
                    </a:ext>
                  </a:extLst>
                </p14:cNvPr>
                <p14:cNvContentPartPr/>
                <p14:nvPr/>
              </p14:nvContentPartPr>
              <p14:xfrm>
                <a:off x="5600179" y="2432179"/>
                <a:ext cx="35640" cy="122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E6F528B-6320-6768-67C6-CBE31FE45A7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589379" y="2421379"/>
                  <a:ext cx="568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2FDEE20-9240-A9F4-C80F-1BA653489DC0}"/>
                    </a:ext>
                  </a:extLst>
                </p14:cNvPr>
                <p14:cNvContentPartPr/>
                <p14:nvPr/>
              </p14:nvContentPartPr>
              <p14:xfrm>
                <a:off x="5676499" y="2249299"/>
                <a:ext cx="114840" cy="521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2FDEE20-9240-A9F4-C80F-1BA653489DC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665699" y="2238499"/>
                  <a:ext cx="13608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B2F5ABF-89CC-1950-EE61-7331C2C453C3}"/>
                    </a:ext>
                  </a:extLst>
                </p14:cNvPr>
                <p14:cNvContentPartPr/>
                <p14:nvPr/>
              </p14:nvContentPartPr>
              <p14:xfrm>
                <a:off x="5737699" y="2288179"/>
                <a:ext cx="114120" cy="3657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B2F5ABF-89CC-1950-EE61-7331C2C453C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726899" y="2277739"/>
                  <a:ext cx="13536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057F021-4442-717E-C351-8A114DD5F8F5}"/>
                    </a:ext>
                  </a:extLst>
                </p14:cNvPr>
                <p14:cNvContentPartPr/>
                <p14:nvPr/>
              </p14:nvContentPartPr>
              <p14:xfrm>
                <a:off x="5712139" y="2391139"/>
                <a:ext cx="147600" cy="113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057F021-4442-717E-C351-8A114DD5F8F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701339" y="2380699"/>
                  <a:ext cx="1688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41657E5-A0B0-6F33-C30C-2F43CE9CDC49}"/>
                    </a:ext>
                  </a:extLst>
                </p14:cNvPr>
                <p14:cNvContentPartPr/>
                <p14:nvPr/>
              </p14:nvContentPartPr>
              <p14:xfrm>
                <a:off x="5877379" y="2355499"/>
                <a:ext cx="154440" cy="1512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41657E5-A0B0-6F33-C30C-2F43CE9CDC4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866579" y="2344699"/>
                  <a:ext cx="1756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E34C3C0-BC21-31F7-0F1E-4FA951D60124}"/>
                    </a:ext>
                  </a:extLst>
                </p14:cNvPr>
                <p14:cNvContentPartPr/>
                <p14:nvPr/>
              </p14:nvContentPartPr>
              <p14:xfrm>
                <a:off x="6092299" y="2270539"/>
                <a:ext cx="239760" cy="1616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E34C3C0-BC21-31F7-0F1E-4FA951D6012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081499" y="2260099"/>
                  <a:ext cx="2610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AD2E79B-F7D8-0F5E-E5E0-89F5EBB74E6A}"/>
                    </a:ext>
                  </a:extLst>
                </p14:cNvPr>
                <p14:cNvContentPartPr/>
                <p14:nvPr/>
              </p14:nvContentPartPr>
              <p14:xfrm>
                <a:off x="6323779" y="2169019"/>
                <a:ext cx="191160" cy="1641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AD2E79B-F7D8-0F5E-E5E0-89F5EBB74E6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312979" y="2158579"/>
                  <a:ext cx="2124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197077E-9BF5-5322-160E-4B12E78B142B}"/>
                    </a:ext>
                  </a:extLst>
                </p14:cNvPr>
                <p14:cNvContentPartPr/>
                <p14:nvPr/>
              </p14:nvContentPartPr>
              <p14:xfrm>
                <a:off x="6447979" y="2030779"/>
                <a:ext cx="34920" cy="234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197077E-9BF5-5322-160E-4B12E78B142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437539" y="2020339"/>
                  <a:ext cx="561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EA3BD78-6DF3-5653-1CFC-9CE437520326}"/>
                    </a:ext>
                  </a:extLst>
                </p14:cNvPr>
                <p14:cNvContentPartPr/>
                <p14:nvPr/>
              </p14:nvContentPartPr>
              <p14:xfrm>
                <a:off x="6512779" y="1998739"/>
                <a:ext cx="583560" cy="3718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EA3BD78-6DF3-5653-1CFC-9CE43752032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502339" y="1988299"/>
                  <a:ext cx="604800" cy="39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60D60C26-FDAB-C23F-9C24-773A4813A20B}"/>
              </a:ext>
            </a:extLst>
          </p:cNvPr>
          <p:cNvGrpSpPr/>
          <p:nvPr/>
        </p:nvGrpSpPr>
        <p:grpSpPr>
          <a:xfrm>
            <a:off x="1014499" y="1897579"/>
            <a:ext cx="396000" cy="341640"/>
            <a:chOff x="1014499" y="1897579"/>
            <a:chExt cx="396000" cy="34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A79D661-7746-C890-C245-EE1C0C0B467F}"/>
                    </a:ext>
                  </a:extLst>
                </p14:cNvPr>
                <p14:cNvContentPartPr/>
                <p14:nvPr/>
              </p14:nvContentPartPr>
              <p14:xfrm>
                <a:off x="1014499" y="1897579"/>
                <a:ext cx="352440" cy="341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A79D661-7746-C890-C245-EE1C0C0B467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04059" y="1887139"/>
                  <a:ext cx="37368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A2A91FE-C853-DAB7-3D9E-4341A36AA46C}"/>
                    </a:ext>
                  </a:extLst>
                </p14:cNvPr>
                <p14:cNvContentPartPr/>
                <p14:nvPr/>
              </p14:nvContentPartPr>
              <p14:xfrm>
                <a:off x="1325179" y="1920619"/>
                <a:ext cx="85320" cy="583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A2A91FE-C853-DAB7-3D9E-4341A36AA46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314379" y="1909819"/>
                  <a:ext cx="10656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C7FE5D5F-40ED-82EC-9FE7-886BACEF8CC2}"/>
              </a:ext>
            </a:extLst>
          </p:cNvPr>
          <p:cNvGrpSpPr/>
          <p:nvPr/>
        </p:nvGrpSpPr>
        <p:grpSpPr>
          <a:xfrm>
            <a:off x="807139" y="3532339"/>
            <a:ext cx="1463760" cy="1020600"/>
            <a:chOff x="807139" y="3532339"/>
            <a:chExt cx="1463760" cy="102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3F920F3-68A9-4F0E-CA1D-90C379A77260}"/>
                    </a:ext>
                  </a:extLst>
                </p14:cNvPr>
                <p14:cNvContentPartPr/>
                <p14:nvPr/>
              </p14:nvContentPartPr>
              <p14:xfrm>
                <a:off x="807139" y="4117699"/>
                <a:ext cx="156240" cy="3949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3F920F3-68A9-4F0E-CA1D-90C379A7726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96699" y="4106899"/>
                  <a:ext cx="17748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B433ECE-F991-6F0F-AF83-1665F755EC9E}"/>
                    </a:ext>
                  </a:extLst>
                </p14:cNvPr>
                <p14:cNvContentPartPr/>
                <p14:nvPr/>
              </p14:nvContentPartPr>
              <p14:xfrm>
                <a:off x="917659" y="4098259"/>
                <a:ext cx="123480" cy="2646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B433ECE-F991-6F0F-AF83-1665F755EC9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06859" y="4087459"/>
                  <a:ext cx="1447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52BEF17-F264-DCC9-9492-B44BDF7931D8}"/>
                    </a:ext>
                  </a:extLst>
                </p14:cNvPr>
                <p14:cNvContentPartPr/>
                <p14:nvPr/>
              </p14:nvContentPartPr>
              <p14:xfrm>
                <a:off x="980299" y="3957499"/>
                <a:ext cx="296640" cy="3484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52BEF17-F264-DCC9-9492-B44BDF7931D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69859" y="3947059"/>
                  <a:ext cx="31788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1908F24-B493-08AC-8D40-F93B0FA1B472}"/>
                    </a:ext>
                  </a:extLst>
                </p14:cNvPr>
                <p14:cNvContentPartPr/>
                <p14:nvPr/>
              </p14:nvContentPartPr>
              <p14:xfrm>
                <a:off x="1148059" y="3990979"/>
                <a:ext cx="236880" cy="1587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1908F24-B493-08AC-8D40-F93B0FA1B47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37259" y="3980539"/>
                  <a:ext cx="2581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0129099-0BC6-8A3E-6E21-DE48D1E2AA46}"/>
                    </a:ext>
                  </a:extLst>
                </p14:cNvPr>
                <p14:cNvContentPartPr/>
                <p14:nvPr/>
              </p14:nvContentPartPr>
              <p14:xfrm>
                <a:off x="1285219" y="3951019"/>
                <a:ext cx="25920" cy="306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0129099-0BC6-8A3E-6E21-DE48D1E2AA4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274419" y="3940219"/>
                  <a:ext cx="471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5C26298-9090-E40C-FE29-CB39F9B7E523}"/>
                    </a:ext>
                  </a:extLst>
                </p14:cNvPr>
                <p14:cNvContentPartPr/>
                <p14:nvPr/>
              </p14:nvContentPartPr>
              <p14:xfrm>
                <a:off x="1330579" y="3969739"/>
                <a:ext cx="114840" cy="1285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5C26298-9090-E40C-FE29-CB39F9B7E52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319779" y="3958939"/>
                  <a:ext cx="1360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B0948AE-4EEF-CDAD-9AC7-2BE983129880}"/>
                    </a:ext>
                  </a:extLst>
                </p14:cNvPr>
                <p14:cNvContentPartPr/>
                <p14:nvPr/>
              </p14:nvContentPartPr>
              <p14:xfrm>
                <a:off x="1420579" y="3915739"/>
                <a:ext cx="183240" cy="907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B0948AE-4EEF-CDAD-9AC7-2BE98312988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409779" y="3904939"/>
                  <a:ext cx="2044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222B0D1-A4B7-127C-84C4-2AD41770FD2C}"/>
                    </a:ext>
                  </a:extLst>
                </p14:cNvPr>
                <p14:cNvContentPartPr/>
                <p14:nvPr/>
              </p14:nvContentPartPr>
              <p14:xfrm>
                <a:off x="1540459" y="3532339"/>
                <a:ext cx="526680" cy="4212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222B0D1-A4B7-127C-84C4-2AD41770FD2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530019" y="3521539"/>
                  <a:ext cx="54792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B59A75A-B5BE-AB9B-A149-E8409907C927}"/>
                    </a:ext>
                  </a:extLst>
                </p14:cNvPr>
                <p14:cNvContentPartPr/>
                <p14:nvPr/>
              </p14:nvContentPartPr>
              <p14:xfrm>
                <a:off x="1621099" y="4205539"/>
                <a:ext cx="231120" cy="3474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B59A75A-B5BE-AB9B-A149-E8409907C92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610659" y="4195099"/>
                  <a:ext cx="2523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FBD8138-ADBD-89BD-8572-73352B4B9D5E}"/>
                    </a:ext>
                  </a:extLst>
                </p14:cNvPr>
                <p14:cNvContentPartPr/>
                <p14:nvPr/>
              </p14:nvContentPartPr>
              <p14:xfrm>
                <a:off x="1795339" y="3979099"/>
                <a:ext cx="268920" cy="3571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FBD8138-ADBD-89BD-8572-73352B4B9D5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784539" y="3968299"/>
                  <a:ext cx="29016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AC50019-220A-EEAE-9D1F-22EDADFE906D}"/>
                    </a:ext>
                  </a:extLst>
                </p14:cNvPr>
                <p14:cNvContentPartPr/>
                <p14:nvPr/>
              </p14:nvContentPartPr>
              <p14:xfrm>
                <a:off x="1941139" y="4007539"/>
                <a:ext cx="89280" cy="1897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AC50019-220A-EEAE-9D1F-22EDADFE906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930339" y="3997099"/>
                  <a:ext cx="1105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65D87B5-EAF5-1942-E359-DCCED68F04C9}"/>
                    </a:ext>
                  </a:extLst>
                </p14:cNvPr>
                <p14:cNvContentPartPr/>
                <p14:nvPr/>
              </p14:nvContentPartPr>
              <p14:xfrm>
                <a:off x="2070019" y="3993139"/>
                <a:ext cx="200880" cy="1472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65D87B5-EAF5-1942-E359-DCCED68F04C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059219" y="3982699"/>
                  <a:ext cx="2221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E89FDE1-A1B8-7E04-C6B0-02E6EE7415C3}"/>
                    </a:ext>
                  </a:extLst>
                </p14:cNvPr>
                <p14:cNvContentPartPr/>
                <p14:nvPr/>
              </p14:nvContentPartPr>
              <p14:xfrm>
                <a:off x="1795339" y="4189339"/>
                <a:ext cx="101160" cy="1119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E89FDE1-A1B8-7E04-C6B0-02E6EE7415C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784539" y="4178539"/>
                  <a:ext cx="12240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734A6A8F-B73E-3F04-3623-45631CAC2EEA}"/>
              </a:ext>
            </a:extLst>
          </p:cNvPr>
          <p:cNvGrpSpPr/>
          <p:nvPr/>
        </p:nvGrpSpPr>
        <p:grpSpPr>
          <a:xfrm>
            <a:off x="3567979" y="5164579"/>
            <a:ext cx="1635840" cy="1142280"/>
            <a:chOff x="3567979" y="5164579"/>
            <a:chExt cx="1635840" cy="114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155A758-4ECB-AD43-73F0-06EAA5618A94}"/>
                    </a:ext>
                  </a:extLst>
                </p14:cNvPr>
                <p14:cNvContentPartPr/>
                <p14:nvPr/>
              </p14:nvContentPartPr>
              <p14:xfrm>
                <a:off x="3567979" y="5164579"/>
                <a:ext cx="1635840" cy="11422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155A758-4ECB-AD43-73F0-06EAA5618A9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557179" y="5154139"/>
                  <a:ext cx="1657080" cy="11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86383B1-8E72-CB15-968D-9EA1B0F80732}"/>
                    </a:ext>
                  </a:extLst>
                </p14:cNvPr>
                <p14:cNvContentPartPr/>
                <p14:nvPr/>
              </p14:nvContentPartPr>
              <p14:xfrm>
                <a:off x="3862099" y="5467699"/>
                <a:ext cx="10440" cy="2415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86383B1-8E72-CB15-968D-9EA1B0F8073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851659" y="5456899"/>
                  <a:ext cx="316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6C26101-CEC4-4F39-AD6F-C72BC9B9DAF1}"/>
                    </a:ext>
                  </a:extLst>
                </p14:cNvPr>
                <p14:cNvContentPartPr/>
                <p14:nvPr/>
              </p14:nvContentPartPr>
              <p14:xfrm>
                <a:off x="3782899" y="5538979"/>
                <a:ext cx="136800" cy="878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6C26101-CEC4-4F39-AD6F-C72BC9B9DAF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772459" y="5528539"/>
                  <a:ext cx="158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29B5104-7FDA-5810-6C28-E2C9D43F8ED4}"/>
                    </a:ext>
                  </a:extLst>
                </p14:cNvPr>
                <p14:cNvContentPartPr/>
                <p14:nvPr/>
              </p14:nvContentPartPr>
              <p14:xfrm>
                <a:off x="3949579" y="5528179"/>
                <a:ext cx="36000" cy="1414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29B5104-7FDA-5810-6C28-E2C9D43F8ED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939139" y="5517379"/>
                  <a:ext cx="572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84E57CF-47FD-6A6A-4004-3B4190F73006}"/>
                    </a:ext>
                  </a:extLst>
                </p14:cNvPr>
                <p14:cNvContentPartPr/>
                <p14:nvPr/>
              </p14:nvContentPartPr>
              <p14:xfrm>
                <a:off x="3948859" y="5460499"/>
                <a:ext cx="32400" cy="115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84E57CF-47FD-6A6A-4004-3B4190F7300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938059" y="5449699"/>
                  <a:ext cx="536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00C88DA-A93E-9AA0-8575-C2D7BFBF106B}"/>
                    </a:ext>
                  </a:extLst>
                </p14:cNvPr>
                <p14:cNvContentPartPr/>
                <p14:nvPr/>
              </p14:nvContentPartPr>
              <p14:xfrm>
                <a:off x="4030219" y="5518819"/>
                <a:ext cx="158040" cy="982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00C88DA-A93E-9AA0-8575-C2D7BFBF106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019419" y="5508019"/>
                  <a:ext cx="1792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8E32C9F-8059-EF33-DDFD-58681AA47833}"/>
                    </a:ext>
                  </a:extLst>
                </p14:cNvPr>
                <p14:cNvContentPartPr/>
                <p14:nvPr/>
              </p14:nvContentPartPr>
              <p14:xfrm>
                <a:off x="4199779" y="5503699"/>
                <a:ext cx="160560" cy="1234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8E32C9F-8059-EF33-DDFD-58681AA4783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188979" y="5492899"/>
                  <a:ext cx="1818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6F4F846-2AE8-EF3B-BCB1-1410A9B4A41C}"/>
                    </a:ext>
                  </a:extLst>
                </p14:cNvPr>
                <p14:cNvContentPartPr/>
                <p14:nvPr/>
              </p14:nvContentPartPr>
              <p14:xfrm>
                <a:off x="4532779" y="5354659"/>
                <a:ext cx="84600" cy="2725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6F4F846-2AE8-EF3B-BCB1-1410A9B4A41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521979" y="5344219"/>
                  <a:ext cx="1058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3EEA006-BC05-9682-1842-3A74CF3C1401}"/>
                    </a:ext>
                  </a:extLst>
                </p14:cNvPr>
                <p14:cNvContentPartPr/>
                <p14:nvPr/>
              </p14:nvContentPartPr>
              <p14:xfrm>
                <a:off x="4590739" y="5418739"/>
                <a:ext cx="254520" cy="1458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3EEA006-BC05-9682-1842-3A74CF3C140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580299" y="5408299"/>
                  <a:ext cx="2757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31A9B16-2CB7-3D94-91F2-03221C46025F}"/>
                    </a:ext>
                  </a:extLst>
                </p14:cNvPr>
                <p14:cNvContentPartPr/>
                <p14:nvPr/>
              </p14:nvContentPartPr>
              <p14:xfrm>
                <a:off x="4821499" y="5315419"/>
                <a:ext cx="5040" cy="61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31A9B16-2CB7-3D94-91F2-03221C46025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810699" y="5304979"/>
                  <a:ext cx="262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0F2643E-124D-D0CC-B803-0B4520CDDD40}"/>
                    </a:ext>
                  </a:extLst>
                </p14:cNvPr>
                <p14:cNvContentPartPr/>
                <p14:nvPr/>
              </p14:nvContentPartPr>
              <p14:xfrm>
                <a:off x="4860379" y="5342059"/>
                <a:ext cx="159840" cy="2905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0F2643E-124D-D0CC-B803-0B4520CDDD4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849939" y="5331619"/>
                  <a:ext cx="1810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10D1D48-6371-D5D7-9920-630D1B9416D1}"/>
                    </a:ext>
                  </a:extLst>
                </p14:cNvPr>
                <p14:cNvContentPartPr/>
                <p14:nvPr/>
              </p14:nvContentPartPr>
              <p14:xfrm>
                <a:off x="4082059" y="6005179"/>
                <a:ext cx="237240" cy="1850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10D1D48-6371-D5D7-9920-630D1B9416D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071259" y="5994379"/>
                  <a:ext cx="2584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2239A50-E998-95FA-08FF-9A1C6CF282EB}"/>
                    </a:ext>
                  </a:extLst>
                </p14:cNvPr>
                <p14:cNvContentPartPr/>
                <p14:nvPr/>
              </p14:nvContentPartPr>
              <p14:xfrm>
                <a:off x="4341619" y="5987179"/>
                <a:ext cx="109080" cy="1148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2239A50-E998-95FA-08FF-9A1C6CF282E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330819" y="5976379"/>
                  <a:ext cx="1303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03528C4-C122-A436-76EA-5A603D68B824}"/>
                    </a:ext>
                  </a:extLst>
                </p14:cNvPr>
                <p14:cNvContentPartPr/>
                <p14:nvPr/>
              </p14:nvContentPartPr>
              <p14:xfrm>
                <a:off x="4470499" y="5841379"/>
                <a:ext cx="118440" cy="2775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03528C4-C122-A436-76EA-5A603D68B82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459699" y="5830939"/>
                  <a:ext cx="1396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97DF4EE-4941-CE05-4B62-2DE519E996D0}"/>
                    </a:ext>
                  </a:extLst>
                </p14:cNvPr>
                <p14:cNvContentPartPr/>
                <p14:nvPr/>
              </p14:nvContentPartPr>
              <p14:xfrm>
                <a:off x="4574539" y="5765059"/>
                <a:ext cx="275040" cy="4384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97DF4EE-4941-CE05-4B62-2DE519E996D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563739" y="5754619"/>
                  <a:ext cx="296280" cy="45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968E2D5F-0A5A-C6D2-8DC4-C68008BA8BE1}"/>
                  </a:ext>
                </a:extLst>
              </p14:cNvPr>
              <p14:cNvContentPartPr/>
              <p14:nvPr/>
            </p14:nvContentPartPr>
            <p14:xfrm>
              <a:off x="2630179" y="5659939"/>
              <a:ext cx="687600" cy="38340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968E2D5F-0A5A-C6D2-8DC4-C68008BA8BE1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2619739" y="5649139"/>
                <a:ext cx="708840" cy="4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EBF1963A-7352-958A-0EA3-2E7257A7BEA2}"/>
                  </a:ext>
                </a:extLst>
              </p14:cNvPr>
              <p14:cNvContentPartPr/>
              <p14:nvPr/>
            </p14:nvContentPartPr>
            <p14:xfrm>
              <a:off x="3576979" y="1213579"/>
              <a:ext cx="361800" cy="48348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EBF1963A-7352-958A-0EA3-2E7257A7BEA2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3566179" y="1203139"/>
                <a:ext cx="383040" cy="50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3BFCF60B-5769-B3F9-FA29-B0E6A898FD19}"/>
                  </a:ext>
                </a:extLst>
              </p14:cNvPr>
              <p14:cNvContentPartPr/>
              <p14:nvPr/>
            </p14:nvContentPartPr>
            <p14:xfrm>
              <a:off x="4300939" y="3189619"/>
              <a:ext cx="302040" cy="54360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3BFCF60B-5769-B3F9-FA29-B0E6A898FD19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4290139" y="3179179"/>
                <a:ext cx="323280" cy="56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70FB8BE8-2B3A-4632-D110-6AB976E81BB4}"/>
                  </a:ext>
                </a:extLst>
              </p14:cNvPr>
              <p14:cNvContentPartPr/>
              <p14:nvPr/>
            </p14:nvContentPartPr>
            <p14:xfrm>
              <a:off x="2827459" y="3704059"/>
              <a:ext cx="331560" cy="56484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70FB8BE8-2B3A-4632-D110-6AB976E81BB4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2817019" y="3693619"/>
                <a:ext cx="352800" cy="58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DC3A939C-6DD9-FA68-60D1-9B3397589615}"/>
                  </a:ext>
                </a:extLst>
              </p14:cNvPr>
              <p14:cNvContentPartPr/>
              <p14:nvPr/>
            </p14:nvContentPartPr>
            <p14:xfrm>
              <a:off x="2392579" y="4567699"/>
              <a:ext cx="355320" cy="98676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DC3A939C-6DD9-FA68-60D1-9B3397589615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2382139" y="4556899"/>
                <a:ext cx="376560" cy="10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D6C003FB-3A53-40C8-9609-91A2E97DCAC0}"/>
                  </a:ext>
                </a:extLst>
              </p14:cNvPr>
              <p14:cNvContentPartPr/>
              <p14:nvPr/>
            </p14:nvContentPartPr>
            <p14:xfrm>
              <a:off x="2747179" y="2462419"/>
              <a:ext cx="225720" cy="82836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D6C003FB-3A53-40C8-9609-91A2E97DCAC0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2736739" y="2451979"/>
                <a:ext cx="246960" cy="84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4B0AE2A2-DF64-34D1-CECC-9E222A51A845}"/>
              </a:ext>
            </a:extLst>
          </p:cNvPr>
          <p:cNvGrpSpPr/>
          <p:nvPr/>
        </p:nvGrpSpPr>
        <p:grpSpPr>
          <a:xfrm>
            <a:off x="1405819" y="2257939"/>
            <a:ext cx="501840" cy="391320"/>
            <a:chOff x="1405819" y="2257939"/>
            <a:chExt cx="501840" cy="39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D15E84C-FB25-BDC3-47DF-F45973A3349C}"/>
                    </a:ext>
                  </a:extLst>
                </p14:cNvPr>
                <p14:cNvContentPartPr/>
                <p14:nvPr/>
              </p14:nvContentPartPr>
              <p14:xfrm>
                <a:off x="1405819" y="2257939"/>
                <a:ext cx="485640" cy="3913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D15E84C-FB25-BDC3-47DF-F45973A3349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395379" y="2247499"/>
                  <a:ext cx="50688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BD185FF-6DDD-5C1D-7BCA-16CEBEA533DF}"/>
                    </a:ext>
                  </a:extLst>
                </p14:cNvPr>
                <p14:cNvContentPartPr/>
                <p14:nvPr/>
              </p14:nvContentPartPr>
              <p14:xfrm>
                <a:off x="1632259" y="2384299"/>
                <a:ext cx="275400" cy="1764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BD185FF-6DDD-5C1D-7BCA-16CEBEA533D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621459" y="2373859"/>
                  <a:ext cx="29664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B73E76AA-D1C1-24E7-6864-BCF63DB43BC0}"/>
              </a:ext>
            </a:extLst>
          </p:cNvPr>
          <p:cNvGrpSpPr/>
          <p:nvPr/>
        </p:nvGrpSpPr>
        <p:grpSpPr>
          <a:xfrm>
            <a:off x="1306819" y="4023379"/>
            <a:ext cx="390600" cy="387360"/>
            <a:chOff x="1306819" y="4023379"/>
            <a:chExt cx="39060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D02BEA1-0E3F-B201-F3A1-9DEAB9A8C226}"/>
                    </a:ext>
                  </a:extLst>
                </p14:cNvPr>
                <p14:cNvContentPartPr/>
                <p14:nvPr/>
              </p14:nvContentPartPr>
              <p14:xfrm>
                <a:off x="1306819" y="4023379"/>
                <a:ext cx="390600" cy="3873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D02BEA1-0E3F-B201-F3A1-9DEAB9A8C22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296379" y="4012579"/>
                  <a:ext cx="41184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4BBE5CD-BCCC-65A1-0A1D-1718CFE905E4}"/>
                    </a:ext>
                  </a:extLst>
                </p14:cNvPr>
                <p14:cNvContentPartPr/>
                <p14:nvPr/>
              </p14:nvContentPartPr>
              <p14:xfrm>
                <a:off x="1514179" y="4225699"/>
                <a:ext cx="110520" cy="1537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4BBE5CD-BCCC-65A1-0A1D-1718CFE905E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503739" y="4214899"/>
                  <a:ext cx="13176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80A548E0-62E8-B74B-6CD3-5FBBD4367462}"/>
              </a:ext>
            </a:extLst>
          </p:cNvPr>
          <p:cNvGrpSpPr/>
          <p:nvPr/>
        </p:nvGrpSpPr>
        <p:grpSpPr>
          <a:xfrm>
            <a:off x="1333459" y="5710699"/>
            <a:ext cx="1076040" cy="426600"/>
            <a:chOff x="1333459" y="5710699"/>
            <a:chExt cx="1076040" cy="42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5D5B7B9-62C5-3EC0-EFEE-AEEF8133705B}"/>
                    </a:ext>
                  </a:extLst>
                </p14:cNvPr>
                <p14:cNvContentPartPr/>
                <p14:nvPr/>
              </p14:nvContentPartPr>
              <p14:xfrm>
                <a:off x="1333459" y="5770459"/>
                <a:ext cx="172800" cy="3668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5D5B7B9-62C5-3EC0-EFEE-AEEF8133705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322659" y="5760019"/>
                  <a:ext cx="19404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5D0AE3A-F07B-0B5A-49DF-C89E1D22812C}"/>
                    </a:ext>
                  </a:extLst>
                </p14:cNvPr>
                <p14:cNvContentPartPr/>
                <p14:nvPr/>
              </p14:nvContentPartPr>
              <p14:xfrm>
                <a:off x="1515619" y="5758219"/>
                <a:ext cx="80640" cy="2534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5D0AE3A-F07B-0B5A-49DF-C89E1D22812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504819" y="5747419"/>
                  <a:ext cx="1018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AF126E3-FAF3-0665-FACF-4A95FF832A06}"/>
                    </a:ext>
                  </a:extLst>
                </p14:cNvPr>
                <p14:cNvContentPartPr/>
                <p14:nvPr/>
              </p14:nvContentPartPr>
              <p14:xfrm>
                <a:off x="1519219" y="5729059"/>
                <a:ext cx="166320" cy="2199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AF126E3-FAF3-0665-FACF-4A95FF832A0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508419" y="5718619"/>
                  <a:ext cx="1875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9641879-6573-C055-E475-23CA8A3E21D7}"/>
                    </a:ext>
                  </a:extLst>
                </p14:cNvPr>
                <p14:cNvContentPartPr/>
                <p14:nvPr/>
              </p14:nvContentPartPr>
              <p14:xfrm>
                <a:off x="1643059" y="5710699"/>
                <a:ext cx="207720" cy="1411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9641879-6573-C055-E475-23CA8A3E21D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632619" y="5699899"/>
                  <a:ext cx="2289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B9A38278-C293-54A2-8A12-3B1B282E276E}"/>
                    </a:ext>
                  </a:extLst>
                </p14:cNvPr>
                <p14:cNvContentPartPr/>
                <p14:nvPr/>
              </p14:nvContentPartPr>
              <p14:xfrm>
                <a:off x="1932499" y="5727979"/>
                <a:ext cx="19080" cy="100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B9A38278-C293-54A2-8A12-3B1B282E276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922059" y="5717539"/>
                  <a:ext cx="403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74B8E11A-BD34-DF1C-1699-A2BB8483F74E}"/>
                    </a:ext>
                  </a:extLst>
                </p14:cNvPr>
                <p14:cNvContentPartPr/>
                <p14:nvPr/>
              </p14:nvContentPartPr>
              <p14:xfrm>
                <a:off x="1963459" y="5875939"/>
                <a:ext cx="446040" cy="2462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74B8E11A-BD34-DF1C-1699-A2BB8483F74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953019" y="5865139"/>
                  <a:ext cx="467280" cy="26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ABD687AB-59A8-0E20-19BF-FC5B8344150A}"/>
                  </a:ext>
                </a:extLst>
              </p14:cNvPr>
              <p14:cNvContentPartPr/>
              <p14:nvPr/>
            </p14:nvContentPartPr>
            <p14:xfrm>
              <a:off x="5174659" y="5512699"/>
              <a:ext cx="762840" cy="32256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ABD687AB-59A8-0E20-19BF-FC5B8344150A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5164219" y="5501899"/>
                <a:ext cx="784080" cy="34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1" name="Group 230">
            <a:extLst>
              <a:ext uri="{FF2B5EF4-FFF2-40B4-BE49-F238E27FC236}">
                <a16:creationId xmlns:a16="http://schemas.microsoft.com/office/drawing/2014/main" id="{F8C57723-B64F-18D5-8A67-367AE0CF993C}"/>
              </a:ext>
            </a:extLst>
          </p:cNvPr>
          <p:cNvGrpSpPr/>
          <p:nvPr/>
        </p:nvGrpSpPr>
        <p:grpSpPr>
          <a:xfrm>
            <a:off x="420499" y="2399779"/>
            <a:ext cx="451080" cy="582120"/>
            <a:chOff x="420499" y="2399779"/>
            <a:chExt cx="451080" cy="58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28E81B7-7911-3976-B2A0-BBFB6B7A3550}"/>
                    </a:ext>
                  </a:extLst>
                </p14:cNvPr>
                <p14:cNvContentPartPr/>
                <p14:nvPr/>
              </p14:nvContentPartPr>
              <p14:xfrm>
                <a:off x="483499" y="2493019"/>
                <a:ext cx="117360" cy="2754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28E81B7-7911-3976-B2A0-BBFB6B7A355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72699" y="2482219"/>
                  <a:ext cx="13860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633294C-643A-5461-8AA4-26F9BA244437}"/>
                    </a:ext>
                  </a:extLst>
                </p14:cNvPr>
                <p14:cNvContentPartPr/>
                <p14:nvPr/>
              </p14:nvContentPartPr>
              <p14:xfrm>
                <a:off x="420499" y="2399779"/>
                <a:ext cx="451080" cy="5821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633294C-643A-5461-8AA4-26F9BA24443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10059" y="2388979"/>
                  <a:ext cx="472320" cy="60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160F29BF-2DA7-49B7-A9CF-B7E7B1B60B69}"/>
              </a:ext>
            </a:extLst>
          </p:cNvPr>
          <p:cNvGrpSpPr/>
          <p:nvPr/>
        </p:nvGrpSpPr>
        <p:grpSpPr>
          <a:xfrm>
            <a:off x="213499" y="3986659"/>
            <a:ext cx="581040" cy="772920"/>
            <a:chOff x="213499" y="3986659"/>
            <a:chExt cx="581040" cy="77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AFFD728-179A-D9F6-23CE-579CEB3718AD}"/>
                    </a:ext>
                  </a:extLst>
                </p14:cNvPr>
                <p14:cNvContentPartPr/>
                <p14:nvPr/>
              </p14:nvContentPartPr>
              <p14:xfrm>
                <a:off x="306019" y="4157299"/>
                <a:ext cx="339120" cy="2905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AFFD728-179A-D9F6-23CE-579CEB3718AD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95579" y="4146499"/>
                  <a:ext cx="3603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9F1C9731-AA0B-0BD1-A149-2B6F136BB7D2}"/>
                    </a:ext>
                  </a:extLst>
                </p14:cNvPr>
                <p14:cNvContentPartPr/>
                <p14:nvPr/>
              </p14:nvContentPartPr>
              <p14:xfrm>
                <a:off x="213499" y="3986659"/>
                <a:ext cx="581040" cy="7729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9F1C9731-AA0B-0BD1-A149-2B6F136BB7D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03059" y="3975859"/>
                  <a:ext cx="602280" cy="79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A7915F9F-468D-E23B-B258-CC0FA74F80FE}"/>
              </a:ext>
            </a:extLst>
          </p:cNvPr>
          <p:cNvGrpSpPr/>
          <p:nvPr/>
        </p:nvGrpSpPr>
        <p:grpSpPr>
          <a:xfrm>
            <a:off x="2521819" y="6062419"/>
            <a:ext cx="568800" cy="737640"/>
            <a:chOff x="2521819" y="6062419"/>
            <a:chExt cx="568800" cy="73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CC3A8624-4412-85A3-29C4-7130B33ED670}"/>
                    </a:ext>
                  </a:extLst>
                </p14:cNvPr>
                <p14:cNvContentPartPr/>
                <p14:nvPr/>
              </p14:nvContentPartPr>
              <p14:xfrm>
                <a:off x="2695339" y="6252859"/>
                <a:ext cx="347760" cy="3502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CC3A8624-4412-85A3-29C4-7130B33ED67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684899" y="6242419"/>
                  <a:ext cx="36900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9B82E96-DBD6-FA88-77FA-D325FC602709}"/>
                    </a:ext>
                  </a:extLst>
                </p14:cNvPr>
                <p14:cNvContentPartPr/>
                <p14:nvPr/>
              </p14:nvContentPartPr>
              <p14:xfrm>
                <a:off x="2521819" y="6062419"/>
                <a:ext cx="568800" cy="7376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9B82E96-DBD6-FA88-77FA-D325FC60270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511019" y="6051619"/>
                  <a:ext cx="590040" cy="75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73A85692-33A5-477E-ED1E-E0B2D6A1C76B}"/>
              </a:ext>
            </a:extLst>
          </p:cNvPr>
          <p:cNvGrpSpPr/>
          <p:nvPr/>
        </p:nvGrpSpPr>
        <p:grpSpPr>
          <a:xfrm>
            <a:off x="6375259" y="1173979"/>
            <a:ext cx="2203560" cy="5336280"/>
            <a:chOff x="6375259" y="1173979"/>
            <a:chExt cx="2203560" cy="533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419B3AF-E285-F809-C969-D397A52B57C1}"/>
                    </a:ext>
                  </a:extLst>
                </p14:cNvPr>
                <p14:cNvContentPartPr/>
                <p14:nvPr/>
              </p14:nvContentPartPr>
              <p14:xfrm>
                <a:off x="6375259" y="5427019"/>
                <a:ext cx="118440" cy="3844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419B3AF-E285-F809-C969-D397A52B57C1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364459" y="5416579"/>
                  <a:ext cx="13968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E89DC8A-879E-D528-3FD1-02D851BB136D}"/>
                    </a:ext>
                  </a:extLst>
                </p14:cNvPr>
                <p14:cNvContentPartPr/>
                <p14:nvPr/>
              </p14:nvContentPartPr>
              <p14:xfrm>
                <a:off x="6485779" y="5457619"/>
                <a:ext cx="95040" cy="2732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E89DC8A-879E-D528-3FD1-02D851BB136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474979" y="5447179"/>
                  <a:ext cx="1162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ABD0602-89F3-B2C1-69A8-7439A9487B3A}"/>
                    </a:ext>
                  </a:extLst>
                </p14:cNvPr>
                <p14:cNvContentPartPr/>
                <p14:nvPr/>
              </p14:nvContentPartPr>
              <p14:xfrm>
                <a:off x="6509899" y="5487139"/>
                <a:ext cx="236160" cy="1922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ABD0602-89F3-B2C1-69A8-7439A9487B3A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499459" y="5476699"/>
                  <a:ext cx="2574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BDC4334-A0B3-C69A-B72E-529D004D5BAE}"/>
                    </a:ext>
                  </a:extLst>
                </p14:cNvPr>
                <p14:cNvContentPartPr/>
                <p14:nvPr/>
              </p14:nvContentPartPr>
              <p14:xfrm>
                <a:off x="6687739" y="5276539"/>
                <a:ext cx="288360" cy="3816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BDC4334-A0B3-C69A-B72E-529D004D5BA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677299" y="5265739"/>
                  <a:ext cx="30960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AEFDBC7-490E-5AF7-11FE-15094178C6FC}"/>
                    </a:ext>
                  </a:extLst>
                </p14:cNvPr>
                <p14:cNvContentPartPr/>
                <p14:nvPr/>
              </p14:nvContentPartPr>
              <p14:xfrm>
                <a:off x="6873139" y="5348539"/>
                <a:ext cx="210960" cy="1245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AEFDBC7-490E-5AF7-11FE-15094178C6F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862339" y="5338099"/>
                  <a:ext cx="2322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02E2847-C8CE-572B-BCBA-BA3C6C5B3965}"/>
                    </a:ext>
                  </a:extLst>
                </p14:cNvPr>
                <p14:cNvContentPartPr/>
                <p14:nvPr/>
              </p14:nvContentPartPr>
              <p14:xfrm>
                <a:off x="7083739" y="5403259"/>
                <a:ext cx="66240" cy="1378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02E2847-C8CE-572B-BCBA-BA3C6C5B396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072939" y="5392459"/>
                  <a:ext cx="874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47FE6804-EFA3-8426-97E8-6F681D65E6B1}"/>
                    </a:ext>
                  </a:extLst>
                </p14:cNvPr>
                <p14:cNvContentPartPr/>
                <p14:nvPr/>
              </p14:nvContentPartPr>
              <p14:xfrm>
                <a:off x="7120459" y="5276179"/>
                <a:ext cx="15120" cy="115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47FE6804-EFA3-8426-97E8-6F681D65E6B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110019" y="5265379"/>
                  <a:ext cx="363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9445D3D1-F44D-1572-3383-9B2614A1B925}"/>
                    </a:ext>
                  </a:extLst>
                </p14:cNvPr>
                <p14:cNvContentPartPr/>
                <p14:nvPr/>
              </p14:nvContentPartPr>
              <p14:xfrm>
                <a:off x="7266979" y="5372299"/>
                <a:ext cx="78120" cy="1566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9445D3D1-F44D-1572-3383-9B2614A1B92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256179" y="5361499"/>
                  <a:ext cx="993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BBCDEA5-069C-199E-340E-25A16D66BE69}"/>
                    </a:ext>
                  </a:extLst>
                </p14:cNvPr>
                <p14:cNvContentPartPr/>
                <p14:nvPr/>
              </p14:nvContentPartPr>
              <p14:xfrm>
                <a:off x="7398019" y="5180059"/>
                <a:ext cx="542520" cy="5223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BBCDEA5-069C-199E-340E-25A16D66BE6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387219" y="5169619"/>
                  <a:ext cx="56376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585E699-6A85-1444-5F05-22D427BF94C8}"/>
                    </a:ext>
                  </a:extLst>
                </p14:cNvPr>
                <p14:cNvContentPartPr/>
                <p14:nvPr/>
              </p14:nvContentPartPr>
              <p14:xfrm>
                <a:off x="7728859" y="2125819"/>
                <a:ext cx="746640" cy="31122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585E699-6A85-1444-5F05-22D427BF94C8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718419" y="2115379"/>
                  <a:ext cx="767880" cy="31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5268F46-1C3B-6A66-74F9-55B20C070A8A}"/>
                    </a:ext>
                  </a:extLst>
                </p14:cNvPr>
                <p14:cNvContentPartPr/>
                <p14:nvPr/>
              </p14:nvContentPartPr>
              <p14:xfrm>
                <a:off x="6415939" y="5916979"/>
                <a:ext cx="308520" cy="335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5268F46-1C3B-6A66-74F9-55B20C070A8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405499" y="5906539"/>
                  <a:ext cx="32976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DFC03D26-B540-738C-B397-B780C5039260}"/>
                    </a:ext>
                  </a:extLst>
                </p14:cNvPr>
                <p14:cNvContentPartPr/>
                <p14:nvPr/>
              </p14:nvContentPartPr>
              <p14:xfrm>
                <a:off x="6449059" y="5783059"/>
                <a:ext cx="507960" cy="7272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DFC03D26-B540-738C-B397-B780C503926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438259" y="5772259"/>
                  <a:ext cx="529200" cy="74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44FCAD84-306D-9C0D-24AA-0E9B15657010}"/>
                    </a:ext>
                  </a:extLst>
                </p14:cNvPr>
                <p14:cNvContentPartPr/>
                <p14:nvPr/>
              </p14:nvContentPartPr>
              <p14:xfrm>
                <a:off x="8040619" y="1311139"/>
                <a:ext cx="181440" cy="4471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44FCAD84-306D-9C0D-24AA-0E9B1565701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029819" y="1300339"/>
                  <a:ext cx="20268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0FE1771-4049-546E-263B-64759B5E4D12}"/>
                    </a:ext>
                  </a:extLst>
                </p14:cNvPr>
                <p14:cNvContentPartPr/>
                <p14:nvPr/>
              </p14:nvContentPartPr>
              <p14:xfrm>
                <a:off x="8066539" y="1261459"/>
                <a:ext cx="227160" cy="1249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0FE1771-4049-546E-263B-64759B5E4D1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055739" y="1251019"/>
                  <a:ext cx="2484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AF4BD27A-6DA5-0AA2-B79F-E9725FDB1C68}"/>
                    </a:ext>
                  </a:extLst>
                </p14:cNvPr>
                <p14:cNvContentPartPr/>
                <p14:nvPr/>
              </p14:nvContentPartPr>
              <p14:xfrm>
                <a:off x="7998859" y="1173979"/>
                <a:ext cx="549720" cy="8870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AF4BD27A-6DA5-0AA2-B79F-E9725FDB1C6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988059" y="1163179"/>
                  <a:ext cx="570960" cy="90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54E9A39-A75C-4967-3DAB-4CEA3D187067}"/>
                    </a:ext>
                  </a:extLst>
                </p14:cNvPr>
                <p14:cNvContentPartPr/>
                <p14:nvPr/>
              </p14:nvContentPartPr>
              <p14:xfrm>
                <a:off x="7721299" y="5949019"/>
                <a:ext cx="380880" cy="2142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54E9A39-A75C-4967-3DAB-4CEA3D18706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710499" y="5938219"/>
                  <a:ext cx="4021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06271A3C-135E-69EB-CE4F-2AD8B0424BCC}"/>
                    </a:ext>
                  </a:extLst>
                </p14:cNvPr>
                <p14:cNvContentPartPr/>
                <p14:nvPr/>
              </p14:nvContentPartPr>
              <p14:xfrm>
                <a:off x="7812379" y="6058459"/>
                <a:ext cx="308160" cy="1983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06271A3C-135E-69EB-CE4F-2AD8B0424BC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801939" y="6048019"/>
                  <a:ext cx="3294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21676A8A-F99B-7E75-8E34-AF37F71153ED}"/>
                    </a:ext>
                  </a:extLst>
                </p14:cNvPr>
                <p14:cNvContentPartPr/>
                <p14:nvPr/>
              </p14:nvContentPartPr>
              <p14:xfrm>
                <a:off x="8342299" y="5290579"/>
                <a:ext cx="236520" cy="7164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21676A8A-F99B-7E75-8E34-AF37F71153E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331859" y="5279779"/>
                  <a:ext cx="257760" cy="73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1B5E819A-7F4C-1C1A-B7DA-8B0BC1F8E36A}"/>
              </a:ext>
            </a:extLst>
          </p:cNvPr>
          <p:cNvGrpSpPr/>
          <p:nvPr/>
        </p:nvGrpSpPr>
        <p:grpSpPr>
          <a:xfrm>
            <a:off x="3626659" y="3822499"/>
            <a:ext cx="841680" cy="514080"/>
            <a:chOff x="3626659" y="3822499"/>
            <a:chExt cx="841680" cy="51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7EE4F6E2-8F60-11FB-C524-0C77B0737CF8}"/>
                    </a:ext>
                  </a:extLst>
                </p14:cNvPr>
                <p14:cNvContentPartPr/>
                <p14:nvPr/>
              </p14:nvContentPartPr>
              <p14:xfrm>
                <a:off x="3626659" y="3822499"/>
                <a:ext cx="302760" cy="4910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7EE4F6E2-8F60-11FB-C524-0C77B0737CF8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615859" y="3811699"/>
                  <a:ext cx="32400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6AA1886-CE47-03AF-37ED-AE376A805AD8}"/>
                    </a:ext>
                  </a:extLst>
                </p14:cNvPr>
                <p14:cNvContentPartPr/>
                <p14:nvPr/>
              </p14:nvContentPartPr>
              <p14:xfrm>
                <a:off x="4178539" y="3911779"/>
                <a:ext cx="289800" cy="4248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6AA1886-CE47-03AF-37ED-AE376A805AD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168099" y="3901339"/>
                  <a:ext cx="311040" cy="44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799878A0-C178-6268-846F-DB3CC8F81BC8}"/>
                  </a:ext>
                </a:extLst>
              </p14:cNvPr>
              <p14:cNvContentPartPr/>
              <p14:nvPr/>
            </p14:nvContentPartPr>
            <p14:xfrm>
              <a:off x="4835539" y="3864259"/>
              <a:ext cx="324000" cy="46512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799878A0-C178-6268-846F-DB3CC8F81BC8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4825099" y="3853459"/>
                <a:ext cx="345240" cy="48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0" name="Group 269">
            <a:extLst>
              <a:ext uri="{FF2B5EF4-FFF2-40B4-BE49-F238E27FC236}">
                <a16:creationId xmlns:a16="http://schemas.microsoft.com/office/drawing/2014/main" id="{7AA2E72A-95B0-6EA6-29C9-16A70613674F}"/>
              </a:ext>
            </a:extLst>
          </p:cNvPr>
          <p:cNvGrpSpPr/>
          <p:nvPr/>
        </p:nvGrpSpPr>
        <p:grpSpPr>
          <a:xfrm>
            <a:off x="8671699" y="3855619"/>
            <a:ext cx="1756440" cy="605880"/>
            <a:chOff x="8671699" y="3855619"/>
            <a:chExt cx="1756440" cy="60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04E9967D-3E7C-E2CA-DE65-22B0BF955FDD}"/>
                    </a:ext>
                  </a:extLst>
                </p14:cNvPr>
                <p14:cNvContentPartPr/>
                <p14:nvPr/>
              </p14:nvContentPartPr>
              <p14:xfrm>
                <a:off x="8785099" y="3968299"/>
                <a:ext cx="15480" cy="3794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04E9967D-3E7C-E2CA-DE65-22B0BF955FD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774299" y="3957859"/>
                  <a:ext cx="3672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9B1181A-DFAF-8648-C460-C5EC43BE7D10}"/>
                    </a:ext>
                  </a:extLst>
                </p14:cNvPr>
                <p14:cNvContentPartPr/>
                <p14:nvPr/>
              </p14:nvContentPartPr>
              <p14:xfrm>
                <a:off x="8671699" y="4205539"/>
                <a:ext cx="250560" cy="453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9B1181A-DFAF-8648-C460-C5EC43BE7D1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660899" y="4194739"/>
                  <a:ext cx="2718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7858373A-B59A-7664-D1BE-D189368BFCB1}"/>
                    </a:ext>
                  </a:extLst>
                </p14:cNvPr>
                <p14:cNvContentPartPr/>
                <p14:nvPr/>
              </p14:nvContentPartPr>
              <p14:xfrm>
                <a:off x="8984899" y="3939499"/>
                <a:ext cx="251280" cy="4503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7858373A-B59A-7664-D1BE-D189368BFCB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974459" y="3928699"/>
                  <a:ext cx="27252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7CFA8CEC-C7CE-49BD-15EB-F99FBC8DB7E2}"/>
                    </a:ext>
                  </a:extLst>
                </p14:cNvPr>
                <p14:cNvContentPartPr/>
                <p14:nvPr/>
              </p14:nvContentPartPr>
              <p14:xfrm>
                <a:off x="9268939" y="4121299"/>
                <a:ext cx="87840" cy="2181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7CFA8CEC-C7CE-49BD-15EB-F99FBC8DB7E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258499" y="4110859"/>
                  <a:ext cx="1090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9963FA8F-A9A4-BB82-19D6-68E9D831861B}"/>
                    </a:ext>
                  </a:extLst>
                </p14:cNvPr>
                <p14:cNvContentPartPr/>
                <p14:nvPr/>
              </p14:nvContentPartPr>
              <p14:xfrm>
                <a:off x="9394939" y="4026259"/>
                <a:ext cx="45720" cy="219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9963FA8F-A9A4-BB82-19D6-68E9D831861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384139" y="4015459"/>
                  <a:ext cx="669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075C370E-4CE7-A3C1-6CDE-FF0153123A50}"/>
                    </a:ext>
                  </a:extLst>
                </p14:cNvPr>
                <p14:cNvContentPartPr/>
                <p14:nvPr/>
              </p14:nvContentPartPr>
              <p14:xfrm>
                <a:off x="9418699" y="3855619"/>
                <a:ext cx="142920" cy="6058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075C370E-4CE7-A3C1-6CDE-FF0153123A50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407899" y="3844819"/>
                  <a:ext cx="164160" cy="62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2E0D5422-9BD5-C16F-DE66-3DEC860EA9D9}"/>
                    </a:ext>
                  </a:extLst>
                </p14:cNvPr>
                <p14:cNvContentPartPr/>
                <p14:nvPr/>
              </p14:nvContentPartPr>
              <p14:xfrm>
                <a:off x="9523459" y="3913939"/>
                <a:ext cx="75960" cy="4219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2E0D5422-9BD5-C16F-DE66-3DEC860EA9D9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513019" y="3903499"/>
                  <a:ext cx="9720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AFC09983-4459-06E0-2E0E-C8A7CCA65C08}"/>
                    </a:ext>
                  </a:extLst>
                </p14:cNvPr>
                <p14:cNvContentPartPr/>
                <p14:nvPr/>
              </p14:nvContentPartPr>
              <p14:xfrm>
                <a:off x="9493939" y="4069819"/>
                <a:ext cx="147240" cy="518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AFC09983-4459-06E0-2E0E-C8A7CCA65C0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483499" y="4059379"/>
                  <a:ext cx="1684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5E61C748-7645-623A-7DEA-2D7A2AC48139}"/>
                    </a:ext>
                  </a:extLst>
                </p14:cNvPr>
                <p14:cNvContentPartPr/>
                <p14:nvPr/>
              </p14:nvContentPartPr>
              <p14:xfrm>
                <a:off x="9635779" y="4044259"/>
                <a:ext cx="401760" cy="2210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5E61C748-7645-623A-7DEA-2D7A2AC48139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624979" y="4033459"/>
                  <a:ext cx="4230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54D05D03-47C1-C045-A3B7-BE9725B736AA}"/>
                    </a:ext>
                  </a:extLst>
                </p14:cNvPr>
                <p14:cNvContentPartPr/>
                <p14:nvPr/>
              </p14:nvContentPartPr>
              <p14:xfrm>
                <a:off x="10056619" y="4023379"/>
                <a:ext cx="371520" cy="3038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54D05D03-47C1-C045-A3B7-BE9725B736AA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046179" y="4012579"/>
                  <a:ext cx="392760" cy="325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B11409E-530E-D27A-B6C3-4C88C1376874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Time Series</a:t>
            </a:r>
          </a:p>
        </p:txBody>
      </p:sp>
    </p:spTree>
    <p:extLst>
      <p:ext uri="{BB962C8B-B14F-4D97-AF65-F5344CB8AC3E}">
        <p14:creationId xmlns:p14="http://schemas.microsoft.com/office/powerpoint/2010/main" val="41468881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4279C302-8859-D809-8A0A-7967DF09B2A7}"/>
              </a:ext>
            </a:extLst>
          </p:cNvPr>
          <p:cNvGrpSpPr/>
          <p:nvPr/>
        </p:nvGrpSpPr>
        <p:grpSpPr>
          <a:xfrm>
            <a:off x="612739" y="693379"/>
            <a:ext cx="371520" cy="421200"/>
            <a:chOff x="612739" y="693379"/>
            <a:chExt cx="371520" cy="42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90475E3-F71E-800F-B82F-C3193D9F4199}"/>
                    </a:ext>
                  </a:extLst>
                </p14:cNvPr>
                <p14:cNvContentPartPr/>
                <p14:nvPr/>
              </p14:nvContentPartPr>
              <p14:xfrm>
                <a:off x="612739" y="837019"/>
                <a:ext cx="140400" cy="277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90475E3-F71E-800F-B82F-C3193D9F419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01939" y="826219"/>
                  <a:ext cx="1616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FCEE3B4-CFB1-8A58-1406-BC9ECBDFD0F7}"/>
                    </a:ext>
                  </a:extLst>
                </p14:cNvPr>
                <p14:cNvContentPartPr/>
                <p14:nvPr/>
              </p14:nvContentPartPr>
              <p14:xfrm>
                <a:off x="762499" y="821539"/>
                <a:ext cx="80280" cy="178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FCEE3B4-CFB1-8A58-1406-BC9ECBDFD0F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51699" y="811099"/>
                  <a:ext cx="1015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05F7662-3FCE-FEBF-49AD-04074BE7A7F1}"/>
                    </a:ext>
                  </a:extLst>
                </p14:cNvPr>
                <p14:cNvContentPartPr/>
                <p14:nvPr/>
              </p14:nvContentPartPr>
              <p14:xfrm>
                <a:off x="826219" y="693379"/>
                <a:ext cx="135720" cy="359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05F7662-3FCE-FEBF-49AD-04074BE7A7F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5419" y="682939"/>
                  <a:ext cx="15696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7D3C88C-DB95-6D25-661C-253E723E1B42}"/>
                    </a:ext>
                  </a:extLst>
                </p14:cNvPr>
                <p14:cNvContentPartPr/>
                <p14:nvPr/>
              </p14:nvContentPartPr>
              <p14:xfrm>
                <a:off x="834139" y="768619"/>
                <a:ext cx="150120" cy="69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7D3C88C-DB95-6D25-661C-253E723E1B4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23699" y="758179"/>
                  <a:ext cx="17136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6145C1A-9A98-966C-8744-8345F14E58AB}"/>
              </a:ext>
            </a:extLst>
          </p:cNvPr>
          <p:cNvGrpSpPr/>
          <p:nvPr/>
        </p:nvGrpSpPr>
        <p:grpSpPr>
          <a:xfrm>
            <a:off x="1237699" y="565219"/>
            <a:ext cx="929520" cy="378360"/>
            <a:chOff x="1237699" y="565219"/>
            <a:chExt cx="92952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1EE69C0-CFE7-A968-BF85-978DC41DFCD8}"/>
                    </a:ext>
                  </a:extLst>
                </p14:cNvPr>
                <p14:cNvContentPartPr/>
                <p14:nvPr/>
              </p14:nvContentPartPr>
              <p14:xfrm>
                <a:off x="1237699" y="626779"/>
                <a:ext cx="153720" cy="316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1EE69C0-CFE7-A968-BF85-978DC41DFCD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27259" y="616339"/>
                  <a:ext cx="1749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88C0448-7962-0E5A-0BAA-4977356CC208}"/>
                    </a:ext>
                  </a:extLst>
                </p14:cNvPr>
                <p14:cNvContentPartPr/>
                <p14:nvPr/>
              </p14:nvContentPartPr>
              <p14:xfrm>
                <a:off x="1263619" y="720379"/>
                <a:ext cx="149040" cy="96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88C0448-7962-0E5A-0BAA-4977356CC20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53179" y="709939"/>
                  <a:ext cx="1702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E18C337-CDB3-6383-8A74-895ECB8E63F6}"/>
                    </a:ext>
                  </a:extLst>
                </p14:cNvPr>
                <p14:cNvContentPartPr/>
                <p14:nvPr/>
              </p14:nvContentPartPr>
              <p14:xfrm>
                <a:off x="1440019" y="682579"/>
                <a:ext cx="101880" cy="243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E18C337-CDB3-6383-8A74-895ECB8E63F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29219" y="671779"/>
                  <a:ext cx="1231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015B6CE-3F93-AC9A-2E13-FA157A4F386D}"/>
                    </a:ext>
                  </a:extLst>
                </p14:cNvPr>
                <p14:cNvContentPartPr/>
                <p14:nvPr/>
              </p14:nvContentPartPr>
              <p14:xfrm>
                <a:off x="1466659" y="635779"/>
                <a:ext cx="28080" cy="37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015B6CE-3F93-AC9A-2E13-FA157A4F386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55859" y="624979"/>
                  <a:ext cx="493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4A8A359-8837-C384-A3DA-C8FB598E69FD}"/>
                    </a:ext>
                  </a:extLst>
                </p14:cNvPr>
                <p14:cNvContentPartPr/>
                <p14:nvPr/>
              </p14:nvContentPartPr>
              <p14:xfrm>
                <a:off x="1586179" y="646219"/>
                <a:ext cx="118080" cy="245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4A8A359-8837-C384-A3DA-C8FB598E69F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75739" y="635779"/>
                  <a:ext cx="1393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B618316-515B-182C-4DBE-798190BF39C0}"/>
                    </a:ext>
                  </a:extLst>
                </p14:cNvPr>
                <p14:cNvContentPartPr/>
                <p14:nvPr/>
              </p14:nvContentPartPr>
              <p14:xfrm>
                <a:off x="1532539" y="646939"/>
                <a:ext cx="451080" cy="268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B618316-515B-182C-4DBE-798190BF39C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21739" y="636499"/>
                  <a:ext cx="4723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4793950-EC5B-4174-D1E0-CDAF8CCDAE4E}"/>
                    </a:ext>
                  </a:extLst>
                </p14:cNvPr>
                <p14:cNvContentPartPr/>
                <p14:nvPr/>
              </p14:nvContentPartPr>
              <p14:xfrm>
                <a:off x="1923139" y="565219"/>
                <a:ext cx="244080" cy="212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4793950-EC5B-4174-D1E0-CDAF8CCDAE4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12339" y="554779"/>
                  <a:ext cx="265320" cy="23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94062C0-4163-4CB4-DD93-2BA9260AFBB4}"/>
              </a:ext>
            </a:extLst>
          </p:cNvPr>
          <p:cNvGrpSpPr/>
          <p:nvPr/>
        </p:nvGrpSpPr>
        <p:grpSpPr>
          <a:xfrm>
            <a:off x="2381419" y="369019"/>
            <a:ext cx="934560" cy="527400"/>
            <a:chOff x="2381419" y="369019"/>
            <a:chExt cx="934560" cy="52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832B5C1-89A9-6FC7-BD76-441899260C90}"/>
                    </a:ext>
                  </a:extLst>
                </p14:cNvPr>
                <p14:cNvContentPartPr/>
                <p14:nvPr/>
              </p14:nvContentPartPr>
              <p14:xfrm>
                <a:off x="2381419" y="545779"/>
                <a:ext cx="128520" cy="350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832B5C1-89A9-6FC7-BD76-441899260C9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70619" y="535339"/>
                  <a:ext cx="14976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20D90E9-B646-7EAD-773B-3008C4D2CACF}"/>
                    </a:ext>
                  </a:extLst>
                </p14:cNvPr>
                <p14:cNvContentPartPr/>
                <p14:nvPr/>
              </p14:nvContentPartPr>
              <p14:xfrm>
                <a:off x="2473219" y="516979"/>
                <a:ext cx="472320" cy="236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20D90E9-B646-7EAD-773B-3008C4D2CAC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62779" y="506179"/>
                  <a:ext cx="4935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0479538-57D9-1719-7F5E-E0B0A433140D}"/>
                    </a:ext>
                  </a:extLst>
                </p14:cNvPr>
                <p14:cNvContentPartPr/>
                <p14:nvPr/>
              </p14:nvContentPartPr>
              <p14:xfrm>
                <a:off x="2836099" y="369019"/>
                <a:ext cx="29880" cy="41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0479538-57D9-1719-7F5E-E0B0A433140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25659" y="358579"/>
                  <a:ext cx="511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BAD18DD-0C69-204F-547C-04B88F21C630}"/>
                    </a:ext>
                  </a:extLst>
                </p14:cNvPr>
                <p14:cNvContentPartPr/>
                <p14:nvPr/>
              </p14:nvContentPartPr>
              <p14:xfrm>
                <a:off x="2936179" y="417259"/>
                <a:ext cx="379800" cy="327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BAD18DD-0C69-204F-547C-04B88F21C63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925739" y="406459"/>
                  <a:ext cx="401040" cy="34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B5838B1-990E-694D-25F0-A0DFCDC3ADDE}"/>
              </a:ext>
            </a:extLst>
          </p:cNvPr>
          <p:cNvGrpSpPr/>
          <p:nvPr/>
        </p:nvGrpSpPr>
        <p:grpSpPr>
          <a:xfrm>
            <a:off x="1380979" y="1530379"/>
            <a:ext cx="1396440" cy="2797200"/>
            <a:chOff x="1380979" y="1530379"/>
            <a:chExt cx="1396440" cy="279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B88F9BD-9211-94AB-A6F7-F0379951E2B9}"/>
                    </a:ext>
                  </a:extLst>
                </p14:cNvPr>
                <p14:cNvContentPartPr/>
                <p14:nvPr/>
              </p14:nvContentPartPr>
              <p14:xfrm>
                <a:off x="1391419" y="1933579"/>
                <a:ext cx="1077480" cy="104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B88F9BD-9211-94AB-A6F7-F0379951E2B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380979" y="1923139"/>
                  <a:ext cx="10987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6C1281B-C0A7-8F7F-5EDF-F01820E3EBDC}"/>
                    </a:ext>
                  </a:extLst>
                </p14:cNvPr>
                <p14:cNvContentPartPr/>
                <p14:nvPr/>
              </p14:nvContentPartPr>
              <p14:xfrm>
                <a:off x="1888939" y="1603819"/>
                <a:ext cx="64440" cy="2723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6C1281B-C0A7-8F7F-5EDF-F01820E3EBD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78499" y="1593019"/>
                  <a:ext cx="85680" cy="27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EA64AE7-D545-257B-A09D-5E3410775821}"/>
                    </a:ext>
                  </a:extLst>
                </p14:cNvPr>
                <p14:cNvContentPartPr/>
                <p14:nvPr/>
              </p14:nvContentPartPr>
              <p14:xfrm>
                <a:off x="1380979" y="1683019"/>
                <a:ext cx="127800" cy="256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EA64AE7-D545-257B-A09D-5E341077582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370179" y="1672219"/>
                  <a:ext cx="1490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5D571AF-24CE-EDD6-583A-4E209F8EF182}"/>
                    </a:ext>
                  </a:extLst>
                </p14:cNvPr>
                <p14:cNvContentPartPr/>
                <p14:nvPr/>
              </p14:nvContentPartPr>
              <p14:xfrm>
                <a:off x="1400419" y="1817299"/>
                <a:ext cx="90000" cy="67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5D571AF-24CE-EDD6-583A-4E209F8EF18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89979" y="1806859"/>
                  <a:ext cx="1112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D5EA6D3-E626-4E11-AFAA-1724412BC39D}"/>
                    </a:ext>
                  </a:extLst>
                </p14:cNvPr>
                <p14:cNvContentPartPr/>
                <p14:nvPr/>
              </p14:nvContentPartPr>
              <p14:xfrm>
                <a:off x="1517419" y="1712539"/>
                <a:ext cx="109080" cy="144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D5EA6D3-E626-4E11-AFAA-1724412BC39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06979" y="1701739"/>
                  <a:ext cx="1303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3BF1AAB-431F-0E16-4530-98B23B0015EE}"/>
                    </a:ext>
                  </a:extLst>
                </p14:cNvPr>
                <p14:cNvContentPartPr/>
                <p14:nvPr/>
              </p14:nvContentPartPr>
              <p14:xfrm>
                <a:off x="1580419" y="1787419"/>
                <a:ext cx="89280" cy="176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3BF1AAB-431F-0E16-4530-98B23B0015E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69979" y="1776979"/>
                  <a:ext cx="1105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CE30051-C8E6-B59E-D937-7D9A6386BB37}"/>
                    </a:ext>
                  </a:extLst>
                </p14:cNvPr>
                <p14:cNvContentPartPr/>
                <p14:nvPr/>
              </p14:nvContentPartPr>
              <p14:xfrm>
                <a:off x="1655299" y="1687699"/>
                <a:ext cx="133920" cy="169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CE30051-C8E6-B59E-D937-7D9A6386BB3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44859" y="1676899"/>
                  <a:ext cx="1551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A15DF5D-027E-9420-00B0-C2AE433F2895}"/>
                    </a:ext>
                  </a:extLst>
                </p14:cNvPr>
                <p14:cNvContentPartPr/>
                <p14:nvPr/>
              </p14:nvContentPartPr>
              <p14:xfrm>
                <a:off x="2154979" y="1562779"/>
                <a:ext cx="110520" cy="326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A15DF5D-027E-9420-00B0-C2AE433F289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144179" y="1552339"/>
                  <a:ext cx="1317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1A8B84F-6B45-9259-0154-D16F8E2B9C18}"/>
                    </a:ext>
                  </a:extLst>
                </p14:cNvPr>
                <p14:cNvContentPartPr/>
                <p14:nvPr/>
              </p14:nvContentPartPr>
              <p14:xfrm>
                <a:off x="2266219" y="1530379"/>
                <a:ext cx="183960" cy="320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1A8B84F-6B45-9259-0154-D16F8E2B9C1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255779" y="1519579"/>
                  <a:ext cx="2052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7657874-8C98-EB78-6C18-E0EE7CB29A1E}"/>
                    </a:ext>
                  </a:extLst>
                </p14:cNvPr>
                <p14:cNvContentPartPr/>
                <p14:nvPr/>
              </p14:nvContentPartPr>
              <p14:xfrm>
                <a:off x="2469259" y="1546579"/>
                <a:ext cx="308160" cy="272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7657874-8C98-EB78-6C18-E0EE7CB29A1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458459" y="1535779"/>
                  <a:ext cx="329400" cy="29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BCA27C6-0AE6-8856-1501-835EC2D61E9E}"/>
              </a:ext>
            </a:extLst>
          </p:cNvPr>
          <p:cNvGrpSpPr/>
          <p:nvPr/>
        </p:nvGrpSpPr>
        <p:grpSpPr>
          <a:xfrm>
            <a:off x="1515619" y="2248579"/>
            <a:ext cx="261000" cy="211680"/>
            <a:chOff x="1515619" y="2248579"/>
            <a:chExt cx="261000" cy="21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3791A05-5021-BBC3-A9F8-5047CB5BB83F}"/>
                    </a:ext>
                  </a:extLst>
                </p14:cNvPr>
                <p14:cNvContentPartPr/>
                <p14:nvPr/>
              </p14:nvContentPartPr>
              <p14:xfrm>
                <a:off x="1515619" y="2248579"/>
                <a:ext cx="38160" cy="211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3791A05-5021-BBC3-A9F8-5047CB5BB83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504819" y="2237779"/>
                  <a:ext cx="594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03894F7-0B27-3869-EE73-8C7A78BE2D41}"/>
                    </a:ext>
                  </a:extLst>
                </p14:cNvPr>
                <p14:cNvContentPartPr/>
                <p14:nvPr/>
              </p14:nvContentPartPr>
              <p14:xfrm>
                <a:off x="1559179" y="2282059"/>
                <a:ext cx="188280" cy="127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03894F7-0B27-3869-EE73-8C7A78BE2D4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548379" y="2271259"/>
                  <a:ext cx="2095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9F921CD-62C7-A2C0-EBA2-A095B03FFE74}"/>
                    </a:ext>
                  </a:extLst>
                </p14:cNvPr>
                <p14:cNvContentPartPr/>
                <p14:nvPr/>
              </p14:nvContentPartPr>
              <p14:xfrm>
                <a:off x="1647739" y="2294299"/>
                <a:ext cx="128880" cy="73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9F921CD-62C7-A2C0-EBA2-A095B03FFE7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636939" y="2283499"/>
                  <a:ext cx="15012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C91C8AC-81EA-1911-492D-80CF9D8EA4E7}"/>
              </a:ext>
            </a:extLst>
          </p:cNvPr>
          <p:cNvGrpSpPr/>
          <p:nvPr/>
        </p:nvGrpSpPr>
        <p:grpSpPr>
          <a:xfrm>
            <a:off x="2187379" y="2197459"/>
            <a:ext cx="549000" cy="226800"/>
            <a:chOff x="2187379" y="2197459"/>
            <a:chExt cx="549000" cy="22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76D2B3B-2486-D830-B876-95461E8D2926}"/>
                    </a:ext>
                  </a:extLst>
                </p14:cNvPr>
                <p14:cNvContentPartPr/>
                <p14:nvPr/>
              </p14:nvContentPartPr>
              <p14:xfrm>
                <a:off x="2187379" y="2248219"/>
                <a:ext cx="144000" cy="129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76D2B3B-2486-D830-B876-95461E8D29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176939" y="2237419"/>
                  <a:ext cx="1652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4EF1C8D-0545-5C53-1177-BE5C2DAB2528}"/>
                    </a:ext>
                  </a:extLst>
                </p14:cNvPr>
                <p14:cNvContentPartPr/>
                <p14:nvPr/>
              </p14:nvContentPartPr>
              <p14:xfrm>
                <a:off x="2334259" y="2211859"/>
                <a:ext cx="83880" cy="179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4EF1C8D-0545-5C53-1177-BE5C2DAB252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23819" y="2201059"/>
                  <a:ext cx="1051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DE25395-CC41-41C6-C3D3-4C4CAAB48F2F}"/>
                    </a:ext>
                  </a:extLst>
                </p14:cNvPr>
                <p14:cNvContentPartPr/>
                <p14:nvPr/>
              </p14:nvContentPartPr>
              <p14:xfrm>
                <a:off x="2327059" y="2197459"/>
                <a:ext cx="78120" cy="34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DE25395-CC41-41C6-C3D3-4C4CAAB48F2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16259" y="2186659"/>
                  <a:ext cx="993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EAC7F62-2F58-2353-9935-91452E37332F}"/>
                    </a:ext>
                  </a:extLst>
                </p14:cNvPr>
                <p14:cNvContentPartPr/>
                <p14:nvPr/>
              </p14:nvContentPartPr>
              <p14:xfrm>
                <a:off x="2489779" y="2273779"/>
                <a:ext cx="77400" cy="107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EAC7F62-2F58-2353-9935-91452E37332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479339" y="2262979"/>
                  <a:ext cx="986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E24A0B5-4463-9EFE-A5FD-1175804AB572}"/>
                    </a:ext>
                  </a:extLst>
                </p14:cNvPr>
                <p14:cNvContentPartPr/>
                <p14:nvPr/>
              </p14:nvContentPartPr>
              <p14:xfrm>
                <a:off x="2540899" y="2273779"/>
                <a:ext cx="98280" cy="150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E24A0B5-4463-9EFE-A5FD-1175804AB57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530459" y="2262979"/>
                  <a:ext cx="1195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6234841-CF0A-C082-411D-3404D57B077B}"/>
                    </a:ext>
                  </a:extLst>
                </p14:cNvPr>
                <p14:cNvContentPartPr/>
                <p14:nvPr/>
              </p14:nvContentPartPr>
              <p14:xfrm>
                <a:off x="2657179" y="2266939"/>
                <a:ext cx="79200" cy="108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6234841-CF0A-C082-411D-3404D57B077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646739" y="2256499"/>
                  <a:ext cx="10044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BECF93A-D9D6-3BDF-7839-F4BA4C46CA96}"/>
              </a:ext>
            </a:extLst>
          </p:cNvPr>
          <p:cNvGrpSpPr/>
          <p:nvPr/>
        </p:nvGrpSpPr>
        <p:grpSpPr>
          <a:xfrm>
            <a:off x="1458739" y="2653579"/>
            <a:ext cx="279360" cy="246960"/>
            <a:chOff x="1458739" y="2653579"/>
            <a:chExt cx="279360" cy="24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D9C8BDE-64C1-34F8-3E7A-E782BA1010A1}"/>
                    </a:ext>
                  </a:extLst>
                </p14:cNvPr>
                <p14:cNvContentPartPr/>
                <p14:nvPr/>
              </p14:nvContentPartPr>
              <p14:xfrm>
                <a:off x="1458739" y="2731699"/>
                <a:ext cx="163440" cy="159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D9C8BDE-64C1-34F8-3E7A-E782BA1010A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448299" y="2721259"/>
                  <a:ext cx="184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DE5D80B-DAC4-25D1-A70F-E839B11A547D}"/>
                    </a:ext>
                  </a:extLst>
                </p14:cNvPr>
                <p14:cNvContentPartPr/>
                <p14:nvPr/>
              </p14:nvContentPartPr>
              <p14:xfrm>
                <a:off x="1628299" y="2680579"/>
                <a:ext cx="102240" cy="219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DE5D80B-DAC4-25D1-A70F-E839B11A547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617859" y="2670139"/>
                  <a:ext cx="1234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B3BA18B-6D99-DE9F-7826-626B9CEAEC45}"/>
                    </a:ext>
                  </a:extLst>
                </p14:cNvPr>
                <p14:cNvContentPartPr/>
                <p14:nvPr/>
              </p14:nvContentPartPr>
              <p14:xfrm>
                <a:off x="1627939" y="2653579"/>
                <a:ext cx="110160" cy="59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B3BA18B-6D99-DE9F-7826-626B9CEAEC4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17139" y="2643139"/>
                  <a:ext cx="13140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0CE764F-27BE-A679-7480-C760832E8B59}"/>
              </a:ext>
            </a:extLst>
          </p:cNvPr>
          <p:cNvGrpSpPr/>
          <p:nvPr/>
        </p:nvGrpSpPr>
        <p:grpSpPr>
          <a:xfrm>
            <a:off x="2217979" y="2615059"/>
            <a:ext cx="617760" cy="227160"/>
            <a:chOff x="2217979" y="2615059"/>
            <a:chExt cx="617760" cy="22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E42536A-F35E-2B76-8F1A-1A297E2B0D75}"/>
                    </a:ext>
                  </a:extLst>
                </p14:cNvPr>
                <p14:cNvContentPartPr/>
                <p14:nvPr/>
              </p14:nvContentPartPr>
              <p14:xfrm>
                <a:off x="2217979" y="2651419"/>
                <a:ext cx="144720" cy="190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E42536A-F35E-2B76-8F1A-1A297E2B0D7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207179" y="2640979"/>
                  <a:ext cx="1659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A0C2A4E-1F10-4B92-6F37-0FACE93EC494}"/>
                    </a:ext>
                  </a:extLst>
                </p14:cNvPr>
                <p14:cNvContentPartPr/>
                <p14:nvPr/>
              </p14:nvContentPartPr>
              <p14:xfrm>
                <a:off x="2410579" y="2628739"/>
                <a:ext cx="90720" cy="192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A0C2A4E-1F10-4B92-6F37-0FACE93EC49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399779" y="2618299"/>
                  <a:ext cx="1119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026B2EC-91FB-5EAF-BF9F-35BF23AE367F}"/>
                    </a:ext>
                  </a:extLst>
                </p14:cNvPr>
                <p14:cNvContentPartPr/>
                <p14:nvPr/>
              </p14:nvContentPartPr>
              <p14:xfrm>
                <a:off x="2431459" y="2615059"/>
                <a:ext cx="108000" cy="691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026B2EC-91FB-5EAF-BF9F-35BF23AE367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21019" y="2604259"/>
                  <a:ext cx="1292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322B6C4-C8A3-7337-7495-9BF7B50AA727}"/>
                    </a:ext>
                  </a:extLst>
                </p14:cNvPr>
                <p14:cNvContentPartPr/>
                <p14:nvPr/>
              </p14:nvContentPartPr>
              <p14:xfrm>
                <a:off x="2578339" y="2657899"/>
                <a:ext cx="84600" cy="131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322B6C4-C8A3-7337-7495-9BF7B50AA72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567899" y="2647099"/>
                  <a:ext cx="1058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C9E3F64-464F-6E0F-15B4-0BE9E8FDB3EA}"/>
                    </a:ext>
                  </a:extLst>
                </p14:cNvPr>
                <p14:cNvContentPartPr/>
                <p14:nvPr/>
              </p14:nvContentPartPr>
              <p14:xfrm>
                <a:off x="2646739" y="2651779"/>
                <a:ext cx="84600" cy="166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C9E3F64-464F-6E0F-15B4-0BE9E8FDB3E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635939" y="2640979"/>
                  <a:ext cx="1058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7A7B2A9-AB8C-48A8-F528-0BAF9696D2AE}"/>
                    </a:ext>
                  </a:extLst>
                </p14:cNvPr>
                <p14:cNvContentPartPr/>
                <p14:nvPr/>
              </p14:nvContentPartPr>
              <p14:xfrm>
                <a:off x="2747539" y="2652139"/>
                <a:ext cx="88200" cy="160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7A7B2A9-AB8C-48A8-F528-0BAF9696D2A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737099" y="2641339"/>
                  <a:ext cx="10944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CBD890B-71FC-A442-F8A0-A45EE90FC144}"/>
              </a:ext>
            </a:extLst>
          </p:cNvPr>
          <p:cNvGrpSpPr/>
          <p:nvPr/>
        </p:nvGrpSpPr>
        <p:grpSpPr>
          <a:xfrm>
            <a:off x="1452979" y="3197899"/>
            <a:ext cx="258840" cy="200880"/>
            <a:chOff x="1452979" y="3197899"/>
            <a:chExt cx="25884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2C547BA-159F-4387-8A60-6AE5204F78DC}"/>
                    </a:ext>
                  </a:extLst>
                </p14:cNvPr>
                <p14:cNvContentPartPr/>
                <p14:nvPr/>
              </p14:nvContentPartPr>
              <p14:xfrm>
                <a:off x="1452979" y="3231739"/>
                <a:ext cx="198360" cy="1670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2C547BA-159F-4387-8A60-6AE5204F78D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442179" y="3221299"/>
                  <a:ext cx="2196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8206346-9E2E-CA8C-F661-4ACD69EA17AA}"/>
                    </a:ext>
                  </a:extLst>
                </p14:cNvPr>
                <p14:cNvContentPartPr/>
                <p14:nvPr/>
              </p14:nvContentPartPr>
              <p14:xfrm>
                <a:off x="1653139" y="3197899"/>
                <a:ext cx="58680" cy="179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8206346-9E2E-CA8C-F661-4ACD69EA17A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642339" y="3187099"/>
                  <a:ext cx="79920" cy="20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9AB8ABE-83D6-CD09-6769-6569D1F3A70B}"/>
              </a:ext>
            </a:extLst>
          </p:cNvPr>
          <p:cNvGrpSpPr/>
          <p:nvPr/>
        </p:nvGrpSpPr>
        <p:grpSpPr>
          <a:xfrm>
            <a:off x="2220859" y="3105739"/>
            <a:ext cx="796320" cy="243720"/>
            <a:chOff x="2220859" y="3105739"/>
            <a:chExt cx="796320" cy="24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C59A0A5-BBA9-6306-9E50-886A4B2E8597}"/>
                    </a:ext>
                  </a:extLst>
                </p14:cNvPr>
                <p14:cNvContentPartPr/>
                <p14:nvPr/>
              </p14:nvContentPartPr>
              <p14:xfrm>
                <a:off x="2220859" y="3111139"/>
                <a:ext cx="177120" cy="185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C59A0A5-BBA9-6306-9E50-886A4B2E859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210419" y="3100699"/>
                  <a:ext cx="1983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6297639-0A18-805A-E97E-760FC8E48BEF}"/>
                    </a:ext>
                  </a:extLst>
                </p14:cNvPr>
                <p14:cNvContentPartPr/>
                <p14:nvPr/>
              </p14:nvContentPartPr>
              <p14:xfrm>
                <a:off x="2464579" y="3105739"/>
                <a:ext cx="127080" cy="243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6297639-0A18-805A-E97E-760FC8E48BE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54139" y="3095299"/>
                  <a:ext cx="1483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FD67E5D-92E2-1E52-3898-4308A3A7C6CF}"/>
                    </a:ext>
                  </a:extLst>
                </p14:cNvPr>
                <p14:cNvContentPartPr/>
                <p14:nvPr/>
              </p14:nvContentPartPr>
              <p14:xfrm>
                <a:off x="2693899" y="3139939"/>
                <a:ext cx="63000" cy="140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FD67E5D-92E2-1E52-3898-4308A3A7C6C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683099" y="3129139"/>
                  <a:ext cx="842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29B5E31-002E-7528-8AF8-EABCE12417AE}"/>
                    </a:ext>
                  </a:extLst>
                </p14:cNvPr>
                <p14:cNvContentPartPr/>
                <p14:nvPr/>
              </p14:nvContentPartPr>
              <p14:xfrm>
                <a:off x="2773099" y="3121219"/>
                <a:ext cx="109800" cy="141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29B5E31-002E-7528-8AF8-EABCE12417A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762659" y="3110779"/>
                  <a:ext cx="1310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6E0D3F1-23C5-7892-0F87-AC2DC116833E}"/>
                    </a:ext>
                  </a:extLst>
                </p14:cNvPr>
                <p14:cNvContentPartPr/>
                <p14:nvPr/>
              </p14:nvContentPartPr>
              <p14:xfrm>
                <a:off x="2895499" y="3107539"/>
                <a:ext cx="121680" cy="191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6E0D3F1-23C5-7892-0F87-AC2DC116833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885059" y="3096739"/>
                  <a:ext cx="14292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237740D-82B8-EA87-93B3-3128ED51CD54}"/>
              </a:ext>
            </a:extLst>
          </p:cNvPr>
          <p:cNvGrpSpPr/>
          <p:nvPr/>
        </p:nvGrpSpPr>
        <p:grpSpPr>
          <a:xfrm>
            <a:off x="1457659" y="3643579"/>
            <a:ext cx="280080" cy="286200"/>
            <a:chOff x="1457659" y="3643579"/>
            <a:chExt cx="280080" cy="28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6FBDF8B-32E5-17C5-F21D-F818209740FA}"/>
                    </a:ext>
                  </a:extLst>
                </p14:cNvPr>
                <p14:cNvContentPartPr/>
                <p14:nvPr/>
              </p14:nvContentPartPr>
              <p14:xfrm>
                <a:off x="1457659" y="3661939"/>
                <a:ext cx="96120" cy="198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6FBDF8B-32E5-17C5-F21D-F818209740F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446859" y="3651499"/>
                  <a:ext cx="1173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8D81CA6-596A-3BE3-BB6F-551B71C6307B}"/>
                    </a:ext>
                  </a:extLst>
                </p14:cNvPr>
                <p14:cNvContentPartPr/>
                <p14:nvPr/>
              </p14:nvContentPartPr>
              <p14:xfrm>
                <a:off x="1558099" y="3687139"/>
                <a:ext cx="119160" cy="242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8D81CA6-596A-3BE3-BB6F-551B71C6307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547659" y="3676699"/>
                  <a:ext cx="1404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B78C126-CC31-F4DC-8358-17618B87B3C7}"/>
                    </a:ext>
                  </a:extLst>
                </p14:cNvPr>
                <p14:cNvContentPartPr/>
                <p14:nvPr/>
              </p14:nvContentPartPr>
              <p14:xfrm>
                <a:off x="1591219" y="3643579"/>
                <a:ext cx="146520" cy="54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B78C126-CC31-F4DC-8358-17618B87B3C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580419" y="3633139"/>
                  <a:ext cx="16776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71944A8-2C26-1DDC-050D-01190207C33F}"/>
              </a:ext>
            </a:extLst>
          </p:cNvPr>
          <p:cNvGrpSpPr/>
          <p:nvPr/>
        </p:nvGrpSpPr>
        <p:grpSpPr>
          <a:xfrm>
            <a:off x="2234899" y="3616579"/>
            <a:ext cx="820440" cy="347040"/>
            <a:chOff x="2234899" y="3616579"/>
            <a:chExt cx="820440" cy="34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B885681-76F2-5018-4E17-917C7435AF0C}"/>
                    </a:ext>
                  </a:extLst>
                </p14:cNvPr>
                <p14:cNvContentPartPr/>
                <p14:nvPr/>
              </p14:nvContentPartPr>
              <p14:xfrm>
                <a:off x="2234899" y="3660859"/>
                <a:ext cx="28440" cy="1634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B885681-76F2-5018-4E17-917C7435AF0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224099" y="3650059"/>
                  <a:ext cx="496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831D35C-5D70-A889-9015-04398F3D8EB2}"/>
                    </a:ext>
                  </a:extLst>
                </p14:cNvPr>
                <p14:cNvContentPartPr/>
                <p14:nvPr/>
              </p14:nvContentPartPr>
              <p14:xfrm>
                <a:off x="2301859" y="3662299"/>
                <a:ext cx="154800" cy="142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831D35C-5D70-A889-9015-04398F3D8EB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291059" y="3651859"/>
                  <a:ext cx="1760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EBC88DC-06C2-6B75-8889-1987AF530F28}"/>
                    </a:ext>
                  </a:extLst>
                </p14:cNvPr>
                <p14:cNvContentPartPr/>
                <p14:nvPr/>
              </p14:nvContentPartPr>
              <p14:xfrm>
                <a:off x="2467459" y="3644299"/>
                <a:ext cx="102960" cy="3193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EBC88DC-06C2-6B75-8889-1987AF530F2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457019" y="3633499"/>
                  <a:ext cx="1242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787461A-DF08-E57B-7F19-A8A41FFB9E36}"/>
                    </a:ext>
                  </a:extLst>
                </p14:cNvPr>
                <p14:cNvContentPartPr/>
                <p14:nvPr/>
              </p14:nvContentPartPr>
              <p14:xfrm>
                <a:off x="2513539" y="3616579"/>
                <a:ext cx="105840" cy="56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787461A-DF08-E57B-7F19-A8A41FFB9E3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503099" y="3605779"/>
                  <a:ext cx="1270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D0A2992-B8FC-DA5D-D32D-86A7FB0C2D76}"/>
                    </a:ext>
                  </a:extLst>
                </p14:cNvPr>
                <p14:cNvContentPartPr/>
                <p14:nvPr/>
              </p14:nvContentPartPr>
              <p14:xfrm>
                <a:off x="2657539" y="3701539"/>
                <a:ext cx="76680" cy="135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D0A2992-B8FC-DA5D-D32D-86A7FB0C2D7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646739" y="3691099"/>
                  <a:ext cx="979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BF4B8BA-3B8A-4C31-2485-AA2C8BE69995}"/>
                    </a:ext>
                  </a:extLst>
                </p14:cNvPr>
                <p14:cNvContentPartPr/>
                <p14:nvPr/>
              </p14:nvContentPartPr>
              <p14:xfrm>
                <a:off x="2774539" y="3663739"/>
                <a:ext cx="121320" cy="153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BF4B8BA-3B8A-4C31-2485-AA2C8BE6999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763739" y="3652939"/>
                  <a:ext cx="1425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EEC9E9A-FFAE-9418-3AFD-414A9BEDBA44}"/>
                    </a:ext>
                  </a:extLst>
                </p14:cNvPr>
                <p14:cNvContentPartPr/>
                <p14:nvPr/>
              </p14:nvContentPartPr>
              <p14:xfrm>
                <a:off x="2922499" y="3640699"/>
                <a:ext cx="132840" cy="1846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EEC9E9A-FFAE-9418-3AFD-414A9BEDBA4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912059" y="3630259"/>
                  <a:ext cx="15408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EDE6CE7-110B-ACAC-1C7F-1F54C73B369A}"/>
              </a:ext>
            </a:extLst>
          </p:cNvPr>
          <p:cNvGrpSpPr/>
          <p:nvPr/>
        </p:nvGrpSpPr>
        <p:grpSpPr>
          <a:xfrm>
            <a:off x="5207059" y="1040419"/>
            <a:ext cx="801360" cy="451440"/>
            <a:chOff x="5207059" y="1040419"/>
            <a:chExt cx="801360" cy="45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8F692A4-B6C4-F1F1-8068-411929E111E9}"/>
                    </a:ext>
                  </a:extLst>
                </p14:cNvPr>
                <p14:cNvContentPartPr/>
                <p14:nvPr/>
              </p14:nvContentPartPr>
              <p14:xfrm>
                <a:off x="5207059" y="1244899"/>
                <a:ext cx="223920" cy="236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8F692A4-B6C4-F1F1-8068-411929E111E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196259" y="1234459"/>
                  <a:ext cx="2451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16275C7-E7BD-6182-93F5-BDE5E2A2A9AA}"/>
                    </a:ext>
                  </a:extLst>
                </p14:cNvPr>
                <p14:cNvContentPartPr/>
                <p14:nvPr/>
              </p14:nvContentPartPr>
              <p14:xfrm>
                <a:off x="5484259" y="1244539"/>
                <a:ext cx="90360" cy="140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16275C7-E7BD-6182-93F5-BDE5E2A2A9A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473459" y="1233739"/>
                  <a:ext cx="1116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9438642-8F62-375B-29C9-96D099E01ECB}"/>
                    </a:ext>
                  </a:extLst>
                </p14:cNvPr>
                <p14:cNvContentPartPr/>
                <p14:nvPr/>
              </p14:nvContentPartPr>
              <p14:xfrm>
                <a:off x="5612059" y="1127539"/>
                <a:ext cx="142920" cy="364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9438642-8F62-375B-29C9-96D099E01EC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601259" y="1116739"/>
                  <a:ext cx="16416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450F5C1-AEB5-1E53-2280-FF33A2A013DF}"/>
                    </a:ext>
                  </a:extLst>
                </p14:cNvPr>
                <p14:cNvContentPartPr/>
                <p14:nvPr/>
              </p14:nvContentPartPr>
              <p14:xfrm>
                <a:off x="5757859" y="1040419"/>
                <a:ext cx="250560" cy="405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450F5C1-AEB5-1E53-2280-FF33A2A013D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747059" y="1029979"/>
                  <a:ext cx="271800" cy="42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D83C3B4-9FDF-8689-C9EC-6409B9193AA0}"/>
              </a:ext>
            </a:extLst>
          </p:cNvPr>
          <p:cNvGrpSpPr/>
          <p:nvPr/>
        </p:nvGrpSpPr>
        <p:grpSpPr>
          <a:xfrm>
            <a:off x="6341779" y="1057339"/>
            <a:ext cx="819000" cy="400320"/>
            <a:chOff x="6341779" y="1057339"/>
            <a:chExt cx="819000" cy="40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426078A-5996-768B-5652-375966C9B944}"/>
                    </a:ext>
                  </a:extLst>
                </p14:cNvPr>
                <p14:cNvContentPartPr/>
                <p14:nvPr/>
              </p14:nvContentPartPr>
              <p14:xfrm>
                <a:off x="6341779" y="1220419"/>
                <a:ext cx="150840" cy="210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426078A-5996-768B-5652-375966C9B94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30979" y="1209619"/>
                  <a:ext cx="1720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D4BA79D-0EBF-117C-5D7D-98A34B3101C1}"/>
                    </a:ext>
                  </a:extLst>
                </p14:cNvPr>
                <p14:cNvContentPartPr/>
                <p14:nvPr/>
              </p14:nvContentPartPr>
              <p14:xfrm>
                <a:off x="6524659" y="1264339"/>
                <a:ext cx="55080" cy="114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D4BA79D-0EBF-117C-5D7D-98A34B3101C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513859" y="1253899"/>
                  <a:ext cx="763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7BF2B71-0828-3770-2591-4422E0094CCC}"/>
                    </a:ext>
                  </a:extLst>
                </p14:cNvPr>
                <p14:cNvContentPartPr/>
                <p14:nvPr/>
              </p14:nvContentPartPr>
              <p14:xfrm>
                <a:off x="6730219" y="1057339"/>
                <a:ext cx="128880" cy="3380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7BF2B71-0828-3770-2591-4422E0094CC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719779" y="1046899"/>
                  <a:ext cx="15012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DD5A90B-2E19-5FB9-CA5E-A3C12FAF2E0A}"/>
                    </a:ext>
                  </a:extLst>
                </p14:cNvPr>
                <p14:cNvContentPartPr/>
                <p14:nvPr/>
              </p14:nvContentPartPr>
              <p14:xfrm>
                <a:off x="7053859" y="1331299"/>
                <a:ext cx="81360" cy="126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DD5A90B-2E19-5FB9-CA5E-A3C12FAF2E0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043419" y="1320499"/>
                  <a:ext cx="1026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597774B-0752-12E5-85CD-75ACE4D62B62}"/>
                    </a:ext>
                  </a:extLst>
                </p14:cNvPr>
                <p14:cNvContentPartPr/>
                <p14:nvPr/>
              </p14:nvContentPartPr>
              <p14:xfrm>
                <a:off x="7056019" y="1200259"/>
                <a:ext cx="104760" cy="2005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597774B-0752-12E5-85CD-75ACE4D62B6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045579" y="1189819"/>
                  <a:ext cx="12600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03A2CBD-2C2D-E945-37AA-91C259F50D52}"/>
              </a:ext>
            </a:extLst>
          </p:cNvPr>
          <p:cNvGrpSpPr/>
          <p:nvPr/>
        </p:nvGrpSpPr>
        <p:grpSpPr>
          <a:xfrm>
            <a:off x="7724539" y="1138339"/>
            <a:ext cx="1161000" cy="482040"/>
            <a:chOff x="7724539" y="1138339"/>
            <a:chExt cx="1161000" cy="48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B24B556-6C6D-2C4D-DA31-E322A78BD0C5}"/>
                    </a:ext>
                  </a:extLst>
                </p14:cNvPr>
                <p14:cNvContentPartPr/>
                <p14:nvPr/>
              </p14:nvContentPartPr>
              <p14:xfrm>
                <a:off x="7724539" y="1192699"/>
                <a:ext cx="255240" cy="2016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B24B556-6C6D-2C4D-DA31-E322A78BD0C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714099" y="1182259"/>
                  <a:ext cx="2764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31D1631-0AB1-983E-4C8E-C02A560DA0F5}"/>
                    </a:ext>
                  </a:extLst>
                </p14:cNvPr>
                <p14:cNvContentPartPr/>
                <p14:nvPr/>
              </p14:nvContentPartPr>
              <p14:xfrm>
                <a:off x="7998499" y="1207459"/>
                <a:ext cx="437760" cy="204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31D1631-0AB1-983E-4C8E-C02A560DA0F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988059" y="1196659"/>
                  <a:ext cx="4590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5D44AA9-9B69-620E-5363-1AF52C0088B2}"/>
                    </a:ext>
                  </a:extLst>
                </p14:cNvPr>
                <p14:cNvContentPartPr/>
                <p14:nvPr/>
              </p14:nvContentPartPr>
              <p14:xfrm>
                <a:off x="8340139" y="1168219"/>
                <a:ext cx="179280" cy="452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5D44AA9-9B69-620E-5363-1AF52C0088B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329339" y="1157419"/>
                  <a:ext cx="20052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B928C1F-0A51-B42A-8DF7-67497AC925DA}"/>
                    </a:ext>
                  </a:extLst>
                </p14:cNvPr>
                <p14:cNvContentPartPr/>
                <p14:nvPr/>
              </p14:nvContentPartPr>
              <p14:xfrm>
                <a:off x="8700859" y="1138339"/>
                <a:ext cx="184680" cy="232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B928C1F-0A51-B42A-8DF7-67497AC925D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690059" y="1127899"/>
                  <a:ext cx="20592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4579DE64-F632-F974-4294-0B65009DCAA7}"/>
              </a:ext>
            </a:extLst>
          </p:cNvPr>
          <p:cNvGrpSpPr/>
          <p:nvPr/>
        </p:nvGrpSpPr>
        <p:grpSpPr>
          <a:xfrm>
            <a:off x="5240899" y="2246059"/>
            <a:ext cx="1054440" cy="392040"/>
            <a:chOff x="5240899" y="2246059"/>
            <a:chExt cx="1054440" cy="39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12307AC-3EBE-ED79-8D7A-F37EAE12A0D9}"/>
                    </a:ext>
                  </a:extLst>
                </p14:cNvPr>
                <p14:cNvContentPartPr/>
                <p14:nvPr/>
              </p14:nvContentPartPr>
              <p14:xfrm>
                <a:off x="5240899" y="2280259"/>
                <a:ext cx="222120" cy="229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12307AC-3EBE-ED79-8D7A-F37EAE12A0D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230459" y="2269459"/>
                  <a:ext cx="2433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82D6689-F1F1-2B34-39E4-3BF66AAC00E8}"/>
                    </a:ext>
                  </a:extLst>
                </p14:cNvPr>
                <p14:cNvContentPartPr/>
                <p14:nvPr/>
              </p14:nvContentPartPr>
              <p14:xfrm>
                <a:off x="5478139" y="2246059"/>
                <a:ext cx="543960" cy="3920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82D6689-F1F1-2B34-39E4-3BF66AAC00E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467699" y="2235259"/>
                  <a:ext cx="56520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223DC73-F5CC-BBE9-975D-A5D67C9845E0}"/>
                    </a:ext>
                  </a:extLst>
                </p14:cNvPr>
                <p14:cNvContentPartPr/>
                <p14:nvPr/>
              </p14:nvContentPartPr>
              <p14:xfrm>
                <a:off x="6050179" y="2254339"/>
                <a:ext cx="245160" cy="215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223DC73-F5CC-BBE9-975D-A5D67C9845E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039739" y="2243899"/>
                  <a:ext cx="266400" cy="23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038E46DC-17B3-DAD6-1857-3B8D84DBF978}"/>
                  </a:ext>
                </a:extLst>
              </p14:cNvPr>
              <p14:cNvContentPartPr/>
              <p14:nvPr/>
            </p14:nvContentPartPr>
            <p14:xfrm>
              <a:off x="6677659" y="2380339"/>
              <a:ext cx="215280" cy="975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038E46DC-17B3-DAD6-1857-3B8D84DBF978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6666859" y="2369539"/>
                <a:ext cx="236520" cy="11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CE52FB60-5C29-976F-2911-74AC37B687F8}"/>
              </a:ext>
            </a:extLst>
          </p:cNvPr>
          <p:cNvGrpSpPr/>
          <p:nvPr/>
        </p:nvGrpSpPr>
        <p:grpSpPr>
          <a:xfrm>
            <a:off x="7214419" y="2024659"/>
            <a:ext cx="483120" cy="292320"/>
            <a:chOff x="7214419" y="2024659"/>
            <a:chExt cx="48312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4996D71-0BE0-A968-80A5-AE84B8245EAA}"/>
                    </a:ext>
                  </a:extLst>
                </p14:cNvPr>
                <p14:cNvContentPartPr/>
                <p14:nvPr/>
              </p14:nvContentPartPr>
              <p14:xfrm>
                <a:off x="7214419" y="2049859"/>
                <a:ext cx="172080" cy="174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4996D71-0BE0-A968-80A5-AE84B8245EA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203619" y="2039419"/>
                  <a:ext cx="1933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D6926CD-1B82-1A87-48B3-CC3A9F23F1CE}"/>
                    </a:ext>
                  </a:extLst>
                </p14:cNvPr>
                <p14:cNvContentPartPr/>
                <p14:nvPr/>
              </p14:nvContentPartPr>
              <p14:xfrm>
                <a:off x="7372099" y="2030779"/>
                <a:ext cx="112320" cy="2797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D6926CD-1B82-1A87-48B3-CC3A9F23F1C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361299" y="2020339"/>
                  <a:ext cx="1335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E10AD2F-CF0A-7B18-968F-6BA602E4D5AE}"/>
                    </a:ext>
                  </a:extLst>
                </p14:cNvPr>
                <p14:cNvContentPartPr/>
                <p14:nvPr/>
              </p14:nvContentPartPr>
              <p14:xfrm>
                <a:off x="7389379" y="2024659"/>
                <a:ext cx="105840" cy="68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E10AD2F-CF0A-7B18-968F-6BA602E4D5A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378939" y="2013859"/>
                  <a:ext cx="1270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8E77C8D-57EF-0833-A327-D9EF58151CA2}"/>
                    </a:ext>
                  </a:extLst>
                </p14:cNvPr>
                <p14:cNvContentPartPr/>
                <p14:nvPr/>
              </p14:nvContentPartPr>
              <p14:xfrm>
                <a:off x="7499179" y="2190979"/>
                <a:ext cx="72720" cy="126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8E77C8D-57EF-0833-A327-D9EF58151CA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488739" y="2180539"/>
                  <a:ext cx="939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9B620BF-B7B6-D093-0E5C-C97B669C7833}"/>
                    </a:ext>
                  </a:extLst>
                </p14:cNvPr>
                <p14:cNvContentPartPr/>
                <p14:nvPr/>
              </p14:nvContentPartPr>
              <p14:xfrm>
                <a:off x="7574779" y="2162179"/>
                <a:ext cx="66960" cy="113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9B620BF-B7B6-D093-0E5C-C97B669C783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564339" y="2151739"/>
                  <a:ext cx="882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882A528-64B6-D49B-C24F-CFB57CCD2242}"/>
                    </a:ext>
                  </a:extLst>
                </p14:cNvPr>
                <p14:cNvContentPartPr/>
                <p14:nvPr/>
              </p14:nvContentPartPr>
              <p14:xfrm>
                <a:off x="7638859" y="2129419"/>
                <a:ext cx="58680" cy="154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882A528-64B6-D49B-C24F-CFB57CCD224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628059" y="2118979"/>
                  <a:ext cx="7992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3CE0CCDE-277E-410C-30FC-422E9928503C}"/>
              </a:ext>
            </a:extLst>
          </p:cNvPr>
          <p:cNvGrpSpPr/>
          <p:nvPr/>
        </p:nvGrpSpPr>
        <p:grpSpPr>
          <a:xfrm>
            <a:off x="7927939" y="1992259"/>
            <a:ext cx="1746360" cy="383040"/>
            <a:chOff x="7927939" y="1992259"/>
            <a:chExt cx="1746360" cy="38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60CF9F6-D633-943F-6D30-582AB2FC70D3}"/>
                    </a:ext>
                  </a:extLst>
                </p14:cNvPr>
                <p14:cNvContentPartPr/>
                <p14:nvPr/>
              </p14:nvContentPartPr>
              <p14:xfrm>
                <a:off x="7947379" y="2093779"/>
                <a:ext cx="39960" cy="217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60CF9F6-D633-943F-6D30-582AB2FC70D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936939" y="2083339"/>
                  <a:ext cx="612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AD73AC9-61D7-E2FB-3D59-E1970EEF3FDA}"/>
                    </a:ext>
                  </a:extLst>
                </p14:cNvPr>
                <p14:cNvContentPartPr/>
                <p14:nvPr/>
              </p14:nvContentPartPr>
              <p14:xfrm>
                <a:off x="7927939" y="2204659"/>
                <a:ext cx="144360" cy="349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AD73AC9-61D7-E2FB-3D59-E1970EEF3FD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917139" y="2194219"/>
                  <a:ext cx="1656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C6BD4B7-99E3-2D2D-61F2-E7A29C66682B}"/>
                    </a:ext>
                  </a:extLst>
                </p14:cNvPr>
                <p14:cNvContentPartPr/>
                <p14:nvPr/>
              </p14:nvContentPartPr>
              <p14:xfrm>
                <a:off x="8204059" y="2048419"/>
                <a:ext cx="148320" cy="2484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C6BD4B7-99E3-2D2D-61F2-E7A29C66682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193619" y="2037619"/>
                  <a:ext cx="1695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4F6D706-C297-D1CB-3FF3-585C5F2265F7}"/>
                    </a:ext>
                  </a:extLst>
                </p14:cNvPr>
                <p14:cNvContentPartPr/>
                <p14:nvPr/>
              </p14:nvContentPartPr>
              <p14:xfrm>
                <a:off x="8398459" y="2128699"/>
                <a:ext cx="41400" cy="1411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4F6D706-C297-D1CB-3FF3-585C5F2265F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388019" y="2117899"/>
                  <a:ext cx="626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6E9F389-9DA2-8ABC-9FE9-BB9F1F7572EA}"/>
                    </a:ext>
                  </a:extLst>
                </p14:cNvPr>
                <p14:cNvContentPartPr/>
                <p14:nvPr/>
              </p14:nvContentPartPr>
              <p14:xfrm>
                <a:off x="8408539" y="2046259"/>
                <a:ext cx="84960" cy="329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6E9F389-9DA2-8ABC-9FE9-BB9F1F7572E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397739" y="2035819"/>
                  <a:ext cx="10620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71B026D-C47D-8EEB-8EB8-6EC4070FDE62}"/>
                    </a:ext>
                  </a:extLst>
                </p14:cNvPr>
                <p14:cNvContentPartPr/>
                <p14:nvPr/>
              </p14:nvContentPartPr>
              <p14:xfrm>
                <a:off x="8458939" y="1992259"/>
                <a:ext cx="131400" cy="651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71B026D-C47D-8EEB-8EB8-6EC4070FDE6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448499" y="1981459"/>
                  <a:ext cx="1526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16284B5-71CD-F7D4-8463-AFBFFE4F24AE}"/>
                    </a:ext>
                  </a:extLst>
                </p14:cNvPr>
                <p14:cNvContentPartPr/>
                <p14:nvPr/>
              </p14:nvContentPartPr>
              <p14:xfrm>
                <a:off x="8560459" y="2125099"/>
                <a:ext cx="53280" cy="153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16284B5-71CD-F7D4-8463-AFBFFE4F24A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549659" y="2114659"/>
                  <a:ext cx="745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1E3F87F-D578-354E-092A-B7CE6920A1F4}"/>
                    </a:ext>
                  </a:extLst>
                </p14:cNvPr>
                <p14:cNvContentPartPr/>
                <p14:nvPr/>
              </p14:nvContentPartPr>
              <p14:xfrm>
                <a:off x="8616259" y="2103859"/>
                <a:ext cx="57240" cy="1681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1E3F87F-D578-354E-092A-B7CE6920A1F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605459" y="2093059"/>
                  <a:ext cx="784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73CC630-35BC-EA39-7903-8DC61E4C5EA8}"/>
                    </a:ext>
                  </a:extLst>
                </p14:cNvPr>
                <p14:cNvContentPartPr/>
                <p14:nvPr/>
              </p14:nvContentPartPr>
              <p14:xfrm>
                <a:off x="8709499" y="2079019"/>
                <a:ext cx="36720" cy="1929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73CC630-35BC-EA39-7903-8DC61E4C5EA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698699" y="2068219"/>
                  <a:ext cx="579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EDDC6D2-F120-5C66-16EB-15F1D2E08167}"/>
                    </a:ext>
                  </a:extLst>
                </p14:cNvPr>
                <p14:cNvContentPartPr/>
                <p14:nvPr/>
              </p14:nvContentPartPr>
              <p14:xfrm>
                <a:off x="8917939" y="2061019"/>
                <a:ext cx="11520" cy="2192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EDDC6D2-F120-5C66-16EB-15F1D2E0816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907499" y="2050579"/>
                  <a:ext cx="327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615B9E1-9B90-2F65-702A-3FFE4FA30581}"/>
                    </a:ext>
                  </a:extLst>
                </p14:cNvPr>
                <p14:cNvContentPartPr/>
                <p14:nvPr/>
              </p14:nvContentPartPr>
              <p14:xfrm>
                <a:off x="8880859" y="2145619"/>
                <a:ext cx="135360" cy="212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615B9E1-9B90-2F65-702A-3FFE4FA3058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870419" y="2134819"/>
                  <a:ext cx="1566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850DCC0-A757-D5CF-157E-910CE78FE2A0}"/>
                    </a:ext>
                  </a:extLst>
                </p14:cNvPr>
                <p14:cNvContentPartPr/>
                <p14:nvPr/>
              </p14:nvContentPartPr>
              <p14:xfrm>
                <a:off x="8942059" y="2030419"/>
                <a:ext cx="213480" cy="2908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850DCC0-A757-D5CF-157E-910CE78FE2A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931619" y="2019619"/>
                  <a:ext cx="2347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7A9E32E-A988-1B05-15D3-1A68875516F1}"/>
                    </a:ext>
                  </a:extLst>
                </p14:cNvPr>
                <p14:cNvContentPartPr/>
                <p14:nvPr/>
              </p14:nvContentPartPr>
              <p14:xfrm>
                <a:off x="9191179" y="2029699"/>
                <a:ext cx="131760" cy="3106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7A9E32E-A988-1B05-15D3-1A68875516F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180739" y="2018899"/>
                  <a:ext cx="1530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AED8219-2811-2CE0-CB83-53BEF95996BB}"/>
                    </a:ext>
                  </a:extLst>
                </p14:cNvPr>
                <p14:cNvContentPartPr/>
                <p14:nvPr/>
              </p14:nvContentPartPr>
              <p14:xfrm>
                <a:off x="9340219" y="2118619"/>
                <a:ext cx="95040" cy="1508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AED8219-2811-2CE0-CB83-53BEF95996B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329779" y="2107819"/>
                  <a:ext cx="1162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A097675-DA82-0D01-98B6-CD0F745901AD}"/>
                    </a:ext>
                  </a:extLst>
                </p14:cNvPr>
                <p14:cNvContentPartPr/>
                <p14:nvPr/>
              </p14:nvContentPartPr>
              <p14:xfrm>
                <a:off x="9466579" y="2095939"/>
                <a:ext cx="84960" cy="1692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A097675-DA82-0D01-98B6-CD0F745901A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456139" y="2085139"/>
                  <a:ext cx="1062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12EA32A-0F6C-DE5C-2739-355C4EC5EF74}"/>
                    </a:ext>
                  </a:extLst>
                </p14:cNvPr>
                <p14:cNvContentPartPr/>
                <p14:nvPr/>
              </p14:nvContentPartPr>
              <p14:xfrm>
                <a:off x="9553339" y="2025379"/>
                <a:ext cx="120960" cy="1602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12EA32A-0F6C-DE5C-2739-355C4EC5EF7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542899" y="2014939"/>
                  <a:ext cx="14220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7B243A89-BCC6-BC8A-FB4F-E0F7DB486944}"/>
              </a:ext>
            </a:extLst>
          </p:cNvPr>
          <p:cNvGrpSpPr/>
          <p:nvPr/>
        </p:nvGrpSpPr>
        <p:grpSpPr>
          <a:xfrm>
            <a:off x="9882739" y="1925299"/>
            <a:ext cx="811080" cy="336960"/>
            <a:chOff x="9882739" y="1925299"/>
            <a:chExt cx="81108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14FFBA2-1AE0-2B0D-63D9-C6FF468D5226}"/>
                    </a:ext>
                  </a:extLst>
                </p14:cNvPr>
                <p14:cNvContentPartPr/>
                <p14:nvPr/>
              </p14:nvContentPartPr>
              <p14:xfrm>
                <a:off x="9925939" y="2047339"/>
                <a:ext cx="30960" cy="2149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14FFBA2-1AE0-2B0D-63D9-C6FF468D522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915499" y="2036899"/>
                  <a:ext cx="522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FF50B37-F13F-53E3-AA07-500D5CE49D79}"/>
                    </a:ext>
                  </a:extLst>
                </p14:cNvPr>
                <p14:cNvContentPartPr/>
                <p14:nvPr/>
              </p14:nvContentPartPr>
              <p14:xfrm>
                <a:off x="9882739" y="2114659"/>
                <a:ext cx="158040" cy="486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FF50B37-F13F-53E3-AA07-500D5CE49D7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872299" y="2103859"/>
                  <a:ext cx="1792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FBEE11F-7C3D-6744-6BC7-D05E00D3E4C9}"/>
                    </a:ext>
                  </a:extLst>
                </p14:cNvPr>
                <p14:cNvContentPartPr/>
                <p14:nvPr/>
              </p14:nvContentPartPr>
              <p14:xfrm>
                <a:off x="10101979" y="1980379"/>
                <a:ext cx="10800" cy="2520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FBEE11F-7C3D-6744-6BC7-D05E00D3E4C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091539" y="1969939"/>
                  <a:ext cx="320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D2AD96D-98D5-F09E-955B-F96536E16146}"/>
                    </a:ext>
                  </a:extLst>
                </p14:cNvPr>
                <p14:cNvContentPartPr/>
                <p14:nvPr/>
              </p14:nvContentPartPr>
              <p14:xfrm>
                <a:off x="10169299" y="2005579"/>
                <a:ext cx="170640" cy="1774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D2AD96D-98D5-F09E-955B-F96536E1614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158499" y="1995139"/>
                  <a:ext cx="1918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F56A220-76D2-1BD0-4840-6200FE105732}"/>
                    </a:ext>
                  </a:extLst>
                </p14:cNvPr>
                <p14:cNvContentPartPr/>
                <p14:nvPr/>
              </p14:nvContentPartPr>
              <p14:xfrm>
                <a:off x="10284859" y="2008099"/>
                <a:ext cx="46800" cy="2430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F56A220-76D2-1BD0-4840-6200FE10573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274059" y="1997659"/>
                  <a:ext cx="680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7885E5E-E751-424D-8155-B29075851464}"/>
                    </a:ext>
                  </a:extLst>
                </p14:cNvPr>
                <p14:cNvContentPartPr/>
                <p14:nvPr/>
              </p14:nvContentPartPr>
              <p14:xfrm>
                <a:off x="10303939" y="1925299"/>
                <a:ext cx="124200" cy="464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7885E5E-E751-424D-8155-B2907585146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293139" y="1914499"/>
                  <a:ext cx="1454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4F005C9-B171-9CB6-C8DE-A887C8DD0E1C}"/>
                    </a:ext>
                  </a:extLst>
                </p14:cNvPr>
                <p14:cNvContentPartPr/>
                <p14:nvPr/>
              </p14:nvContentPartPr>
              <p14:xfrm>
                <a:off x="10421299" y="2068939"/>
                <a:ext cx="88560" cy="1508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4F005C9-B171-9CB6-C8DE-A887C8DD0E1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410859" y="2058139"/>
                  <a:ext cx="1098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CBCC2AF-B8F7-6F2F-F33B-3C383A4AD167}"/>
                    </a:ext>
                  </a:extLst>
                </p14:cNvPr>
                <p14:cNvContentPartPr/>
                <p14:nvPr/>
              </p14:nvContentPartPr>
              <p14:xfrm>
                <a:off x="10527499" y="2041939"/>
                <a:ext cx="56520" cy="1634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CBCC2AF-B8F7-6F2F-F33B-3C383A4AD16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517059" y="2031139"/>
                  <a:ext cx="777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F1075BE-7E08-4687-1F02-0431376DE99D}"/>
                    </a:ext>
                  </a:extLst>
                </p14:cNvPr>
                <p14:cNvContentPartPr/>
                <p14:nvPr/>
              </p14:nvContentPartPr>
              <p14:xfrm>
                <a:off x="10611739" y="2020339"/>
                <a:ext cx="82080" cy="183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F1075BE-7E08-4687-1F02-0431376DE99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600939" y="2009899"/>
                  <a:ext cx="103320" cy="20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15F382F9-381A-0475-F752-55D9B171C6CA}"/>
                  </a:ext>
                </a:extLst>
              </p14:cNvPr>
              <p14:cNvContentPartPr/>
              <p14:nvPr/>
            </p14:nvContentPartPr>
            <p14:xfrm>
              <a:off x="7304419" y="2466379"/>
              <a:ext cx="2868120" cy="13464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15F382F9-381A-0475-F752-55D9B171C6CA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7293979" y="2455939"/>
                <a:ext cx="288936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69B20A9C-6FC3-B2BB-6A8A-B784D783AF2C}"/>
                  </a:ext>
                </a:extLst>
              </p14:cNvPr>
              <p14:cNvContentPartPr/>
              <p14:nvPr/>
            </p14:nvContentPartPr>
            <p14:xfrm>
              <a:off x="8513659" y="2747899"/>
              <a:ext cx="218520" cy="29556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69B20A9C-6FC3-B2BB-6A8A-B784D783AF2C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8502859" y="2737099"/>
                <a:ext cx="239760" cy="31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7A06F330-EC50-3B2F-1DA2-EC8756A03997}"/>
              </a:ext>
            </a:extLst>
          </p:cNvPr>
          <p:cNvGrpSpPr/>
          <p:nvPr/>
        </p:nvGrpSpPr>
        <p:grpSpPr>
          <a:xfrm>
            <a:off x="10690219" y="2596699"/>
            <a:ext cx="238680" cy="109440"/>
            <a:chOff x="10690219" y="2596699"/>
            <a:chExt cx="238680" cy="10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A818E9D-CF0D-61D4-4C1B-005E6C3CABC8}"/>
                    </a:ext>
                  </a:extLst>
                </p14:cNvPr>
                <p14:cNvContentPartPr/>
                <p14:nvPr/>
              </p14:nvContentPartPr>
              <p14:xfrm>
                <a:off x="10690219" y="2655019"/>
                <a:ext cx="182880" cy="511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A818E9D-CF0D-61D4-4C1B-005E6C3CABC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679419" y="2644219"/>
                  <a:ext cx="2041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3D52B52-3FD9-045A-7459-EF43C06645CA}"/>
                    </a:ext>
                  </a:extLst>
                </p14:cNvPr>
                <p14:cNvContentPartPr/>
                <p14:nvPr/>
              </p14:nvContentPartPr>
              <p14:xfrm>
                <a:off x="10737379" y="2596699"/>
                <a:ext cx="191520" cy="442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3D52B52-3FD9-045A-7459-EF43C06645C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726939" y="2586259"/>
                  <a:ext cx="21276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DB7E1D44-FCE1-802C-3D1B-4946808F9D53}"/>
              </a:ext>
            </a:extLst>
          </p:cNvPr>
          <p:cNvGrpSpPr/>
          <p:nvPr/>
        </p:nvGrpSpPr>
        <p:grpSpPr>
          <a:xfrm>
            <a:off x="5227939" y="3754819"/>
            <a:ext cx="789840" cy="439200"/>
            <a:chOff x="5227939" y="3754819"/>
            <a:chExt cx="789840" cy="43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C9E1AF3-1426-9863-54CD-0AF121634B66}"/>
                    </a:ext>
                  </a:extLst>
                </p14:cNvPr>
                <p14:cNvContentPartPr/>
                <p14:nvPr/>
              </p14:nvContentPartPr>
              <p14:xfrm>
                <a:off x="5227939" y="3922939"/>
                <a:ext cx="199080" cy="271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C9E1AF3-1426-9863-54CD-0AF121634B6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217139" y="3912139"/>
                  <a:ext cx="2203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8B0463B-EA19-6484-576E-9245680643BE}"/>
                    </a:ext>
                  </a:extLst>
                </p14:cNvPr>
                <p14:cNvContentPartPr/>
                <p14:nvPr/>
              </p14:nvContentPartPr>
              <p14:xfrm>
                <a:off x="5506219" y="3968299"/>
                <a:ext cx="74520" cy="1375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8B0463B-EA19-6484-576E-9245680643B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495419" y="3957499"/>
                  <a:ext cx="957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C5624F2-FB07-6A87-76F0-359FF0935A0E}"/>
                    </a:ext>
                  </a:extLst>
                </p14:cNvPr>
                <p14:cNvContentPartPr/>
                <p14:nvPr/>
              </p14:nvContentPartPr>
              <p14:xfrm>
                <a:off x="5613139" y="3754819"/>
                <a:ext cx="161640" cy="3837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C5624F2-FB07-6A87-76F0-359FF0935A0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602699" y="3744379"/>
                  <a:ext cx="18288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182E743-AA86-96E6-3C0F-DDEA9454ABAE}"/>
                    </a:ext>
                  </a:extLst>
                </p14:cNvPr>
                <p14:cNvContentPartPr/>
                <p14:nvPr/>
              </p14:nvContentPartPr>
              <p14:xfrm>
                <a:off x="5797819" y="3799459"/>
                <a:ext cx="219960" cy="3888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182E743-AA86-96E6-3C0F-DDEA9454ABA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787379" y="3788659"/>
                  <a:ext cx="241200" cy="41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F8F63E13-4BF1-38F6-C1E5-F927BF81CC56}"/>
              </a:ext>
            </a:extLst>
          </p:cNvPr>
          <p:cNvGrpSpPr/>
          <p:nvPr/>
        </p:nvGrpSpPr>
        <p:grpSpPr>
          <a:xfrm>
            <a:off x="6518539" y="3954979"/>
            <a:ext cx="225360" cy="113760"/>
            <a:chOff x="6518539" y="3954979"/>
            <a:chExt cx="225360" cy="11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41D012C-4121-FCF7-A788-6D3F90701976}"/>
                    </a:ext>
                  </a:extLst>
                </p14:cNvPr>
                <p14:cNvContentPartPr/>
                <p14:nvPr/>
              </p14:nvContentPartPr>
              <p14:xfrm>
                <a:off x="6518539" y="4028419"/>
                <a:ext cx="210960" cy="403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41D012C-4121-FCF7-A788-6D3F9070197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507739" y="4017619"/>
                  <a:ext cx="2322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728E08A-B7DE-FF35-3B6E-C8F6E6211DD6}"/>
                    </a:ext>
                  </a:extLst>
                </p14:cNvPr>
                <p14:cNvContentPartPr/>
                <p14:nvPr/>
              </p14:nvContentPartPr>
              <p14:xfrm>
                <a:off x="6526459" y="3954979"/>
                <a:ext cx="217440" cy="291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728E08A-B7DE-FF35-3B6E-C8F6E6211DD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516019" y="3944539"/>
                  <a:ext cx="23868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ED285118-4B09-6FF6-93EC-1F04D5804D05}"/>
              </a:ext>
            </a:extLst>
          </p:cNvPr>
          <p:cNvGrpSpPr/>
          <p:nvPr/>
        </p:nvGrpSpPr>
        <p:grpSpPr>
          <a:xfrm>
            <a:off x="6981139" y="3703699"/>
            <a:ext cx="758880" cy="405360"/>
            <a:chOff x="6981139" y="3703699"/>
            <a:chExt cx="758880" cy="40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38D5576-E2A0-D946-EABF-42C879E1B3A8}"/>
                    </a:ext>
                  </a:extLst>
                </p14:cNvPr>
                <p14:cNvContentPartPr/>
                <p14:nvPr/>
              </p14:nvContentPartPr>
              <p14:xfrm>
                <a:off x="6981139" y="3762019"/>
                <a:ext cx="81720" cy="2952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38D5576-E2A0-D946-EABF-42C879E1B3A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970339" y="3751219"/>
                  <a:ext cx="1029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D2649C8-71FE-0095-D785-BBA54034C586}"/>
                    </a:ext>
                  </a:extLst>
                </p14:cNvPr>
                <p14:cNvContentPartPr/>
                <p14:nvPr/>
              </p14:nvContentPartPr>
              <p14:xfrm>
                <a:off x="7031899" y="3703699"/>
                <a:ext cx="136800" cy="669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D2649C8-71FE-0095-D785-BBA54034C58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021099" y="3693259"/>
                  <a:ext cx="1580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AD4B187-4D81-48AC-20DC-765CD39BEEF0}"/>
                    </a:ext>
                  </a:extLst>
                </p14:cNvPr>
                <p14:cNvContentPartPr/>
                <p14:nvPr/>
              </p14:nvContentPartPr>
              <p14:xfrm>
                <a:off x="7121179" y="3782539"/>
                <a:ext cx="166320" cy="3265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AD4B187-4D81-48AC-20DC-765CD39BEEF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110739" y="3771739"/>
                  <a:ext cx="18756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804CB22-F360-7C5C-F49A-BCBF8BDB334C}"/>
                    </a:ext>
                  </a:extLst>
                </p14:cNvPr>
                <p14:cNvContentPartPr/>
                <p14:nvPr/>
              </p14:nvContentPartPr>
              <p14:xfrm>
                <a:off x="7198219" y="3909619"/>
                <a:ext cx="189000" cy="1299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804CB22-F360-7C5C-F49A-BCBF8BDB334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187779" y="3899179"/>
                  <a:ext cx="2102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C2A7B2A-5A72-5C00-4E4D-9A389B088020}"/>
                    </a:ext>
                  </a:extLst>
                </p14:cNvPr>
                <p14:cNvContentPartPr/>
                <p14:nvPr/>
              </p14:nvContentPartPr>
              <p14:xfrm>
                <a:off x="7450939" y="3799099"/>
                <a:ext cx="41760" cy="1836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C2A7B2A-5A72-5C00-4E4D-9A389B08802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440499" y="3788659"/>
                  <a:ext cx="630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388A2E4-3AF8-B8D5-700E-BA74673D2EF3}"/>
                    </a:ext>
                  </a:extLst>
                </p14:cNvPr>
                <p14:cNvContentPartPr/>
                <p14:nvPr/>
              </p14:nvContentPartPr>
              <p14:xfrm>
                <a:off x="7540219" y="3770659"/>
                <a:ext cx="84240" cy="2271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388A2E4-3AF8-B8D5-700E-BA74673D2EF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529779" y="3760219"/>
                  <a:ext cx="1054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67EA144-FD23-5258-D8A9-6DA33441AE44}"/>
                    </a:ext>
                  </a:extLst>
                </p14:cNvPr>
                <p14:cNvContentPartPr/>
                <p14:nvPr/>
              </p14:nvContentPartPr>
              <p14:xfrm>
                <a:off x="7630939" y="3792259"/>
                <a:ext cx="109080" cy="2314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67EA144-FD23-5258-D8A9-6DA33441AE4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620499" y="3781459"/>
                  <a:ext cx="13032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247340B3-B368-52AF-FE0E-29CD9FA5D64F}"/>
              </a:ext>
            </a:extLst>
          </p:cNvPr>
          <p:cNvGrpSpPr/>
          <p:nvPr/>
        </p:nvGrpSpPr>
        <p:grpSpPr>
          <a:xfrm>
            <a:off x="317899" y="4205899"/>
            <a:ext cx="3041640" cy="2449080"/>
            <a:chOff x="317899" y="4205899"/>
            <a:chExt cx="3041640" cy="244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A723FDF-E7A6-55B6-ED66-12ED697BE412}"/>
                    </a:ext>
                  </a:extLst>
                </p14:cNvPr>
                <p14:cNvContentPartPr/>
                <p14:nvPr/>
              </p14:nvContentPartPr>
              <p14:xfrm>
                <a:off x="317899" y="5269699"/>
                <a:ext cx="151920" cy="2973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A723FDF-E7A6-55B6-ED66-12ED697BE41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07099" y="5259259"/>
                  <a:ext cx="17316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5240909-8F65-E246-BC39-FFC7059B05C2}"/>
                    </a:ext>
                  </a:extLst>
                </p14:cNvPr>
                <p14:cNvContentPartPr/>
                <p14:nvPr/>
              </p14:nvContentPartPr>
              <p14:xfrm>
                <a:off x="498979" y="5202019"/>
                <a:ext cx="104760" cy="2876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5240909-8F65-E246-BC39-FFC7059B05C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88539" y="5191579"/>
                  <a:ext cx="12600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A829C9F-2A21-67B8-4E0A-6DF3EE00DC29}"/>
                    </a:ext>
                  </a:extLst>
                </p14:cNvPr>
                <p14:cNvContentPartPr/>
                <p14:nvPr/>
              </p14:nvContentPartPr>
              <p14:xfrm>
                <a:off x="501859" y="5294899"/>
                <a:ext cx="126000" cy="1177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A829C9F-2A21-67B8-4E0A-6DF3EE00DC2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91419" y="5284099"/>
                  <a:ext cx="1472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939BC9E-7EF8-9C3E-7FD9-87CCEBECADDA}"/>
                    </a:ext>
                  </a:extLst>
                </p14:cNvPr>
                <p14:cNvContentPartPr/>
                <p14:nvPr/>
              </p14:nvContentPartPr>
              <p14:xfrm>
                <a:off x="618139" y="5267179"/>
                <a:ext cx="146520" cy="1616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939BC9E-7EF8-9C3E-7FD9-87CCEBECADD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07699" y="5256739"/>
                  <a:ext cx="1677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31E7579-C5B3-6C9F-0E6A-4D744A6D9711}"/>
                    </a:ext>
                  </a:extLst>
                </p14:cNvPr>
                <p14:cNvContentPartPr/>
                <p14:nvPr/>
              </p14:nvContentPartPr>
              <p14:xfrm>
                <a:off x="753499" y="5247739"/>
                <a:ext cx="114840" cy="3754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31E7579-C5B3-6C9F-0E6A-4D744A6D971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42699" y="5237299"/>
                  <a:ext cx="13608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E0B97315-B967-F0F1-4D47-420E463A1DE1}"/>
                    </a:ext>
                  </a:extLst>
                </p14:cNvPr>
                <p14:cNvContentPartPr/>
                <p14:nvPr/>
              </p14:nvContentPartPr>
              <p14:xfrm>
                <a:off x="1037899" y="4981339"/>
                <a:ext cx="144000" cy="3438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E0B97315-B967-F0F1-4D47-420E463A1DE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27459" y="4970899"/>
                  <a:ext cx="16524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EEC806F-DA77-7448-EDE8-CD25424C9C6A}"/>
                    </a:ext>
                  </a:extLst>
                </p14:cNvPr>
                <p14:cNvContentPartPr/>
                <p14:nvPr/>
              </p14:nvContentPartPr>
              <p14:xfrm>
                <a:off x="1295659" y="5168179"/>
                <a:ext cx="16560" cy="338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EEC806F-DA77-7448-EDE8-CD25424C9C6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285219" y="5157739"/>
                  <a:ext cx="378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49E69A3-A78C-F0F9-E5E6-9540E8274F9B}"/>
                    </a:ext>
                  </a:extLst>
                </p14:cNvPr>
                <p14:cNvContentPartPr/>
                <p14:nvPr/>
              </p14:nvContentPartPr>
              <p14:xfrm>
                <a:off x="1281259" y="5086459"/>
                <a:ext cx="7920" cy="82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49E69A3-A78C-F0F9-E5E6-9540E8274F9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270819" y="5076019"/>
                  <a:ext cx="291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89F3B60-36D1-7A8F-E338-462BA1B9AC5B}"/>
                    </a:ext>
                  </a:extLst>
                </p14:cNvPr>
                <p14:cNvContentPartPr/>
                <p14:nvPr/>
              </p14:nvContentPartPr>
              <p14:xfrm>
                <a:off x="1531459" y="4923019"/>
                <a:ext cx="188280" cy="2185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89F3B60-36D1-7A8F-E338-462BA1B9AC5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521019" y="4912219"/>
                  <a:ext cx="2095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45D1808-8CA5-62DA-D9BD-EE10E584800E}"/>
                    </a:ext>
                  </a:extLst>
                </p14:cNvPr>
                <p14:cNvContentPartPr/>
                <p14:nvPr/>
              </p14:nvContentPartPr>
              <p14:xfrm>
                <a:off x="1697779" y="4784419"/>
                <a:ext cx="171000" cy="3006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45D1808-8CA5-62DA-D9BD-EE10E584800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687339" y="4773619"/>
                  <a:ext cx="1922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D5738E0-C7CC-815F-D964-F445715E4E89}"/>
                    </a:ext>
                  </a:extLst>
                </p14:cNvPr>
                <p14:cNvContentPartPr/>
                <p14:nvPr/>
              </p14:nvContentPartPr>
              <p14:xfrm>
                <a:off x="1817299" y="4797379"/>
                <a:ext cx="135360" cy="2476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D5738E0-C7CC-815F-D964-F445715E4E8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806499" y="4786579"/>
                  <a:ext cx="1566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7E0F43F-BB38-662F-8EAA-EAA2D07067A5}"/>
                    </a:ext>
                  </a:extLst>
                </p14:cNvPr>
                <p14:cNvContentPartPr/>
                <p14:nvPr/>
              </p14:nvContentPartPr>
              <p14:xfrm>
                <a:off x="1987939" y="4756339"/>
                <a:ext cx="225720" cy="2955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7E0F43F-BB38-662F-8EAA-EAA2D07067A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977139" y="4745539"/>
                  <a:ext cx="2469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E1D417C-F8D3-A0D4-B223-4CD33A6D3C85}"/>
                    </a:ext>
                  </a:extLst>
                </p14:cNvPr>
                <p14:cNvContentPartPr/>
                <p14:nvPr/>
              </p14:nvContentPartPr>
              <p14:xfrm>
                <a:off x="2160379" y="4726099"/>
                <a:ext cx="99720" cy="1476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E1D417C-F8D3-A0D4-B223-4CD33A6D3C8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149579" y="4715299"/>
                  <a:ext cx="1209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5764D6F-FB85-AF5D-D265-EF4110EE7E12}"/>
                    </a:ext>
                  </a:extLst>
                </p14:cNvPr>
                <p14:cNvContentPartPr/>
                <p14:nvPr/>
              </p14:nvContentPartPr>
              <p14:xfrm>
                <a:off x="2238139" y="4703779"/>
                <a:ext cx="228960" cy="1756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5764D6F-FB85-AF5D-D265-EF4110EE7E1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227699" y="4692979"/>
                  <a:ext cx="2502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4ABECDD-A6FA-D3D4-D549-65B5A15474F2}"/>
                    </a:ext>
                  </a:extLst>
                </p14:cNvPr>
                <p14:cNvContentPartPr/>
                <p14:nvPr/>
              </p14:nvContentPartPr>
              <p14:xfrm>
                <a:off x="2667979" y="4523419"/>
                <a:ext cx="120960" cy="1735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4ABECDD-A6FA-D3D4-D549-65B5A15474F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657179" y="4512979"/>
                  <a:ext cx="1422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E79F8A33-F900-951A-77EA-A065D148E621}"/>
                    </a:ext>
                  </a:extLst>
                </p14:cNvPr>
                <p14:cNvContentPartPr/>
                <p14:nvPr/>
              </p14:nvContentPartPr>
              <p14:xfrm>
                <a:off x="2840059" y="4508299"/>
                <a:ext cx="54000" cy="954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E79F8A33-F900-951A-77EA-A065D148E62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829619" y="4497859"/>
                  <a:ext cx="752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4F40D0A-D97C-B2C0-7CE1-768021278948}"/>
                    </a:ext>
                  </a:extLst>
                </p14:cNvPr>
                <p14:cNvContentPartPr/>
                <p14:nvPr/>
              </p14:nvContentPartPr>
              <p14:xfrm>
                <a:off x="2907019" y="4275379"/>
                <a:ext cx="104400" cy="3387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4F40D0A-D97C-B2C0-7CE1-76802127894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896579" y="4264939"/>
                  <a:ext cx="12564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9A4653B-4ED7-05E0-E13A-F8202DFD714B}"/>
                    </a:ext>
                  </a:extLst>
                </p14:cNvPr>
                <p14:cNvContentPartPr/>
                <p14:nvPr/>
              </p14:nvContentPartPr>
              <p14:xfrm>
                <a:off x="3010699" y="4205899"/>
                <a:ext cx="191160" cy="3801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9A4653B-4ED7-05E0-E13A-F8202DFD714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000259" y="4195459"/>
                  <a:ext cx="21240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6C4202F-3914-FFBA-2243-16519DCC95FC}"/>
                    </a:ext>
                  </a:extLst>
                </p14:cNvPr>
                <p14:cNvContentPartPr/>
                <p14:nvPr/>
              </p14:nvContentPartPr>
              <p14:xfrm>
                <a:off x="758899" y="5745259"/>
                <a:ext cx="158400" cy="3175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6C4202F-3914-FFBA-2243-16519DCC95F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48099" y="5734459"/>
                  <a:ext cx="17964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D6DDFD7-AF78-D12B-5D10-B59E4EBDDCCE}"/>
                    </a:ext>
                  </a:extLst>
                </p14:cNvPr>
                <p14:cNvContentPartPr/>
                <p14:nvPr/>
              </p14:nvContentPartPr>
              <p14:xfrm>
                <a:off x="889939" y="5829499"/>
                <a:ext cx="96480" cy="1735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D6DDFD7-AF78-D12B-5D10-B59E4EBDDCC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79499" y="5818699"/>
                  <a:ext cx="1177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A2CEE1B-53EF-2124-EA90-1D6909E4399B}"/>
                    </a:ext>
                  </a:extLst>
                </p14:cNvPr>
                <p14:cNvContentPartPr/>
                <p14:nvPr/>
              </p14:nvContentPartPr>
              <p14:xfrm>
                <a:off x="917659" y="5815819"/>
                <a:ext cx="108360" cy="1015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A2CEE1B-53EF-2124-EA90-1D6909E4399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06859" y="5805379"/>
                  <a:ext cx="1296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8EB56BE-A992-4425-F4AA-9DC002875890}"/>
                    </a:ext>
                  </a:extLst>
                </p14:cNvPr>
                <p14:cNvContentPartPr/>
                <p14:nvPr/>
              </p14:nvContentPartPr>
              <p14:xfrm>
                <a:off x="1039699" y="5807899"/>
                <a:ext cx="102600" cy="1558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8EB56BE-A992-4425-F4AA-9DC00287589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28899" y="5797099"/>
                  <a:ext cx="1238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874A454-A9EB-D16E-FDA3-B637F086FDDF}"/>
                    </a:ext>
                  </a:extLst>
                </p14:cNvPr>
                <p14:cNvContentPartPr/>
                <p14:nvPr/>
              </p14:nvContentPartPr>
              <p14:xfrm>
                <a:off x="1103419" y="5803939"/>
                <a:ext cx="118800" cy="3175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874A454-A9EB-D16E-FDA3-B637F086FDD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92619" y="5793499"/>
                  <a:ext cx="14004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539E7BC-849E-72E5-ADC1-AAB723D9501C}"/>
                    </a:ext>
                  </a:extLst>
                </p14:cNvPr>
                <p14:cNvContentPartPr/>
                <p14:nvPr/>
              </p14:nvContentPartPr>
              <p14:xfrm>
                <a:off x="1203859" y="5632579"/>
                <a:ext cx="103680" cy="1382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539E7BC-849E-72E5-ADC1-AAB723D9501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93419" y="5621779"/>
                  <a:ext cx="1249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B2050719-A087-45F3-0E7B-A0D69551B49A}"/>
                    </a:ext>
                  </a:extLst>
                </p14:cNvPr>
                <p14:cNvContentPartPr/>
                <p14:nvPr/>
              </p14:nvContentPartPr>
              <p14:xfrm>
                <a:off x="1461979" y="5726539"/>
                <a:ext cx="13320" cy="122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B2050719-A087-45F3-0E7B-A0D69551B49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451539" y="5715739"/>
                  <a:ext cx="345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179F06B-8824-472C-8250-4399D22C2883}"/>
                    </a:ext>
                  </a:extLst>
                </p14:cNvPr>
                <p14:cNvContentPartPr/>
                <p14:nvPr/>
              </p14:nvContentPartPr>
              <p14:xfrm>
                <a:off x="1452619" y="5636899"/>
                <a:ext cx="18360" cy="187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179F06B-8824-472C-8250-4399D22C288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442179" y="5626459"/>
                  <a:ext cx="396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0096CE6-DC32-CBCA-AFB1-A2B80474465A}"/>
                    </a:ext>
                  </a:extLst>
                </p14:cNvPr>
                <p14:cNvContentPartPr/>
                <p14:nvPr/>
              </p14:nvContentPartPr>
              <p14:xfrm>
                <a:off x="1779499" y="5232619"/>
                <a:ext cx="158040" cy="4795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0096CE6-DC32-CBCA-AFB1-A2B80474465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769059" y="5221819"/>
                  <a:ext cx="17928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BF44DB5-67E6-A8A0-F666-403FEC6B78E1}"/>
                    </a:ext>
                  </a:extLst>
                </p14:cNvPr>
                <p14:cNvContentPartPr/>
                <p14:nvPr/>
              </p14:nvContentPartPr>
              <p14:xfrm>
                <a:off x="1774819" y="5407939"/>
                <a:ext cx="172440" cy="1004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BF44DB5-67E6-A8A0-F666-403FEC6B78E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764019" y="5397499"/>
                  <a:ext cx="1936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11D7D3F-515F-B2DE-C8D6-9544C19BC7C8}"/>
                    </a:ext>
                  </a:extLst>
                </p14:cNvPr>
                <p14:cNvContentPartPr/>
                <p14:nvPr/>
              </p14:nvContentPartPr>
              <p14:xfrm>
                <a:off x="1964899" y="5387419"/>
                <a:ext cx="92520" cy="1432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11D7D3F-515F-B2DE-C8D6-9544C19BC7C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954099" y="5376619"/>
                  <a:ext cx="1137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40BC297-1688-AB98-4BEC-1E66D02156B1}"/>
                    </a:ext>
                  </a:extLst>
                </p14:cNvPr>
                <p14:cNvContentPartPr/>
                <p14:nvPr/>
              </p14:nvContentPartPr>
              <p14:xfrm>
                <a:off x="1942939" y="5305339"/>
                <a:ext cx="33840" cy="172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40BC297-1688-AB98-4BEC-1E66D02156B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932499" y="5294539"/>
                  <a:ext cx="550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108F2AE-818A-6F46-BE52-B6A02A9936C1}"/>
                    </a:ext>
                  </a:extLst>
                </p14:cNvPr>
                <p14:cNvContentPartPr/>
                <p14:nvPr/>
              </p14:nvContentPartPr>
              <p14:xfrm>
                <a:off x="2031859" y="5226139"/>
                <a:ext cx="132120" cy="3060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108F2AE-818A-6F46-BE52-B6A02A9936C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021419" y="5215339"/>
                  <a:ext cx="1533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638B239-A6D5-D4D1-2909-5910EAE62CD5}"/>
                    </a:ext>
                  </a:extLst>
                </p14:cNvPr>
                <p14:cNvContentPartPr/>
                <p14:nvPr/>
              </p14:nvContentPartPr>
              <p14:xfrm>
                <a:off x="2061019" y="5307859"/>
                <a:ext cx="120600" cy="633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638B239-A6D5-D4D1-2909-5910EAE62CD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050579" y="5297419"/>
                  <a:ext cx="1418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A561912B-E5E5-97BC-EB80-A62E7D79A0F6}"/>
                    </a:ext>
                  </a:extLst>
                </p14:cNvPr>
                <p14:cNvContentPartPr/>
                <p14:nvPr/>
              </p14:nvContentPartPr>
              <p14:xfrm>
                <a:off x="2447299" y="5180059"/>
                <a:ext cx="69840" cy="1364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A561912B-E5E5-97BC-EB80-A62E7D79A0F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436859" y="5169619"/>
                  <a:ext cx="910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E3A6817A-AE0D-22B3-1AE7-5CE182C106BB}"/>
                    </a:ext>
                  </a:extLst>
                </p14:cNvPr>
                <p14:cNvContentPartPr/>
                <p14:nvPr/>
              </p14:nvContentPartPr>
              <p14:xfrm>
                <a:off x="2885419" y="4878739"/>
                <a:ext cx="57600" cy="1231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E3A6817A-AE0D-22B3-1AE7-5CE182C106B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874979" y="4867939"/>
                  <a:ext cx="788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95C79A6-89E5-F808-37F5-D1C89A02CF0C}"/>
                    </a:ext>
                  </a:extLst>
                </p14:cNvPr>
                <p14:cNvContentPartPr/>
                <p14:nvPr/>
              </p14:nvContentPartPr>
              <p14:xfrm>
                <a:off x="1143379" y="6369499"/>
                <a:ext cx="146160" cy="2563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95C79A6-89E5-F808-37F5-D1C89A02CF0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32939" y="6359059"/>
                  <a:ext cx="1674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1C54026-7DCB-42A7-7F9C-C306A15166D4}"/>
                    </a:ext>
                  </a:extLst>
                </p14:cNvPr>
                <p14:cNvContentPartPr/>
                <p14:nvPr/>
              </p14:nvContentPartPr>
              <p14:xfrm>
                <a:off x="1240219" y="6358339"/>
                <a:ext cx="127080" cy="2444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1C54026-7DCB-42A7-7F9C-C306A15166D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229419" y="6347899"/>
                  <a:ext cx="1483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D8793A5-92E0-FFE1-38F7-E5B37F08053B}"/>
                    </a:ext>
                  </a:extLst>
                </p14:cNvPr>
                <p14:cNvContentPartPr/>
                <p14:nvPr/>
              </p14:nvContentPartPr>
              <p14:xfrm>
                <a:off x="1293499" y="6400459"/>
                <a:ext cx="82800" cy="828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D8793A5-92E0-FFE1-38F7-E5B37F08053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283059" y="6390019"/>
                  <a:ext cx="104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337F8D5F-037B-29E6-7C91-DB9FEAD35386}"/>
                    </a:ext>
                  </a:extLst>
                </p14:cNvPr>
                <p14:cNvContentPartPr/>
                <p14:nvPr/>
              </p14:nvContentPartPr>
              <p14:xfrm>
                <a:off x="1410139" y="6300379"/>
                <a:ext cx="256320" cy="3546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337F8D5F-037B-29E6-7C91-DB9FEAD3538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399339" y="6289939"/>
                  <a:ext cx="27756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3579305-0889-7486-E688-726AEDD8C6D4}"/>
                    </a:ext>
                  </a:extLst>
                </p14:cNvPr>
                <p14:cNvContentPartPr/>
                <p14:nvPr/>
              </p14:nvContentPartPr>
              <p14:xfrm>
                <a:off x="1589419" y="6072139"/>
                <a:ext cx="203040" cy="2876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3579305-0889-7486-E688-726AEDD8C6D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578979" y="6061339"/>
                  <a:ext cx="2242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31F6599-4029-1222-7812-BFB03217045B}"/>
                    </a:ext>
                  </a:extLst>
                </p14:cNvPr>
                <p14:cNvContentPartPr/>
                <p14:nvPr/>
              </p14:nvContentPartPr>
              <p14:xfrm>
                <a:off x="2000539" y="6181579"/>
                <a:ext cx="12960" cy="61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31F6599-4029-1222-7812-BFB03217045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990099" y="6171139"/>
                  <a:ext cx="34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9C86540-A98F-EE9F-9254-78C6083DA788}"/>
                    </a:ext>
                  </a:extLst>
                </p14:cNvPr>
                <p14:cNvContentPartPr/>
                <p14:nvPr/>
              </p14:nvContentPartPr>
              <p14:xfrm>
                <a:off x="1952299" y="6079339"/>
                <a:ext cx="16560" cy="216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9C86540-A98F-EE9F-9254-78C6083DA788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941859" y="6068899"/>
                  <a:ext cx="37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C3AB672-12F9-4BB9-2CC1-1731426D8E42}"/>
                    </a:ext>
                  </a:extLst>
                </p14:cNvPr>
                <p14:cNvContentPartPr/>
                <p14:nvPr/>
              </p14:nvContentPartPr>
              <p14:xfrm>
                <a:off x="2234539" y="5832379"/>
                <a:ext cx="181440" cy="4266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C3AB672-12F9-4BB9-2CC1-1731426D8E42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224099" y="5821939"/>
                  <a:ext cx="20268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E4FE562-922C-6980-CA94-F78062A0B4B6}"/>
                    </a:ext>
                  </a:extLst>
                </p14:cNvPr>
                <p14:cNvContentPartPr/>
                <p14:nvPr/>
              </p14:nvContentPartPr>
              <p14:xfrm>
                <a:off x="2401219" y="5496499"/>
                <a:ext cx="425520" cy="4147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E4FE562-922C-6980-CA94-F78062A0B4B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390779" y="5486059"/>
                  <a:ext cx="44676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E3A36C6-998A-3B26-4F44-4312B11CAFF3}"/>
                    </a:ext>
                  </a:extLst>
                </p14:cNvPr>
                <p14:cNvContentPartPr/>
                <p14:nvPr/>
              </p14:nvContentPartPr>
              <p14:xfrm>
                <a:off x="2826019" y="5519899"/>
                <a:ext cx="116640" cy="2059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E3A36C6-998A-3B26-4F44-4312B11CAFF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815579" y="5509459"/>
                  <a:ext cx="1378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913CE53-624A-3B6B-16C1-34EC65E96F4B}"/>
                    </a:ext>
                  </a:extLst>
                </p14:cNvPr>
                <p14:cNvContentPartPr/>
                <p14:nvPr/>
              </p14:nvContentPartPr>
              <p14:xfrm>
                <a:off x="2929699" y="5356459"/>
                <a:ext cx="125280" cy="3182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913CE53-624A-3B6B-16C1-34EC65E96F4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918899" y="5346019"/>
                  <a:ext cx="14652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11117218-57E8-7E12-3EDB-1BD5BA8A6764}"/>
                    </a:ext>
                  </a:extLst>
                </p14:cNvPr>
                <p14:cNvContentPartPr/>
                <p14:nvPr/>
              </p14:nvContentPartPr>
              <p14:xfrm>
                <a:off x="2932579" y="5395699"/>
                <a:ext cx="129600" cy="975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11117218-57E8-7E12-3EDB-1BD5BA8A676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921779" y="5384899"/>
                  <a:ext cx="1508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9F2AFBE-DA69-AF5F-3EBD-1FDD4A10296B}"/>
                    </a:ext>
                  </a:extLst>
                </p14:cNvPr>
                <p14:cNvContentPartPr/>
                <p14:nvPr/>
              </p14:nvContentPartPr>
              <p14:xfrm>
                <a:off x="3316699" y="5336299"/>
                <a:ext cx="42840" cy="1562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9F2AFBE-DA69-AF5F-3EBD-1FDD4A10296B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305899" y="5325499"/>
                  <a:ext cx="640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D8E8F65-B9E2-2CBF-C79D-707AD8559E89}"/>
                    </a:ext>
                  </a:extLst>
                </p14:cNvPr>
                <p14:cNvContentPartPr/>
                <p14:nvPr/>
              </p14:nvContentPartPr>
              <p14:xfrm>
                <a:off x="3281779" y="5360779"/>
                <a:ext cx="17640" cy="1177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D8E8F65-B9E2-2CBF-C79D-707AD8559E89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270979" y="5350339"/>
                  <a:ext cx="38880" cy="13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F95307C2-9F52-6EC0-A06F-BE3C84E55EB1}"/>
                  </a:ext>
                </a:extLst>
              </p14:cNvPr>
              <p14:cNvContentPartPr/>
              <p14:nvPr/>
            </p14:nvContentPartPr>
            <p14:xfrm>
              <a:off x="3639619" y="5095459"/>
              <a:ext cx="109800" cy="15588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F95307C2-9F52-6EC0-A06F-BE3C84E55EB1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3628819" y="5084659"/>
                <a:ext cx="13104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4C69153B-6E6F-564D-5942-9AC183013D4F}"/>
                  </a:ext>
                </a:extLst>
              </p14:cNvPr>
              <p14:cNvContentPartPr/>
              <p14:nvPr/>
            </p14:nvContentPartPr>
            <p14:xfrm>
              <a:off x="5403259" y="4190059"/>
              <a:ext cx="2050200" cy="14256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4C69153B-6E6F-564D-5942-9AC183013D4F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5392819" y="4179259"/>
                <a:ext cx="2071440" cy="16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3" name="Group 242">
            <a:extLst>
              <a:ext uri="{FF2B5EF4-FFF2-40B4-BE49-F238E27FC236}">
                <a16:creationId xmlns:a16="http://schemas.microsoft.com/office/drawing/2014/main" id="{E68820B8-390C-1D3B-FE0C-E5740C44575B}"/>
              </a:ext>
            </a:extLst>
          </p:cNvPr>
          <p:cNvGrpSpPr/>
          <p:nvPr/>
        </p:nvGrpSpPr>
        <p:grpSpPr>
          <a:xfrm>
            <a:off x="7077979" y="3385459"/>
            <a:ext cx="332280" cy="221040"/>
            <a:chOff x="7077979" y="3385459"/>
            <a:chExt cx="332280" cy="22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CD58C1F-9448-C50D-AB1C-697933A03AB8}"/>
                    </a:ext>
                  </a:extLst>
                </p14:cNvPr>
                <p14:cNvContentPartPr/>
                <p14:nvPr/>
              </p14:nvContentPartPr>
              <p14:xfrm>
                <a:off x="7077979" y="3385459"/>
                <a:ext cx="204840" cy="2210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CD58C1F-9448-C50D-AB1C-697933A03AB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067179" y="3375019"/>
                  <a:ext cx="2260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D2E2305-42B6-80D6-932B-7A0EA24B1C0B}"/>
                    </a:ext>
                  </a:extLst>
                </p14:cNvPr>
                <p14:cNvContentPartPr/>
                <p14:nvPr/>
              </p14:nvContentPartPr>
              <p14:xfrm>
                <a:off x="7307659" y="3386899"/>
                <a:ext cx="102600" cy="1350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D2E2305-42B6-80D6-932B-7A0EA24B1C0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296859" y="3376099"/>
                  <a:ext cx="12384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5A875A9C-EB8C-785F-FE94-83604883FFCE}"/>
              </a:ext>
            </a:extLst>
          </p:cNvPr>
          <p:cNvGrpSpPr/>
          <p:nvPr/>
        </p:nvGrpSpPr>
        <p:grpSpPr>
          <a:xfrm>
            <a:off x="7930459" y="3448819"/>
            <a:ext cx="2579400" cy="646920"/>
            <a:chOff x="7930459" y="3448819"/>
            <a:chExt cx="2579400" cy="64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9CAB8BC9-313D-EC41-EC76-45A7D1766E91}"/>
                    </a:ext>
                  </a:extLst>
                </p14:cNvPr>
                <p14:cNvContentPartPr/>
                <p14:nvPr/>
              </p14:nvContentPartPr>
              <p14:xfrm>
                <a:off x="7930459" y="3573379"/>
                <a:ext cx="110520" cy="4629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9CAB8BC9-313D-EC41-EC76-45A7D1766E91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920019" y="3562939"/>
                  <a:ext cx="13176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ED0E73F-4388-87DD-0830-4A400739DFC8}"/>
                    </a:ext>
                  </a:extLst>
                </p14:cNvPr>
                <p14:cNvContentPartPr/>
                <p14:nvPr/>
              </p14:nvContentPartPr>
              <p14:xfrm>
                <a:off x="8109019" y="3655099"/>
                <a:ext cx="166320" cy="3391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7ED0E73F-4388-87DD-0830-4A400739DFC8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098219" y="3644659"/>
                  <a:ext cx="18756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37466889-A2DC-6CFE-CF1B-CEEE653243EE}"/>
                    </a:ext>
                  </a:extLst>
                </p14:cNvPr>
                <p14:cNvContentPartPr/>
                <p14:nvPr/>
              </p14:nvContentPartPr>
              <p14:xfrm>
                <a:off x="8109379" y="3680299"/>
                <a:ext cx="171000" cy="2602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37466889-A2DC-6CFE-CF1B-CEEE653243E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098579" y="3669499"/>
                  <a:ext cx="1922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DC08132-F6F4-4311-7122-5DCA503B9202}"/>
                    </a:ext>
                  </a:extLst>
                </p14:cNvPr>
                <p14:cNvContentPartPr/>
                <p14:nvPr/>
              </p14:nvContentPartPr>
              <p14:xfrm>
                <a:off x="8308099" y="3967579"/>
                <a:ext cx="130320" cy="324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DC08132-F6F4-4311-7122-5DCA503B920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297299" y="3956779"/>
                  <a:ext cx="1515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4C82B440-49D3-B5F3-2CEA-3F56358284DB}"/>
                    </a:ext>
                  </a:extLst>
                </p14:cNvPr>
                <p14:cNvContentPartPr/>
                <p14:nvPr/>
              </p14:nvContentPartPr>
              <p14:xfrm>
                <a:off x="8483059" y="3728899"/>
                <a:ext cx="18000" cy="2696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4C82B440-49D3-B5F3-2CEA-3F56358284D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472259" y="3718099"/>
                  <a:ext cx="392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E17607E6-B52B-61EF-7A84-8A21F54ADEB9}"/>
                    </a:ext>
                  </a:extLst>
                </p14:cNvPr>
                <p14:cNvContentPartPr/>
                <p14:nvPr/>
              </p14:nvContentPartPr>
              <p14:xfrm>
                <a:off x="8411419" y="3794419"/>
                <a:ext cx="171720" cy="471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E17607E6-B52B-61EF-7A84-8A21F54ADEB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400979" y="3783619"/>
                  <a:ext cx="1929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EA28C5A1-D2AE-558A-3EC3-0C8E6390C086}"/>
                    </a:ext>
                  </a:extLst>
                </p14:cNvPr>
                <p14:cNvContentPartPr/>
                <p14:nvPr/>
              </p14:nvContentPartPr>
              <p14:xfrm>
                <a:off x="8596819" y="3802339"/>
                <a:ext cx="86040" cy="1648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EA28C5A1-D2AE-558A-3EC3-0C8E6390C08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586019" y="3791539"/>
                  <a:ext cx="1072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682B66EA-2531-C0DD-9702-E2048FE08CF9}"/>
                    </a:ext>
                  </a:extLst>
                </p14:cNvPr>
                <p14:cNvContentPartPr/>
                <p14:nvPr/>
              </p14:nvContentPartPr>
              <p14:xfrm>
                <a:off x="8695459" y="3807019"/>
                <a:ext cx="203400" cy="1382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682B66EA-2531-C0DD-9702-E2048FE08CF9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684659" y="3796579"/>
                  <a:ext cx="2246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FCFCE527-CEAE-03A7-7574-7FBE918AA345}"/>
                    </a:ext>
                  </a:extLst>
                </p14:cNvPr>
                <p14:cNvContentPartPr/>
                <p14:nvPr/>
              </p14:nvContentPartPr>
              <p14:xfrm>
                <a:off x="8889499" y="3716659"/>
                <a:ext cx="6120" cy="144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FCFCE527-CEAE-03A7-7574-7FBE918AA345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878699" y="3706219"/>
                  <a:ext cx="273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10412833-E1A0-CC7E-261A-A2BE28C9F5F8}"/>
                    </a:ext>
                  </a:extLst>
                </p14:cNvPr>
                <p14:cNvContentPartPr/>
                <p14:nvPr/>
              </p14:nvContentPartPr>
              <p14:xfrm>
                <a:off x="8922259" y="3809899"/>
                <a:ext cx="126000" cy="972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10412833-E1A0-CC7E-261A-A2BE28C9F5F8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911459" y="3799099"/>
                  <a:ext cx="1472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0470D79-345C-8419-7797-3E115B6979FF}"/>
                    </a:ext>
                  </a:extLst>
                </p14:cNvPr>
                <p14:cNvContentPartPr/>
                <p14:nvPr/>
              </p14:nvContentPartPr>
              <p14:xfrm>
                <a:off x="9039619" y="3895219"/>
                <a:ext cx="86040" cy="2005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0470D79-345C-8419-7797-3E115B6979FF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028819" y="3884419"/>
                  <a:ext cx="1072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F1CA98B1-4063-C60E-1ACA-8CA2893A2874}"/>
                    </a:ext>
                  </a:extLst>
                </p14:cNvPr>
                <p14:cNvContentPartPr/>
                <p14:nvPr/>
              </p14:nvContentPartPr>
              <p14:xfrm>
                <a:off x="9277939" y="3690379"/>
                <a:ext cx="133200" cy="3934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F1CA98B1-4063-C60E-1ACA-8CA2893A2874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267499" y="3679579"/>
                  <a:ext cx="15444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411A3EC-4889-5F03-351B-0E579FEC9AC1}"/>
                    </a:ext>
                  </a:extLst>
                </p14:cNvPr>
                <p14:cNvContentPartPr/>
                <p14:nvPr/>
              </p14:nvContentPartPr>
              <p14:xfrm>
                <a:off x="9489259" y="3931579"/>
                <a:ext cx="186120" cy="208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411A3EC-4889-5F03-351B-0E579FEC9AC1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478819" y="3920779"/>
                  <a:ext cx="207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5D79E04-E8F3-0794-A8B5-604AE5D587D1}"/>
                    </a:ext>
                  </a:extLst>
                </p14:cNvPr>
                <p14:cNvContentPartPr/>
                <p14:nvPr/>
              </p14:nvContentPartPr>
              <p14:xfrm>
                <a:off x="9743779" y="3662659"/>
                <a:ext cx="34920" cy="2570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5D79E04-E8F3-0794-A8B5-604AE5D587D1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733339" y="3651859"/>
                  <a:ext cx="561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20BB4F5A-EEF6-A267-3CDE-8FF5DF455A47}"/>
                    </a:ext>
                  </a:extLst>
                </p14:cNvPr>
                <p14:cNvContentPartPr/>
                <p14:nvPr/>
              </p14:nvContentPartPr>
              <p14:xfrm>
                <a:off x="9702379" y="3738259"/>
                <a:ext cx="108360" cy="432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20BB4F5A-EEF6-A267-3CDE-8FF5DF455A47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691939" y="3727459"/>
                  <a:ext cx="1296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0526286D-C7F5-6C02-18B2-AF14F961EAC5}"/>
                    </a:ext>
                  </a:extLst>
                </p14:cNvPr>
                <p14:cNvContentPartPr/>
                <p14:nvPr/>
              </p14:nvContentPartPr>
              <p14:xfrm>
                <a:off x="9852859" y="3701899"/>
                <a:ext cx="103680" cy="1472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0526286D-C7F5-6C02-18B2-AF14F961EAC5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842059" y="3691099"/>
                  <a:ext cx="1249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AA09956A-07DD-97BE-500D-94C1E4F0AEC3}"/>
                    </a:ext>
                  </a:extLst>
                </p14:cNvPr>
                <p14:cNvContentPartPr/>
                <p14:nvPr/>
              </p14:nvContentPartPr>
              <p14:xfrm>
                <a:off x="9965899" y="3689299"/>
                <a:ext cx="227520" cy="1641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AA09956A-07DD-97BE-500D-94C1E4F0AEC3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955459" y="3678499"/>
                  <a:ext cx="2487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086AE37-C8A2-A0AA-537A-921D2D63E61B}"/>
                    </a:ext>
                  </a:extLst>
                </p14:cNvPr>
                <p14:cNvContentPartPr/>
                <p14:nvPr/>
              </p14:nvContentPartPr>
              <p14:xfrm>
                <a:off x="10164619" y="3562219"/>
                <a:ext cx="18000" cy="378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086AE37-C8A2-A0AA-537A-921D2D63E61B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154179" y="3551419"/>
                  <a:ext cx="392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1771065B-5D29-3C89-8545-5F679CAD3D0A}"/>
                    </a:ext>
                  </a:extLst>
                </p14:cNvPr>
                <p14:cNvContentPartPr/>
                <p14:nvPr/>
              </p14:nvContentPartPr>
              <p14:xfrm>
                <a:off x="10184419" y="3758059"/>
                <a:ext cx="135000" cy="907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1771065B-5D29-3C89-8545-5F679CAD3D0A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173979" y="3747259"/>
                  <a:ext cx="1562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8592FCA5-B90E-CC78-D9C8-6F13B9F69122}"/>
                    </a:ext>
                  </a:extLst>
                </p14:cNvPr>
                <p14:cNvContentPartPr/>
                <p14:nvPr/>
              </p14:nvContentPartPr>
              <p14:xfrm>
                <a:off x="10356499" y="3448819"/>
                <a:ext cx="153360" cy="5742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8592FCA5-B90E-CC78-D9C8-6F13B9F6912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346059" y="3438019"/>
                  <a:ext cx="174600" cy="59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7DD71DD4-E614-8D26-880B-060EF9276EBB}"/>
              </a:ext>
            </a:extLst>
          </p:cNvPr>
          <p:cNvGrpSpPr/>
          <p:nvPr/>
        </p:nvGrpSpPr>
        <p:grpSpPr>
          <a:xfrm>
            <a:off x="4997179" y="4758499"/>
            <a:ext cx="1850400" cy="535320"/>
            <a:chOff x="4997179" y="4758499"/>
            <a:chExt cx="1850400" cy="53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3ED39B3-2987-5373-CADC-16AD0FEB11F0}"/>
                    </a:ext>
                  </a:extLst>
                </p14:cNvPr>
                <p14:cNvContentPartPr/>
                <p14:nvPr/>
              </p14:nvContentPartPr>
              <p14:xfrm>
                <a:off x="5349259" y="4938499"/>
                <a:ext cx="104760" cy="1602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3ED39B3-2987-5373-CADC-16AD0FEB11F0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338819" y="4927699"/>
                  <a:ext cx="1260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F44F8552-42B1-B5C7-A282-2728146A8AA2}"/>
                    </a:ext>
                  </a:extLst>
                </p14:cNvPr>
                <p14:cNvContentPartPr/>
                <p14:nvPr/>
              </p14:nvContentPartPr>
              <p14:xfrm>
                <a:off x="5464459" y="4864339"/>
                <a:ext cx="165960" cy="4294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F44F8552-42B1-B5C7-A282-2728146A8AA2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454019" y="4853539"/>
                  <a:ext cx="18720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65CCF14E-2337-9CD3-A51D-69157CCC5ECF}"/>
                    </a:ext>
                  </a:extLst>
                </p14:cNvPr>
                <p14:cNvContentPartPr/>
                <p14:nvPr/>
              </p14:nvContentPartPr>
              <p14:xfrm>
                <a:off x="5663539" y="4853899"/>
                <a:ext cx="196200" cy="2430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65CCF14E-2337-9CD3-A51D-69157CCC5ECF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652739" y="4843459"/>
                  <a:ext cx="2174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60DCC7C-ED75-6B86-054F-71FB2676F4D3}"/>
                    </a:ext>
                  </a:extLst>
                </p14:cNvPr>
                <p14:cNvContentPartPr/>
                <p14:nvPr/>
              </p14:nvContentPartPr>
              <p14:xfrm>
                <a:off x="5009419" y="5067379"/>
                <a:ext cx="29160" cy="1306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60DCC7C-ED75-6B86-054F-71FB2676F4D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4998979" y="5056939"/>
                  <a:ext cx="504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72894F63-41B7-C89A-63A3-A204AA355F29}"/>
                    </a:ext>
                  </a:extLst>
                </p14:cNvPr>
                <p14:cNvContentPartPr/>
                <p14:nvPr/>
              </p14:nvContentPartPr>
              <p14:xfrm>
                <a:off x="4997179" y="4981339"/>
                <a:ext cx="18000" cy="154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72894F63-41B7-C89A-63A3-A204AA355F29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4986379" y="4970539"/>
                  <a:ext cx="392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2B43BF28-FC97-799C-9437-89C4F3D29118}"/>
                    </a:ext>
                  </a:extLst>
                </p14:cNvPr>
                <p14:cNvContentPartPr/>
                <p14:nvPr/>
              </p14:nvContentPartPr>
              <p14:xfrm>
                <a:off x="5084299" y="4795579"/>
                <a:ext cx="82080" cy="4582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2B43BF28-FC97-799C-9437-89C4F3D29118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5073859" y="4784779"/>
                  <a:ext cx="10332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3E604F5F-3BA0-38CF-97C3-1A276EB48D22}"/>
                    </a:ext>
                  </a:extLst>
                </p14:cNvPr>
                <p14:cNvContentPartPr/>
                <p14:nvPr/>
              </p14:nvContentPartPr>
              <p14:xfrm>
                <a:off x="5078179" y="4925899"/>
                <a:ext cx="201600" cy="1339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3E604F5F-3BA0-38CF-97C3-1A276EB48D22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5067739" y="4915099"/>
                  <a:ext cx="2228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73C1E03-E3D2-277C-E572-0CBC771ABF1F}"/>
                    </a:ext>
                  </a:extLst>
                </p14:cNvPr>
                <p14:cNvContentPartPr/>
                <p14:nvPr/>
              </p14:nvContentPartPr>
              <p14:xfrm>
                <a:off x="6022099" y="5047219"/>
                <a:ext cx="150120" cy="288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73C1E03-E3D2-277C-E572-0CBC771ABF1F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011299" y="5036779"/>
                  <a:ext cx="1713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C62EC1C7-5119-A290-BF0C-ECEA2FEB1302}"/>
                    </a:ext>
                  </a:extLst>
                </p14:cNvPr>
                <p14:cNvContentPartPr/>
                <p14:nvPr/>
              </p14:nvContentPartPr>
              <p14:xfrm>
                <a:off x="6053419" y="4993579"/>
                <a:ext cx="108720" cy="428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C62EC1C7-5119-A290-BF0C-ECEA2FEB1302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042619" y="4983139"/>
                  <a:ext cx="1299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D56B871B-7BBA-8CF4-0B26-1BE2D9D5CABB}"/>
                    </a:ext>
                  </a:extLst>
                </p14:cNvPr>
                <p14:cNvContentPartPr/>
                <p14:nvPr/>
              </p14:nvContentPartPr>
              <p14:xfrm>
                <a:off x="6332059" y="4807459"/>
                <a:ext cx="238320" cy="2386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D56B871B-7BBA-8CF4-0B26-1BE2D9D5CAB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321619" y="4797019"/>
                  <a:ext cx="2595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C163C47-3B34-0CAD-5D52-2861D0513F7F}"/>
                    </a:ext>
                  </a:extLst>
                </p14:cNvPr>
                <p14:cNvContentPartPr/>
                <p14:nvPr/>
              </p14:nvContentPartPr>
              <p14:xfrm>
                <a:off x="6643099" y="4807099"/>
                <a:ext cx="119160" cy="27828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C163C47-3B34-0CAD-5D52-2861D0513F7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632299" y="4796659"/>
                  <a:ext cx="1404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1C6C0570-C30C-E4C4-75D8-D069B069C585}"/>
                    </a:ext>
                  </a:extLst>
                </p14:cNvPr>
                <p14:cNvContentPartPr/>
                <p14:nvPr/>
              </p14:nvContentPartPr>
              <p14:xfrm>
                <a:off x="6673339" y="4758499"/>
                <a:ext cx="174240" cy="604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1C6C0570-C30C-E4C4-75D8-D069B069C585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662899" y="4747699"/>
                  <a:ext cx="195480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39E2F282-57BB-A267-9B30-0758B64701EA}"/>
              </a:ext>
            </a:extLst>
          </p:cNvPr>
          <p:cNvGrpSpPr/>
          <p:nvPr/>
        </p:nvGrpSpPr>
        <p:grpSpPr>
          <a:xfrm>
            <a:off x="7314499" y="4858939"/>
            <a:ext cx="370080" cy="328320"/>
            <a:chOff x="7314499" y="4858939"/>
            <a:chExt cx="370080" cy="32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27441F01-2F11-6253-4E77-2E1C13DB0944}"/>
                    </a:ext>
                  </a:extLst>
                </p14:cNvPr>
                <p14:cNvContentPartPr/>
                <p14:nvPr/>
              </p14:nvContentPartPr>
              <p14:xfrm>
                <a:off x="7314499" y="5047939"/>
                <a:ext cx="231840" cy="158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27441F01-2F11-6253-4E77-2E1C13DB0944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7303699" y="5037139"/>
                  <a:ext cx="2530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1D618F4D-A6AF-7D1A-D891-A4976CDB00D0}"/>
                    </a:ext>
                  </a:extLst>
                </p14:cNvPr>
                <p14:cNvContentPartPr/>
                <p14:nvPr/>
              </p14:nvContentPartPr>
              <p14:xfrm>
                <a:off x="7317019" y="4961539"/>
                <a:ext cx="257040" cy="201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1D618F4D-A6AF-7D1A-D891-A4976CDB00D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306219" y="4951099"/>
                  <a:ext cx="2782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11397A32-CBF7-DA0E-8D52-5E1FFC3BD8C1}"/>
                    </a:ext>
                  </a:extLst>
                </p14:cNvPr>
                <p14:cNvContentPartPr/>
                <p14:nvPr/>
              </p14:nvContentPartPr>
              <p14:xfrm>
                <a:off x="7531939" y="4858939"/>
                <a:ext cx="152640" cy="3283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11397A32-CBF7-DA0E-8D52-5E1FFC3BD8C1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7521499" y="4848499"/>
                  <a:ext cx="173880" cy="34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3356E2FF-BB0E-128C-5DE0-6AB6CB9FDB02}"/>
              </a:ext>
            </a:extLst>
          </p:cNvPr>
          <p:cNvGrpSpPr/>
          <p:nvPr/>
        </p:nvGrpSpPr>
        <p:grpSpPr>
          <a:xfrm>
            <a:off x="8008579" y="4716379"/>
            <a:ext cx="825120" cy="532440"/>
            <a:chOff x="8008579" y="4716379"/>
            <a:chExt cx="825120" cy="53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7DE7EE02-A5D8-0A8E-C92A-AEF1DDB624B3}"/>
                    </a:ext>
                  </a:extLst>
                </p14:cNvPr>
                <p14:cNvContentPartPr/>
                <p14:nvPr/>
              </p14:nvContentPartPr>
              <p14:xfrm>
                <a:off x="8008579" y="4804219"/>
                <a:ext cx="104400" cy="2847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7DE7EE02-A5D8-0A8E-C92A-AEF1DDB624B3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7997779" y="4793779"/>
                  <a:ext cx="1256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492F2B11-8505-B726-6C2B-17D528CBD74B}"/>
                    </a:ext>
                  </a:extLst>
                </p14:cNvPr>
                <p14:cNvContentPartPr/>
                <p14:nvPr/>
              </p14:nvContentPartPr>
              <p14:xfrm>
                <a:off x="8172739" y="4716379"/>
                <a:ext cx="223560" cy="3124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492F2B11-8505-B726-6C2B-17D528CBD74B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161939" y="4705579"/>
                  <a:ext cx="24480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B2D79679-2F39-3442-8828-A68FF3EFDD28}"/>
                    </a:ext>
                  </a:extLst>
                </p14:cNvPr>
                <p14:cNvContentPartPr/>
                <p14:nvPr/>
              </p14:nvContentPartPr>
              <p14:xfrm>
                <a:off x="8475499" y="4807099"/>
                <a:ext cx="358200" cy="4417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B2D79679-2F39-3442-8828-A68FF3EFDD28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8465059" y="4796659"/>
                  <a:ext cx="379440" cy="46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83F737FB-A637-2805-DE74-B75114C20C39}"/>
              </a:ext>
            </a:extLst>
          </p:cNvPr>
          <p:cNvGrpSpPr/>
          <p:nvPr/>
        </p:nvGrpSpPr>
        <p:grpSpPr>
          <a:xfrm>
            <a:off x="9270379" y="4850659"/>
            <a:ext cx="200520" cy="100440"/>
            <a:chOff x="9270379" y="4850659"/>
            <a:chExt cx="200520" cy="10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D5A345F8-E867-9BC5-4FCC-653F8E8B1532}"/>
                    </a:ext>
                  </a:extLst>
                </p14:cNvPr>
                <p14:cNvContentPartPr/>
                <p14:nvPr/>
              </p14:nvContentPartPr>
              <p14:xfrm>
                <a:off x="9270379" y="4912219"/>
                <a:ext cx="200520" cy="388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D5A345F8-E867-9BC5-4FCC-653F8E8B1532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9259939" y="4901779"/>
                  <a:ext cx="2217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37D92D37-C9EB-47D6-4C4C-B86CACB45BE0}"/>
                    </a:ext>
                  </a:extLst>
                </p14:cNvPr>
                <p14:cNvContentPartPr/>
                <p14:nvPr/>
              </p14:nvContentPartPr>
              <p14:xfrm>
                <a:off x="9283339" y="4850659"/>
                <a:ext cx="154080" cy="342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37D92D37-C9EB-47D6-4C4C-B86CACB45BE0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9272539" y="4840219"/>
                  <a:ext cx="175320" cy="5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A710E0E3-DD14-21B1-79EF-A8C90313B5C4}"/>
              </a:ext>
            </a:extLst>
          </p:cNvPr>
          <p:cNvGrpSpPr/>
          <p:nvPr/>
        </p:nvGrpSpPr>
        <p:grpSpPr>
          <a:xfrm>
            <a:off x="9756379" y="4695499"/>
            <a:ext cx="660240" cy="338760"/>
            <a:chOff x="9756379" y="4695499"/>
            <a:chExt cx="660240" cy="33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FB96A3C9-B63E-8F64-3DF6-8DA59BED50C5}"/>
                    </a:ext>
                  </a:extLst>
                </p14:cNvPr>
                <p14:cNvContentPartPr/>
                <p14:nvPr/>
              </p14:nvContentPartPr>
              <p14:xfrm>
                <a:off x="9756379" y="4710979"/>
                <a:ext cx="106560" cy="2397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FB96A3C9-B63E-8F64-3DF6-8DA59BED50C5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9745939" y="4700539"/>
                  <a:ext cx="1278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5846A030-117D-4989-4D62-FD14AC70AE93}"/>
                    </a:ext>
                  </a:extLst>
                </p14:cNvPr>
                <p14:cNvContentPartPr/>
                <p14:nvPr/>
              </p14:nvContentPartPr>
              <p14:xfrm>
                <a:off x="9808579" y="4695499"/>
                <a:ext cx="106560" cy="673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5846A030-117D-4989-4D62-FD14AC70AE93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9797779" y="4684699"/>
                  <a:ext cx="1278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DEEFDA71-54E8-01E0-F443-CF8602ADB892}"/>
                    </a:ext>
                  </a:extLst>
                </p14:cNvPr>
                <p14:cNvContentPartPr/>
                <p14:nvPr/>
              </p14:nvContentPartPr>
              <p14:xfrm>
                <a:off x="9946099" y="4718899"/>
                <a:ext cx="77400" cy="3153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DEEFDA71-54E8-01E0-F443-CF8602ADB892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935659" y="4708099"/>
                  <a:ext cx="9864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C4C04710-B97A-1DD1-182F-7DD1DA85AB33}"/>
                    </a:ext>
                  </a:extLst>
                </p14:cNvPr>
                <p14:cNvContentPartPr/>
                <p14:nvPr/>
              </p14:nvContentPartPr>
              <p14:xfrm>
                <a:off x="9958699" y="4776859"/>
                <a:ext cx="132120" cy="633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C4C04710-B97A-1DD1-182F-7DD1DA85AB33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947899" y="4766419"/>
                  <a:ext cx="1533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F8F9688D-5052-9770-8C94-09DDCACE2ACD}"/>
                    </a:ext>
                  </a:extLst>
                </p14:cNvPr>
                <p14:cNvContentPartPr/>
                <p14:nvPr/>
              </p14:nvContentPartPr>
              <p14:xfrm>
                <a:off x="10133299" y="4738339"/>
                <a:ext cx="81720" cy="14688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F8F9688D-5052-9770-8C94-09DDCACE2ACD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122499" y="4727539"/>
                  <a:ext cx="1029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D20DB002-014B-281C-F93D-137D85699C14}"/>
                    </a:ext>
                  </a:extLst>
                </p14:cNvPr>
                <p14:cNvContentPartPr/>
                <p14:nvPr/>
              </p14:nvContentPartPr>
              <p14:xfrm>
                <a:off x="10188379" y="4728259"/>
                <a:ext cx="100800" cy="1594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D20DB002-014B-281C-F93D-137D85699C14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177939" y="4717819"/>
                  <a:ext cx="1220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A135DD0F-81B9-45A6-8A01-7128BDE1D371}"/>
                    </a:ext>
                  </a:extLst>
                </p14:cNvPr>
                <p14:cNvContentPartPr/>
                <p14:nvPr/>
              </p14:nvContentPartPr>
              <p14:xfrm>
                <a:off x="10305739" y="4711339"/>
                <a:ext cx="110880" cy="1922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A135DD0F-81B9-45A6-8A01-7128BDE1D371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295299" y="4700539"/>
                  <a:ext cx="13212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E482322C-A335-BBF6-F1C3-A4BEF1D18776}"/>
              </a:ext>
            </a:extLst>
          </p:cNvPr>
          <p:cNvGrpSpPr/>
          <p:nvPr/>
        </p:nvGrpSpPr>
        <p:grpSpPr>
          <a:xfrm>
            <a:off x="5039299" y="5629339"/>
            <a:ext cx="279720" cy="415440"/>
            <a:chOff x="5039299" y="5629339"/>
            <a:chExt cx="279720" cy="41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FAA84717-99C7-776E-5F4F-B57A93CBB30F}"/>
                    </a:ext>
                  </a:extLst>
                </p14:cNvPr>
                <p14:cNvContentPartPr/>
                <p14:nvPr/>
              </p14:nvContentPartPr>
              <p14:xfrm>
                <a:off x="5039299" y="5834899"/>
                <a:ext cx="51840" cy="1461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FAA84717-99C7-776E-5F4F-B57A93CBB30F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5028499" y="5824099"/>
                  <a:ext cx="730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DCCD5C3A-CEE0-DAFF-8C5C-7310B284778D}"/>
                    </a:ext>
                  </a:extLst>
                </p14:cNvPr>
                <p14:cNvContentPartPr/>
                <p14:nvPr/>
              </p14:nvContentPartPr>
              <p14:xfrm>
                <a:off x="5045059" y="5743099"/>
                <a:ext cx="61560" cy="345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DCCD5C3A-CEE0-DAFF-8C5C-7310B284778D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5034619" y="5732299"/>
                  <a:ext cx="828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6CE8093B-9FAC-047A-E39F-76DBE1994CF4}"/>
                    </a:ext>
                  </a:extLst>
                </p14:cNvPr>
                <p14:cNvContentPartPr/>
                <p14:nvPr/>
              </p14:nvContentPartPr>
              <p14:xfrm>
                <a:off x="5154859" y="5629339"/>
                <a:ext cx="133920" cy="41544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6CE8093B-9FAC-047A-E39F-76DBE1994CF4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5144419" y="5618899"/>
                  <a:ext cx="15516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CDBE779A-9AAA-C3CE-C7C6-2F78E0E95DE5}"/>
                    </a:ext>
                  </a:extLst>
                </p14:cNvPr>
                <p14:cNvContentPartPr/>
                <p14:nvPr/>
              </p14:nvContentPartPr>
              <p14:xfrm>
                <a:off x="5181499" y="5814379"/>
                <a:ext cx="137520" cy="8892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CDBE779A-9AAA-C3CE-C7C6-2F78E0E95DE5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5171059" y="5803939"/>
                  <a:ext cx="15876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9" name="Group 338">
            <a:extLst>
              <a:ext uri="{FF2B5EF4-FFF2-40B4-BE49-F238E27FC236}">
                <a16:creationId xmlns:a16="http://schemas.microsoft.com/office/drawing/2014/main" id="{BA5CC941-7538-1F0B-31F5-89FA0AE3254F}"/>
              </a:ext>
            </a:extLst>
          </p:cNvPr>
          <p:cNvGrpSpPr/>
          <p:nvPr/>
        </p:nvGrpSpPr>
        <p:grpSpPr>
          <a:xfrm>
            <a:off x="5504419" y="5589019"/>
            <a:ext cx="556200" cy="393840"/>
            <a:chOff x="5504419" y="5589019"/>
            <a:chExt cx="556200" cy="39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89AF90DF-5F61-46B2-DDFE-9692134B1AA9}"/>
                    </a:ext>
                  </a:extLst>
                </p14:cNvPr>
                <p14:cNvContentPartPr/>
                <p14:nvPr/>
              </p14:nvContentPartPr>
              <p14:xfrm>
                <a:off x="5504419" y="5673619"/>
                <a:ext cx="204480" cy="13320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89AF90DF-5F61-46B2-DDFE-9692134B1AA9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493979" y="5663179"/>
                  <a:ext cx="2257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1F756857-1FD9-95FC-52F0-0E8801D99EE0}"/>
                    </a:ext>
                  </a:extLst>
                </p14:cNvPr>
                <p14:cNvContentPartPr/>
                <p14:nvPr/>
              </p14:nvContentPartPr>
              <p14:xfrm>
                <a:off x="5696299" y="5589019"/>
                <a:ext cx="171000" cy="39384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1F756857-1FD9-95FC-52F0-0E8801D99EE0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685859" y="5578579"/>
                  <a:ext cx="19224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4B0EF467-F26E-7921-590C-5A8B78888C92}"/>
                    </a:ext>
                  </a:extLst>
                </p14:cNvPr>
                <p14:cNvContentPartPr/>
                <p14:nvPr/>
              </p14:nvContentPartPr>
              <p14:xfrm>
                <a:off x="5862619" y="5606299"/>
                <a:ext cx="198000" cy="2124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4B0EF467-F26E-7921-590C-5A8B78888C92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5852179" y="5595499"/>
                  <a:ext cx="219240" cy="23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B6F79232-E9D6-43CE-2474-805C21AA31E7}"/>
              </a:ext>
            </a:extLst>
          </p:cNvPr>
          <p:cNvGrpSpPr/>
          <p:nvPr/>
        </p:nvGrpSpPr>
        <p:grpSpPr>
          <a:xfrm>
            <a:off x="6350059" y="5393539"/>
            <a:ext cx="630000" cy="468720"/>
            <a:chOff x="6350059" y="5393539"/>
            <a:chExt cx="630000" cy="46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9C57ADD3-4383-B47B-D8F1-E9791E7C582A}"/>
                    </a:ext>
                  </a:extLst>
                </p14:cNvPr>
                <p14:cNvContentPartPr/>
                <p14:nvPr/>
              </p14:nvContentPartPr>
              <p14:xfrm>
                <a:off x="6350059" y="5664259"/>
                <a:ext cx="108000" cy="795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9C57ADD3-4383-B47B-D8F1-E9791E7C582A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6339259" y="5653459"/>
                  <a:ext cx="1292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05B19875-398D-550E-FB5B-0B3D7F4BFC9A}"/>
                    </a:ext>
                  </a:extLst>
                </p14:cNvPr>
                <p14:cNvContentPartPr/>
                <p14:nvPr/>
              </p14:nvContentPartPr>
              <p14:xfrm>
                <a:off x="6552019" y="5523859"/>
                <a:ext cx="168120" cy="26532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05B19875-398D-550E-FB5B-0B3D7F4BFC9A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6541579" y="5513419"/>
                  <a:ext cx="1893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31701EDD-049C-5B87-BC2A-50C9707638B8}"/>
                    </a:ext>
                  </a:extLst>
                </p14:cNvPr>
                <p14:cNvContentPartPr/>
                <p14:nvPr/>
              </p14:nvContentPartPr>
              <p14:xfrm>
                <a:off x="6559939" y="5393539"/>
                <a:ext cx="135000" cy="12492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31701EDD-049C-5B87-BC2A-50C9707638B8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6549499" y="5382739"/>
                  <a:ext cx="1562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78F149E0-049F-5907-F26A-0341F71F46B3}"/>
                    </a:ext>
                  </a:extLst>
                </p14:cNvPr>
                <p14:cNvContentPartPr/>
                <p14:nvPr/>
              </p14:nvContentPartPr>
              <p14:xfrm>
                <a:off x="6803299" y="5499379"/>
                <a:ext cx="176760" cy="36288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78F149E0-049F-5907-F26A-0341F71F46B3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792859" y="5488579"/>
                  <a:ext cx="198000" cy="38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0A25F6DF-BEED-0F6F-F381-8F48AE5FA21F}"/>
              </a:ext>
            </a:extLst>
          </p:cNvPr>
          <p:cNvGrpSpPr/>
          <p:nvPr/>
        </p:nvGrpSpPr>
        <p:grpSpPr>
          <a:xfrm>
            <a:off x="7534099" y="5572099"/>
            <a:ext cx="418320" cy="351360"/>
            <a:chOff x="7534099" y="5572099"/>
            <a:chExt cx="418320" cy="35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FC760929-4DE9-957E-47DF-2F7296CDBD14}"/>
                    </a:ext>
                  </a:extLst>
                </p14:cNvPr>
                <p14:cNvContentPartPr/>
                <p14:nvPr/>
              </p14:nvContentPartPr>
              <p14:xfrm>
                <a:off x="7534099" y="5638699"/>
                <a:ext cx="268560" cy="1659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FC760929-4DE9-957E-47DF-2F7296CDBD14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7523659" y="5628259"/>
                  <a:ext cx="2898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2F83CD13-347B-67EB-8435-D4299ACB75B4}"/>
                    </a:ext>
                  </a:extLst>
                </p14:cNvPr>
                <p14:cNvContentPartPr/>
                <p14:nvPr/>
              </p14:nvContentPartPr>
              <p14:xfrm>
                <a:off x="7778179" y="5572099"/>
                <a:ext cx="174240" cy="3513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2F83CD13-347B-67EB-8435-D4299ACB75B4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7767379" y="5561299"/>
                  <a:ext cx="195480" cy="37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F0BB6368-DF1B-2B87-C8C7-B904D867184B}"/>
              </a:ext>
            </a:extLst>
          </p:cNvPr>
          <p:cNvGrpSpPr/>
          <p:nvPr/>
        </p:nvGrpSpPr>
        <p:grpSpPr>
          <a:xfrm>
            <a:off x="8395939" y="5411539"/>
            <a:ext cx="687240" cy="439200"/>
            <a:chOff x="8395939" y="5411539"/>
            <a:chExt cx="687240" cy="43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AD758691-6B51-8F62-A72C-6C9F325DE74C}"/>
                    </a:ext>
                  </a:extLst>
                </p14:cNvPr>
                <p14:cNvContentPartPr/>
                <p14:nvPr/>
              </p14:nvContentPartPr>
              <p14:xfrm>
                <a:off x="8395939" y="5486419"/>
                <a:ext cx="90720" cy="3182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AD758691-6B51-8F62-A72C-6C9F325DE74C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385499" y="5475619"/>
                  <a:ext cx="1119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430E56A3-3744-B2D3-873D-7FB6CCD27180}"/>
                    </a:ext>
                  </a:extLst>
                </p14:cNvPr>
                <p14:cNvContentPartPr/>
                <p14:nvPr/>
              </p14:nvContentPartPr>
              <p14:xfrm>
                <a:off x="8498899" y="5411539"/>
                <a:ext cx="249480" cy="3369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430E56A3-3744-B2D3-873D-7FB6CCD27180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8488099" y="5401099"/>
                  <a:ext cx="2707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8FA79EE5-20BE-EBFB-109E-4E5C301B0A9C}"/>
                    </a:ext>
                  </a:extLst>
                </p14:cNvPr>
                <p14:cNvContentPartPr/>
                <p14:nvPr/>
              </p14:nvContentPartPr>
              <p14:xfrm>
                <a:off x="8759539" y="5492539"/>
                <a:ext cx="323640" cy="35820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8FA79EE5-20BE-EBFB-109E-4E5C301B0A9C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8748739" y="5482099"/>
                  <a:ext cx="344880" cy="37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2ADDC52A-6442-19FC-75AA-13BCC290CE7D}"/>
              </a:ext>
            </a:extLst>
          </p:cNvPr>
          <p:cNvGrpSpPr/>
          <p:nvPr/>
        </p:nvGrpSpPr>
        <p:grpSpPr>
          <a:xfrm>
            <a:off x="9567019" y="5483899"/>
            <a:ext cx="127800" cy="112320"/>
            <a:chOff x="9567019" y="5483899"/>
            <a:chExt cx="127800" cy="11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E78131A-80E1-7A32-8EF3-C9034BC3587B}"/>
                    </a:ext>
                  </a:extLst>
                </p14:cNvPr>
                <p14:cNvContentPartPr/>
                <p14:nvPr/>
              </p14:nvContentPartPr>
              <p14:xfrm>
                <a:off x="9567019" y="5524939"/>
                <a:ext cx="127800" cy="712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E78131A-80E1-7A32-8EF3-C9034BC3587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556579" y="5514499"/>
                  <a:ext cx="1490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51A00DDD-220F-644D-8484-1CCF90EC839D}"/>
                    </a:ext>
                  </a:extLst>
                </p14:cNvPr>
                <p14:cNvContentPartPr/>
                <p14:nvPr/>
              </p14:nvContentPartPr>
              <p14:xfrm>
                <a:off x="9592939" y="5483899"/>
                <a:ext cx="86760" cy="4104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51A00DDD-220F-644D-8484-1CCF90EC839D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9582499" y="5473099"/>
                  <a:ext cx="10800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C0EB7D3D-E088-7F1E-0080-94FA924DFE49}"/>
              </a:ext>
            </a:extLst>
          </p:cNvPr>
          <p:cNvGrpSpPr/>
          <p:nvPr/>
        </p:nvGrpSpPr>
        <p:grpSpPr>
          <a:xfrm>
            <a:off x="10126819" y="5118499"/>
            <a:ext cx="763560" cy="448200"/>
            <a:chOff x="10126819" y="5118499"/>
            <a:chExt cx="763560" cy="44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484F2E6F-F588-8B8E-9ADC-B38D3EA36B88}"/>
                    </a:ext>
                  </a:extLst>
                </p14:cNvPr>
                <p14:cNvContentPartPr/>
                <p14:nvPr/>
              </p14:nvContentPartPr>
              <p14:xfrm>
                <a:off x="10126819" y="5210659"/>
                <a:ext cx="116640" cy="34272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484F2E6F-F588-8B8E-9ADC-B38D3EA36B88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0116019" y="5200219"/>
                  <a:ext cx="1378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0402B0E5-2AC1-A69E-89F8-8D858BDE2520}"/>
                    </a:ext>
                  </a:extLst>
                </p14:cNvPr>
                <p14:cNvContentPartPr/>
                <p14:nvPr/>
              </p14:nvContentPartPr>
              <p14:xfrm>
                <a:off x="10144099" y="5259259"/>
                <a:ext cx="133920" cy="5148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0402B0E5-2AC1-A69E-89F8-8D858BDE2520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0133659" y="5248819"/>
                  <a:ext cx="1551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05DA310A-1137-6DA8-2994-AAAE965C23D5}"/>
                    </a:ext>
                  </a:extLst>
                </p14:cNvPr>
                <p14:cNvContentPartPr/>
                <p14:nvPr/>
              </p14:nvContentPartPr>
              <p14:xfrm>
                <a:off x="10299979" y="5247739"/>
                <a:ext cx="154440" cy="3189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05DA310A-1137-6DA8-2994-AAAE965C23D5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0289179" y="5236939"/>
                  <a:ext cx="17568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2C3A873E-E0D6-FD17-643F-2B647A1C3433}"/>
                    </a:ext>
                  </a:extLst>
                </p14:cNvPr>
                <p14:cNvContentPartPr/>
                <p14:nvPr/>
              </p14:nvContentPartPr>
              <p14:xfrm>
                <a:off x="10378099" y="5345659"/>
                <a:ext cx="132120" cy="7812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2C3A873E-E0D6-FD17-643F-2B647A1C3433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0367299" y="5334859"/>
                  <a:ext cx="1533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D741AD65-C4FF-110D-985A-F00330F353EA}"/>
                    </a:ext>
                  </a:extLst>
                </p14:cNvPr>
                <p14:cNvContentPartPr/>
                <p14:nvPr/>
              </p14:nvContentPartPr>
              <p14:xfrm>
                <a:off x="10552699" y="5230459"/>
                <a:ext cx="108720" cy="13896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D741AD65-C4FF-110D-985A-F00330F353EA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0542259" y="5219659"/>
                  <a:ext cx="1299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8357DE5F-DD21-79FD-9518-BC52872081AC}"/>
                    </a:ext>
                  </a:extLst>
                </p14:cNvPr>
                <p14:cNvContentPartPr/>
                <p14:nvPr/>
              </p14:nvContentPartPr>
              <p14:xfrm>
                <a:off x="10658899" y="5169979"/>
                <a:ext cx="77400" cy="20016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8357DE5F-DD21-79FD-9518-BC52872081AC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0648459" y="5159179"/>
                  <a:ext cx="986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900506E3-D783-2F58-6D0B-EF3BA270E5C9}"/>
                    </a:ext>
                  </a:extLst>
                </p14:cNvPr>
                <p14:cNvContentPartPr/>
                <p14:nvPr/>
              </p14:nvContentPartPr>
              <p14:xfrm>
                <a:off x="10801099" y="5118499"/>
                <a:ext cx="89280" cy="1357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900506E3-D783-2F58-6D0B-EF3BA270E5C9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0790299" y="5108059"/>
                  <a:ext cx="110520" cy="156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DC4BAD9-9D6F-AC39-9DCD-45610E030B26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Time Series</a:t>
            </a:r>
          </a:p>
        </p:txBody>
      </p:sp>
    </p:spTree>
    <p:extLst>
      <p:ext uri="{BB962C8B-B14F-4D97-AF65-F5344CB8AC3E}">
        <p14:creationId xmlns:p14="http://schemas.microsoft.com/office/powerpoint/2010/main" val="31951412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D19FE21-D6B4-BE75-D872-34549443EA0C}"/>
                  </a:ext>
                </a:extLst>
              </p14:cNvPr>
              <p14:cNvContentPartPr/>
              <p14:nvPr/>
            </p14:nvContentPartPr>
            <p14:xfrm>
              <a:off x="1869139" y="1752859"/>
              <a:ext cx="8077320" cy="792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D19FE21-D6B4-BE75-D872-34549443EA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8339" y="1742419"/>
                <a:ext cx="8098560" cy="81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1A666587-0A9C-62CD-9023-18FF49A48D45}"/>
              </a:ext>
            </a:extLst>
          </p:cNvPr>
          <p:cNvGrpSpPr/>
          <p:nvPr/>
        </p:nvGrpSpPr>
        <p:grpSpPr>
          <a:xfrm>
            <a:off x="1923139" y="3412099"/>
            <a:ext cx="1787760" cy="531720"/>
            <a:chOff x="1923139" y="3412099"/>
            <a:chExt cx="1787760" cy="53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DBD5CB0-1053-AADD-3AE3-94FC1E368313}"/>
                    </a:ext>
                  </a:extLst>
                </p14:cNvPr>
                <p14:cNvContentPartPr/>
                <p14:nvPr/>
              </p14:nvContentPartPr>
              <p14:xfrm>
                <a:off x="1923139" y="3575179"/>
                <a:ext cx="195120" cy="349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DBD5CB0-1053-AADD-3AE3-94FC1E36831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12339" y="3564379"/>
                  <a:ext cx="21636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A667126-2FBC-1279-6382-A9B20B3E1733}"/>
                    </a:ext>
                  </a:extLst>
                </p14:cNvPr>
                <p14:cNvContentPartPr/>
                <p14:nvPr/>
              </p14:nvContentPartPr>
              <p14:xfrm>
                <a:off x="2136259" y="3669859"/>
                <a:ext cx="270000" cy="273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A667126-2FBC-1279-6382-A9B20B3E173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25819" y="3659419"/>
                  <a:ext cx="2912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937B6EF-6409-A542-21BC-3AD3EC82E92E}"/>
                    </a:ext>
                  </a:extLst>
                </p14:cNvPr>
                <p14:cNvContentPartPr/>
                <p14:nvPr/>
              </p14:nvContentPartPr>
              <p14:xfrm>
                <a:off x="2332459" y="3653299"/>
                <a:ext cx="276120" cy="216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937B6EF-6409-A542-21BC-3AD3EC82E92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21659" y="3642499"/>
                  <a:ext cx="2973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DA42EC3-4610-5466-4C2B-9BE589680B94}"/>
                    </a:ext>
                  </a:extLst>
                </p14:cNvPr>
                <p14:cNvContentPartPr/>
                <p14:nvPr/>
              </p14:nvContentPartPr>
              <p14:xfrm>
                <a:off x="2800099" y="3650779"/>
                <a:ext cx="362520" cy="187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DA42EC3-4610-5466-4C2B-9BE589680B9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89659" y="3639979"/>
                  <a:ext cx="3837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826A4CE-6A0D-4F2D-2A5A-A29AE9973D82}"/>
                    </a:ext>
                  </a:extLst>
                </p14:cNvPr>
                <p14:cNvContentPartPr/>
                <p14:nvPr/>
              </p14:nvContentPartPr>
              <p14:xfrm>
                <a:off x="3242539" y="3412099"/>
                <a:ext cx="155520" cy="416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826A4CE-6A0D-4F2D-2A5A-A29AE9973D8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31739" y="3401659"/>
                  <a:ext cx="17676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449741E-A7E9-25EA-74A7-FBF3B378C84A}"/>
                    </a:ext>
                  </a:extLst>
                </p14:cNvPr>
                <p14:cNvContentPartPr/>
                <p14:nvPr/>
              </p14:nvContentPartPr>
              <p14:xfrm>
                <a:off x="3390859" y="3438379"/>
                <a:ext cx="320040" cy="392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449741E-A7E9-25EA-74A7-FBF3B378C84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80419" y="3427579"/>
                  <a:ext cx="341280" cy="41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DC57E05-A46C-9410-E94C-7A142092823D}"/>
                  </a:ext>
                </a:extLst>
              </p14:cNvPr>
              <p14:cNvContentPartPr/>
              <p14:nvPr/>
            </p14:nvContentPartPr>
            <p14:xfrm>
              <a:off x="4034899" y="3768859"/>
              <a:ext cx="363960" cy="209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DC57E05-A46C-9410-E94C-7A142092823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24459" y="3758059"/>
                <a:ext cx="385200" cy="23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A4AC4504-890A-A5ED-84C1-54BF14C5CDB0}"/>
              </a:ext>
            </a:extLst>
          </p:cNvPr>
          <p:cNvGrpSpPr/>
          <p:nvPr/>
        </p:nvGrpSpPr>
        <p:grpSpPr>
          <a:xfrm>
            <a:off x="4884139" y="3595699"/>
            <a:ext cx="981000" cy="520920"/>
            <a:chOff x="4884139" y="3595699"/>
            <a:chExt cx="981000" cy="52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71DA1D8-431E-F57C-6654-A0FEF1F4B2F5}"/>
                    </a:ext>
                  </a:extLst>
                </p14:cNvPr>
                <p14:cNvContentPartPr/>
                <p14:nvPr/>
              </p14:nvContentPartPr>
              <p14:xfrm>
                <a:off x="4884139" y="3741139"/>
                <a:ext cx="109440" cy="168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71DA1D8-431E-F57C-6654-A0FEF1F4B2F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73699" y="3730339"/>
                  <a:ext cx="1306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7171F11-47C4-84E7-D2AB-BA9C23FD80E0}"/>
                    </a:ext>
                  </a:extLst>
                </p14:cNvPr>
                <p14:cNvContentPartPr/>
                <p14:nvPr/>
              </p14:nvContentPartPr>
              <p14:xfrm>
                <a:off x="4928419" y="3695419"/>
                <a:ext cx="372600" cy="258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7171F11-47C4-84E7-D2AB-BA9C23FD80E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17619" y="3684979"/>
                  <a:ext cx="3938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7DB3676-12BF-A06C-18F6-8CC4E7725685}"/>
                    </a:ext>
                  </a:extLst>
                </p14:cNvPr>
                <p14:cNvContentPartPr/>
                <p14:nvPr/>
              </p14:nvContentPartPr>
              <p14:xfrm>
                <a:off x="5333059" y="3671659"/>
                <a:ext cx="121320" cy="189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7DB3676-12BF-A06C-18F6-8CC4E772568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22259" y="3661219"/>
                  <a:ext cx="1425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A6B916D-42C9-8E7B-3662-CA458D27F5D0}"/>
                    </a:ext>
                  </a:extLst>
                </p14:cNvPr>
                <p14:cNvContentPartPr/>
                <p14:nvPr/>
              </p14:nvContentPartPr>
              <p14:xfrm>
                <a:off x="5515939" y="3689299"/>
                <a:ext cx="30240" cy="138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A6B916D-42C9-8E7B-3662-CA458D27F5D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505139" y="3678859"/>
                  <a:ext cx="514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2C78EFA-F442-A3D7-5B11-7660DEFAEAAD}"/>
                    </a:ext>
                  </a:extLst>
                </p14:cNvPr>
                <p14:cNvContentPartPr/>
                <p14:nvPr/>
              </p14:nvContentPartPr>
              <p14:xfrm>
                <a:off x="5488939" y="3595699"/>
                <a:ext cx="43560" cy="54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2C78EFA-F442-A3D7-5B11-7660DEFAEAA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478139" y="3584899"/>
                  <a:ext cx="648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FBC0C7D-BD2F-D86A-A236-7BE256EBB5F1}"/>
                    </a:ext>
                  </a:extLst>
                </p14:cNvPr>
                <p14:cNvContentPartPr/>
                <p14:nvPr/>
              </p14:nvContentPartPr>
              <p14:xfrm>
                <a:off x="5592619" y="3669139"/>
                <a:ext cx="272520" cy="447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FBC0C7D-BD2F-D86A-A236-7BE256EBB5F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582179" y="3658339"/>
                  <a:ext cx="293760" cy="46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52B2A45-50E7-3D12-04CD-788ABDF5E358}"/>
              </a:ext>
            </a:extLst>
          </p:cNvPr>
          <p:cNvGrpSpPr/>
          <p:nvPr/>
        </p:nvGrpSpPr>
        <p:grpSpPr>
          <a:xfrm>
            <a:off x="6353299" y="3558259"/>
            <a:ext cx="1354320" cy="589680"/>
            <a:chOff x="6353299" y="3558259"/>
            <a:chExt cx="1354320" cy="58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1796236-D9FA-054A-B63A-CB35AE705660}"/>
                    </a:ext>
                  </a:extLst>
                </p14:cNvPr>
                <p14:cNvContentPartPr/>
                <p14:nvPr/>
              </p14:nvContentPartPr>
              <p14:xfrm>
                <a:off x="6353299" y="3637099"/>
                <a:ext cx="290160" cy="162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1796236-D9FA-054A-B63A-CB35AE70566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42859" y="3626299"/>
                  <a:ext cx="3114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0A379E0-36E0-DF0F-5834-E8F51517709C}"/>
                    </a:ext>
                  </a:extLst>
                </p14:cNvPr>
                <p14:cNvContentPartPr/>
                <p14:nvPr/>
              </p14:nvContentPartPr>
              <p14:xfrm>
                <a:off x="6651379" y="3558259"/>
                <a:ext cx="333720" cy="236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0A379E0-36E0-DF0F-5834-E8F51517709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40939" y="3547819"/>
                  <a:ext cx="3549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5A93823-C608-0F8F-E247-B87B837CA9AA}"/>
                    </a:ext>
                  </a:extLst>
                </p14:cNvPr>
                <p14:cNvContentPartPr/>
                <p14:nvPr/>
              </p14:nvContentPartPr>
              <p14:xfrm>
                <a:off x="7013899" y="3561139"/>
                <a:ext cx="386280" cy="586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5A93823-C608-0F8F-E247-B87B837CA9A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003099" y="3550339"/>
                  <a:ext cx="40752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D1FE706-B1D5-AF58-86CB-6A67817C31A9}"/>
                    </a:ext>
                  </a:extLst>
                </p14:cNvPr>
                <p14:cNvContentPartPr/>
                <p14:nvPr/>
              </p14:nvContentPartPr>
              <p14:xfrm>
                <a:off x="7411339" y="3564739"/>
                <a:ext cx="296280" cy="279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D1FE706-B1D5-AF58-86CB-6A67817C31A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00899" y="3554299"/>
                  <a:ext cx="317520" cy="30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E377CD8-3704-5CDB-9CAD-F9206123EBEC}"/>
              </a:ext>
            </a:extLst>
          </p:cNvPr>
          <p:cNvGrpSpPr/>
          <p:nvPr/>
        </p:nvGrpSpPr>
        <p:grpSpPr>
          <a:xfrm>
            <a:off x="1438939" y="3589579"/>
            <a:ext cx="311760" cy="401400"/>
            <a:chOff x="1438939" y="3589579"/>
            <a:chExt cx="311760" cy="40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3B2D08F-71C5-C111-96C3-1F6D1256C7CC}"/>
                    </a:ext>
                  </a:extLst>
                </p14:cNvPr>
                <p14:cNvContentPartPr/>
                <p14:nvPr/>
              </p14:nvContentPartPr>
              <p14:xfrm>
                <a:off x="1539739" y="3643219"/>
                <a:ext cx="360" cy="308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3B2D08F-71C5-C111-96C3-1F6D1256C7C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29299" y="3632779"/>
                  <a:ext cx="2160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67B7916-4CD1-D558-B572-CE3F28B886AC}"/>
                    </a:ext>
                  </a:extLst>
                </p14:cNvPr>
                <p14:cNvContentPartPr/>
                <p14:nvPr/>
              </p14:nvContentPartPr>
              <p14:xfrm>
                <a:off x="1554139" y="3965059"/>
                <a:ext cx="23040" cy="25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67B7916-4CD1-D558-B572-CE3F28B886A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43339" y="3954259"/>
                  <a:ext cx="442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D47AC47-9FA9-86ED-8FD4-E581644B8F27}"/>
                    </a:ext>
                  </a:extLst>
                </p14:cNvPr>
                <p14:cNvContentPartPr/>
                <p14:nvPr/>
              </p14:nvContentPartPr>
              <p14:xfrm>
                <a:off x="1539739" y="3593899"/>
                <a:ext cx="360" cy="150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D47AC47-9FA9-86ED-8FD4-E581644B8F2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29299" y="3583099"/>
                  <a:ext cx="216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841BBAD-333D-05AE-16D8-9EF534CE6E21}"/>
                    </a:ext>
                  </a:extLst>
                </p14:cNvPr>
                <p14:cNvContentPartPr/>
                <p14:nvPr/>
              </p14:nvContentPartPr>
              <p14:xfrm>
                <a:off x="1438939" y="3589579"/>
                <a:ext cx="131040" cy="315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841BBAD-333D-05AE-16D8-9EF534CE6E2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428499" y="3579139"/>
                  <a:ext cx="15228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DCCFEE8-5B0A-C130-943C-37EB5AEDFA80}"/>
                    </a:ext>
                  </a:extLst>
                </p14:cNvPr>
                <p14:cNvContentPartPr/>
                <p14:nvPr/>
              </p14:nvContentPartPr>
              <p14:xfrm>
                <a:off x="1708219" y="3872179"/>
                <a:ext cx="42480" cy="79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DCCFEE8-5B0A-C130-943C-37EB5AEDFA8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97419" y="3861739"/>
                  <a:ext cx="63720" cy="10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1C8019E-2FEC-2259-5B1B-405C13D8463E}"/>
                  </a:ext>
                </a:extLst>
              </p14:cNvPr>
              <p14:cNvContentPartPr/>
              <p14:nvPr/>
            </p14:nvContentPartPr>
            <p14:xfrm>
              <a:off x="1827739" y="2428939"/>
              <a:ext cx="12240" cy="1548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1C8019E-2FEC-2259-5B1B-405C13D8463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816939" y="2418139"/>
                <a:ext cx="3348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949D959-1927-03C6-FFF8-E36AC99C7C56}"/>
                  </a:ext>
                </a:extLst>
              </p14:cNvPr>
              <p14:cNvContentPartPr/>
              <p14:nvPr/>
            </p14:nvContentPartPr>
            <p14:xfrm>
              <a:off x="2152819" y="2013859"/>
              <a:ext cx="19440" cy="1872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949D959-1927-03C6-FFF8-E36AC99C7C5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142019" y="2003059"/>
                <a:ext cx="4068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AF192FB-C719-FE88-C5A6-BF7D5ADFE340}"/>
                  </a:ext>
                </a:extLst>
              </p14:cNvPr>
              <p14:cNvContentPartPr/>
              <p14:nvPr/>
            </p14:nvContentPartPr>
            <p14:xfrm>
              <a:off x="2767339" y="2281699"/>
              <a:ext cx="20880" cy="1692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AF192FB-C719-FE88-C5A6-BF7D5ADFE34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756539" y="2270899"/>
                <a:ext cx="421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9E80F3C9-BBCE-444A-C8A9-6886A386102E}"/>
                  </a:ext>
                </a:extLst>
              </p14:cNvPr>
              <p14:cNvContentPartPr/>
              <p14:nvPr/>
            </p14:nvContentPartPr>
            <p14:xfrm>
              <a:off x="3391219" y="1920259"/>
              <a:ext cx="20160" cy="1274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9E80F3C9-BBCE-444A-C8A9-6886A386102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380419" y="1909819"/>
                <a:ext cx="414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DA7772B-8DFF-8198-AF34-7635AB413C87}"/>
                  </a:ext>
                </a:extLst>
              </p14:cNvPr>
              <p14:cNvContentPartPr/>
              <p14:nvPr/>
            </p14:nvContentPartPr>
            <p14:xfrm>
              <a:off x="3992059" y="2372779"/>
              <a:ext cx="34920" cy="1904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DA7772B-8DFF-8198-AF34-7635AB413C8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981259" y="2362339"/>
                <a:ext cx="5616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80C1273E-B343-CC68-0B3A-129101FF6122}"/>
                  </a:ext>
                </a:extLst>
              </p14:cNvPr>
              <p14:cNvContentPartPr/>
              <p14:nvPr/>
            </p14:nvContentPartPr>
            <p14:xfrm>
              <a:off x="5047219" y="1843579"/>
              <a:ext cx="16560" cy="1360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80C1273E-B343-CC68-0B3A-129101FF612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036779" y="1832779"/>
                <a:ext cx="3780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150C5377-4BE7-C16E-ECD9-FE474CA322BB}"/>
                  </a:ext>
                </a:extLst>
              </p14:cNvPr>
              <p14:cNvContentPartPr/>
              <p14:nvPr/>
            </p14:nvContentPartPr>
            <p14:xfrm>
              <a:off x="5808619" y="2200699"/>
              <a:ext cx="46080" cy="2160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150C5377-4BE7-C16E-ECD9-FE474CA322B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798179" y="2190259"/>
                <a:ext cx="6732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9EA5622-BB4B-2CB0-9A67-E0A501BEFD05}"/>
                  </a:ext>
                </a:extLst>
              </p14:cNvPr>
              <p14:cNvContentPartPr/>
              <p14:nvPr/>
            </p14:nvContentPartPr>
            <p14:xfrm>
              <a:off x="6790699" y="1670419"/>
              <a:ext cx="14400" cy="1846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9EA5622-BB4B-2CB0-9A67-E0A501BEFD0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779899" y="1659979"/>
                <a:ext cx="3564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F5BBC7C-9BA9-568E-F339-C7EA42E178C7}"/>
                  </a:ext>
                </a:extLst>
              </p14:cNvPr>
              <p14:cNvContentPartPr/>
              <p14:nvPr/>
            </p14:nvContentPartPr>
            <p14:xfrm>
              <a:off x="7753339" y="2336059"/>
              <a:ext cx="36720" cy="1908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F5BBC7C-9BA9-568E-F339-C7EA42E178C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742899" y="2325259"/>
                <a:ext cx="5796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7849FF4F-BEC4-6579-6CFB-B7AC29891E23}"/>
                  </a:ext>
                </a:extLst>
              </p14:cNvPr>
              <p14:cNvContentPartPr/>
              <p14:nvPr/>
            </p14:nvContentPartPr>
            <p14:xfrm>
              <a:off x="8976259" y="1755739"/>
              <a:ext cx="24120" cy="1562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7849FF4F-BEC4-6579-6CFB-B7AC29891E2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965459" y="1744939"/>
                <a:ext cx="4536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7280FB0-2A20-2DAD-0397-7CC943056F61}"/>
                  </a:ext>
                </a:extLst>
              </p14:cNvPr>
              <p14:cNvContentPartPr/>
              <p14:nvPr/>
            </p14:nvContentPartPr>
            <p14:xfrm>
              <a:off x="1737739" y="2792539"/>
              <a:ext cx="78840" cy="1303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7280FB0-2A20-2DAD-0397-7CC943056F6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727299" y="2782099"/>
                <a:ext cx="10008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6FB0FBD0-2558-E34F-8FA1-ECF22DC9FA1B}"/>
                  </a:ext>
                </a:extLst>
              </p14:cNvPr>
              <p14:cNvContentPartPr/>
              <p14:nvPr/>
            </p14:nvContentPartPr>
            <p14:xfrm>
              <a:off x="2198539" y="2788939"/>
              <a:ext cx="156600" cy="1720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6FB0FBD0-2558-E34F-8FA1-ECF22DC9FA1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187739" y="2778499"/>
                <a:ext cx="17784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F8C72E9-85AB-7777-0B3D-99B9DAD61973}"/>
                  </a:ext>
                </a:extLst>
              </p14:cNvPr>
              <p14:cNvContentPartPr/>
              <p14:nvPr/>
            </p14:nvContentPartPr>
            <p14:xfrm>
              <a:off x="2775259" y="2756179"/>
              <a:ext cx="113040" cy="1915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F8C72E9-85AB-7777-0B3D-99B9DAD6197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764459" y="2745379"/>
                <a:ext cx="13428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C700893-C5DE-0244-E89E-7A4F17DC0EAE}"/>
                  </a:ext>
                </a:extLst>
              </p14:cNvPr>
              <p14:cNvContentPartPr/>
              <p14:nvPr/>
            </p14:nvContentPartPr>
            <p14:xfrm>
              <a:off x="3335779" y="2704699"/>
              <a:ext cx="105480" cy="1627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C700893-C5DE-0244-E89E-7A4F17DC0EA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325339" y="2693899"/>
                <a:ext cx="126720" cy="18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783AAE1C-829F-7509-6470-585B00497344}"/>
              </a:ext>
            </a:extLst>
          </p:cNvPr>
          <p:cNvGrpSpPr/>
          <p:nvPr/>
        </p:nvGrpSpPr>
        <p:grpSpPr>
          <a:xfrm>
            <a:off x="3955699" y="2749699"/>
            <a:ext cx="129960" cy="196560"/>
            <a:chOff x="3955699" y="2749699"/>
            <a:chExt cx="129960" cy="19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BC63503-2088-EA12-9D7A-273F9040EA36}"/>
                    </a:ext>
                  </a:extLst>
                </p14:cNvPr>
                <p14:cNvContentPartPr/>
                <p14:nvPr/>
              </p14:nvContentPartPr>
              <p14:xfrm>
                <a:off x="3955699" y="2755459"/>
                <a:ext cx="59040" cy="190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BC63503-2088-EA12-9D7A-273F9040EA3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944899" y="2744659"/>
                  <a:ext cx="802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E42EC9C-A9CE-DA72-E212-9ED34F36C2F2}"/>
                    </a:ext>
                  </a:extLst>
                </p14:cNvPr>
                <p14:cNvContentPartPr/>
                <p14:nvPr/>
              </p14:nvContentPartPr>
              <p14:xfrm>
                <a:off x="3987739" y="2749699"/>
                <a:ext cx="97920" cy="23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E42EC9C-A9CE-DA72-E212-9ED34F36C2F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976939" y="2739259"/>
                  <a:ext cx="119160" cy="4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6A13AF7-CF7D-87E9-1567-EC3D51842CFF}"/>
                  </a:ext>
                </a:extLst>
              </p14:cNvPr>
              <p14:cNvContentPartPr/>
              <p14:nvPr/>
            </p14:nvContentPartPr>
            <p14:xfrm>
              <a:off x="4979179" y="2720179"/>
              <a:ext cx="51480" cy="162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16A13AF7-CF7D-87E9-1567-EC3D51842CF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968739" y="2709739"/>
                <a:ext cx="72720" cy="18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00D96CE0-4DBE-2DD2-2668-C76D4D2B0C3F}"/>
              </a:ext>
            </a:extLst>
          </p:cNvPr>
          <p:cNvGrpSpPr/>
          <p:nvPr/>
        </p:nvGrpSpPr>
        <p:grpSpPr>
          <a:xfrm>
            <a:off x="5758579" y="2714419"/>
            <a:ext cx="123120" cy="147960"/>
            <a:chOff x="5758579" y="2714419"/>
            <a:chExt cx="123120" cy="14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A6D30BF-2732-7DBB-9861-AF828E32A9FE}"/>
                    </a:ext>
                  </a:extLst>
                </p14:cNvPr>
                <p14:cNvContentPartPr/>
                <p14:nvPr/>
              </p14:nvContentPartPr>
              <p14:xfrm>
                <a:off x="5758579" y="2714419"/>
                <a:ext cx="77400" cy="147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A6D30BF-2732-7DBB-9861-AF828E32A9F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47779" y="2703979"/>
                  <a:ext cx="986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A915BCB-5D5C-59F3-7291-B1FBC25B3EBB}"/>
                    </a:ext>
                  </a:extLst>
                </p14:cNvPr>
                <p14:cNvContentPartPr/>
                <p14:nvPr/>
              </p14:nvContentPartPr>
              <p14:xfrm>
                <a:off x="5772979" y="2778859"/>
                <a:ext cx="108720" cy="39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A915BCB-5D5C-59F3-7291-B1FBC25B3EB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762539" y="2768059"/>
                  <a:ext cx="129960" cy="6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CF91904-6681-2921-D97E-084A2A236958}"/>
                  </a:ext>
                </a:extLst>
              </p14:cNvPr>
              <p14:cNvContentPartPr/>
              <p14:nvPr/>
            </p14:nvContentPartPr>
            <p14:xfrm>
              <a:off x="6783499" y="2642779"/>
              <a:ext cx="86040" cy="1839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CF91904-6681-2921-D97E-084A2A23695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773059" y="2631979"/>
                <a:ext cx="10728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97C9F95-BFB9-9582-6AA3-B8F80E087FA9}"/>
                  </a:ext>
                </a:extLst>
              </p14:cNvPr>
              <p14:cNvContentPartPr/>
              <p14:nvPr/>
            </p14:nvContentPartPr>
            <p14:xfrm>
              <a:off x="7713379" y="2761219"/>
              <a:ext cx="77400" cy="2156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97C9F95-BFB9-9582-6AA3-B8F80E087FA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702579" y="2750779"/>
                <a:ext cx="98640" cy="23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6ADDBFC5-F2BE-DD67-EFF0-F0D4875ADCCE}"/>
              </a:ext>
            </a:extLst>
          </p:cNvPr>
          <p:cNvGrpSpPr/>
          <p:nvPr/>
        </p:nvGrpSpPr>
        <p:grpSpPr>
          <a:xfrm>
            <a:off x="8949259" y="2710099"/>
            <a:ext cx="183240" cy="185040"/>
            <a:chOff x="8949259" y="2710099"/>
            <a:chExt cx="183240" cy="18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D332F5C-2440-92BF-55C3-12AFC144532D}"/>
                    </a:ext>
                  </a:extLst>
                </p14:cNvPr>
                <p14:cNvContentPartPr/>
                <p14:nvPr/>
              </p14:nvContentPartPr>
              <p14:xfrm>
                <a:off x="8949259" y="2710099"/>
                <a:ext cx="36720" cy="173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D332F5C-2440-92BF-55C3-12AFC144532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938819" y="2699659"/>
                  <a:ext cx="579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5FB0122-C5AC-931B-8617-2EE0B1441C8B}"/>
                    </a:ext>
                  </a:extLst>
                </p14:cNvPr>
                <p14:cNvContentPartPr/>
                <p14:nvPr/>
              </p14:nvContentPartPr>
              <p14:xfrm>
                <a:off x="9024499" y="2760859"/>
                <a:ext cx="108000" cy="134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5FB0122-C5AC-931B-8617-2EE0B1441C8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013699" y="2750059"/>
                  <a:ext cx="12924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F6A019A-DEAE-D7A1-1B8E-833FAD747BB2}"/>
              </a:ext>
            </a:extLst>
          </p:cNvPr>
          <p:cNvGrpSpPr/>
          <p:nvPr/>
        </p:nvGrpSpPr>
        <p:grpSpPr>
          <a:xfrm>
            <a:off x="1015579" y="2784979"/>
            <a:ext cx="405360" cy="269640"/>
            <a:chOff x="1015579" y="2784979"/>
            <a:chExt cx="405360" cy="26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0420B6B-5AC4-8DCB-C6F6-FD02C93C19A6}"/>
                    </a:ext>
                  </a:extLst>
                </p14:cNvPr>
                <p14:cNvContentPartPr/>
                <p14:nvPr/>
              </p14:nvContentPartPr>
              <p14:xfrm>
                <a:off x="1015579" y="2784979"/>
                <a:ext cx="115920" cy="269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0420B6B-5AC4-8DCB-C6F6-FD02C93C19A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05139" y="2774179"/>
                  <a:ext cx="1371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60A18A8-BF61-D2ED-D7AF-AE438801404D}"/>
                    </a:ext>
                  </a:extLst>
                </p14:cNvPr>
                <p14:cNvContentPartPr/>
                <p14:nvPr/>
              </p14:nvContentPartPr>
              <p14:xfrm>
                <a:off x="1160659" y="2793259"/>
                <a:ext cx="260280" cy="233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60A18A8-BF61-D2ED-D7AF-AE438801404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49859" y="2782819"/>
                  <a:ext cx="281520" cy="25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1C621D2E-EDF4-C47D-B0F5-3DD1D95B464D}"/>
              </a:ext>
            </a:extLst>
          </p:cNvPr>
          <p:cNvGrpSpPr/>
          <p:nvPr/>
        </p:nvGrpSpPr>
        <p:grpSpPr>
          <a:xfrm>
            <a:off x="4923379" y="4606939"/>
            <a:ext cx="779400" cy="473040"/>
            <a:chOff x="4923379" y="4606939"/>
            <a:chExt cx="779400" cy="47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DCCFE2D-5843-F9FE-7F2D-1BAEB47E06E4}"/>
                    </a:ext>
                  </a:extLst>
                </p14:cNvPr>
                <p14:cNvContentPartPr/>
                <p14:nvPr/>
              </p14:nvContentPartPr>
              <p14:xfrm>
                <a:off x="4923379" y="4677139"/>
                <a:ext cx="162000" cy="279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DCCFE2D-5843-F9FE-7F2D-1BAEB47E06E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912579" y="4666699"/>
                  <a:ext cx="1832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C8327CF-E2E2-CE72-94BE-95D0FC99D3DF}"/>
                    </a:ext>
                  </a:extLst>
                </p14:cNvPr>
                <p14:cNvContentPartPr/>
                <p14:nvPr/>
              </p14:nvContentPartPr>
              <p14:xfrm>
                <a:off x="5118139" y="4830859"/>
                <a:ext cx="155880" cy="489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C8327CF-E2E2-CE72-94BE-95D0FC99D3D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107699" y="4820059"/>
                  <a:ext cx="1771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9423632-CC31-B313-226C-8E7DC704609F}"/>
                    </a:ext>
                  </a:extLst>
                </p14:cNvPr>
                <p14:cNvContentPartPr/>
                <p14:nvPr/>
              </p14:nvContentPartPr>
              <p14:xfrm>
                <a:off x="5350339" y="4606939"/>
                <a:ext cx="98640" cy="2635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9423632-CC31-B313-226C-8E7DC704609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339899" y="4596139"/>
                  <a:ext cx="1198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4D6D015-05A9-E5B1-0D00-BFD3E2B2D3A9}"/>
                    </a:ext>
                  </a:extLst>
                </p14:cNvPr>
                <p14:cNvContentPartPr/>
                <p14:nvPr/>
              </p14:nvContentPartPr>
              <p14:xfrm>
                <a:off x="5479219" y="4661299"/>
                <a:ext cx="223560" cy="418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4D6D015-05A9-E5B1-0D00-BFD3E2B2D3A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468419" y="4650499"/>
                  <a:ext cx="244800" cy="43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0F9C713-15EB-D221-FE07-A92A13C704B0}"/>
              </a:ext>
            </a:extLst>
          </p:cNvPr>
          <p:cNvGrpSpPr/>
          <p:nvPr/>
        </p:nvGrpSpPr>
        <p:grpSpPr>
          <a:xfrm>
            <a:off x="6151339" y="4503619"/>
            <a:ext cx="771480" cy="520560"/>
            <a:chOff x="6151339" y="4503619"/>
            <a:chExt cx="771480" cy="52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CECB2FB-F5EA-BA89-A3E7-51D319380307}"/>
                    </a:ext>
                  </a:extLst>
                </p14:cNvPr>
                <p14:cNvContentPartPr/>
                <p14:nvPr/>
              </p14:nvContentPartPr>
              <p14:xfrm>
                <a:off x="6151339" y="4643299"/>
                <a:ext cx="249120" cy="172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CECB2FB-F5EA-BA89-A3E7-51D31938030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140539" y="4632859"/>
                  <a:ext cx="2703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4F8854A-B915-E213-091C-4E29FD69B650}"/>
                    </a:ext>
                  </a:extLst>
                </p14:cNvPr>
                <p14:cNvContentPartPr/>
                <p14:nvPr/>
              </p14:nvContentPartPr>
              <p14:xfrm>
                <a:off x="6487579" y="4612339"/>
                <a:ext cx="101160" cy="165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4F8854A-B915-E213-091C-4E29FD69B65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476779" y="4601899"/>
                  <a:ext cx="122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3C697EA-DBA1-6B16-7A31-63587DDA3DBA}"/>
                    </a:ext>
                  </a:extLst>
                </p14:cNvPr>
                <p14:cNvContentPartPr/>
                <p14:nvPr/>
              </p14:nvContentPartPr>
              <p14:xfrm>
                <a:off x="6651379" y="4598659"/>
                <a:ext cx="7200" cy="183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3C697EA-DBA1-6B16-7A31-63587DDA3DB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640579" y="4588219"/>
                  <a:ext cx="284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9DF69D2-3F33-F308-267C-6EFF12695DC2}"/>
                    </a:ext>
                  </a:extLst>
                </p14:cNvPr>
                <p14:cNvContentPartPr/>
                <p14:nvPr/>
              </p14:nvContentPartPr>
              <p14:xfrm>
                <a:off x="6627259" y="4503619"/>
                <a:ext cx="26640" cy="44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9DF69D2-3F33-F308-267C-6EFF12695DC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616819" y="4492819"/>
                  <a:ext cx="478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19FB616-A959-DA20-F7DC-B060D008EF7C}"/>
                    </a:ext>
                  </a:extLst>
                </p14:cNvPr>
                <p14:cNvContentPartPr/>
                <p14:nvPr/>
              </p14:nvContentPartPr>
              <p14:xfrm>
                <a:off x="6686299" y="4604779"/>
                <a:ext cx="236520" cy="419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19FB616-A959-DA20-F7DC-B060D008EF7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675499" y="4594339"/>
                  <a:ext cx="257760" cy="44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FFD59FF-753A-7DEE-E5BB-7846C5BA0C83}"/>
              </a:ext>
            </a:extLst>
          </p:cNvPr>
          <p:cNvGrpSpPr/>
          <p:nvPr/>
        </p:nvGrpSpPr>
        <p:grpSpPr>
          <a:xfrm>
            <a:off x="7453099" y="4556539"/>
            <a:ext cx="1199160" cy="421200"/>
            <a:chOff x="7453099" y="4556539"/>
            <a:chExt cx="1199160" cy="42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302712E-BCA4-D42D-3C49-1C7B3790D79B}"/>
                    </a:ext>
                  </a:extLst>
                </p14:cNvPr>
                <p14:cNvContentPartPr/>
                <p14:nvPr/>
              </p14:nvContentPartPr>
              <p14:xfrm>
                <a:off x="7453099" y="4617379"/>
                <a:ext cx="227160" cy="158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302712E-BCA4-D42D-3C49-1C7B3790D79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442299" y="4606939"/>
                  <a:ext cx="2484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1D857B0-FED6-27BB-B0E7-FDF9FF8DFA90}"/>
                    </a:ext>
                  </a:extLst>
                </p14:cNvPr>
                <p14:cNvContentPartPr/>
                <p14:nvPr/>
              </p14:nvContentPartPr>
              <p14:xfrm>
                <a:off x="7693939" y="4570939"/>
                <a:ext cx="564120" cy="406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1D857B0-FED6-27BB-B0E7-FDF9FF8DFA9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683499" y="4560139"/>
                  <a:ext cx="58536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9299917-5848-06FD-C15B-19F18FC736BE}"/>
                    </a:ext>
                  </a:extLst>
                </p14:cNvPr>
                <p14:cNvContentPartPr/>
                <p14:nvPr/>
              </p14:nvContentPartPr>
              <p14:xfrm>
                <a:off x="8408899" y="4556539"/>
                <a:ext cx="243360" cy="275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9299917-5848-06FD-C15B-19F18FC736B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398099" y="4546099"/>
                  <a:ext cx="264600" cy="29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84F9F5DC-73D5-992C-5AD1-E5EA94527636}"/>
                  </a:ext>
                </a:extLst>
              </p14:cNvPr>
              <p14:cNvContentPartPr/>
              <p14:nvPr/>
            </p14:nvContentPartPr>
            <p14:xfrm>
              <a:off x="1776979" y="3006739"/>
              <a:ext cx="110880" cy="262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84F9F5DC-73D5-992C-5AD1-E5EA94527636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766179" y="2995939"/>
                <a:ext cx="1321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8B8BF5B3-E22E-99F8-F600-19B2AD4244AF}"/>
                  </a:ext>
                </a:extLst>
              </p14:cNvPr>
              <p14:cNvContentPartPr/>
              <p14:nvPr/>
            </p14:nvContentPartPr>
            <p14:xfrm>
              <a:off x="2215099" y="3051739"/>
              <a:ext cx="113040" cy="39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8B8BF5B3-E22E-99F8-F600-19B2AD4244AF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204659" y="3040939"/>
                <a:ext cx="1342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B4C386FD-28A5-064A-9F08-4D2DB3ADFAB9}"/>
                  </a:ext>
                </a:extLst>
              </p14:cNvPr>
              <p14:cNvContentPartPr/>
              <p14:nvPr/>
            </p14:nvContentPartPr>
            <p14:xfrm>
              <a:off x="2791099" y="3045979"/>
              <a:ext cx="115200" cy="57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B4C386FD-28A5-064A-9F08-4D2DB3ADFAB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780659" y="3035539"/>
                <a:ext cx="136440" cy="2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52620B9D-E1EE-7FBF-5B1F-BB5452E6E079}"/>
              </a:ext>
            </a:extLst>
          </p:cNvPr>
          <p:cNvGrpSpPr/>
          <p:nvPr/>
        </p:nvGrpSpPr>
        <p:grpSpPr>
          <a:xfrm>
            <a:off x="2756539" y="1926019"/>
            <a:ext cx="55440" cy="66960"/>
            <a:chOff x="2756539" y="1926019"/>
            <a:chExt cx="55440" cy="6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0213A2D-9A72-14DD-6EA7-9313BA9D117A}"/>
                    </a:ext>
                  </a:extLst>
                </p14:cNvPr>
                <p14:cNvContentPartPr/>
                <p14:nvPr/>
              </p14:nvContentPartPr>
              <p14:xfrm>
                <a:off x="2758339" y="1959499"/>
                <a:ext cx="7920" cy="39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0213A2D-9A72-14DD-6EA7-9313BA9D117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747539" y="1948699"/>
                  <a:ext cx="291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46EA4D0-AA39-2179-2315-024AB0D90739}"/>
                    </a:ext>
                  </a:extLst>
                </p14:cNvPr>
                <p14:cNvContentPartPr/>
                <p14:nvPr/>
              </p14:nvContentPartPr>
              <p14:xfrm>
                <a:off x="2756539" y="1926019"/>
                <a:ext cx="5544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46EA4D0-AA39-2179-2315-024AB0D9073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746099" y="1915219"/>
                  <a:ext cx="7668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B079E6D-ADA2-DD3A-10EC-0177B8DA508A}"/>
              </a:ext>
            </a:extLst>
          </p:cNvPr>
          <p:cNvGrpSpPr/>
          <p:nvPr/>
        </p:nvGrpSpPr>
        <p:grpSpPr>
          <a:xfrm>
            <a:off x="1740259" y="1937899"/>
            <a:ext cx="101520" cy="156960"/>
            <a:chOff x="1740259" y="1937899"/>
            <a:chExt cx="101520" cy="15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D5C35A7-D65C-CAF5-FF4A-4AF3E3C188F3}"/>
                    </a:ext>
                  </a:extLst>
                </p14:cNvPr>
                <p14:cNvContentPartPr/>
                <p14:nvPr/>
              </p14:nvContentPartPr>
              <p14:xfrm>
                <a:off x="1756459" y="1937899"/>
                <a:ext cx="33840" cy="156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D5C35A7-D65C-CAF5-FF4A-4AF3E3C188F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746019" y="1927099"/>
                  <a:ext cx="550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9BADDA2-FE92-B442-7105-B2E935D26086}"/>
                    </a:ext>
                  </a:extLst>
                </p14:cNvPr>
                <p14:cNvContentPartPr/>
                <p14:nvPr/>
              </p14:nvContentPartPr>
              <p14:xfrm>
                <a:off x="1740259" y="1962019"/>
                <a:ext cx="101520" cy="684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9BADDA2-FE92-B442-7105-B2E935D2608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729819" y="1951219"/>
                  <a:ext cx="12276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7695C41-622C-2F70-4DFD-75E5804ADD21}"/>
              </a:ext>
            </a:extLst>
          </p:cNvPr>
          <p:cNvGrpSpPr/>
          <p:nvPr/>
        </p:nvGrpSpPr>
        <p:grpSpPr>
          <a:xfrm>
            <a:off x="2150299" y="1882819"/>
            <a:ext cx="88200" cy="115560"/>
            <a:chOff x="2150299" y="1882819"/>
            <a:chExt cx="88200" cy="11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D37613C-19DD-1021-1B43-4F72F63A9897}"/>
                    </a:ext>
                  </a:extLst>
                </p14:cNvPr>
                <p14:cNvContentPartPr/>
                <p14:nvPr/>
              </p14:nvContentPartPr>
              <p14:xfrm>
                <a:off x="2174419" y="1882819"/>
                <a:ext cx="30600" cy="1155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D37613C-19DD-1021-1B43-4F72F63A989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163979" y="1872019"/>
                  <a:ext cx="518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4DB0DEB-0B43-A53D-C2CE-1FFAFA908804}"/>
                    </a:ext>
                  </a:extLst>
                </p14:cNvPr>
                <p14:cNvContentPartPr/>
                <p14:nvPr/>
              </p14:nvContentPartPr>
              <p14:xfrm>
                <a:off x="2150299" y="1898659"/>
                <a:ext cx="88200" cy="752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4DB0DEB-0B43-A53D-C2CE-1FFAFA90880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139499" y="1888219"/>
                  <a:ext cx="109440" cy="9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216DD626-DB00-C791-366C-FBD67CA159E8}"/>
                  </a:ext>
                </a:extLst>
              </p14:cNvPr>
              <p14:cNvContentPartPr/>
              <p14:nvPr/>
            </p14:nvContentPartPr>
            <p14:xfrm>
              <a:off x="3382579" y="1883899"/>
              <a:ext cx="76680" cy="12204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216DD626-DB00-C791-366C-FBD67CA159E8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372139" y="1873099"/>
                <a:ext cx="9792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90C6F252-A496-DC1B-339B-E6F54E2E6F4C}"/>
                  </a:ext>
                </a:extLst>
              </p14:cNvPr>
              <p14:cNvContentPartPr/>
              <p14:nvPr/>
            </p14:nvContentPartPr>
            <p14:xfrm>
              <a:off x="4000339" y="1901539"/>
              <a:ext cx="85320" cy="849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90C6F252-A496-DC1B-339B-E6F54E2E6F4C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989899" y="1891099"/>
                <a:ext cx="1065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351350DE-4469-503A-C241-7D64637E1F92}"/>
                  </a:ext>
                </a:extLst>
              </p14:cNvPr>
              <p14:cNvContentPartPr/>
              <p14:nvPr/>
            </p14:nvContentPartPr>
            <p14:xfrm>
              <a:off x="3393739" y="1658539"/>
              <a:ext cx="51120" cy="655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351350DE-4469-503A-C241-7D64637E1F92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382939" y="1647739"/>
                <a:ext cx="723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B283824C-653D-2F46-9DC3-E5CD3F34E13D}"/>
                  </a:ext>
                </a:extLst>
              </p14:cNvPr>
              <p14:cNvContentPartPr/>
              <p14:nvPr/>
            </p14:nvContentPartPr>
            <p14:xfrm>
              <a:off x="3977299" y="2207899"/>
              <a:ext cx="59400" cy="9684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B283824C-653D-2F46-9DC3-E5CD3F34E13D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966859" y="2197459"/>
                <a:ext cx="8064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B77D8E5A-D8A9-150E-B8EA-33DE63209F4E}"/>
                  </a:ext>
                </a:extLst>
              </p14:cNvPr>
              <p14:cNvContentPartPr/>
              <p14:nvPr/>
            </p14:nvContentPartPr>
            <p14:xfrm>
              <a:off x="4957219" y="1532179"/>
              <a:ext cx="88560" cy="8568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B77D8E5A-D8A9-150E-B8EA-33DE63209F4E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946419" y="1521379"/>
                <a:ext cx="10980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737DEC3-A8FE-B92D-1370-20BFACB88DD8}"/>
                  </a:ext>
                </a:extLst>
              </p14:cNvPr>
              <p14:cNvContentPartPr/>
              <p14:nvPr/>
            </p14:nvContentPartPr>
            <p14:xfrm>
              <a:off x="5724019" y="2509939"/>
              <a:ext cx="57240" cy="1890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737DEC3-A8FE-B92D-1370-20BFACB88DD8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713219" y="2499499"/>
                <a:ext cx="7848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7AF1869E-99AC-6842-9881-17465C0ADF7E}"/>
                  </a:ext>
                </a:extLst>
              </p14:cNvPr>
              <p14:cNvContentPartPr/>
              <p14:nvPr/>
            </p14:nvContentPartPr>
            <p14:xfrm>
              <a:off x="6929659" y="1199179"/>
              <a:ext cx="360" cy="3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7AF1869E-99AC-6842-9881-17465C0ADF7E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6923539" y="1193059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E6D3520-7EE9-B361-9FE3-C2F1B305EFD6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Time Series</a:t>
            </a:r>
          </a:p>
        </p:txBody>
      </p:sp>
    </p:spTree>
    <p:extLst>
      <p:ext uri="{BB962C8B-B14F-4D97-AF65-F5344CB8AC3E}">
        <p14:creationId xmlns:p14="http://schemas.microsoft.com/office/powerpoint/2010/main" val="10882154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AF6DAE7-B29F-DDC9-7048-FDF5C3ABC64B}"/>
                  </a:ext>
                </a:extLst>
              </p14:cNvPr>
              <p14:cNvContentPartPr/>
              <p14:nvPr/>
            </p14:nvContentPartPr>
            <p14:xfrm>
              <a:off x="432739" y="914059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AF6DAE7-B29F-DDC9-7048-FDF5C3ABC6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6619" y="907939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65AECCC8-AC98-1DEB-0761-21BAFE88B125}"/>
              </a:ext>
            </a:extLst>
          </p:cNvPr>
          <p:cNvGrpSpPr/>
          <p:nvPr/>
        </p:nvGrpSpPr>
        <p:grpSpPr>
          <a:xfrm>
            <a:off x="311059" y="267859"/>
            <a:ext cx="4302360" cy="2762280"/>
            <a:chOff x="311059" y="267859"/>
            <a:chExt cx="4302360" cy="276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713E322-4005-F7DC-13FB-00E304044741}"/>
                    </a:ext>
                  </a:extLst>
                </p14:cNvPr>
                <p14:cNvContentPartPr/>
                <p14:nvPr/>
              </p14:nvContentPartPr>
              <p14:xfrm>
                <a:off x="311059" y="1122139"/>
                <a:ext cx="288000" cy="393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713E322-4005-F7DC-13FB-00E30404474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0259" y="1111699"/>
                  <a:ext cx="30924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6927035-B91F-6176-FEA2-39093623BFA1}"/>
                    </a:ext>
                  </a:extLst>
                </p14:cNvPr>
                <p14:cNvContentPartPr/>
                <p14:nvPr/>
              </p14:nvContentPartPr>
              <p14:xfrm>
                <a:off x="619939" y="1287019"/>
                <a:ext cx="109440" cy="167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6927035-B91F-6176-FEA2-39093623BFA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9499" y="1276579"/>
                  <a:ext cx="1306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56DA25D-1F7D-8AE0-68C4-7B1AC89A6F95}"/>
                    </a:ext>
                  </a:extLst>
                </p14:cNvPr>
                <p14:cNvContentPartPr/>
                <p14:nvPr/>
              </p14:nvContentPartPr>
              <p14:xfrm>
                <a:off x="654499" y="1116379"/>
                <a:ext cx="27720" cy="19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56DA25D-1F7D-8AE0-68C4-7B1AC89A6F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44059" y="1105939"/>
                  <a:ext cx="48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0D860CB-6B8E-977D-8B58-839198C07480}"/>
                    </a:ext>
                  </a:extLst>
                </p14:cNvPr>
                <p14:cNvContentPartPr/>
                <p14:nvPr/>
              </p14:nvContentPartPr>
              <p14:xfrm>
                <a:off x="738019" y="1175779"/>
                <a:ext cx="191880" cy="150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0D860CB-6B8E-977D-8B58-839198C0748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7219" y="1165339"/>
                  <a:ext cx="2131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DD30106-5067-AA1C-2072-C2634966726B}"/>
                    </a:ext>
                  </a:extLst>
                </p14:cNvPr>
                <p14:cNvContentPartPr/>
                <p14:nvPr/>
              </p14:nvContentPartPr>
              <p14:xfrm>
                <a:off x="902179" y="920179"/>
                <a:ext cx="403920" cy="369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DD30106-5067-AA1C-2072-C2634966726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91739" y="909379"/>
                  <a:ext cx="42516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A5A86FD-A167-4D00-4831-8189E6A9C597}"/>
                    </a:ext>
                  </a:extLst>
                </p14:cNvPr>
                <p14:cNvContentPartPr/>
                <p14:nvPr/>
              </p14:nvContentPartPr>
              <p14:xfrm>
                <a:off x="1282339" y="1032859"/>
                <a:ext cx="103680" cy="191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A5A86FD-A167-4D00-4831-8189E6A9C59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71539" y="1022059"/>
                  <a:ext cx="1249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ECB2997-A60C-1822-4394-DD146069F8B6}"/>
                    </a:ext>
                  </a:extLst>
                </p14:cNvPr>
                <p14:cNvContentPartPr/>
                <p14:nvPr/>
              </p14:nvContentPartPr>
              <p14:xfrm>
                <a:off x="1267939" y="863659"/>
                <a:ext cx="22680" cy="20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ECB2997-A60C-1822-4394-DD146069F8B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57139" y="852859"/>
                  <a:ext cx="439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CE61628-025A-B220-5A68-927040703503}"/>
                    </a:ext>
                  </a:extLst>
                </p14:cNvPr>
                <p14:cNvContentPartPr/>
                <p14:nvPr/>
              </p14:nvContentPartPr>
              <p14:xfrm>
                <a:off x="1356499" y="952579"/>
                <a:ext cx="105840" cy="180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CE61628-025A-B220-5A68-92704070350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46059" y="942139"/>
                  <a:ext cx="1270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C87149D-5917-E9FB-6320-58B2240718E5}"/>
                    </a:ext>
                  </a:extLst>
                </p14:cNvPr>
                <p14:cNvContentPartPr/>
                <p14:nvPr/>
              </p14:nvContentPartPr>
              <p14:xfrm>
                <a:off x="1432099" y="963379"/>
                <a:ext cx="163440" cy="108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C87149D-5917-E9FB-6320-58B2240718E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21299" y="952579"/>
                  <a:ext cx="1846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4C790D3-7CD3-E9E1-F53E-9EA79A1B12D5}"/>
                    </a:ext>
                  </a:extLst>
                </p14:cNvPr>
                <p14:cNvContentPartPr/>
                <p14:nvPr/>
              </p14:nvContentPartPr>
              <p14:xfrm>
                <a:off x="1580779" y="648739"/>
                <a:ext cx="282600" cy="435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4C790D3-7CD3-E9E1-F53E-9EA79A1B12D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69979" y="637939"/>
                  <a:ext cx="30384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8047161-D8CF-FE34-566D-774C4A38F390}"/>
                    </a:ext>
                  </a:extLst>
                </p14:cNvPr>
                <p14:cNvContentPartPr/>
                <p14:nvPr/>
              </p14:nvContentPartPr>
              <p14:xfrm>
                <a:off x="1749979" y="683659"/>
                <a:ext cx="150480" cy="375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8047161-D8CF-FE34-566D-774C4A38F39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739179" y="672859"/>
                  <a:ext cx="1717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D7200B0-4273-B7CF-53DF-36B037B3AA62}"/>
                    </a:ext>
                  </a:extLst>
                </p14:cNvPr>
                <p14:cNvContentPartPr/>
                <p14:nvPr/>
              </p14:nvContentPartPr>
              <p14:xfrm>
                <a:off x="1787059" y="726859"/>
                <a:ext cx="439200" cy="564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D7200B0-4273-B7CF-53DF-36B037B3AA6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76259" y="716059"/>
                  <a:ext cx="46044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3E04362-8E5B-3ADE-30A7-B88B248890AD}"/>
                    </a:ext>
                  </a:extLst>
                </p14:cNvPr>
                <p14:cNvContentPartPr/>
                <p14:nvPr/>
              </p14:nvContentPartPr>
              <p14:xfrm>
                <a:off x="1672579" y="343459"/>
                <a:ext cx="31320" cy="35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3E04362-8E5B-3ADE-30A7-B88B248890A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662139" y="332659"/>
                  <a:ext cx="525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6DDC521-45EF-D255-BBE4-31A3203B7111}"/>
                    </a:ext>
                  </a:extLst>
                </p14:cNvPr>
                <p14:cNvContentPartPr/>
                <p14:nvPr/>
              </p14:nvContentPartPr>
              <p14:xfrm>
                <a:off x="2191699" y="567019"/>
                <a:ext cx="276120" cy="404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6DDC521-45EF-D255-BBE4-31A3203B711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180899" y="556219"/>
                  <a:ext cx="29736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47BC41C-54B8-47E4-607F-45BB25263950}"/>
                    </a:ext>
                  </a:extLst>
                </p14:cNvPr>
                <p14:cNvContentPartPr/>
                <p14:nvPr/>
              </p14:nvContentPartPr>
              <p14:xfrm>
                <a:off x="2441899" y="646219"/>
                <a:ext cx="158400" cy="210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47BC41C-54B8-47E4-607F-45BB2526395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31459" y="635779"/>
                  <a:ext cx="1796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EBF9C52-2D0E-9104-7179-C34526666E3D}"/>
                    </a:ext>
                  </a:extLst>
                </p14:cNvPr>
                <p14:cNvContentPartPr/>
                <p14:nvPr/>
              </p14:nvContentPartPr>
              <p14:xfrm>
                <a:off x="2547739" y="414739"/>
                <a:ext cx="443880" cy="454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EBF9C52-2D0E-9104-7179-C34526666E3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536939" y="404299"/>
                  <a:ext cx="46512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0B724D7-4EAA-8302-6AE9-91E9925AD7CE}"/>
                    </a:ext>
                  </a:extLst>
                </p14:cNvPr>
                <p14:cNvContentPartPr/>
                <p14:nvPr/>
              </p14:nvContentPartPr>
              <p14:xfrm>
                <a:off x="2936179" y="267859"/>
                <a:ext cx="90000" cy="356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0B724D7-4EAA-8302-6AE9-91E9925AD7C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925379" y="257059"/>
                  <a:ext cx="11124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B796062-2637-CE1C-099C-F3FCBE31E768}"/>
                    </a:ext>
                  </a:extLst>
                </p14:cNvPr>
                <p14:cNvContentPartPr/>
                <p14:nvPr/>
              </p14:nvContentPartPr>
              <p14:xfrm>
                <a:off x="2954179" y="421939"/>
                <a:ext cx="203760" cy="183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B796062-2637-CE1C-099C-F3FCBE31E76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43739" y="411139"/>
                  <a:ext cx="2250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3C83AE8-5DBA-66C3-A9DA-5BF3F3674F74}"/>
                    </a:ext>
                  </a:extLst>
                </p14:cNvPr>
                <p14:cNvContentPartPr/>
                <p14:nvPr/>
              </p14:nvContentPartPr>
              <p14:xfrm>
                <a:off x="3097459" y="312859"/>
                <a:ext cx="23400" cy="22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3C83AE8-5DBA-66C3-A9DA-5BF3F3674F7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086659" y="302059"/>
                  <a:ext cx="446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493AC05-50B4-3F5E-C8C9-5BCC65170922}"/>
                    </a:ext>
                  </a:extLst>
                </p14:cNvPr>
                <p14:cNvContentPartPr/>
                <p14:nvPr/>
              </p14:nvContentPartPr>
              <p14:xfrm>
                <a:off x="3130939" y="394219"/>
                <a:ext cx="80280" cy="171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493AC05-50B4-3F5E-C8C9-5BCC6517092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20499" y="383779"/>
                  <a:ext cx="1015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4233D15-6980-F9A7-7E10-014B5D6AE73E}"/>
                    </a:ext>
                  </a:extLst>
                </p14:cNvPr>
                <p14:cNvContentPartPr/>
                <p14:nvPr/>
              </p14:nvContentPartPr>
              <p14:xfrm>
                <a:off x="3283219" y="372979"/>
                <a:ext cx="171720" cy="178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4233D15-6980-F9A7-7E10-014B5D6AE73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272419" y="362179"/>
                  <a:ext cx="1929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744B3ED-FA95-A82E-7713-3752CD8A9614}"/>
                    </a:ext>
                  </a:extLst>
                </p14:cNvPr>
                <p14:cNvContentPartPr/>
                <p14:nvPr/>
              </p14:nvContentPartPr>
              <p14:xfrm>
                <a:off x="1637299" y="572779"/>
                <a:ext cx="1832760" cy="844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744B3ED-FA95-A82E-7713-3752CD8A961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26859" y="562339"/>
                  <a:ext cx="1854000" cy="86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A06C65F-F77F-44F3-3374-513361B7111C}"/>
                    </a:ext>
                  </a:extLst>
                </p14:cNvPr>
                <p14:cNvContentPartPr/>
                <p14:nvPr/>
              </p14:nvContentPartPr>
              <p14:xfrm>
                <a:off x="991459" y="2161819"/>
                <a:ext cx="158760" cy="399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A06C65F-F77F-44F3-3374-513361B7111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81019" y="2151379"/>
                  <a:ext cx="18000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68C1CD6-6618-B2FD-C0A7-C767F58C4E09}"/>
                    </a:ext>
                  </a:extLst>
                </p14:cNvPr>
                <p14:cNvContentPartPr/>
                <p14:nvPr/>
              </p14:nvContentPartPr>
              <p14:xfrm>
                <a:off x="1181899" y="2218339"/>
                <a:ext cx="214920" cy="326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68C1CD6-6618-B2FD-C0A7-C767F58C4E0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71459" y="2207899"/>
                  <a:ext cx="2361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0F6F692-B239-C4B6-8EF9-BFAE8FF6190A}"/>
                    </a:ext>
                  </a:extLst>
                </p14:cNvPr>
                <p14:cNvContentPartPr/>
                <p14:nvPr/>
              </p14:nvContentPartPr>
              <p14:xfrm>
                <a:off x="1313659" y="2279539"/>
                <a:ext cx="159840" cy="56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0F6F692-B239-C4B6-8EF9-BFAE8FF6190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303219" y="2269099"/>
                  <a:ext cx="1810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08DDCC9-2626-48E5-AC02-55F1A590394C}"/>
                    </a:ext>
                  </a:extLst>
                </p14:cNvPr>
                <p14:cNvContentPartPr/>
                <p14:nvPr/>
              </p14:nvContentPartPr>
              <p14:xfrm>
                <a:off x="1472779" y="2039059"/>
                <a:ext cx="263160" cy="402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08DDCC9-2626-48E5-AC02-55F1A590394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461979" y="2028619"/>
                  <a:ext cx="28440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A26F80A-CC76-12E2-B597-F468ABCF6017}"/>
                    </a:ext>
                  </a:extLst>
                </p14:cNvPr>
                <p14:cNvContentPartPr/>
                <p14:nvPr/>
              </p14:nvContentPartPr>
              <p14:xfrm>
                <a:off x="1766179" y="2243899"/>
                <a:ext cx="116280" cy="172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A26F80A-CC76-12E2-B597-F468ABCF60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755379" y="2233099"/>
                  <a:ext cx="1375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84F7875-979E-9E68-A0C8-20284D1662A6}"/>
                    </a:ext>
                  </a:extLst>
                </p14:cNvPr>
                <p14:cNvContentPartPr/>
                <p14:nvPr/>
              </p14:nvContentPartPr>
              <p14:xfrm>
                <a:off x="1868059" y="2172619"/>
                <a:ext cx="99720" cy="305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84F7875-979E-9E68-A0C8-20284D1662A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857259" y="2161819"/>
                  <a:ext cx="1209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98A4067-E1FA-8E4C-5862-8C73C1FFE2F7}"/>
                    </a:ext>
                  </a:extLst>
                </p14:cNvPr>
                <p14:cNvContentPartPr/>
                <p14:nvPr/>
              </p14:nvContentPartPr>
              <p14:xfrm>
                <a:off x="1965619" y="2281699"/>
                <a:ext cx="204840" cy="223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98A4067-E1FA-8E4C-5862-8C73C1FFE2F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55179" y="2271259"/>
                  <a:ext cx="2260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21473E8-1B89-9C93-0AD1-DC59157A6EA6}"/>
                    </a:ext>
                  </a:extLst>
                </p14:cNvPr>
                <p14:cNvContentPartPr/>
                <p14:nvPr/>
              </p14:nvContentPartPr>
              <p14:xfrm>
                <a:off x="2418139" y="1800739"/>
                <a:ext cx="595080" cy="1229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21473E8-1B89-9C93-0AD1-DC59157A6EA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407699" y="1790299"/>
                  <a:ext cx="616320" cy="12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BD0ED0E-7DC7-AB9F-07EE-6AC4AFDE4341}"/>
                    </a:ext>
                  </a:extLst>
                </p14:cNvPr>
                <p14:cNvContentPartPr/>
                <p14:nvPr/>
              </p14:nvContentPartPr>
              <p14:xfrm>
                <a:off x="2970019" y="1609579"/>
                <a:ext cx="16560" cy="226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BD0ED0E-7DC7-AB9F-07EE-6AC4AFDE434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959579" y="1599139"/>
                  <a:ext cx="378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12B373D-6C0C-B698-B646-A28196701D26}"/>
                    </a:ext>
                  </a:extLst>
                </p14:cNvPr>
                <p14:cNvContentPartPr/>
                <p14:nvPr/>
              </p14:nvContentPartPr>
              <p14:xfrm>
                <a:off x="3013219" y="1648099"/>
                <a:ext cx="133560" cy="198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12B373D-6C0C-B698-B646-A28196701D2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002419" y="1637299"/>
                  <a:ext cx="154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EC3DDC1-6677-2C63-E2F0-A0EE04F73523}"/>
                    </a:ext>
                  </a:extLst>
                </p14:cNvPr>
                <p14:cNvContentPartPr/>
                <p14:nvPr/>
              </p14:nvContentPartPr>
              <p14:xfrm>
                <a:off x="3161179" y="1663219"/>
                <a:ext cx="96840" cy="151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EC3DDC1-6677-2C63-E2F0-A0EE04F7352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150379" y="1652419"/>
                  <a:ext cx="1180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B2CE8B2-D53B-05B1-317F-44E97F83881D}"/>
                    </a:ext>
                  </a:extLst>
                </p14:cNvPr>
                <p14:cNvContentPartPr/>
                <p14:nvPr/>
              </p14:nvContentPartPr>
              <p14:xfrm>
                <a:off x="3255139" y="1637299"/>
                <a:ext cx="137160" cy="151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B2CE8B2-D53B-05B1-317F-44E97F83881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244699" y="1626499"/>
                  <a:ext cx="1584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7B6E070-7394-054A-2FFC-D2B248791E31}"/>
                    </a:ext>
                  </a:extLst>
                </p14:cNvPr>
                <p14:cNvContentPartPr/>
                <p14:nvPr/>
              </p14:nvContentPartPr>
              <p14:xfrm>
                <a:off x="3690379" y="1361539"/>
                <a:ext cx="118080" cy="678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7B6E070-7394-054A-2FFC-D2B248791E3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79579" y="1350739"/>
                  <a:ext cx="139320" cy="69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47F0F16-0489-0533-8330-869176C03EE8}"/>
                    </a:ext>
                  </a:extLst>
                </p14:cNvPr>
                <p14:cNvContentPartPr/>
                <p14:nvPr/>
              </p14:nvContentPartPr>
              <p14:xfrm>
                <a:off x="3591379" y="1557739"/>
                <a:ext cx="174960" cy="107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47F0F16-0489-0533-8330-869176C03EE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580579" y="1546939"/>
                  <a:ext cx="1962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3BFF8FC-B957-689E-DB98-95B2F47EA3B2}"/>
                    </a:ext>
                  </a:extLst>
                </p14:cNvPr>
                <p14:cNvContentPartPr/>
                <p14:nvPr/>
              </p14:nvContentPartPr>
              <p14:xfrm>
                <a:off x="3787939" y="1566019"/>
                <a:ext cx="150480" cy="194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3BFF8FC-B957-689E-DB98-95B2F47EA3B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77499" y="1555219"/>
                  <a:ext cx="1717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CF02412-ACF2-2DF4-660E-1513C073D89B}"/>
                    </a:ext>
                  </a:extLst>
                </p14:cNvPr>
                <p14:cNvContentPartPr/>
                <p14:nvPr/>
              </p14:nvContentPartPr>
              <p14:xfrm>
                <a:off x="3949579" y="1569259"/>
                <a:ext cx="126000" cy="187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CF02412-ACF2-2DF4-660E-1513C073D89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938779" y="1558819"/>
                  <a:ext cx="1472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2191966-C6F3-FF1B-1D28-086AD157A3A8}"/>
                    </a:ext>
                  </a:extLst>
                </p14:cNvPr>
                <p14:cNvContentPartPr/>
                <p14:nvPr/>
              </p14:nvContentPartPr>
              <p14:xfrm>
                <a:off x="4118419" y="1345699"/>
                <a:ext cx="10800" cy="394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2191966-C6F3-FF1B-1D28-086AD157A3A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07619" y="1335259"/>
                  <a:ext cx="3204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FDA9A77-82F0-6C79-6760-87FC450096C3}"/>
                    </a:ext>
                  </a:extLst>
                </p14:cNvPr>
                <p14:cNvContentPartPr/>
                <p14:nvPr/>
              </p14:nvContentPartPr>
              <p14:xfrm>
                <a:off x="4054339" y="1526779"/>
                <a:ext cx="137520" cy="12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FDA9A77-82F0-6C79-6760-87FC450096C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043899" y="1515979"/>
                  <a:ext cx="1587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7A47367-E60B-E72B-E7DD-AC80D014EA82}"/>
                    </a:ext>
                  </a:extLst>
                </p14:cNvPr>
                <p14:cNvContentPartPr/>
                <p14:nvPr/>
              </p14:nvContentPartPr>
              <p14:xfrm>
                <a:off x="4185019" y="1405819"/>
                <a:ext cx="428400" cy="307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7A47367-E60B-E72B-E7DD-AC80D014EA8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174219" y="1395019"/>
                  <a:ext cx="449640" cy="32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8C5E3ACD-0089-64C2-1BA4-39727DEAB257}"/>
                  </a:ext>
                </a:extLst>
              </p14:cNvPr>
              <p14:cNvContentPartPr/>
              <p14:nvPr/>
            </p14:nvContentPartPr>
            <p14:xfrm>
              <a:off x="3151819" y="2680939"/>
              <a:ext cx="92160" cy="4363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8C5E3ACD-0089-64C2-1BA4-39727DEAB25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141019" y="2670499"/>
                <a:ext cx="113400" cy="45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1CD8E431-4EF0-9976-BB22-B765F3EB1308}"/>
              </a:ext>
            </a:extLst>
          </p:cNvPr>
          <p:cNvGrpSpPr/>
          <p:nvPr/>
        </p:nvGrpSpPr>
        <p:grpSpPr>
          <a:xfrm>
            <a:off x="3638539" y="2460619"/>
            <a:ext cx="982800" cy="700920"/>
            <a:chOff x="3638539" y="2460619"/>
            <a:chExt cx="982800" cy="70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12FAEA4-B16A-ABEA-198D-FB2E60FE303E}"/>
                    </a:ext>
                  </a:extLst>
                </p14:cNvPr>
                <p14:cNvContentPartPr/>
                <p14:nvPr/>
              </p14:nvContentPartPr>
              <p14:xfrm>
                <a:off x="3681379" y="2640259"/>
                <a:ext cx="34200" cy="369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12FAEA4-B16A-ABEA-198D-FB2E60FE303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670939" y="2629819"/>
                  <a:ext cx="5544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8D5E09B-4C34-3A81-D011-EAC9F34AC522}"/>
                    </a:ext>
                  </a:extLst>
                </p14:cNvPr>
                <p14:cNvContentPartPr/>
                <p14:nvPr/>
              </p14:nvContentPartPr>
              <p14:xfrm>
                <a:off x="3638539" y="2730259"/>
                <a:ext cx="217440" cy="123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8D5E09B-4C34-3A81-D011-EAC9F34AC52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627739" y="2719459"/>
                  <a:ext cx="2386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82C098C-3A90-20CF-3F8F-5C7F89938896}"/>
                    </a:ext>
                  </a:extLst>
                </p14:cNvPr>
                <p14:cNvContentPartPr/>
                <p14:nvPr/>
              </p14:nvContentPartPr>
              <p14:xfrm>
                <a:off x="3805939" y="2624419"/>
                <a:ext cx="372600" cy="537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82C098C-3A90-20CF-3F8F-5C7F8993889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795499" y="2613619"/>
                  <a:ext cx="39384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8077D4D-1A32-E958-6CA2-F62B6F2CD438}"/>
                    </a:ext>
                  </a:extLst>
                </p14:cNvPr>
                <p14:cNvContentPartPr/>
                <p14:nvPr/>
              </p14:nvContentPartPr>
              <p14:xfrm>
                <a:off x="4176739" y="2460619"/>
                <a:ext cx="277920" cy="393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8077D4D-1A32-E958-6CA2-F62B6F2CD43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65939" y="2449819"/>
                  <a:ext cx="29916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58E28A0-D4C7-6CE1-59F8-59D379D4519A}"/>
                    </a:ext>
                  </a:extLst>
                </p14:cNvPr>
                <p14:cNvContentPartPr/>
                <p14:nvPr/>
              </p14:nvContentPartPr>
              <p14:xfrm>
                <a:off x="4405699" y="2530819"/>
                <a:ext cx="215640" cy="63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58E28A0-D4C7-6CE1-59F8-59D379D4519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394899" y="2520019"/>
                  <a:ext cx="236880" cy="8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F2DB6584-EBB4-73F4-067A-FBDC5E454AEE}"/>
                  </a:ext>
                </a:extLst>
              </p14:cNvPr>
              <p14:cNvContentPartPr/>
              <p14:nvPr/>
            </p14:nvContentPartPr>
            <p14:xfrm>
              <a:off x="5258899" y="1747099"/>
              <a:ext cx="255240" cy="7506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F2DB6584-EBB4-73F4-067A-FBDC5E454AE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248099" y="1736299"/>
                <a:ext cx="276480" cy="77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901F275F-C738-D3C1-C253-A117FA68E7B8}"/>
              </a:ext>
            </a:extLst>
          </p:cNvPr>
          <p:cNvGrpSpPr/>
          <p:nvPr/>
        </p:nvGrpSpPr>
        <p:grpSpPr>
          <a:xfrm>
            <a:off x="5931379" y="1632259"/>
            <a:ext cx="963360" cy="639000"/>
            <a:chOff x="5931379" y="1632259"/>
            <a:chExt cx="963360" cy="63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A8F257B-988B-ECDA-0B8C-076BC0CCA165}"/>
                    </a:ext>
                  </a:extLst>
                </p14:cNvPr>
                <p14:cNvContentPartPr/>
                <p14:nvPr/>
              </p14:nvContentPartPr>
              <p14:xfrm>
                <a:off x="5931379" y="1864459"/>
                <a:ext cx="112320" cy="406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A8F257B-988B-ECDA-0B8C-076BC0CCA16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920939" y="1853659"/>
                  <a:ext cx="13356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C7B1051-E11C-DE52-78AD-D3421DA6AEF5}"/>
                    </a:ext>
                  </a:extLst>
                </p14:cNvPr>
                <p14:cNvContentPartPr/>
                <p14:nvPr/>
              </p14:nvContentPartPr>
              <p14:xfrm>
                <a:off x="6067819" y="1806859"/>
                <a:ext cx="281520" cy="193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C7B1051-E11C-DE52-78AD-D3421DA6AEF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057019" y="1796059"/>
                  <a:ext cx="3027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E9E4B1F-3755-7C70-7E30-9B1996F3ACD9}"/>
                    </a:ext>
                  </a:extLst>
                </p14:cNvPr>
                <p14:cNvContentPartPr/>
                <p14:nvPr/>
              </p14:nvContentPartPr>
              <p14:xfrm>
                <a:off x="6323419" y="1632259"/>
                <a:ext cx="272160" cy="391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E9E4B1F-3755-7C70-7E30-9B1996F3ACD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312619" y="1621459"/>
                  <a:ext cx="29340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BF7C5BF-B148-4294-84C3-7C9E271E7604}"/>
                    </a:ext>
                  </a:extLst>
                </p14:cNvPr>
                <p14:cNvContentPartPr/>
                <p14:nvPr/>
              </p14:nvContentPartPr>
              <p14:xfrm>
                <a:off x="6625099" y="1728019"/>
                <a:ext cx="113040" cy="2822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BF7C5BF-B148-4294-84C3-7C9E271E760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614659" y="1717579"/>
                  <a:ext cx="1342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9B085E0-56B3-AB0C-D3E4-DA850A9DD944}"/>
                    </a:ext>
                  </a:extLst>
                </p14:cNvPr>
                <p14:cNvContentPartPr/>
                <p14:nvPr/>
              </p14:nvContentPartPr>
              <p14:xfrm>
                <a:off x="6784219" y="1670779"/>
                <a:ext cx="40320" cy="303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9B085E0-56B3-AB0C-D3E4-DA850A9DD94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773419" y="1659979"/>
                  <a:ext cx="615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9D4BD1D-A69D-E515-01CB-7311119CD10C}"/>
                    </a:ext>
                  </a:extLst>
                </p14:cNvPr>
                <p14:cNvContentPartPr/>
                <p14:nvPr/>
              </p14:nvContentPartPr>
              <p14:xfrm>
                <a:off x="6742099" y="1747819"/>
                <a:ext cx="152640" cy="47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9D4BD1D-A69D-E515-01CB-7311119CD10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731659" y="1737019"/>
                  <a:ext cx="17388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EF6C6AA-59FE-EDFD-0A1B-D0A3CA83D2AB}"/>
              </a:ext>
            </a:extLst>
          </p:cNvPr>
          <p:cNvGrpSpPr/>
          <p:nvPr/>
        </p:nvGrpSpPr>
        <p:grpSpPr>
          <a:xfrm>
            <a:off x="7196779" y="1676539"/>
            <a:ext cx="645120" cy="507600"/>
            <a:chOff x="7196779" y="1676539"/>
            <a:chExt cx="645120" cy="50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EB7BD38-09F2-B9B7-4587-0A03A4355707}"/>
                    </a:ext>
                  </a:extLst>
                </p14:cNvPr>
                <p14:cNvContentPartPr/>
                <p14:nvPr/>
              </p14:nvContentPartPr>
              <p14:xfrm>
                <a:off x="7196779" y="1759699"/>
                <a:ext cx="235800" cy="235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EB7BD38-09F2-B9B7-4587-0A03A435570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185979" y="1748899"/>
                  <a:ext cx="2570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6ED16E4-8D4F-728E-E778-71C501EB797A}"/>
                    </a:ext>
                  </a:extLst>
                </p14:cNvPr>
                <p14:cNvContentPartPr/>
                <p14:nvPr/>
              </p14:nvContentPartPr>
              <p14:xfrm>
                <a:off x="7410259" y="1801819"/>
                <a:ext cx="65880" cy="187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6ED16E4-8D4F-728E-E778-71C501EB797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399819" y="1791019"/>
                  <a:ext cx="871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8E3715C-4721-5686-9DF6-8E548789A2B1}"/>
                    </a:ext>
                  </a:extLst>
                </p14:cNvPr>
                <p14:cNvContentPartPr/>
                <p14:nvPr/>
              </p14:nvContentPartPr>
              <p14:xfrm>
                <a:off x="7494139" y="1676539"/>
                <a:ext cx="23760" cy="25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8E3715C-4721-5686-9DF6-8E548789A2B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483699" y="1665739"/>
                  <a:ext cx="450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B5B143C-4019-8F9E-A04D-89DCD6D2F661}"/>
                    </a:ext>
                  </a:extLst>
                </p14:cNvPr>
                <p14:cNvContentPartPr/>
                <p14:nvPr/>
              </p14:nvContentPartPr>
              <p14:xfrm>
                <a:off x="7569739" y="1699219"/>
                <a:ext cx="272160" cy="484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B5B143C-4019-8F9E-A04D-89DCD6D2F66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559299" y="1688779"/>
                  <a:ext cx="293400" cy="50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DB17DAA-18FD-F7FA-1809-B6F3A506E41A}"/>
              </a:ext>
            </a:extLst>
          </p:cNvPr>
          <p:cNvGrpSpPr/>
          <p:nvPr/>
        </p:nvGrpSpPr>
        <p:grpSpPr>
          <a:xfrm>
            <a:off x="8276419" y="1596259"/>
            <a:ext cx="422280" cy="352080"/>
            <a:chOff x="8276419" y="1596259"/>
            <a:chExt cx="42228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90BD95E-99C8-7A9A-1688-9922B48346FC}"/>
                    </a:ext>
                  </a:extLst>
                </p14:cNvPr>
                <p14:cNvContentPartPr/>
                <p14:nvPr/>
              </p14:nvContentPartPr>
              <p14:xfrm>
                <a:off x="8276419" y="1596259"/>
                <a:ext cx="15840" cy="3445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90BD95E-99C8-7A9A-1688-9922B48346F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265619" y="1585459"/>
                  <a:ext cx="3708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B44C840-953A-AB7A-82B0-C525448C6CA5}"/>
                    </a:ext>
                  </a:extLst>
                </p14:cNvPr>
                <p14:cNvContentPartPr/>
                <p14:nvPr/>
              </p14:nvContentPartPr>
              <p14:xfrm>
                <a:off x="8325019" y="1674019"/>
                <a:ext cx="101520" cy="274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B44C840-953A-AB7A-82B0-C525448C6CA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314579" y="1663579"/>
                  <a:ext cx="1227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E2CD9EC-FF3B-840F-962C-0DF0777994B9}"/>
                    </a:ext>
                  </a:extLst>
                </p14:cNvPr>
                <p14:cNvContentPartPr/>
                <p14:nvPr/>
              </p14:nvContentPartPr>
              <p14:xfrm>
                <a:off x="8408899" y="1681219"/>
                <a:ext cx="147960" cy="1969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E2CD9EC-FF3B-840F-962C-0DF0777994B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98459" y="1670419"/>
                  <a:ext cx="1692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A4B68C5-2AFB-2096-BBB3-8B9C32194C8D}"/>
                    </a:ext>
                  </a:extLst>
                </p14:cNvPr>
                <p14:cNvContentPartPr/>
                <p14:nvPr/>
              </p14:nvContentPartPr>
              <p14:xfrm>
                <a:off x="8512939" y="1694179"/>
                <a:ext cx="185760" cy="222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A4B68C5-2AFB-2096-BBB3-8B9C32194C8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502139" y="1683379"/>
                  <a:ext cx="20700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B12497A2-A7B0-494C-A0DA-C7762852309B}"/>
              </a:ext>
            </a:extLst>
          </p:cNvPr>
          <p:cNvGrpSpPr/>
          <p:nvPr/>
        </p:nvGrpSpPr>
        <p:grpSpPr>
          <a:xfrm>
            <a:off x="9009739" y="1561339"/>
            <a:ext cx="1020600" cy="330840"/>
            <a:chOff x="9009739" y="1561339"/>
            <a:chExt cx="1020600" cy="33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77BEC91-B232-3134-2FD6-2B42667E57F7}"/>
                    </a:ext>
                  </a:extLst>
                </p14:cNvPr>
                <p14:cNvContentPartPr/>
                <p14:nvPr/>
              </p14:nvContentPartPr>
              <p14:xfrm>
                <a:off x="9009739" y="1667179"/>
                <a:ext cx="244800" cy="225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77BEC91-B232-3134-2FD6-2B42667E57F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999299" y="1656379"/>
                  <a:ext cx="2660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56B90FB-34D2-BEBE-6314-F398C1B0C579}"/>
                    </a:ext>
                  </a:extLst>
                </p14:cNvPr>
                <p14:cNvContentPartPr/>
                <p14:nvPr/>
              </p14:nvContentPartPr>
              <p14:xfrm>
                <a:off x="9318619" y="1561339"/>
                <a:ext cx="11160" cy="3078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56B90FB-34D2-BEBE-6314-F398C1B0C57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308179" y="1550899"/>
                  <a:ext cx="324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20C5F65-341B-D8D8-85CB-2E10DCB7F5F7}"/>
                    </a:ext>
                  </a:extLst>
                </p14:cNvPr>
                <p14:cNvContentPartPr/>
                <p14:nvPr/>
              </p14:nvContentPartPr>
              <p14:xfrm>
                <a:off x="9363979" y="1680139"/>
                <a:ext cx="157320" cy="1900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20C5F65-341B-D8D8-85CB-2E10DCB7F5F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353179" y="1669339"/>
                  <a:ext cx="1785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20AC24C-1302-811F-E17C-87497166B435}"/>
                    </a:ext>
                  </a:extLst>
                </p14:cNvPr>
                <p14:cNvContentPartPr/>
                <p14:nvPr/>
              </p14:nvContentPartPr>
              <p14:xfrm>
                <a:off x="9534619" y="1635499"/>
                <a:ext cx="193320" cy="187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20AC24C-1302-811F-E17C-87497166B43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524179" y="1624699"/>
                  <a:ext cx="2145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F46DD4A-FFD7-CD08-1412-9CE8A2BADEDE}"/>
                    </a:ext>
                  </a:extLst>
                </p14:cNvPr>
                <p14:cNvContentPartPr/>
                <p14:nvPr/>
              </p14:nvContentPartPr>
              <p14:xfrm>
                <a:off x="9783379" y="1653499"/>
                <a:ext cx="84960" cy="185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F46DD4A-FFD7-CD08-1412-9CE8A2BADED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772579" y="1643059"/>
                  <a:ext cx="1062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14A8DE4-CB99-E9F3-7C70-E1902B975127}"/>
                    </a:ext>
                  </a:extLst>
                </p14:cNvPr>
                <p14:cNvContentPartPr/>
                <p14:nvPr/>
              </p14:nvContentPartPr>
              <p14:xfrm>
                <a:off x="9938539" y="1578259"/>
                <a:ext cx="91800" cy="310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14A8DE4-CB99-E9F3-7C70-E1902B97512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927739" y="1567459"/>
                  <a:ext cx="113040" cy="33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7763D29-8385-15EF-9BAF-9B4B27E80AC8}"/>
              </a:ext>
            </a:extLst>
          </p:cNvPr>
          <p:cNvGrpSpPr/>
          <p:nvPr/>
        </p:nvGrpSpPr>
        <p:grpSpPr>
          <a:xfrm>
            <a:off x="5740939" y="3200059"/>
            <a:ext cx="280800" cy="286920"/>
            <a:chOff x="5740939" y="3200059"/>
            <a:chExt cx="280800" cy="28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FFB277E-2366-3E7E-064A-125BB8F08766}"/>
                    </a:ext>
                  </a:extLst>
                </p14:cNvPr>
                <p14:cNvContentPartPr/>
                <p14:nvPr/>
              </p14:nvContentPartPr>
              <p14:xfrm>
                <a:off x="5740939" y="3200059"/>
                <a:ext cx="141480" cy="276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FFB277E-2366-3E7E-064A-125BB8F0876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730499" y="3189619"/>
                  <a:ext cx="1627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8B569F6-3BA4-4BB9-2588-FDE819F8B1F2}"/>
                    </a:ext>
                  </a:extLst>
                </p14:cNvPr>
                <p14:cNvContentPartPr/>
                <p14:nvPr/>
              </p14:nvContentPartPr>
              <p14:xfrm>
                <a:off x="5973139" y="3460339"/>
                <a:ext cx="48600" cy="26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8B569F6-3BA4-4BB9-2588-FDE819F8B1F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962699" y="3449539"/>
                  <a:ext cx="6984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865C0CD3-7CB5-6244-4B0E-9E6EB4FB748D}"/>
              </a:ext>
            </a:extLst>
          </p:cNvPr>
          <p:cNvGrpSpPr/>
          <p:nvPr/>
        </p:nvGrpSpPr>
        <p:grpSpPr>
          <a:xfrm>
            <a:off x="6251059" y="3025819"/>
            <a:ext cx="735840" cy="420120"/>
            <a:chOff x="6251059" y="3025819"/>
            <a:chExt cx="735840" cy="42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F306061-EC5D-C75A-0051-5C659A81F840}"/>
                    </a:ext>
                  </a:extLst>
                </p14:cNvPr>
                <p14:cNvContentPartPr/>
                <p14:nvPr/>
              </p14:nvContentPartPr>
              <p14:xfrm>
                <a:off x="6251059" y="3025819"/>
                <a:ext cx="395280" cy="420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F306061-EC5D-C75A-0051-5C659A81F84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240259" y="3015379"/>
                  <a:ext cx="41652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DF68906-370A-C52D-F8CD-1D0DB91645D4}"/>
                    </a:ext>
                  </a:extLst>
                </p14:cNvPr>
                <p14:cNvContentPartPr/>
                <p14:nvPr/>
              </p14:nvContentPartPr>
              <p14:xfrm>
                <a:off x="6689899" y="3125899"/>
                <a:ext cx="297000" cy="255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DF68906-370A-C52D-F8CD-1D0DB91645D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679459" y="3115459"/>
                  <a:ext cx="3182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53925D1-027D-95FC-895F-C3B62105C681}"/>
                    </a:ext>
                  </a:extLst>
                </p14:cNvPr>
                <p14:cNvContentPartPr/>
                <p14:nvPr/>
              </p14:nvContentPartPr>
              <p14:xfrm>
                <a:off x="6661819" y="3366019"/>
                <a:ext cx="1800" cy="43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53925D1-027D-95FC-895F-C3B62105C68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651019" y="3355579"/>
                  <a:ext cx="230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644F35B-C722-9336-DE5B-6DCB9ACCC41B}"/>
                    </a:ext>
                  </a:extLst>
                </p14:cNvPr>
                <p14:cNvContentPartPr/>
                <p14:nvPr/>
              </p14:nvContentPartPr>
              <p14:xfrm>
                <a:off x="6638779" y="3399139"/>
                <a:ext cx="15480" cy="133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644F35B-C722-9336-DE5B-6DCB9ACCC41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627979" y="3388339"/>
                  <a:ext cx="3672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675B3FA-26B0-CBFC-DCC0-6EE1CFB98CF6}"/>
              </a:ext>
            </a:extLst>
          </p:cNvPr>
          <p:cNvGrpSpPr/>
          <p:nvPr/>
        </p:nvGrpSpPr>
        <p:grpSpPr>
          <a:xfrm>
            <a:off x="5765059" y="3874339"/>
            <a:ext cx="364320" cy="330120"/>
            <a:chOff x="5765059" y="3874339"/>
            <a:chExt cx="364320" cy="3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3A4AC50-0909-812D-EDEE-28F40AEC0610}"/>
                    </a:ext>
                  </a:extLst>
                </p14:cNvPr>
                <p14:cNvContentPartPr/>
                <p14:nvPr/>
              </p14:nvContentPartPr>
              <p14:xfrm>
                <a:off x="5765059" y="3874339"/>
                <a:ext cx="217800" cy="330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3A4AC50-0909-812D-EDEE-28F40AEC061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754619" y="3863539"/>
                  <a:ext cx="23904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69D9490-B172-0888-75A9-224FBF900A35}"/>
                    </a:ext>
                  </a:extLst>
                </p14:cNvPr>
                <p14:cNvContentPartPr/>
                <p14:nvPr/>
              </p14:nvContentPartPr>
              <p14:xfrm>
                <a:off x="6114259" y="4122019"/>
                <a:ext cx="15120" cy="12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69D9490-B172-0888-75A9-224FBF900A3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103819" y="4111579"/>
                  <a:ext cx="3636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43ECF9D-848C-265D-1AC8-9B9CEB3AB078}"/>
              </a:ext>
            </a:extLst>
          </p:cNvPr>
          <p:cNvGrpSpPr/>
          <p:nvPr/>
        </p:nvGrpSpPr>
        <p:grpSpPr>
          <a:xfrm>
            <a:off x="6433579" y="3815299"/>
            <a:ext cx="1076040" cy="505800"/>
            <a:chOff x="6433579" y="3815299"/>
            <a:chExt cx="1076040" cy="50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F2A0783-9C59-169F-AEDA-F9426DC9652F}"/>
                    </a:ext>
                  </a:extLst>
                </p14:cNvPr>
                <p14:cNvContentPartPr/>
                <p14:nvPr/>
              </p14:nvContentPartPr>
              <p14:xfrm>
                <a:off x="6470299" y="3815299"/>
                <a:ext cx="88200" cy="505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F2A0783-9C59-169F-AEDA-F9426DC9652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459499" y="3804499"/>
                  <a:ext cx="10944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8DA8AE1-BE8C-9407-7B5A-E996F4A89180}"/>
                    </a:ext>
                  </a:extLst>
                </p14:cNvPr>
                <p14:cNvContentPartPr/>
                <p14:nvPr/>
              </p14:nvContentPartPr>
              <p14:xfrm>
                <a:off x="6433579" y="4001059"/>
                <a:ext cx="181080" cy="91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8DA8AE1-BE8C-9407-7B5A-E996F4A8918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422779" y="3990619"/>
                  <a:ext cx="2023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7C2FB16-79F4-6633-3785-18C1F626E5F7}"/>
                    </a:ext>
                  </a:extLst>
                </p14:cNvPr>
                <p14:cNvContentPartPr/>
                <p14:nvPr/>
              </p14:nvContentPartPr>
              <p14:xfrm>
                <a:off x="6638059" y="3965779"/>
                <a:ext cx="192600" cy="1764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7C2FB16-79F4-6633-3785-18C1F626E5F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627259" y="3954979"/>
                  <a:ext cx="2138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6011AAC-E3F8-9D60-9568-CC06767B23B3}"/>
                    </a:ext>
                  </a:extLst>
                </p14:cNvPr>
                <p14:cNvContentPartPr/>
                <p14:nvPr/>
              </p14:nvContentPartPr>
              <p14:xfrm>
                <a:off x="6840019" y="3874339"/>
                <a:ext cx="203040" cy="247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6011AAC-E3F8-9D60-9568-CC06767B23B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829579" y="3863899"/>
                  <a:ext cx="2242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47335E2-F707-CB07-7CA8-3BDCDE631EC6}"/>
                    </a:ext>
                  </a:extLst>
                </p14:cNvPr>
                <p14:cNvContentPartPr/>
                <p14:nvPr/>
              </p14:nvContentPartPr>
              <p14:xfrm>
                <a:off x="6986179" y="3947779"/>
                <a:ext cx="115560" cy="266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47335E2-F707-CB07-7CA8-3BDCDE631EC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975379" y="3936979"/>
                  <a:ext cx="1368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C97AE08-1AB3-7621-8996-4EE502C0BB4B}"/>
                    </a:ext>
                  </a:extLst>
                </p14:cNvPr>
                <p14:cNvContentPartPr/>
                <p14:nvPr/>
              </p14:nvContentPartPr>
              <p14:xfrm>
                <a:off x="7124419" y="3894859"/>
                <a:ext cx="385200" cy="2041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C97AE08-1AB3-7621-8996-4EE502C0BB4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113619" y="3884419"/>
                  <a:ext cx="40644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E7B458C-8C08-0C1E-08C2-62F24BC2A338}"/>
              </a:ext>
            </a:extLst>
          </p:cNvPr>
          <p:cNvGrpSpPr/>
          <p:nvPr/>
        </p:nvGrpSpPr>
        <p:grpSpPr>
          <a:xfrm>
            <a:off x="7826779" y="3715579"/>
            <a:ext cx="1296720" cy="378720"/>
            <a:chOff x="7826779" y="3715579"/>
            <a:chExt cx="1296720" cy="37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21CBFA3-DE56-90AB-79D6-AC554E2285C5}"/>
                    </a:ext>
                  </a:extLst>
                </p14:cNvPr>
                <p14:cNvContentPartPr/>
                <p14:nvPr/>
              </p14:nvContentPartPr>
              <p14:xfrm>
                <a:off x="7826779" y="3795859"/>
                <a:ext cx="106560" cy="298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21CBFA3-DE56-90AB-79D6-AC554E2285C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815979" y="3785419"/>
                  <a:ext cx="1278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B809CF8-6ED6-AFC8-6F04-EF10731D96A9}"/>
                    </a:ext>
                  </a:extLst>
                </p14:cNvPr>
                <p14:cNvContentPartPr/>
                <p14:nvPr/>
              </p14:nvContentPartPr>
              <p14:xfrm>
                <a:off x="7906339" y="3803419"/>
                <a:ext cx="226440" cy="279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B809CF8-6ED6-AFC8-6F04-EF10731D96A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895899" y="3792979"/>
                  <a:ext cx="2476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8328C86-E19A-8BA3-7573-FE4FC9F2F941}"/>
                    </a:ext>
                  </a:extLst>
                </p14:cNvPr>
                <p14:cNvContentPartPr/>
                <p14:nvPr/>
              </p14:nvContentPartPr>
              <p14:xfrm>
                <a:off x="8128099" y="3715579"/>
                <a:ext cx="18720" cy="371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8328C86-E19A-8BA3-7573-FE4FC9F2F94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117659" y="3705139"/>
                  <a:ext cx="3996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E8F4333-178E-6DB7-76FE-5B5D6632195E}"/>
                    </a:ext>
                  </a:extLst>
                </p14:cNvPr>
                <p14:cNvContentPartPr/>
                <p14:nvPr/>
              </p14:nvContentPartPr>
              <p14:xfrm>
                <a:off x="8210539" y="3815659"/>
                <a:ext cx="208800" cy="186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E8F4333-178E-6DB7-76FE-5B5D6632195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200099" y="3804859"/>
                  <a:ext cx="2300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E4B89EE-0C26-30CB-4DD2-3A9719D05E10}"/>
                    </a:ext>
                  </a:extLst>
                </p14:cNvPr>
                <p14:cNvContentPartPr/>
                <p14:nvPr/>
              </p14:nvContentPartPr>
              <p14:xfrm>
                <a:off x="8422939" y="3795139"/>
                <a:ext cx="229320" cy="2642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E4B89EE-0C26-30CB-4DD2-3A9719D05E1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412499" y="3784699"/>
                  <a:ext cx="250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81127D8-1659-48A0-2EBA-4D12995EDDEF}"/>
                    </a:ext>
                  </a:extLst>
                </p14:cNvPr>
                <p14:cNvContentPartPr/>
                <p14:nvPr/>
              </p14:nvContentPartPr>
              <p14:xfrm>
                <a:off x="8636419" y="3848779"/>
                <a:ext cx="117360" cy="17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81127D8-1659-48A0-2EBA-4D12995EDDE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625979" y="3838339"/>
                  <a:ext cx="1386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745FB47-3565-291F-D2D2-E8BD2ACC289C}"/>
                    </a:ext>
                  </a:extLst>
                </p14:cNvPr>
                <p14:cNvContentPartPr/>
                <p14:nvPr/>
              </p14:nvContentPartPr>
              <p14:xfrm>
                <a:off x="8791579" y="3831499"/>
                <a:ext cx="37440" cy="191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745FB47-3565-291F-D2D2-E8BD2ACC289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780779" y="3821059"/>
                  <a:ext cx="586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C727F79-7F14-D14C-C6D0-FE249BE1AB46}"/>
                    </a:ext>
                  </a:extLst>
                </p14:cNvPr>
                <p14:cNvContentPartPr/>
                <p14:nvPr/>
              </p14:nvContentPartPr>
              <p14:xfrm>
                <a:off x="8825779" y="3763099"/>
                <a:ext cx="16200" cy="165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C727F79-7F14-D14C-C6D0-FE249BE1AB4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814979" y="3752299"/>
                  <a:ext cx="37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C44C6A0-67B2-35B2-DB43-66576DA701FE}"/>
                    </a:ext>
                  </a:extLst>
                </p14:cNvPr>
                <p14:cNvContentPartPr/>
                <p14:nvPr/>
              </p14:nvContentPartPr>
              <p14:xfrm>
                <a:off x="8886259" y="3878299"/>
                <a:ext cx="63720" cy="181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C44C6A0-67B2-35B2-DB43-66576DA701F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875459" y="3867859"/>
                  <a:ext cx="849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0E91299-1575-2DAF-3953-0B31734C027A}"/>
                    </a:ext>
                  </a:extLst>
                </p14:cNvPr>
                <p14:cNvContentPartPr/>
                <p14:nvPr/>
              </p14:nvContentPartPr>
              <p14:xfrm>
                <a:off x="9029179" y="3902779"/>
                <a:ext cx="94320" cy="1094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0E91299-1575-2DAF-3953-0B31734C027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018739" y="3892339"/>
                  <a:ext cx="11556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957D918-C939-C8CE-FC5B-97F272B28FB7}"/>
              </a:ext>
            </a:extLst>
          </p:cNvPr>
          <p:cNvGrpSpPr/>
          <p:nvPr/>
        </p:nvGrpSpPr>
        <p:grpSpPr>
          <a:xfrm>
            <a:off x="5833819" y="2704699"/>
            <a:ext cx="217800" cy="142920"/>
            <a:chOff x="5833819" y="2704699"/>
            <a:chExt cx="217800" cy="14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A4B1B91-E23D-1E54-411A-6017B611F00D}"/>
                    </a:ext>
                  </a:extLst>
                </p14:cNvPr>
                <p14:cNvContentPartPr/>
                <p14:nvPr/>
              </p14:nvContentPartPr>
              <p14:xfrm>
                <a:off x="5833819" y="2704699"/>
                <a:ext cx="99000" cy="1260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A4B1B91-E23D-1E54-411A-6017B611F00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823379" y="2693899"/>
                  <a:ext cx="1202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6C72E98-0DE8-2ADC-05B9-D569532BB73C}"/>
                    </a:ext>
                  </a:extLst>
                </p14:cNvPr>
                <p14:cNvContentPartPr/>
                <p14:nvPr/>
              </p14:nvContentPartPr>
              <p14:xfrm>
                <a:off x="6039379" y="2843659"/>
                <a:ext cx="12240" cy="39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6C72E98-0DE8-2ADC-05B9-D569532BB73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028939" y="2832859"/>
                  <a:ext cx="3348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4542651F-1849-47BF-C65E-6E0C98BB3EDF}"/>
              </a:ext>
            </a:extLst>
          </p:cNvPr>
          <p:cNvGrpSpPr/>
          <p:nvPr/>
        </p:nvGrpSpPr>
        <p:grpSpPr>
          <a:xfrm>
            <a:off x="6290299" y="2500939"/>
            <a:ext cx="657720" cy="334800"/>
            <a:chOff x="6290299" y="2500939"/>
            <a:chExt cx="65772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20DC0A4-8BCB-092A-18B1-E2DFCED2BAD1}"/>
                    </a:ext>
                  </a:extLst>
                </p14:cNvPr>
                <p14:cNvContentPartPr/>
                <p14:nvPr/>
              </p14:nvContentPartPr>
              <p14:xfrm>
                <a:off x="6290299" y="2500939"/>
                <a:ext cx="168840" cy="3322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20DC0A4-8BCB-092A-18B1-E2DFCED2BAD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279859" y="2490139"/>
                  <a:ext cx="19008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24A628F-E80B-373E-CAA7-CCC833651898}"/>
                    </a:ext>
                  </a:extLst>
                </p14:cNvPr>
                <p14:cNvContentPartPr/>
                <p14:nvPr/>
              </p14:nvContentPartPr>
              <p14:xfrm>
                <a:off x="6492259" y="2558899"/>
                <a:ext cx="212040" cy="2768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24A628F-E80B-373E-CAA7-CCC83365189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481819" y="2548459"/>
                  <a:ext cx="2332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D065BFA-8F8E-A481-1A05-EA6E65433FD9}"/>
                    </a:ext>
                  </a:extLst>
                </p14:cNvPr>
                <p14:cNvContentPartPr/>
                <p14:nvPr/>
              </p14:nvContentPartPr>
              <p14:xfrm>
                <a:off x="6638779" y="2645299"/>
                <a:ext cx="116280" cy="69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D065BFA-8F8E-A481-1A05-EA6E65433FD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628339" y="2634499"/>
                  <a:ext cx="1375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DC8CC3E-004E-761D-D6AD-3CA32D83F73C}"/>
                    </a:ext>
                  </a:extLst>
                </p14:cNvPr>
                <p14:cNvContentPartPr/>
                <p14:nvPr/>
              </p14:nvContentPartPr>
              <p14:xfrm>
                <a:off x="6782059" y="2640979"/>
                <a:ext cx="165960" cy="168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DC8CC3E-004E-761D-D6AD-3CA32D83F73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771259" y="2630179"/>
                  <a:ext cx="18720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1643B42-CE02-C067-BA24-859176C35A87}"/>
              </a:ext>
            </a:extLst>
          </p:cNvPr>
          <p:cNvGrpSpPr/>
          <p:nvPr/>
        </p:nvGrpSpPr>
        <p:grpSpPr>
          <a:xfrm>
            <a:off x="7304779" y="2383939"/>
            <a:ext cx="1044360" cy="507960"/>
            <a:chOff x="7304779" y="2383939"/>
            <a:chExt cx="1044360" cy="50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8E27C7B-E6C9-718C-7A92-03A7975C84FD}"/>
                    </a:ext>
                  </a:extLst>
                </p14:cNvPr>
                <p14:cNvContentPartPr/>
                <p14:nvPr/>
              </p14:nvContentPartPr>
              <p14:xfrm>
                <a:off x="7304779" y="2561059"/>
                <a:ext cx="175680" cy="1972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8E27C7B-E6C9-718C-7A92-03A7975C84F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294339" y="2550259"/>
                  <a:ext cx="1969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9F59676-8860-6F44-2C78-52D0066048D5}"/>
                    </a:ext>
                  </a:extLst>
                </p14:cNvPr>
                <p14:cNvContentPartPr/>
                <p14:nvPr/>
              </p14:nvContentPartPr>
              <p14:xfrm>
                <a:off x="7477219" y="2383939"/>
                <a:ext cx="48960" cy="347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9F59676-8860-6F44-2C78-52D0066048D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466419" y="2373499"/>
                  <a:ext cx="702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229572E-EBB3-6528-9D64-BEB349DC308B}"/>
                    </a:ext>
                  </a:extLst>
                </p14:cNvPr>
                <p14:cNvContentPartPr/>
                <p14:nvPr/>
              </p14:nvContentPartPr>
              <p14:xfrm>
                <a:off x="7534459" y="2485099"/>
                <a:ext cx="516600" cy="2282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229572E-EBB3-6528-9D64-BEB349DC308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523659" y="2474659"/>
                  <a:ext cx="5378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FE1F11D-25F1-E54F-E0C6-24D78ADE27B2}"/>
                    </a:ext>
                  </a:extLst>
                </p14:cNvPr>
                <p14:cNvContentPartPr/>
                <p14:nvPr/>
              </p14:nvContentPartPr>
              <p14:xfrm>
                <a:off x="7984099" y="2459539"/>
                <a:ext cx="33480" cy="406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FE1F11D-25F1-E54F-E0C6-24D78ADE27B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973659" y="2449099"/>
                  <a:ext cx="547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21FBCA3-1180-7971-4314-25BEA5419A87}"/>
                    </a:ext>
                  </a:extLst>
                </p14:cNvPr>
                <p14:cNvContentPartPr/>
                <p14:nvPr/>
              </p14:nvContentPartPr>
              <p14:xfrm>
                <a:off x="8065819" y="2539819"/>
                <a:ext cx="283320" cy="3520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21FBCA3-1180-7971-4314-25BEA5419A8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055379" y="2529019"/>
                  <a:ext cx="304560" cy="37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B2F8D8DC-0EB4-1ABA-E018-BEEE26C021C5}"/>
              </a:ext>
            </a:extLst>
          </p:cNvPr>
          <p:cNvGrpSpPr/>
          <p:nvPr/>
        </p:nvGrpSpPr>
        <p:grpSpPr>
          <a:xfrm>
            <a:off x="5819419" y="4664179"/>
            <a:ext cx="358560" cy="348480"/>
            <a:chOff x="5819419" y="4664179"/>
            <a:chExt cx="358560" cy="34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C06E7EB-FCB2-5A90-7A3C-3FEF46B12A6B}"/>
                    </a:ext>
                  </a:extLst>
                </p14:cNvPr>
                <p14:cNvContentPartPr/>
                <p14:nvPr/>
              </p14:nvContentPartPr>
              <p14:xfrm>
                <a:off x="5819419" y="4664179"/>
                <a:ext cx="157680" cy="3484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C06E7EB-FCB2-5A90-7A3C-3FEF46B12A6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808979" y="4653379"/>
                  <a:ext cx="1789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DAA7D7D-397D-A979-E60B-041E009B16AC}"/>
                    </a:ext>
                  </a:extLst>
                </p14:cNvPr>
                <p14:cNvContentPartPr/>
                <p14:nvPr/>
              </p14:nvContentPartPr>
              <p14:xfrm>
                <a:off x="6152419" y="4881259"/>
                <a:ext cx="25560" cy="39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DAA7D7D-397D-A979-E60B-041E009B16A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141619" y="4870459"/>
                  <a:ext cx="4680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3EDEC339-2D16-81A5-C3C6-9A290A083FAE}"/>
              </a:ext>
            </a:extLst>
          </p:cNvPr>
          <p:cNvGrpSpPr/>
          <p:nvPr/>
        </p:nvGrpSpPr>
        <p:grpSpPr>
          <a:xfrm>
            <a:off x="6495859" y="4447819"/>
            <a:ext cx="872640" cy="470520"/>
            <a:chOff x="6495859" y="4447819"/>
            <a:chExt cx="872640" cy="47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1D5F6C2-FCB2-9FF9-016C-EAE58992FC8C}"/>
                    </a:ext>
                  </a:extLst>
                </p14:cNvPr>
                <p14:cNvContentPartPr/>
                <p14:nvPr/>
              </p14:nvContentPartPr>
              <p14:xfrm>
                <a:off x="6495859" y="4654459"/>
                <a:ext cx="314280" cy="2638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1D5F6C2-FCB2-9FF9-016C-EAE58992FC8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485419" y="4643659"/>
                  <a:ext cx="3355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F587A66-9770-9361-3BB7-58F39B3380C4}"/>
                    </a:ext>
                  </a:extLst>
                </p14:cNvPr>
                <p14:cNvContentPartPr/>
                <p14:nvPr/>
              </p14:nvContentPartPr>
              <p14:xfrm>
                <a:off x="6923179" y="4462579"/>
                <a:ext cx="180360" cy="4197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F587A66-9770-9361-3BB7-58F39B3380C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912379" y="4452139"/>
                  <a:ext cx="20160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57BD9E2-2DED-64E6-7725-FE58EDB7252D}"/>
                    </a:ext>
                  </a:extLst>
                </p14:cNvPr>
                <p14:cNvContentPartPr/>
                <p14:nvPr/>
              </p14:nvContentPartPr>
              <p14:xfrm>
                <a:off x="7110739" y="4447819"/>
                <a:ext cx="257760" cy="4136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57BD9E2-2DED-64E6-7725-FE58EDB725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099939" y="4437379"/>
                  <a:ext cx="279000" cy="43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A7B572D8-A41F-73BE-5E37-223687129025}"/>
              </a:ext>
            </a:extLst>
          </p:cNvPr>
          <p:cNvGrpSpPr/>
          <p:nvPr/>
        </p:nvGrpSpPr>
        <p:grpSpPr>
          <a:xfrm>
            <a:off x="7757299" y="4389859"/>
            <a:ext cx="1587600" cy="417960"/>
            <a:chOff x="7757299" y="4389859"/>
            <a:chExt cx="1587600" cy="41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814D1CC-3851-736C-3E99-E12E53735BDD}"/>
                    </a:ext>
                  </a:extLst>
                </p14:cNvPr>
                <p14:cNvContentPartPr/>
                <p14:nvPr/>
              </p14:nvContentPartPr>
              <p14:xfrm>
                <a:off x="7757299" y="4479859"/>
                <a:ext cx="93960" cy="3009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814D1CC-3851-736C-3E99-E12E53735BD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746859" y="4469059"/>
                  <a:ext cx="1152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E277F03-1781-C640-CCD9-8E0B0BF638ED}"/>
                    </a:ext>
                  </a:extLst>
                </p14:cNvPr>
                <p14:cNvContentPartPr/>
                <p14:nvPr/>
              </p14:nvContentPartPr>
              <p14:xfrm>
                <a:off x="7897699" y="4494259"/>
                <a:ext cx="231480" cy="2322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E277F03-1781-C640-CCD9-8E0B0BF638E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886899" y="4483459"/>
                  <a:ext cx="2527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C33F020-3571-5C38-2793-0C009F82F7EA}"/>
                    </a:ext>
                  </a:extLst>
                </p14:cNvPr>
                <p14:cNvContentPartPr/>
                <p14:nvPr/>
              </p14:nvContentPartPr>
              <p14:xfrm>
                <a:off x="8125939" y="4389859"/>
                <a:ext cx="69840" cy="4179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C33F020-3571-5C38-2793-0C009F82F7E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115499" y="4379059"/>
                  <a:ext cx="9108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7C391FA-7F09-C7EA-82CA-22B47F3C0930}"/>
                    </a:ext>
                  </a:extLst>
                </p14:cNvPr>
                <p14:cNvContentPartPr/>
                <p14:nvPr/>
              </p14:nvContentPartPr>
              <p14:xfrm>
                <a:off x="8254459" y="4539259"/>
                <a:ext cx="233640" cy="2203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7C391FA-7F09-C7EA-82CA-22B47F3C093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244019" y="4528459"/>
                  <a:ext cx="2548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F3721A2-92BA-D69A-8BA3-2DDB029E85B6}"/>
                    </a:ext>
                  </a:extLst>
                </p14:cNvPr>
                <p14:cNvContentPartPr/>
                <p14:nvPr/>
              </p14:nvContentPartPr>
              <p14:xfrm>
                <a:off x="8488459" y="4511899"/>
                <a:ext cx="151200" cy="2124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F3721A2-92BA-D69A-8BA3-2DDB029E85B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477659" y="4501099"/>
                  <a:ext cx="172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25FA960-CBCA-EC8E-065B-E107676C5987}"/>
                    </a:ext>
                  </a:extLst>
                </p14:cNvPr>
                <p14:cNvContentPartPr/>
                <p14:nvPr/>
              </p14:nvContentPartPr>
              <p14:xfrm>
                <a:off x="8645779" y="4549339"/>
                <a:ext cx="37080" cy="2491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25FA960-CBCA-EC8E-065B-E107676C598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635339" y="4538899"/>
                  <a:ext cx="583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D8CFCF7-E246-2920-BA01-7C4F132AB6B2}"/>
                    </a:ext>
                  </a:extLst>
                </p14:cNvPr>
                <p14:cNvContentPartPr/>
                <p14:nvPr/>
              </p14:nvContentPartPr>
              <p14:xfrm>
                <a:off x="8699779" y="4522339"/>
                <a:ext cx="50760" cy="608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D8CFCF7-E246-2920-BA01-7C4F132AB6B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689339" y="4511539"/>
                  <a:ext cx="720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ACD41D6-F867-ECFD-40C7-7F7FA770D914}"/>
                    </a:ext>
                  </a:extLst>
                </p14:cNvPr>
                <p14:cNvContentPartPr/>
                <p14:nvPr/>
              </p14:nvContentPartPr>
              <p14:xfrm>
                <a:off x="8730019" y="4549699"/>
                <a:ext cx="46440" cy="172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ACD41D6-F867-ECFD-40C7-7F7FA770D91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719579" y="4539259"/>
                  <a:ext cx="676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D27ED31-48C2-F53B-0D70-90509DB84439}"/>
                    </a:ext>
                  </a:extLst>
                </p14:cNvPr>
                <p14:cNvContentPartPr/>
                <p14:nvPr/>
              </p14:nvContentPartPr>
              <p14:xfrm>
                <a:off x="8576659" y="4561939"/>
                <a:ext cx="228600" cy="579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D27ED31-48C2-F53B-0D70-90509DB8443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565859" y="4551139"/>
                  <a:ext cx="2498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152BBFD-60F6-E950-78AD-92AD6E51A030}"/>
                    </a:ext>
                  </a:extLst>
                </p14:cNvPr>
                <p14:cNvContentPartPr/>
                <p14:nvPr/>
              </p14:nvContentPartPr>
              <p14:xfrm>
                <a:off x="8797339" y="4543579"/>
                <a:ext cx="11520" cy="2570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152BBFD-60F6-E950-78AD-92AD6E51A03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786539" y="4532779"/>
                  <a:ext cx="327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95DB700-F963-ACAD-1AD9-AC9C391A9F67}"/>
                    </a:ext>
                  </a:extLst>
                </p14:cNvPr>
                <p14:cNvContentPartPr/>
                <p14:nvPr/>
              </p14:nvContentPartPr>
              <p14:xfrm>
                <a:off x="8854219" y="4527739"/>
                <a:ext cx="14400" cy="126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95DB700-F963-ACAD-1AD9-AC9C391A9F6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843779" y="4517299"/>
                  <a:ext cx="356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2356556-BD8A-145E-10C9-FF95222B2A51}"/>
                    </a:ext>
                  </a:extLst>
                </p14:cNvPr>
                <p14:cNvContentPartPr/>
                <p14:nvPr/>
              </p14:nvContentPartPr>
              <p14:xfrm>
                <a:off x="8918659" y="4579939"/>
                <a:ext cx="63360" cy="164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2356556-BD8A-145E-10C9-FF95222B2A5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907859" y="4569139"/>
                  <a:ext cx="846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D097BC2-1F69-905D-64D7-596B3594A001}"/>
                    </a:ext>
                  </a:extLst>
                </p14:cNvPr>
                <p14:cNvContentPartPr/>
                <p14:nvPr/>
              </p14:nvContentPartPr>
              <p14:xfrm>
                <a:off x="9039619" y="4605499"/>
                <a:ext cx="305280" cy="1238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D097BC2-1F69-905D-64D7-596B3594A00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029179" y="4595059"/>
                  <a:ext cx="32652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66AF36D9-3ACD-729F-669D-5A6C2A6C12A9}"/>
              </a:ext>
            </a:extLst>
          </p:cNvPr>
          <p:cNvGrpSpPr/>
          <p:nvPr/>
        </p:nvGrpSpPr>
        <p:grpSpPr>
          <a:xfrm>
            <a:off x="6511699" y="5332339"/>
            <a:ext cx="836640" cy="457920"/>
            <a:chOff x="6511699" y="5332339"/>
            <a:chExt cx="836640" cy="45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CF41985-84E3-C6B7-701C-9A5AE378B6D6}"/>
                    </a:ext>
                  </a:extLst>
                </p14:cNvPr>
                <p14:cNvContentPartPr/>
                <p14:nvPr/>
              </p14:nvContentPartPr>
              <p14:xfrm>
                <a:off x="6511699" y="5583979"/>
                <a:ext cx="334800" cy="2062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CF41985-84E3-C6B7-701C-9A5AE378B6D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501259" y="5573179"/>
                  <a:ext cx="3560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2FA2D7B-49DC-408A-55C5-1DDE9B17A388}"/>
                    </a:ext>
                  </a:extLst>
                </p14:cNvPr>
                <p14:cNvContentPartPr/>
                <p14:nvPr/>
              </p14:nvContentPartPr>
              <p14:xfrm>
                <a:off x="6919939" y="5360779"/>
                <a:ext cx="118800" cy="3668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2FA2D7B-49DC-408A-55C5-1DDE9B17A38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909139" y="5349979"/>
                  <a:ext cx="14004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0BCD0B6-EA75-B9EB-873F-A88F45D2C2EC}"/>
                    </a:ext>
                  </a:extLst>
                </p14:cNvPr>
                <p14:cNvContentPartPr/>
                <p14:nvPr/>
              </p14:nvContentPartPr>
              <p14:xfrm>
                <a:off x="7049179" y="5332339"/>
                <a:ext cx="299160" cy="3787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0BCD0B6-EA75-B9EB-873F-A88F45D2C2E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038379" y="5321539"/>
                  <a:ext cx="320400" cy="39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0D520F4B-7C24-E1EF-90EC-19B6A2053E2C}"/>
              </a:ext>
            </a:extLst>
          </p:cNvPr>
          <p:cNvGrpSpPr/>
          <p:nvPr/>
        </p:nvGrpSpPr>
        <p:grpSpPr>
          <a:xfrm>
            <a:off x="7810219" y="5082859"/>
            <a:ext cx="1475640" cy="633960"/>
            <a:chOff x="7810219" y="5082859"/>
            <a:chExt cx="1475640" cy="63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4A0B7C9-88A3-6AF3-E4EA-E568D74123A5}"/>
                    </a:ext>
                  </a:extLst>
                </p14:cNvPr>
                <p14:cNvContentPartPr/>
                <p14:nvPr/>
              </p14:nvContentPartPr>
              <p14:xfrm>
                <a:off x="7810219" y="5230459"/>
                <a:ext cx="169560" cy="375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4A0B7C9-88A3-6AF3-E4EA-E568D74123A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799419" y="5219659"/>
                  <a:ext cx="1908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53EBBC0-4FAE-94E6-91FC-32323390E050}"/>
                    </a:ext>
                  </a:extLst>
                </p14:cNvPr>
                <p14:cNvContentPartPr/>
                <p14:nvPr/>
              </p14:nvContentPartPr>
              <p14:xfrm>
                <a:off x="8044219" y="5357899"/>
                <a:ext cx="295920" cy="1677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53EBBC0-4FAE-94E6-91FC-32323390E05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033779" y="5347459"/>
                  <a:ext cx="3171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F40226F-A946-BA71-4A0F-CCC6E37539A5}"/>
                    </a:ext>
                  </a:extLst>
                </p14:cNvPr>
                <p14:cNvContentPartPr/>
                <p14:nvPr/>
              </p14:nvContentPartPr>
              <p14:xfrm>
                <a:off x="8268499" y="5166739"/>
                <a:ext cx="6120" cy="25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F40226F-A946-BA71-4A0F-CCC6E37539A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258059" y="5156299"/>
                  <a:ext cx="273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92A35BF-AE29-C6A8-AD3F-0FE02240FCE4}"/>
                    </a:ext>
                  </a:extLst>
                </p14:cNvPr>
                <p14:cNvContentPartPr/>
                <p14:nvPr/>
              </p14:nvContentPartPr>
              <p14:xfrm>
                <a:off x="8474419" y="5082859"/>
                <a:ext cx="54720" cy="4964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92A35BF-AE29-C6A8-AD3F-0FE02240FCE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463619" y="5072059"/>
                  <a:ext cx="7596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7BC790F-FFC7-94D5-4486-B8F201EC357B}"/>
                    </a:ext>
                  </a:extLst>
                </p14:cNvPr>
                <p14:cNvContentPartPr/>
                <p14:nvPr/>
              </p14:nvContentPartPr>
              <p14:xfrm>
                <a:off x="8604739" y="5175019"/>
                <a:ext cx="328680" cy="4118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7BC790F-FFC7-94D5-4486-B8F201EC357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594299" y="5164219"/>
                  <a:ext cx="34992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F7B023E-2436-45C6-0967-32C699923E53}"/>
                    </a:ext>
                  </a:extLst>
                </p14:cNvPr>
                <p14:cNvContentPartPr/>
                <p14:nvPr/>
              </p14:nvContentPartPr>
              <p14:xfrm>
                <a:off x="8961499" y="5210659"/>
                <a:ext cx="34560" cy="820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F7B023E-2436-45C6-0967-32C699923E5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950699" y="5199859"/>
                  <a:ext cx="558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A453A3D-0C65-54E6-9035-DD3590FDC764}"/>
                    </a:ext>
                  </a:extLst>
                </p14:cNvPr>
                <p14:cNvContentPartPr/>
                <p14:nvPr/>
              </p14:nvContentPartPr>
              <p14:xfrm>
                <a:off x="9020179" y="5275819"/>
                <a:ext cx="265680" cy="4410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A453A3D-0C65-54E6-9035-DD3590FDC76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009739" y="5265019"/>
                  <a:ext cx="286920" cy="46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B8B7FAA8-1B2A-99D2-E4D4-38023E7983A1}"/>
              </a:ext>
            </a:extLst>
          </p:cNvPr>
          <p:cNvGrpSpPr/>
          <p:nvPr/>
        </p:nvGrpSpPr>
        <p:grpSpPr>
          <a:xfrm>
            <a:off x="6603139" y="5998699"/>
            <a:ext cx="777240" cy="496080"/>
            <a:chOff x="6603139" y="5998699"/>
            <a:chExt cx="777240" cy="49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B9883C3-7AFE-82DA-4D9D-84C3C06D17B6}"/>
                    </a:ext>
                  </a:extLst>
                </p14:cNvPr>
                <p14:cNvContentPartPr/>
                <p14:nvPr/>
              </p14:nvContentPartPr>
              <p14:xfrm>
                <a:off x="6603139" y="6278059"/>
                <a:ext cx="314280" cy="2167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B9883C3-7AFE-82DA-4D9D-84C3C06D17B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592339" y="6267619"/>
                  <a:ext cx="3355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9C3EA12-A005-7995-F93B-4F0E47105D93}"/>
                    </a:ext>
                  </a:extLst>
                </p14:cNvPr>
                <p14:cNvContentPartPr/>
                <p14:nvPr/>
              </p14:nvContentPartPr>
              <p14:xfrm>
                <a:off x="6969979" y="6038299"/>
                <a:ext cx="135000" cy="3700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9C3EA12-A005-7995-F93B-4F0E47105D9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959539" y="6027859"/>
                  <a:ext cx="15624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B9DB08D-7F0D-6520-3BB5-EB87ACFF8298}"/>
                    </a:ext>
                  </a:extLst>
                </p14:cNvPr>
                <p14:cNvContentPartPr/>
                <p14:nvPr/>
              </p14:nvContentPartPr>
              <p14:xfrm>
                <a:off x="7127659" y="6238099"/>
                <a:ext cx="144720" cy="2232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B9DB08D-7F0D-6520-3BB5-EB87ACFF829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116859" y="6227299"/>
                  <a:ext cx="1659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DF7FD42-8C19-8DFE-DA00-F04821BB5142}"/>
                    </a:ext>
                  </a:extLst>
                </p14:cNvPr>
                <p14:cNvContentPartPr/>
                <p14:nvPr/>
              </p14:nvContentPartPr>
              <p14:xfrm>
                <a:off x="7302619" y="5998699"/>
                <a:ext cx="77760" cy="4863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DF7FD42-8C19-8DFE-DA00-F04821BB514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291819" y="5987899"/>
                  <a:ext cx="99000" cy="50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03A5BE31-EF81-1891-1A82-0EB0BAD8B019}"/>
              </a:ext>
            </a:extLst>
          </p:cNvPr>
          <p:cNvGrpSpPr/>
          <p:nvPr/>
        </p:nvGrpSpPr>
        <p:grpSpPr>
          <a:xfrm>
            <a:off x="7859539" y="6018139"/>
            <a:ext cx="1157400" cy="476280"/>
            <a:chOff x="7859539" y="6018139"/>
            <a:chExt cx="1157400" cy="47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4045AB0-2709-D5F8-B0B1-F20F177B3375}"/>
                    </a:ext>
                  </a:extLst>
                </p14:cNvPr>
                <p14:cNvContentPartPr/>
                <p14:nvPr/>
              </p14:nvContentPartPr>
              <p14:xfrm>
                <a:off x="7888339" y="6054139"/>
                <a:ext cx="23400" cy="3355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4045AB0-2709-D5F8-B0B1-F20F177B337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877899" y="6043339"/>
                  <a:ext cx="4464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45853FD-8D42-E2F7-D99F-96DEDBEE4043}"/>
                    </a:ext>
                  </a:extLst>
                </p14:cNvPr>
                <p14:cNvContentPartPr/>
                <p14:nvPr/>
              </p14:nvContentPartPr>
              <p14:xfrm>
                <a:off x="7859539" y="6215779"/>
                <a:ext cx="181440" cy="144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45853FD-8D42-E2F7-D99F-96DEDBEE404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848739" y="6204979"/>
                  <a:ext cx="2026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DF9A262-92DD-4EAC-13F7-034895DB2579}"/>
                    </a:ext>
                  </a:extLst>
                </p14:cNvPr>
                <p14:cNvContentPartPr/>
                <p14:nvPr/>
              </p14:nvContentPartPr>
              <p14:xfrm>
                <a:off x="8053219" y="6163219"/>
                <a:ext cx="183960" cy="1443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DF9A262-92DD-4EAC-13F7-034895DB257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042779" y="6152779"/>
                  <a:ext cx="2052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D46D72B-22D4-B9E6-5568-C5340D9E7825}"/>
                    </a:ext>
                  </a:extLst>
                </p14:cNvPr>
                <p14:cNvContentPartPr/>
                <p14:nvPr/>
              </p14:nvContentPartPr>
              <p14:xfrm>
                <a:off x="8299819" y="6137299"/>
                <a:ext cx="285840" cy="1256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D46D72B-22D4-B9E6-5568-C5340D9E782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289019" y="6126499"/>
                  <a:ext cx="3070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870D45D-C4D8-FAD5-F99D-6975239EF4A7}"/>
                    </a:ext>
                  </a:extLst>
                </p14:cNvPr>
                <p14:cNvContentPartPr/>
                <p14:nvPr/>
              </p14:nvContentPartPr>
              <p14:xfrm>
                <a:off x="8616619" y="6068179"/>
                <a:ext cx="13320" cy="46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870D45D-C4D8-FAD5-F99D-6975239EF4A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605819" y="6057379"/>
                  <a:ext cx="345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893DDFA-E786-9A40-3E4A-F03A1894287E}"/>
                    </a:ext>
                  </a:extLst>
                </p14:cNvPr>
                <p14:cNvContentPartPr/>
                <p14:nvPr/>
              </p14:nvContentPartPr>
              <p14:xfrm>
                <a:off x="8672779" y="6018139"/>
                <a:ext cx="344160" cy="4762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893DDFA-E786-9A40-3E4A-F03A1894287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662339" y="6007699"/>
                  <a:ext cx="365400" cy="49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C886304D-D779-31A5-E6F8-FADC680EC9D9}"/>
                  </a:ext>
                </a:extLst>
              </p14:cNvPr>
              <p14:cNvContentPartPr/>
              <p14:nvPr/>
            </p14:nvContentPartPr>
            <p14:xfrm>
              <a:off x="5905099" y="5561659"/>
              <a:ext cx="204840" cy="29736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C886304D-D779-31A5-E6F8-FADC680EC9D9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5894659" y="5551219"/>
                <a:ext cx="22608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D96CB45F-0151-AE91-D873-FC0702E62D53}"/>
                  </a:ext>
                </a:extLst>
              </p14:cNvPr>
              <p14:cNvContentPartPr/>
              <p14:nvPr/>
            </p14:nvContentPartPr>
            <p14:xfrm>
              <a:off x="6311179" y="5740219"/>
              <a:ext cx="32760" cy="936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D96CB45F-0151-AE91-D873-FC0702E62D53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6300739" y="5729779"/>
                <a:ext cx="54000" cy="3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324D11EB-3E8B-886F-E932-DDF57C0BB17A}"/>
              </a:ext>
            </a:extLst>
          </p:cNvPr>
          <p:cNvGrpSpPr/>
          <p:nvPr/>
        </p:nvGrpSpPr>
        <p:grpSpPr>
          <a:xfrm>
            <a:off x="6115699" y="6298939"/>
            <a:ext cx="163800" cy="482400"/>
            <a:chOff x="6115699" y="6298939"/>
            <a:chExt cx="163800" cy="48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B18F3A8-A36A-091B-879F-58C51343E03A}"/>
                    </a:ext>
                  </a:extLst>
                </p14:cNvPr>
                <p14:cNvContentPartPr/>
                <p14:nvPr/>
              </p14:nvContentPartPr>
              <p14:xfrm>
                <a:off x="6115699" y="6500179"/>
                <a:ext cx="108000" cy="2811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B18F3A8-A36A-091B-879F-58C51343E03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105259" y="6489379"/>
                  <a:ext cx="1292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9D44C05-AF7C-15E7-68EA-CF402630D3B3}"/>
                    </a:ext>
                  </a:extLst>
                </p14:cNvPr>
                <p14:cNvContentPartPr/>
                <p14:nvPr/>
              </p14:nvContentPartPr>
              <p14:xfrm>
                <a:off x="6163579" y="6298939"/>
                <a:ext cx="115920" cy="1220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9D44C05-AF7C-15E7-68EA-CF402630D3B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152779" y="6288139"/>
                  <a:ext cx="137160" cy="14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8D066255-7C7A-5648-E636-4449D1AD85A4}"/>
                  </a:ext>
                </a:extLst>
              </p14:cNvPr>
              <p14:cNvContentPartPr/>
              <p14:nvPr/>
            </p14:nvContentPartPr>
            <p14:xfrm>
              <a:off x="6468499" y="6584779"/>
              <a:ext cx="9000" cy="2988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8D066255-7C7A-5648-E636-4449D1AD85A4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6457699" y="6573979"/>
                <a:ext cx="30240" cy="5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4" name="Group 223">
            <a:extLst>
              <a:ext uri="{FF2B5EF4-FFF2-40B4-BE49-F238E27FC236}">
                <a16:creationId xmlns:a16="http://schemas.microsoft.com/office/drawing/2014/main" id="{C7B8C21A-26AA-5E01-727E-50E2EE2E1536}"/>
              </a:ext>
            </a:extLst>
          </p:cNvPr>
          <p:cNvGrpSpPr/>
          <p:nvPr/>
        </p:nvGrpSpPr>
        <p:grpSpPr>
          <a:xfrm>
            <a:off x="543979" y="4028059"/>
            <a:ext cx="4024440" cy="2065320"/>
            <a:chOff x="543979" y="4028059"/>
            <a:chExt cx="4024440" cy="206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5D36507-3490-06F5-80E0-2EA3DCB6F527}"/>
                    </a:ext>
                  </a:extLst>
                </p14:cNvPr>
                <p14:cNvContentPartPr/>
                <p14:nvPr/>
              </p14:nvContentPartPr>
              <p14:xfrm>
                <a:off x="543979" y="4960459"/>
                <a:ext cx="649080" cy="5886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5D36507-3490-06F5-80E0-2EA3DCB6F52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33539" y="4949659"/>
                  <a:ext cx="670320" cy="60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8BD6D5A6-736B-0339-B97D-DC65414653D8}"/>
                    </a:ext>
                  </a:extLst>
                </p14:cNvPr>
                <p14:cNvContentPartPr/>
                <p14:nvPr/>
              </p14:nvContentPartPr>
              <p14:xfrm>
                <a:off x="1231579" y="4881259"/>
                <a:ext cx="104040" cy="3506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8BD6D5A6-736B-0339-B97D-DC65414653D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220779" y="4870819"/>
                  <a:ext cx="12528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9D4A648-7A61-0937-3F93-DCFD05F12AB9}"/>
                    </a:ext>
                  </a:extLst>
                </p14:cNvPr>
                <p14:cNvContentPartPr/>
                <p14:nvPr/>
              </p14:nvContentPartPr>
              <p14:xfrm>
                <a:off x="1291339" y="4745539"/>
                <a:ext cx="362160" cy="3488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9D4A648-7A61-0937-3F93-DCFD05F12AB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280899" y="4735099"/>
                  <a:ext cx="38340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8015D95-01E5-CF12-EEA5-E5E61D709398}"/>
                    </a:ext>
                  </a:extLst>
                </p14:cNvPr>
                <p14:cNvContentPartPr/>
                <p14:nvPr/>
              </p14:nvContentPartPr>
              <p14:xfrm>
                <a:off x="1908739" y="4518739"/>
                <a:ext cx="105840" cy="1677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8015D95-01E5-CF12-EEA5-E5E61D70939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898299" y="4507939"/>
                  <a:ext cx="1270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1CD8C6A-5072-449C-5CC8-B800A852E92A}"/>
                    </a:ext>
                  </a:extLst>
                </p14:cNvPr>
                <p14:cNvContentPartPr/>
                <p14:nvPr/>
              </p14:nvContentPartPr>
              <p14:xfrm>
                <a:off x="2105299" y="4028059"/>
                <a:ext cx="183600" cy="9752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1CD8C6A-5072-449C-5CC8-B800A852E92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094859" y="4017619"/>
                  <a:ext cx="204840" cy="9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E69F430-F45A-F2AB-A67D-2F1D1E549C71}"/>
                    </a:ext>
                  </a:extLst>
                </p14:cNvPr>
                <p14:cNvContentPartPr/>
                <p14:nvPr/>
              </p14:nvContentPartPr>
              <p14:xfrm>
                <a:off x="2128699" y="4402819"/>
                <a:ext cx="307800" cy="2088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E69F430-F45A-F2AB-A67D-2F1D1E549C7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117899" y="4392379"/>
                  <a:ext cx="3290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2E63320-721D-CDEB-D0D2-A11800FF9212}"/>
                    </a:ext>
                  </a:extLst>
                </p14:cNvPr>
                <p14:cNvContentPartPr/>
                <p14:nvPr/>
              </p14:nvContentPartPr>
              <p14:xfrm>
                <a:off x="1686979" y="5518099"/>
                <a:ext cx="428760" cy="5752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2E63320-721D-CDEB-D0D2-A11800FF921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676539" y="5507299"/>
                  <a:ext cx="450000" cy="59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E8CD857-9924-9286-84A8-A7B687EE8949}"/>
                    </a:ext>
                  </a:extLst>
                </p14:cNvPr>
                <p14:cNvContentPartPr/>
                <p14:nvPr/>
              </p14:nvContentPartPr>
              <p14:xfrm>
                <a:off x="1986499" y="5581819"/>
                <a:ext cx="41400" cy="277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E8CD857-9924-9286-84A8-A7B687EE894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976059" y="5571379"/>
                  <a:ext cx="626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9B6BA24-9BB2-F3E5-7B76-88450406EE53}"/>
                    </a:ext>
                  </a:extLst>
                </p14:cNvPr>
                <p14:cNvContentPartPr/>
                <p14:nvPr/>
              </p14:nvContentPartPr>
              <p14:xfrm>
                <a:off x="2117899" y="5497219"/>
                <a:ext cx="402120" cy="3625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9B6BA24-9BB2-F3E5-7B76-88450406EE53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107459" y="5486419"/>
                  <a:ext cx="42336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1360663-54EE-F260-FBA4-4908656230B8}"/>
                    </a:ext>
                  </a:extLst>
                </p14:cNvPr>
                <p14:cNvContentPartPr/>
                <p14:nvPr/>
              </p14:nvContentPartPr>
              <p14:xfrm>
                <a:off x="2532979" y="5294179"/>
                <a:ext cx="420840" cy="3650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1360663-54EE-F260-FBA4-4908656230B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522539" y="5283739"/>
                  <a:ext cx="44208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AA14640-CD71-2C28-DA04-AA97B07DE9B0}"/>
                    </a:ext>
                  </a:extLst>
                </p14:cNvPr>
                <p14:cNvContentPartPr/>
                <p14:nvPr/>
              </p14:nvContentPartPr>
              <p14:xfrm>
                <a:off x="2993419" y="5109859"/>
                <a:ext cx="162360" cy="4240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AA14640-CD71-2C28-DA04-AA97B07DE9B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982619" y="5099059"/>
                  <a:ext cx="18360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5560971-0C08-3222-8B23-719E877F2600}"/>
                    </a:ext>
                  </a:extLst>
                </p14:cNvPr>
                <p14:cNvContentPartPr/>
                <p14:nvPr/>
              </p14:nvContentPartPr>
              <p14:xfrm>
                <a:off x="3120499" y="5117059"/>
                <a:ext cx="155160" cy="3358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5560971-0C08-3222-8B23-719E877F260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110059" y="5106619"/>
                  <a:ext cx="17640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ED7BF5D-8E3F-4A61-6BEC-3A07549B9D55}"/>
                    </a:ext>
                  </a:extLst>
                </p14:cNvPr>
                <p14:cNvContentPartPr/>
                <p14:nvPr/>
              </p14:nvContentPartPr>
              <p14:xfrm>
                <a:off x="3188539" y="5069899"/>
                <a:ext cx="38160" cy="162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ED7BF5D-8E3F-4A61-6BEC-3A07549B9D5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177739" y="5059099"/>
                  <a:ext cx="594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139D92C1-E2CA-67DC-8820-720EC50B03F3}"/>
                    </a:ext>
                  </a:extLst>
                </p14:cNvPr>
                <p14:cNvContentPartPr/>
                <p14:nvPr/>
              </p14:nvContentPartPr>
              <p14:xfrm>
                <a:off x="3290419" y="5060899"/>
                <a:ext cx="116640" cy="2545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139D92C1-E2CA-67DC-8820-720EC50B03F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279979" y="5050099"/>
                  <a:ext cx="1378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66A8761-4EA6-647F-45CB-7F6102B4EF0E}"/>
                    </a:ext>
                  </a:extLst>
                </p14:cNvPr>
                <p14:cNvContentPartPr/>
                <p14:nvPr/>
              </p14:nvContentPartPr>
              <p14:xfrm>
                <a:off x="3424339" y="4501819"/>
                <a:ext cx="622080" cy="6598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66A8761-4EA6-647F-45CB-7F6102B4EF0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413539" y="4491019"/>
                  <a:ext cx="643320" cy="68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4ED9F7D-61F7-BE5F-07F9-EBD4A73A8601}"/>
                    </a:ext>
                  </a:extLst>
                </p14:cNvPr>
                <p14:cNvContentPartPr/>
                <p14:nvPr/>
              </p14:nvContentPartPr>
              <p14:xfrm>
                <a:off x="3934459" y="4501819"/>
                <a:ext cx="30600" cy="547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4ED9F7D-61F7-BE5F-07F9-EBD4A73A860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923659" y="4491019"/>
                  <a:ext cx="518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B74C39E-EB3E-DA14-EBCE-91E54D7FE24E}"/>
                    </a:ext>
                  </a:extLst>
                </p14:cNvPr>
                <p14:cNvContentPartPr/>
                <p14:nvPr/>
              </p14:nvContentPartPr>
              <p14:xfrm>
                <a:off x="4002859" y="4481299"/>
                <a:ext cx="148680" cy="3740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B74C39E-EB3E-DA14-EBCE-91E54D7FE24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992419" y="4470859"/>
                  <a:ext cx="16992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2B7D84A-0930-451A-3EB4-3129320A6EC3}"/>
                    </a:ext>
                  </a:extLst>
                </p14:cNvPr>
                <p14:cNvContentPartPr/>
                <p14:nvPr/>
              </p14:nvContentPartPr>
              <p14:xfrm>
                <a:off x="4083499" y="4438099"/>
                <a:ext cx="484920" cy="8114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2B7D84A-0930-451A-3EB4-3129320A6EC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072699" y="4427659"/>
                  <a:ext cx="506160" cy="83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A69D979B-73AE-7523-AA90-A679CB4FA43C}"/>
                  </a:ext>
                </a:extLst>
              </p14:cNvPr>
              <p14:cNvContentPartPr/>
              <p14:nvPr/>
            </p14:nvContentPartPr>
            <p14:xfrm>
              <a:off x="7192099" y="879139"/>
              <a:ext cx="360" cy="36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A69D979B-73AE-7523-AA90-A679CB4FA43C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7185979" y="87301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E1B89489-9D1F-7A7D-70C1-932F838669B8}"/>
                  </a:ext>
                </a:extLst>
              </p14:cNvPr>
              <p14:cNvContentPartPr/>
              <p14:nvPr/>
            </p14:nvContentPartPr>
            <p14:xfrm>
              <a:off x="3793339" y="451459"/>
              <a:ext cx="641520" cy="31464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E1B89489-9D1F-7A7D-70C1-932F838669B8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3782899" y="440659"/>
                <a:ext cx="662760" cy="33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9" name="Group 278">
            <a:extLst>
              <a:ext uri="{FF2B5EF4-FFF2-40B4-BE49-F238E27FC236}">
                <a16:creationId xmlns:a16="http://schemas.microsoft.com/office/drawing/2014/main" id="{39A30FFF-2925-07F5-05A0-E3E23FCFC52A}"/>
              </a:ext>
            </a:extLst>
          </p:cNvPr>
          <p:cNvGrpSpPr/>
          <p:nvPr/>
        </p:nvGrpSpPr>
        <p:grpSpPr>
          <a:xfrm>
            <a:off x="4798819" y="572419"/>
            <a:ext cx="1264680" cy="425520"/>
            <a:chOff x="4798819" y="572419"/>
            <a:chExt cx="1264680" cy="42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01C4C7F-961C-9B59-BE9D-D23C3B04EAF4}"/>
                    </a:ext>
                  </a:extLst>
                </p14:cNvPr>
                <p14:cNvContentPartPr/>
                <p14:nvPr/>
              </p14:nvContentPartPr>
              <p14:xfrm>
                <a:off x="4798819" y="636859"/>
                <a:ext cx="182520" cy="3258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01C4C7F-961C-9B59-BE9D-D23C3B04EAF4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788019" y="626059"/>
                  <a:ext cx="2037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A1C0EF45-37A8-D5BC-9E8A-CC64DC4D17D7}"/>
                    </a:ext>
                  </a:extLst>
                </p14:cNvPr>
                <p14:cNvContentPartPr/>
                <p14:nvPr/>
              </p14:nvContentPartPr>
              <p14:xfrm>
                <a:off x="4835899" y="824419"/>
                <a:ext cx="154800" cy="763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A1C0EF45-37A8-D5BC-9E8A-CC64DC4D17D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825459" y="813979"/>
                  <a:ext cx="176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6742A7C6-D3F5-70A7-1BB8-E8E15E9A5CF4}"/>
                    </a:ext>
                  </a:extLst>
                </p14:cNvPr>
                <p14:cNvContentPartPr/>
                <p14:nvPr/>
              </p14:nvContentPartPr>
              <p14:xfrm>
                <a:off x="5006899" y="708859"/>
                <a:ext cx="111600" cy="1411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6742A7C6-D3F5-70A7-1BB8-E8E15E9A5CF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996459" y="698419"/>
                  <a:ext cx="1328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7771806-4493-F831-CB6C-80ED69AE11A8}"/>
                    </a:ext>
                  </a:extLst>
                </p14:cNvPr>
                <p14:cNvContentPartPr/>
                <p14:nvPr/>
              </p14:nvContentPartPr>
              <p14:xfrm>
                <a:off x="5155219" y="681859"/>
                <a:ext cx="187560" cy="1670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7771806-4493-F831-CB6C-80ED69AE11A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144419" y="671419"/>
                  <a:ext cx="2088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16D5899F-2DCF-8973-B8AF-4102290328D2}"/>
                    </a:ext>
                  </a:extLst>
                </p14:cNvPr>
                <p14:cNvContentPartPr/>
                <p14:nvPr/>
              </p14:nvContentPartPr>
              <p14:xfrm>
                <a:off x="5546539" y="572419"/>
                <a:ext cx="233640" cy="4255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16D5899F-2DCF-8973-B8AF-4102290328D2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536099" y="561979"/>
                  <a:ext cx="25488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0C63E79-D080-E3A4-01E6-3AC8BF399B27}"/>
                    </a:ext>
                  </a:extLst>
                </p14:cNvPr>
                <p14:cNvContentPartPr/>
                <p14:nvPr/>
              </p14:nvContentPartPr>
              <p14:xfrm>
                <a:off x="5712139" y="617419"/>
                <a:ext cx="138960" cy="1630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0C63E79-D080-E3A4-01E6-3AC8BF399B27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701699" y="606979"/>
                  <a:ext cx="1602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BA1078F2-D601-DF98-721D-1FC2C899C536}"/>
                    </a:ext>
                  </a:extLst>
                </p14:cNvPr>
                <p14:cNvContentPartPr/>
                <p14:nvPr/>
              </p14:nvContentPartPr>
              <p14:xfrm>
                <a:off x="5835979" y="575299"/>
                <a:ext cx="227520" cy="1216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BA1078F2-D601-DF98-721D-1FC2C899C53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825539" y="564499"/>
                  <a:ext cx="24876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06677049-0480-E5AA-2892-BBB201DDF060}"/>
              </a:ext>
            </a:extLst>
          </p:cNvPr>
          <p:cNvGrpSpPr/>
          <p:nvPr/>
        </p:nvGrpSpPr>
        <p:grpSpPr>
          <a:xfrm>
            <a:off x="6469219" y="443899"/>
            <a:ext cx="760320" cy="505440"/>
            <a:chOff x="6469219" y="443899"/>
            <a:chExt cx="760320" cy="50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1F81B0A-76C8-E65D-A0CB-907645242CDF}"/>
                    </a:ext>
                  </a:extLst>
                </p14:cNvPr>
                <p14:cNvContentPartPr/>
                <p14:nvPr/>
              </p14:nvContentPartPr>
              <p14:xfrm>
                <a:off x="6469219" y="524179"/>
                <a:ext cx="160560" cy="4251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1F81B0A-76C8-E65D-A0CB-907645242CD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458779" y="513739"/>
                  <a:ext cx="18180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A67FB6D-DC94-9779-3798-BD000CF468E9}"/>
                    </a:ext>
                  </a:extLst>
                </p14:cNvPr>
                <p14:cNvContentPartPr/>
                <p14:nvPr/>
              </p14:nvContentPartPr>
              <p14:xfrm>
                <a:off x="6613579" y="567379"/>
                <a:ext cx="97920" cy="2012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A67FB6D-DC94-9779-3798-BD000CF468E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603139" y="556939"/>
                  <a:ext cx="1191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8AF1736E-FC0D-D2D3-C968-FC7FD7FE277E}"/>
                    </a:ext>
                  </a:extLst>
                </p14:cNvPr>
                <p14:cNvContentPartPr/>
                <p14:nvPr/>
              </p14:nvContentPartPr>
              <p14:xfrm>
                <a:off x="6604219" y="529219"/>
                <a:ext cx="149400" cy="2275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8AF1736E-FC0D-D2D3-C968-FC7FD7FE277E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593779" y="518419"/>
                  <a:ext cx="1706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6D0020B-978C-A366-ED82-CBF291FC1F03}"/>
                    </a:ext>
                  </a:extLst>
                </p14:cNvPr>
                <p14:cNvContentPartPr/>
                <p14:nvPr/>
              </p14:nvContentPartPr>
              <p14:xfrm>
                <a:off x="6810139" y="549739"/>
                <a:ext cx="85680" cy="1432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6D0020B-978C-A366-ED82-CBF291FC1F03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799699" y="539299"/>
                  <a:ext cx="1069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274FE44-0CF9-9FAA-06CF-0C9951323381}"/>
                    </a:ext>
                  </a:extLst>
                </p14:cNvPr>
                <p14:cNvContentPartPr/>
                <p14:nvPr/>
              </p14:nvContentPartPr>
              <p14:xfrm>
                <a:off x="6786019" y="443899"/>
                <a:ext cx="32040" cy="198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274FE44-0CF9-9FAA-06CF-0C995132338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775579" y="433459"/>
                  <a:ext cx="532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0ABF2DA-5737-057E-661A-CE0B730499A6}"/>
                    </a:ext>
                  </a:extLst>
                </p14:cNvPr>
                <p14:cNvContentPartPr/>
                <p14:nvPr/>
              </p14:nvContentPartPr>
              <p14:xfrm>
                <a:off x="6896899" y="447499"/>
                <a:ext cx="332640" cy="4392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0ABF2DA-5737-057E-661A-CE0B730499A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886099" y="436699"/>
                  <a:ext cx="353880" cy="46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CBA566CF-BB5D-BF38-0CC4-EE80EC5682A9}"/>
              </a:ext>
            </a:extLst>
          </p:cNvPr>
          <p:cNvGrpSpPr/>
          <p:nvPr/>
        </p:nvGrpSpPr>
        <p:grpSpPr>
          <a:xfrm>
            <a:off x="7549939" y="143299"/>
            <a:ext cx="2913120" cy="1356840"/>
            <a:chOff x="7549939" y="143299"/>
            <a:chExt cx="2913120" cy="135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FAE44FC-5DB5-A944-82FB-087BF1388FAD}"/>
                    </a:ext>
                  </a:extLst>
                </p14:cNvPr>
                <p14:cNvContentPartPr/>
                <p14:nvPr/>
              </p14:nvContentPartPr>
              <p14:xfrm>
                <a:off x="7624099" y="416899"/>
                <a:ext cx="92880" cy="2689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FAE44FC-5DB5-A944-82FB-087BF1388FA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613299" y="406099"/>
                  <a:ext cx="1141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EBACDECA-501D-35F6-2CDB-E37637994700}"/>
                    </a:ext>
                  </a:extLst>
                </p14:cNvPr>
                <p14:cNvContentPartPr/>
                <p14:nvPr/>
              </p14:nvContentPartPr>
              <p14:xfrm>
                <a:off x="7579459" y="501859"/>
                <a:ext cx="167040" cy="1087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EBACDECA-501D-35F6-2CDB-E37637994700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568659" y="491059"/>
                  <a:ext cx="1882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4087713C-28F6-4753-0578-1CCFB04DBDAC}"/>
                    </a:ext>
                  </a:extLst>
                </p14:cNvPr>
                <p14:cNvContentPartPr/>
                <p14:nvPr/>
              </p14:nvContentPartPr>
              <p14:xfrm>
                <a:off x="7770259" y="493579"/>
                <a:ext cx="126360" cy="2055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4087713C-28F6-4753-0578-1CCFB04DBDA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759459" y="482779"/>
                  <a:ext cx="1476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51344A43-A21A-11B9-3CCB-2F2DFAD2DBAA}"/>
                    </a:ext>
                  </a:extLst>
                </p14:cNvPr>
                <p14:cNvContentPartPr/>
                <p14:nvPr/>
              </p14:nvContentPartPr>
              <p14:xfrm>
                <a:off x="8133499" y="230059"/>
                <a:ext cx="167040" cy="3445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51344A43-A21A-11B9-3CCB-2F2DFAD2DBA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123059" y="219259"/>
                  <a:ext cx="18828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58E0E00-EB8F-1D4A-B1D7-F6C0CA5DF99F}"/>
                    </a:ext>
                  </a:extLst>
                </p14:cNvPr>
                <p14:cNvContentPartPr/>
                <p14:nvPr/>
              </p14:nvContentPartPr>
              <p14:xfrm>
                <a:off x="8292259" y="395659"/>
                <a:ext cx="167040" cy="2095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58E0E00-EB8F-1D4A-B1D7-F6C0CA5DF99F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281819" y="385219"/>
                  <a:ext cx="1882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69F356D5-2C14-DA5D-3C67-22318CF7D8F3}"/>
                    </a:ext>
                  </a:extLst>
                </p14:cNvPr>
                <p14:cNvContentPartPr/>
                <p14:nvPr/>
              </p14:nvContentPartPr>
              <p14:xfrm>
                <a:off x="8510059" y="312139"/>
                <a:ext cx="115920" cy="3700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69F356D5-2C14-DA5D-3C67-22318CF7D8F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499259" y="301699"/>
                  <a:ext cx="13716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9FFD9D96-08F5-0895-1560-1D1578F3CA5E}"/>
                    </a:ext>
                  </a:extLst>
                </p14:cNvPr>
                <p14:cNvContentPartPr/>
                <p14:nvPr/>
              </p14:nvContentPartPr>
              <p14:xfrm>
                <a:off x="8610499" y="414379"/>
                <a:ext cx="305280" cy="2512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9FFD9D96-08F5-0895-1560-1D1578F3CA5E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600059" y="403939"/>
                  <a:ext cx="3265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3490B23-24A4-6A78-D56E-2F0E34050D85}"/>
                    </a:ext>
                  </a:extLst>
                </p14:cNvPr>
                <p14:cNvContentPartPr/>
                <p14:nvPr/>
              </p14:nvContentPartPr>
              <p14:xfrm>
                <a:off x="9196579" y="434899"/>
                <a:ext cx="134280" cy="2174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3490B23-24A4-6A78-D56E-2F0E34050D85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186139" y="424099"/>
                  <a:ext cx="1555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696EE031-6A61-EB2A-340D-4369B70E3D7D}"/>
                    </a:ext>
                  </a:extLst>
                </p14:cNvPr>
                <p14:cNvContentPartPr/>
                <p14:nvPr/>
              </p14:nvContentPartPr>
              <p14:xfrm>
                <a:off x="9375859" y="288019"/>
                <a:ext cx="240840" cy="3888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696EE031-6A61-EB2A-340D-4369B70E3D7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365059" y="277219"/>
                  <a:ext cx="26208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470E2931-E09E-9CE9-A29E-1CA627556797}"/>
                    </a:ext>
                  </a:extLst>
                </p14:cNvPr>
                <p14:cNvContentPartPr/>
                <p14:nvPr/>
              </p14:nvContentPartPr>
              <p14:xfrm>
                <a:off x="9599779" y="180019"/>
                <a:ext cx="524520" cy="4204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470E2931-E09E-9CE9-A29E-1CA62755679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589339" y="169219"/>
                  <a:ext cx="54576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F678A207-C1ED-5D5B-730C-27AC73729D46}"/>
                    </a:ext>
                  </a:extLst>
                </p14:cNvPr>
                <p14:cNvContentPartPr/>
                <p14:nvPr/>
              </p14:nvContentPartPr>
              <p14:xfrm>
                <a:off x="10182619" y="143299"/>
                <a:ext cx="89280" cy="3430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F678A207-C1ED-5D5B-730C-27AC73729D46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171819" y="132499"/>
                  <a:ext cx="11052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FC872463-50A3-E3C3-E44B-6A0F40069D40}"/>
                    </a:ext>
                  </a:extLst>
                </p14:cNvPr>
                <p14:cNvContentPartPr/>
                <p14:nvPr/>
              </p14:nvContentPartPr>
              <p14:xfrm>
                <a:off x="10236619" y="295579"/>
                <a:ext cx="226440" cy="2286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FC872463-50A3-E3C3-E44B-6A0F40069D40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226179" y="284779"/>
                  <a:ext cx="2476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F20FDA4F-1129-12A9-78EC-55CBA4CAF460}"/>
                    </a:ext>
                  </a:extLst>
                </p14:cNvPr>
                <p14:cNvContentPartPr/>
                <p14:nvPr/>
              </p14:nvContentPartPr>
              <p14:xfrm>
                <a:off x="7549939" y="1094779"/>
                <a:ext cx="36360" cy="1519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F20FDA4F-1129-12A9-78EC-55CBA4CAF46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539139" y="1083979"/>
                  <a:ext cx="576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9FDD1A9E-3B02-C6CD-7764-066036B31D46}"/>
                    </a:ext>
                  </a:extLst>
                </p14:cNvPr>
                <p14:cNvContentPartPr/>
                <p14:nvPr/>
              </p14:nvContentPartPr>
              <p14:xfrm>
                <a:off x="7570459" y="1003699"/>
                <a:ext cx="34200" cy="212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9FDD1A9E-3B02-C6CD-7764-066036B31D46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560019" y="993259"/>
                  <a:ext cx="554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8E9BC570-BE16-5C9D-C25F-0E927B57014C}"/>
                    </a:ext>
                  </a:extLst>
                </p14:cNvPr>
                <p14:cNvContentPartPr/>
                <p14:nvPr/>
              </p14:nvContentPartPr>
              <p14:xfrm>
                <a:off x="7665859" y="1067419"/>
                <a:ext cx="149400" cy="2088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8E9BC570-BE16-5C9D-C25F-0E927B57014C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655059" y="1056619"/>
                  <a:ext cx="1706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F6AD3256-8DFA-757F-59A9-7A148BD0B747}"/>
                    </a:ext>
                  </a:extLst>
                </p14:cNvPr>
                <p14:cNvContentPartPr/>
                <p14:nvPr/>
              </p14:nvContentPartPr>
              <p14:xfrm>
                <a:off x="7828579" y="865099"/>
                <a:ext cx="78840" cy="6350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F6AD3256-8DFA-757F-59A9-7A148BD0B747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817779" y="854299"/>
                  <a:ext cx="100080" cy="65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D082EFE7-01C6-82BD-6364-2C9B702E08B7}"/>
                    </a:ext>
                  </a:extLst>
                </p14:cNvPr>
                <p14:cNvContentPartPr/>
                <p14:nvPr/>
              </p14:nvContentPartPr>
              <p14:xfrm>
                <a:off x="7788619" y="1054099"/>
                <a:ext cx="173160" cy="1454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D082EFE7-01C6-82BD-6364-2C9B702E08B7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777819" y="1043659"/>
                  <a:ext cx="1944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349D79B-17B7-ABBC-5F9F-5730B0528306}"/>
                    </a:ext>
                  </a:extLst>
                </p14:cNvPr>
                <p14:cNvContentPartPr/>
                <p14:nvPr/>
              </p14:nvContentPartPr>
              <p14:xfrm>
                <a:off x="7943419" y="1034659"/>
                <a:ext cx="53640" cy="1537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349D79B-17B7-ABBC-5F9F-5730B0528306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932619" y="1024219"/>
                  <a:ext cx="748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E700B1D6-AF31-E0E3-4147-30E3AC078969}"/>
                    </a:ext>
                  </a:extLst>
                </p14:cNvPr>
                <p14:cNvContentPartPr/>
                <p14:nvPr/>
              </p14:nvContentPartPr>
              <p14:xfrm>
                <a:off x="8052499" y="1028539"/>
                <a:ext cx="95040" cy="1825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E700B1D6-AF31-E0E3-4147-30E3AC078969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042059" y="1018099"/>
                  <a:ext cx="1162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905826F-C864-3559-8D7F-77D3A1FE6F75}"/>
                    </a:ext>
                  </a:extLst>
                </p14:cNvPr>
                <p14:cNvContentPartPr/>
                <p14:nvPr/>
              </p14:nvContentPartPr>
              <p14:xfrm>
                <a:off x="8199019" y="1064179"/>
                <a:ext cx="213120" cy="1400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905826F-C864-3559-8D7F-77D3A1FE6F75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188219" y="1053379"/>
                  <a:ext cx="2343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21BFEEA2-A20A-BD8B-7364-10F0BCB7870E}"/>
                    </a:ext>
                  </a:extLst>
                </p14:cNvPr>
                <p14:cNvContentPartPr/>
                <p14:nvPr/>
              </p14:nvContentPartPr>
              <p14:xfrm>
                <a:off x="8436259" y="866539"/>
                <a:ext cx="332640" cy="3150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21BFEEA2-A20A-BD8B-7364-10F0BCB7870E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425459" y="856099"/>
                  <a:ext cx="35388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171FD730-A59B-6EFC-70A8-ED6B9AA75632}"/>
                    </a:ext>
                  </a:extLst>
                </p14:cNvPr>
                <p14:cNvContentPartPr/>
                <p14:nvPr/>
              </p14:nvContentPartPr>
              <p14:xfrm>
                <a:off x="8671699" y="927739"/>
                <a:ext cx="216720" cy="486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171FD730-A59B-6EFC-70A8-ED6B9AA75632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660899" y="916939"/>
                  <a:ext cx="2379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DDFDC0FE-A5A0-1D31-A0DC-E4AEAC95C7F8}"/>
                    </a:ext>
                  </a:extLst>
                </p14:cNvPr>
                <p14:cNvContentPartPr/>
                <p14:nvPr/>
              </p14:nvContentPartPr>
              <p14:xfrm>
                <a:off x="8887339" y="951859"/>
                <a:ext cx="57960" cy="1638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DDFDC0FE-A5A0-1D31-A0DC-E4AEAC95C7F8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8876899" y="941059"/>
                  <a:ext cx="792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F1025B98-1416-43CF-E794-33788BF97522}"/>
                    </a:ext>
                  </a:extLst>
                </p14:cNvPr>
                <p14:cNvContentPartPr/>
                <p14:nvPr/>
              </p14:nvContentPartPr>
              <p14:xfrm>
                <a:off x="8933419" y="967339"/>
                <a:ext cx="13320" cy="270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F1025B98-1416-43CF-E794-33788BF97522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922619" y="956899"/>
                  <a:ext cx="345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C2D1CB2-4D0B-7CBE-6FB2-0857A3E52FB8}"/>
                    </a:ext>
                  </a:extLst>
                </p14:cNvPr>
                <p14:cNvContentPartPr/>
                <p14:nvPr/>
              </p14:nvContentPartPr>
              <p14:xfrm>
                <a:off x="8990299" y="927019"/>
                <a:ext cx="106560" cy="2325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C2D1CB2-4D0B-7CBE-6FB2-0857A3E52FB8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979499" y="916219"/>
                  <a:ext cx="1278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017ABEA2-8B9B-A223-D20C-744A71A4121D}"/>
                    </a:ext>
                  </a:extLst>
                </p14:cNvPr>
                <p14:cNvContentPartPr/>
                <p14:nvPr/>
              </p14:nvContentPartPr>
              <p14:xfrm>
                <a:off x="9205219" y="951499"/>
                <a:ext cx="190440" cy="1746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017ABEA2-8B9B-A223-D20C-744A71A4121D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194419" y="941059"/>
                  <a:ext cx="211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208B3780-F2C5-FA43-1471-A439E825B416}"/>
                    </a:ext>
                  </a:extLst>
                </p14:cNvPr>
                <p14:cNvContentPartPr/>
                <p14:nvPr/>
              </p14:nvContentPartPr>
              <p14:xfrm>
                <a:off x="9448579" y="726859"/>
                <a:ext cx="118800" cy="2718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208B3780-F2C5-FA43-1471-A439E825B416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9437779" y="716059"/>
                  <a:ext cx="1400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7D466C3F-39CF-E19B-15F2-D0FC2AE78F1E}"/>
                    </a:ext>
                  </a:extLst>
                </p14:cNvPr>
                <p14:cNvContentPartPr/>
                <p14:nvPr/>
              </p14:nvContentPartPr>
              <p14:xfrm>
                <a:off x="9592939" y="1139419"/>
                <a:ext cx="20520" cy="50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7D466C3F-39CF-E19B-15F2-D0FC2AE78F1E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9582139" y="1128619"/>
                  <a:ext cx="417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EFFDC391-B035-2C85-4EF9-1B0D4AB9561A}"/>
                    </a:ext>
                  </a:extLst>
                </p14:cNvPr>
                <p14:cNvContentPartPr/>
                <p14:nvPr/>
              </p14:nvContentPartPr>
              <p14:xfrm>
                <a:off x="9618499" y="748819"/>
                <a:ext cx="188640" cy="24912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EFFDC391-B035-2C85-4EF9-1B0D4AB9561A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9608059" y="738379"/>
                  <a:ext cx="2098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5F1F70D-3E98-976C-118D-58271B3DAAB0}"/>
                    </a:ext>
                  </a:extLst>
                </p14:cNvPr>
                <p14:cNvContentPartPr/>
                <p14:nvPr/>
              </p14:nvContentPartPr>
              <p14:xfrm>
                <a:off x="9828019" y="1167499"/>
                <a:ext cx="29520" cy="93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5F1F70D-3E98-976C-118D-58271B3DAAB0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9817579" y="1156699"/>
                  <a:ext cx="507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1DCBD99B-C293-111C-42C4-51CBB23FFBB4}"/>
                    </a:ext>
                  </a:extLst>
                </p14:cNvPr>
                <p14:cNvContentPartPr/>
                <p14:nvPr/>
              </p14:nvContentPartPr>
              <p14:xfrm>
                <a:off x="9896779" y="758899"/>
                <a:ext cx="202680" cy="3088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1DCBD99B-C293-111C-42C4-51CBB23FFBB4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886339" y="748459"/>
                  <a:ext cx="2239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EBA49AC2-A51A-5CD1-5065-BA9D4C9A1D4F}"/>
                    </a:ext>
                  </a:extLst>
                </p14:cNvPr>
                <p14:cNvContentPartPr/>
                <p14:nvPr/>
              </p14:nvContentPartPr>
              <p14:xfrm>
                <a:off x="10130779" y="1185859"/>
                <a:ext cx="11160" cy="140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EBA49AC2-A51A-5CD1-5065-BA9D4C9A1D4F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119979" y="1175419"/>
                  <a:ext cx="3240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7C1C99EF-325A-40B4-A5DF-5848A1A462CD}"/>
                  </a:ext>
                </a:extLst>
              </p14:cNvPr>
              <p14:cNvContentPartPr/>
              <p14:nvPr/>
            </p14:nvContentPartPr>
            <p14:xfrm>
              <a:off x="9642619" y="3564019"/>
              <a:ext cx="360" cy="36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7C1C99EF-325A-40B4-A5DF-5848A1A462CD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9636499" y="3557899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0D6C5E85-BF82-8D0B-F1FE-A3D59F53819D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Dimensionality Reduction</a:t>
            </a:r>
          </a:p>
        </p:txBody>
      </p:sp>
    </p:spTree>
    <p:extLst>
      <p:ext uri="{BB962C8B-B14F-4D97-AF65-F5344CB8AC3E}">
        <p14:creationId xmlns:p14="http://schemas.microsoft.com/office/powerpoint/2010/main" val="30870037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95E37-96B4-8E83-7160-97FA4BB95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3B3B4D8-B593-4338-9852-3046F3585547}"/>
                  </a:ext>
                </a:extLst>
              </p14:cNvPr>
              <p14:cNvContentPartPr/>
              <p14:nvPr/>
            </p14:nvContentPartPr>
            <p14:xfrm>
              <a:off x="432739" y="914059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3B3B4D8-B593-4338-9852-3046F35855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6619" y="907939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9B5E40F7-6E3E-098C-AEA3-E09A6AB99B5C}"/>
              </a:ext>
            </a:extLst>
          </p:cNvPr>
          <p:cNvGrpSpPr/>
          <p:nvPr/>
        </p:nvGrpSpPr>
        <p:grpSpPr>
          <a:xfrm>
            <a:off x="816859" y="633979"/>
            <a:ext cx="1799280" cy="1940760"/>
            <a:chOff x="816859" y="633979"/>
            <a:chExt cx="1799280" cy="194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C5E05C4-5D80-8070-DCEF-57FFD4C78F16}"/>
                    </a:ext>
                  </a:extLst>
                </p14:cNvPr>
                <p14:cNvContentPartPr/>
                <p14:nvPr/>
              </p14:nvContentPartPr>
              <p14:xfrm>
                <a:off x="977059" y="1023499"/>
                <a:ext cx="928800" cy="1407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C5E05C4-5D80-8070-DCEF-57FFD4C78F1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66259" y="1013059"/>
                  <a:ext cx="9500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8809C59-1614-07AF-7ED9-2895AD3CBA4C}"/>
                    </a:ext>
                  </a:extLst>
                </p14:cNvPr>
                <p14:cNvContentPartPr/>
                <p14:nvPr/>
              </p14:nvContentPartPr>
              <p14:xfrm>
                <a:off x="1391419" y="725779"/>
                <a:ext cx="273960" cy="1728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8809C59-1614-07AF-7ED9-2895AD3CBA4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80619" y="715339"/>
                  <a:ext cx="295200" cy="174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5D15AE7-1E14-CE86-9413-B5F09B013F67}"/>
                    </a:ext>
                  </a:extLst>
                </p14:cNvPr>
                <p14:cNvContentPartPr/>
                <p14:nvPr/>
              </p14:nvContentPartPr>
              <p14:xfrm>
                <a:off x="816859" y="769339"/>
                <a:ext cx="158760" cy="351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5D15AE7-1E14-CE86-9413-B5F09B013F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06419" y="758899"/>
                  <a:ext cx="18000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1D1B6F2-6667-D8F1-40A2-FF18FBC65331}"/>
                    </a:ext>
                  </a:extLst>
                </p14:cNvPr>
                <p14:cNvContentPartPr/>
                <p14:nvPr/>
              </p14:nvContentPartPr>
              <p14:xfrm>
                <a:off x="877699" y="902179"/>
                <a:ext cx="127080" cy="88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1D1B6F2-6667-D8F1-40A2-FF18FBC6533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7259" y="891379"/>
                  <a:ext cx="1483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F62D8D6-79BE-2E47-00E3-BBC3B3E9F5C8}"/>
                    </a:ext>
                  </a:extLst>
                </p14:cNvPr>
                <p14:cNvContentPartPr/>
                <p14:nvPr/>
              </p14:nvContentPartPr>
              <p14:xfrm>
                <a:off x="1004059" y="789139"/>
                <a:ext cx="106920" cy="144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F62D8D6-79BE-2E47-00E3-BBC3B3E9F5C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93619" y="778699"/>
                  <a:ext cx="1281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CFD199F-6F01-E979-E8E1-A9F995F3C025}"/>
                    </a:ext>
                  </a:extLst>
                </p14:cNvPr>
                <p14:cNvContentPartPr/>
                <p14:nvPr/>
              </p14:nvContentPartPr>
              <p14:xfrm>
                <a:off x="1100179" y="754219"/>
                <a:ext cx="19080" cy="33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CFD199F-6F01-E979-E8E1-A9F995F3C02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89379" y="743419"/>
                  <a:ext cx="403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DCB6C9B-76A5-DEEF-4EE0-622CA3E51916}"/>
                    </a:ext>
                  </a:extLst>
                </p14:cNvPr>
                <p14:cNvContentPartPr/>
                <p14:nvPr/>
              </p14:nvContentPartPr>
              <p14:xfrm>
                <a:off x="1009819" y="817939"/>
                <a:ext cx="166320" cy="356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DCB6C9B-76A5-DEEF-4EE0-622CA3E5191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99019" y="807499"/>
                  <a:ext cx="18756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60CC3BD-2597-2475-8DB4-6ABB26635913}"/>
                    </a:ext>
                  </a:extLst>
                </p14:cNvPr>
                <p14:cNvContentPartPr/>
                <p14:nvPr/>
              </p14:nvContentPartPr>
              <p14:xfrm>
                <a:off x="1099459" y="773659"/>
                <a:ext cx="222480" cy="249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60CC3BD-2597-2475-8DB4-6ABB2663591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88659" y="763219"/>
                  <a:ext cx="2437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538D535-4612-3CA7-4378-36DAD1A20C3C}"/>
                    </a:ext>
                  </a:extLst>
                </p14:cNvPr>
                <p14:cNvContentPartPr/>
                <p14:nvPr/>
              </p14:nvContentPartPr>
              <p14:xfrm>
                <a:off x="1575379" y="720019"/>
                <a:ext cx="131040" cy="309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538D535-4612-3CA7-4378-36DAD1A20C3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64939" y="709219"/>
                  <a:ext cx="15228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0061F65-AD34-32BA-B30F-65AE9E8F53C8}"/>
                    </a:ext>
                  </a:extLst>
                </p14:cNvPr>
                <p14:cNvContentPartPr/>
                <p14:nvPr/>
              </p14:nvContentPartPr>
              <p14:xfrm>
                <a:off x="1699219" y="646939"/>
                <a:ext cx="216360" cy="329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0061F65-AD34-32BA-B30F-65AE9E8F53C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88419" y="636499"/>
                  <a:ext cx="23760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60E4A8A-EA77-E7DD-59CC-D46B371A22D5}"/>
                    </a:ext>
                  </a:extLst>
                </p14:cNvPr>
                <p14:cNvContentPartPr/>
                <p14:nvPr/>
              </p14:nvContentPartPr>
              <p14:xfrm>
                <a:off x="1909459" y="633979"/>
                <a:ext cx="298800" cy="342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60E4A8A-EA77-E7DD-59CC-D46B371A22D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98659" y="623179"/>
                  <a:ext cx="3200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16AEDAD-2BB9-D2EB-F238-042E5561E1B7}"/>
                    </a:ext>
                  </a:extLst>
                </p14:cNvPr>
                <p14:cNvContentPartPr/>
                <p14:nvPr/>
              </p14:nvContentPartPr>
              <p14:xfrm>
                <a:off x="1022059" y="1384939"/>
                <a:ext cx="164880" cy="186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16AEDAD-2BB9-D2EB-F238-042E5561E1B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11259" y="1374499"/>
                  <a:ext cx="1861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5A7E463-E445-6E8B-6730-4E99FDD105C8}"/>
                    </a:ext>
                  </a:extLst>
                </p14:cNvPr>
                <p14:cNvContentPartPr/>
                <p14:nvPr/>
              </p14:nvContentPartPr>
              <p14:xfrm>
                <a:off x="1193059" y="1352539"/>
                <a:ext cx="70920" cy="233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5A7E463-E445-6E8B-6730-4E99FDD105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82259" y="1342099"/>
                  <a:ext cx="921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061B697-8A3A-E5B0-5B81-418F6F576B56}"/>
                    </a:ext>
                  </a:extLst>
                </p14:cNvPr>
                <p14:cNvContentPartPr/>
                <p14:nvPr/>
              </p14:nvContentPartPr>
              <p14:xfrm>
                <a:off x="1167859" y="1302499"/>
                <a:ext cx="144000" cy="144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061B697-8A3A-E5B0-5B81-418F6F576B5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57059" y="1292059"/>
                  <a:ext cx="1652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3A9F253-FC48-E7B4-D1B0-9CD9BF7CED09}"/>
                    </a:ext>
                  </a:extLst>
                </p14:cNvPr>
                <p14:cNvContentPartPr/>
                <p14:nvPr/>
              </p14:nvContentPartPr>
              <p14:xfrm>
                <a:off x="1710019" y="1291339"/>
                <a:ext cx="97920" cy="131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3A9F253-FC48-E7B4-D1B0-9CD9BF7CED0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99219" y="1280899"/>
                  <a:ext cx="1191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632BC74-DB3A-EB50-F3BA-7EFA1B20DFF3}"/>
                    </a:ext>
                  </a:extLst>
                </p14:cNvPr>
                <p14:cNvContentPartPr/>
                <p14:nvPr/>
              </p14:nvContentPartPr>
              <p14:xfrm>
                <a:off x="1740979" y="1242019"/>
                <a:ext cx="279720" cy="267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632BC74-DB3A-EB50-F3BA-7EFA1B20DFF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730179" y="1231219"/>
                  <a:ext cx="3009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449FCD9-196D-358B-73C8-9AAAB416561E}"/>
                    </a:ext>
                  </a:extLst>
                </p14:cNvPr>
                <p14:cNvContentPartPr/>
                <p14:nvPr/>
              </p14:nvContentPartPr>
              <p14:xfrm>
                <a:off x="1930339" y="1206379"/>
                <a:ext cx="151920" cy="111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449FCD9-196D-358B-73C8-9AAAB416561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19899" y="1195579"/>
                  <a:ext cx="1731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2DD8041-ADC6-4EE9-FD47-4A36BC16C6F3}"/>
                    </a:ext>
                  </a:extLst>
                </p14:cNvPr>
                <p14:cNvContentPartPr/>
                <p14:nvPr/>
              </p14:nvContentPartPr>
              <p14:xfrm>
                <a:off x="2069299" y="1231219"/>
                <a:ext cx="72720" cy="130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2DD8041-ADC6-4EE9-FD47-4A36BC16C6F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58859" y="1220779"/>
                  <a:ext cx="939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BC83BB8-D482-5A5C-907D-DBC1DF244186}"/>
                    </a:ext>
                  </a:extLst>
                </p14:cNvPr>
                <p14:cNvContentPartPr/>
                <p14:nvPr/>
              </p14:nvContentPartPr>
              <p14:xfrm>
                <a:off x="2156779" y="1191619"/>
                <a:ext cx="97560" cy="179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BC83BB8-D482-5A5C-907D-DBC1DF24418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145979" y="1180819"/>
                  <a:ext cx="1188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F631C2F-C20B-8EA7-66A1-DF022D8A3417}"/>
                    </a:ext>
                  </a:extLst>
                </p14:cNvPr>
                <p14:cNvContentPartPr/>
                <p14:nvPr/>
              </p14:nvContentPartPr>
              <p14:xfrm>
                <a:off x="2284579" y="1180459"/>
                <a:ext cx="78120" cy="141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F631C2F-C20B-8EA7-66A1-DF022D8A341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73779" y="1170019"/>
                  <a:ext cx="993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DDDD5F3-23EB-25A4-E1A2-E0A5EE8A2A36}"/>
                    </a:ext>
                  </a:extLst>
                </p14:cNvPr>
                <p14:cNvContentPartPr/>
                <p14:nvPr/>
              </p14:nvContentPartPr>
              <p14:xfrm>
                <a:off x="1116019" y="1836739"/>
                <a:ext cx="164160" cy="198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DDDD5F3-23EB-25A4-E1A2-E0A5EE8A2A3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05579" y="1825939"/>
                  <a:ext cx="1854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5BF6232-AB0D-05AE-A9F0-26741625CF1A}"/>
                    </a:ext>
                  </a:extLst>
                </p14:cNvPr>
                <p14:cNvContentPartPr/>
                <p14:nvPr/>
              </p14:nvContentPartPr>
              <p14:xfrm>
                <a:off x="1267939" y="1827739"/>
                <a:ext cx="147240" cy="226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5BF6232-AB0D-05AE-A9F0-26741625CF1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257139" y="1817299"/>
                  <a:ext cx="1684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7C1C60C-5C73-E59E-7F39-26BCF1069807}"/>
                    </a:ext>
                  </a:extLst>
                </p14:cNvPr>
                <p14:cNvContentPartPr/>
                <p14:nvPr/>
              </p14:nvContentPartPr>
              <p14:xfrm>
                <a:off x="1820899" y="1666819"/>
                <a:ext cx="207360" cy="236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7C1C60C-5C73-E59E-7F39-26BCF106980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810099" y="1656019"/>
                  <a:ext cx="2286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B997702-9D68-D747-5E90-0234EBB7A51A}"/>
                    </a:ext>
                  </a:extLst>
                </p14:cNvPr>
                <p14:cNvContentPartPr/>
                <p14:nvPr/>
              </p14:nvContentPartPr>
              <p14:xfrm>
                <a:off x="1914859" y="1775179"/>
                <a:ext cx="100800" cy="78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B997702-9D68-D747-5E90-0234EBB7A51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904419" y="1764379"/>
                  <a:ext cx="1220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1607825-683B-C3F5-6CF1-2E952D846A91}"/>
                    </a:ext>
                  </a:extLst>
                </p14:cNvPr>
                <p14:cNvContentPartPr/>
                <p14:nvPr/>
              </p14:nvContentPartPr>
              <p14:xfrm>
                <a:off x="2070019" y="1633699"/>
                <a:ext cx="162720" cy="234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1607825-683B-C3F5-6CF1-2E952D846A9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059219" y="1623259"/>
                  <a:ext cx="1839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2DA3A23-C2AA-3D0D-2B05-2A799E18D2B6}"/>
                    </a:ext>
                  </a:extLst>
                </p14:cNvPr>
                <p14:cNvContentPartPr/>
                <p14:nvPr/>
              </p14:nvContentPartPr>
              <p14:xfrm>
                <a:off x="2127619" y="1682299"/>
                <a:ext cx="134280" cy="88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2DA3A23-C2AA-3D0D-2B05-2A799E18D2B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117179" y="1671859"/>
                  <a:ext cx="1555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D969635-439E-40BC-06B3-4ABE7B39D74D}"/>
                    </a:ext>
                  </a:extLst>
                </p14:cNvPr>
                <p14:cNvContentPartPr/>
                <p14:nvPr/>
              </p14:nvContentPartPr>
              <p14:xfrm>
                <a:off x="2285659" y="1596979"/>
                <a:ext cx="94320" cy="186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D969635-439E-40BC-06B3-4ABE7B39D74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274859" y="1586179"/>
                  <a:ext cx="1155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80595EA-98E1-2E8E-8954-DD568F9804D6}"/>
                    </a:ext>
                  </a:extLst>
                </p14:cNvPr>
                <p14:cNvContentPartPr/>
                <p14:nvPr/>
              </p14:nvContentPartPr>
              <p14:xfrm>
                <a:off x="2366659" y="1502659"/>
                <a:ext cx="167040" cy="246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80595EA-98E1-2E8E-8954-DD568F9804D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356219" y="1491859"/>
                  <a:ext cx="1882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7F6DC12-CBC7-7B26-A99D-4DC0B9F3E622}"/>
                    </a:ext>
                  </a:extLst>
                </p14:cNvPr>
                <p14:cNvContentPartPr/>
                <p14:nvPr/>
              </p14:nvContentPartPr>
              <p14:xfrm>
                <a:off x="2590219" y="1537579"/>
                <a:ext cx="25920" cy="182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7F6DC12-CBC7-7B26-A99D-4DC0B9F3E62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79419" y="1527139"/>
                  <a:ext cx="471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7E1AE89-4C0E-37CD-9731-74FBC8080F09}"/>
                    </a:ext>
                  </a:extLst>
                </p14:cNvPr>
                <p14:cNvContentPartPr/>
                <p14:nvPr/>
              </p14:nvContentPartPr>
              <p14:xfrm>
                <a:off x="2349739" y="1855099"/>
                <a:ext cx="21960" cy="27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7E1AE89-4C0E-37CD-9731-74FBC8080F0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39299" y="1844659"/>
                  <a:ext cx="432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0F44D1B-DB19-DFE7-9412-212A0EF85B8D}"/>
                    </a:ext>
                  </a:extLst>
                </p14:cNvPr>
                <p14:cNvContentPartPr/>
                <p14:nvPr/>
              </p14:nvContentPartPr>
              <p14:xfrm>
                <a:off x="2322019" y="2027179"/>
                <a:ext cx="13680" cy="110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0F44D1B-DB19-DFE7-9412-212A0EF85B8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11219" y="2016739"/>
                  <a:ext cx="349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687D57B-B64A-54CB-584A-BFBA8A63FC12}"/>
                    </a:ext>
                  </a:extLst>
                </p14:cNvPr>
                <p14:cNvContentPartPr/>
                <p14:nvPr/>
              </p14:nvContentPartPr>
              <p14:xfrm>
                <a:off x="2336779" y="2350819"/>
                <a:ext cx="6120" cy="37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687D57B-B64A-54CB-584A-BFBA8A63FC1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26339" y="2340379"/>
                  <a:ext cx="273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F5BD9DA-CA65-3C6C-D0A1-F0CA4837D198}"/>
                    </a:ext>
                  </a:extLst>
                </p14:cNvPr>
                <p14:cNvContentPartPr/>
                <p14:nvPr/>
              </p14:nvContentPartPr>
              <p14:xfrm>
                <a:off x="2321659" y="2528299"/>
                <a:ext cx="26640" cy="46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F5BD9DA-CA65-3C6C-D0A1-F0CA4837D19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310859" y="2517499"/>
                  <a:ext cx="478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2EDE26B-B10D-85EE-80AE-5DA2415E9EA8}"/>
                    </a:ext>
                  </a:extLst>
                </p14:cNvPr>
                <p14:cNvContentPartPr/>
                <p14:nvPr/>
              </p14:nvContentPartPr>
              <p14:xfrm>
                <a:off x="1697779" y="2249659"/>
                <a:ext cx="39960" cy="22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2EDE26B-B10D-85EE-80AE-5DA2415E9EA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686979" y="2238859"/>
                  <a:ext cx="612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EBFACAF-5637-302E-DABC-FFD3C02C544D}"/>
                    </a:ext>
                  </a:extLst>
                </p14:cNvPr>
                <p14:cNvContentPartPr/>
                <p14:nvPr/>
              </p14:nvContentPartPr>
              <p14:xfrm>
                <a:off x="1466659" y="2418859"/>
                <a:ext cx="47160" cy="148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EBFACAF-5637-302E-DABC-FFD3C02C544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56219" y="2408059"/>
                  <a:ext cx="68400" cy="16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BB79B2F-7D1C-2AFD-E630-E8444C90BB86}"/>
                  </a:ext>
                </a:extLst>
              </p14:cNvPr>
              <p14:cNvContentPartPr/>
              <p14:nvPr/>
            </p14:nvContentPartPr>
            <p14:xfrm>
              <a:off x="1462339" y="2767339"/>
              <a:ext cx="55080" cy="1573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BB79B2F-7D1C-2AFD-E630-E8444C90BB8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451539" y="2756899"/>
                <a:ext cx="76320" cy="17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5D707C55-FC6D-29A3-EFE4-FAC85C3D8EEC}"/>
              </a:ext>
            </a:extLst>
          </p:cNvPr>
          <p:cNvGrpSpPr/>
          <p:nvPr/>
        </p:nvGrpSpPr>
        <p:grpSpPr>
          <a:xfrm>
            <a:off x="4434859" y="587539"/>
            <a:ext cx="1014840" cy="465480"/>
            <a:chOff x="4434859" y="587539"/>
            <a:chExt cx="1014840" cy="46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121A4BE-6E36-FCB5-3B16-85C906ED3A72}"/>
                    </a:ext>
                  </a:extLst>
                </p14:cNvPr>
                <p14:cNvContentPartPr/>
                <p14:nvPr/>
              </p14:nvContentPartPr>
              <p14:xfrm>
                <a:off x="4434859" y="587539"/>
                <a:ext cx="238320" cy="369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121A4BE-6E36-FCB5-3B16-85C906ED3A7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424419" y="576739"/>
                  <a:ext cx="25956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E30A16F-35E5-9B43-6022-5301CDA048D7}"/>
                    </a:ext>
                  </a:extLst>
                </p14:cNvPr>
                <p14:cNvContentPartPr/>
                <p14:nvPr/>
              </p14:nvContentPartPr>
              <p14:xfrm>
                <a:off x="4709179" y="603019"/>
                <a:ext cx="144720" cy="347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E30A16F-35E5-9B43-6022-5301CDA048D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698739" y="592579"/>
                  <a:ext cx="16596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22E8B1F-5AB4-A8F5-76FE-5777B7DD029A}"/>
                    </a:ext>
                  </a:extLst>
                </p14:cNvPr>
                <p14:cNvContentPartPr/>
                <p14:nvPr/>
              </p14:nvContentPartPr>
              <p14:xfrm>
                <a:off x="4910419" y="677539"/>
                <a:ext cx="106560" cy="317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22E8B1F-5AB4-A8F5-76FE-5777B7DD029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899979" y="667099"/>
                  <a:ext cx="12780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38A8D06-5E9B-0802-1AA6-DA1F312B5C92}"/>
                    </a:ext>
                  </a:extLst>
                </p14:cNvPr>
                <p14:cNvContentPartPr/>
                <p14:nvPr/>
              </p14:nvContentPartPr>
              <p14:xfrm>
                <a:off x="4890979" y="883459"/>
                <a:ext cx="114840" cy="69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38A8D06-5E9B-0802-1AA6-DA1F312B5C9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880179" y="872659"/>
                  <a:ext cx="1360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AB85176-A6BB-4839-3D6D-88AB41277EA1}"/>
                    </a:ext>
                  </a:extLst>
                </p14:cNvPr>
                <p14:cNvContentPartPr/>
                <p14:nvPr/>
              </p14:nvContentPartPr>
              <p14:xfrm>
                <a:off x="5036059" y="614539"/>
                <a:ext cx="121320" cy="362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AB85176-A6BB-4839-3D6D-88AB41277EA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025259" y="603739"/>
                  <a:ext cx="14256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6C4CB53-4F31-1879-E0DC-1DB30F03E5AC}"/>
                    </a:ext>
                  </a:extLst>
                </p14:cNvPr>
                <p14:cNvContentPartPr/>
                <p14:nvPr/>
              </p14:nvContentPartPr>
              <p14:xfrm>
                <a:off x="5219659" y="618859"/>
                <a:ext cx="230040" cy="345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6C4CB53-4F31-1879-E0DC-1DB30F03E5A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208859" y="608419"/>
                  <a:ext cx="2512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FA752AA-C338-0676-B3AA-195CABB3FE04}"/>
                    </a:ext>
                  </a:extLst>
                </p14:cNvPr>
                <p14:cNvContentPartPr/>
                <p14:nvPr/>
              </p14:nvContentPartPr>
              <p14:xfrm>
                <a:off x="5304979" y="620299"/>
                <a:ext cx="65880" cy="432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FA752AA-C338-0676-B3AA-195CABB3FE0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294539" y="609499"/>
                  <a:ext cx="87120" cy="45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ED5073F-27B9-6660-1E11-C77FF97D071D}"/>
              </a:ext>
            </a:extLst>
          </p:cNvPr>
          <p:cNvGrpSpPr/>
          <p:nvPr/>
        </p:nvGrpSpPr>
        <p:grpSpPr>
          <a:xfrm>
            <a:off x="5792059" y="496459"/>
            <a:ext cx="1280520" cy="477000"/>
            <a:chOff x="5792059" y="496459"/>
            <a:chExt cx="1280520" cy="47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26D7FC1-72A1-DC7C-0850-CD70409F548C}"/>
                    </a:ext>
                  </a:extLst>
                </p14:cNvPr>
                <p14:cNvContentPartPr/>
                <p14:nvPr/>
              </p14:nvContentPartPr>
              <p14:xfrm>
                <a:off x="5792059" y="653419"/>
                <a:ext cx="233640" cy="320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26D7FC1-72A1-DC7C-0850-CD70409F548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781619" y="642979"/>
                  <a:ext cx="25488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CAB1942-694E-3C71-A969-7713CD3C049B}"/>
                    </a:ext>
                  </a:extLst>
                </p14:cNvPr>
                <p14:cNvContentPartPr/>
                <p14:nvPr/>
              </p14:nvContentPartPr>
              <p14:xfrm>
                <a:off x="5973859" y="715339"/>
                <a:ext cx="252720" cy="256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CAB1942-694E-3C71-A969-7713CD3C049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963419" y="704899"/>
                  <a:ext cx="2739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E10C6E3-B679-624F-8EB9-858BBCC9B450}"/>
                    </a:ext>
                  </a:extLst>
                </p14:cNvPr>
                <p14:cNvContentPartPr/>
                <p14:nvPr/>
              </p14:nvContentPartPr>
              <p14:xfrm>
                <a:off x="6177259" y="719659"/>
                <a:ext cx="172080" cy="58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E10C6E3-B679-624F-8EB9-858BBCC9B45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166459" y="708859"/>
                  <a:ext cx="1933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BAA03E6-D878-7FAB-B5EC-B4034A0958BE}"/>
                    </a:ext>
                  </a:extLst>
                </p14:cNvPr>
                <p14:cNvContentPartPr/>
                <p14:nvPr/>
              </p14:nvContentPartPr>
              <p14:xfrm>
                <a:off x="6280939" y="692659"/>
                <a:ext cx="224640" cy="2714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BAA03E6-D878-7FAB-B5EC-B4034A0958B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270499" y="682219"/>
                  <a:ext cx="2458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641E32D-D26F-FCB8-8248-89DF9CD6D62C}"/>
                    </a:ext>
                  </a:extLst>
                </p14:cNvPr>
                <p14:cNvContentPartPr/>
                <p14:nvPr/>
              </p14:nvContentPartPr>
              <p14:xfrm>
                <a:off x="6501979" y="637219"/>
                <a:ext cx="295560" cy="288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641E32D-D26F-FCB8-8248-89DF9CD6D62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491179" y="626779"/>
                  <a:ext cx="3168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49E625D-81D2-85A1-081B-E17CE499BEFF}"/>
                    </a:ext>
                  </a:extLst>
                </p14:cNvPr>
                <p14:cNvContentPartPr/>
                <p14:nvPr/>
              </p14:nvContentPartPr>
              <p14:xfrm>
                <a:off x="6841819" y="496459"/>
                <a:ext cx="93960" cy="445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49E625D-81D2-85A1-081B-E17CE499BEF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831379" y="485659"/>
                  <a:ext cx="11520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269B867-A858-DA8F-9A27-5806CDC24B92}"/>
                    </a:ext>
                  </a:extLst>
                </p14:cNvPr>
                <p14:cNvContentPartPr/>
                <p14:nvPr/>
              </p14:nvContentPartPr>
              <p14:xfrm>
                <a:off x="6828139" y="639019"/>
                <a:ext cx="244440" cy="19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269B867-A858-DA8F-9A27-5806CDC24B9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17699" y="628219"/>
                  <a:ext cx="26568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DEFFA59F-BE84-BC11-7544-908BBC8C1E1B}"/>
              </a:ext>
            </a:extLst>
          </p:cNvPr>
          <p:cNvGrpSpPr/>
          <p:nvPr/>
        </p:nvGrpSpPr>
        <p:grpSpPr>
          <a:xfrm>
            <a:off x="8150059" y="338419"/>
            <a:ext cx="2477520" cy="1760040"/>
            <a:chOff x="8150059" y="338419"/>
            <a:chExt cx="2477520" cy="176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1D8BE3E-D7C0-9B86-2D5A-A637C357502C}"/>
                    </a:ext>
                  </a:extLst>
                </p14:cNvPr>
                <p14:cNvContentPartPr/>
                <p14:nvPr/>
              </p14:nvContentPartPr>
              <p14:xfrm>
                <a:off x="8150059" y="338419"/>
                <a:ext cx="2477520" cy="1703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1D8BE3E-D7C0-9B86-2D5A-A637C35750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139619" y="327619"/>
                  <a:ext cx="2498760" cy="172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28104F1-2AC3-DB94-F28B-7DB1CBABC76C}"/>
                    </a:ext>
                  </a:extLst>
                </p14:cNvPr>
                <p14:cNvContentPartPr/>
                <p14:nvPr/>
              </p14:nvContentPartPr>
              <p14:xfrm>
                <a:off x="8424739" y="460819"/>
                <a:ext cx="170640" cy="1600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28104F1-2AC3-DB94-F28B-7DB1CBABC76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14299" y="450019"/>
                  <a:ext cx="191880" cy="162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6C0D4EA-E564-D5D2-21CA-FC81292AF243}"/>
                    </a:ext>
                  </a:extLst>
                </p14:cNvPr>
                <p14:cNvContentPartPr/>
                <p14:nvPr/>
              </p14:nvContentPartPr>
              <p14:xfrm>
                <a:off x="8707699" y="462619"/>
                <a:ext cx="96840" cy="1541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6C0D4EA-E564-D5D2-21CA-FC81292AF24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96899" y="452179"/>
                  <a:ext cx="118080" cy="156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5AEC25D-EC35-0418-E095-168AA1380813}"/>
                    </a:ext>
                  </a:extLst>
                </p14:cNvPr>
                <p14:cNvContentPartPr/>
                <p14:nvPr/>
              </p14:nvContentPartPr>
              <p14:xfrm>
                <a:off x="8991379" y="426979"/>
                <a:ext cx="122400" cy="16120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5AEC25D-EC35-0418-E095-168AA138081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980939" y="416539"/>
                  <a:ext cx="143640" cy="163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4059D44-6235-6121-6AF4-7F2A9E87E32F}"/>
                    </a:ext>
                  </a:extLst>
                </p14:cNvPr>
                <p14:cNvContentPartPr/>
                <p14:nvPr/>
              </p14:nvContentPartPr>
              <p14:xfrm>
                <a:off x="9359299" y="396019"/>
                <a:ext cx="37800" cy="1526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4059D44-6235-6121-6AF4-7F2A9E87E32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348859" y="385579"/>
                  <a:ext cx="59040" cy="154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8784C2A-5E2C-216D-5876-B49D175C8CBE}"/>
                    </a:ext>
                  </a:extLst>
                </p14:cNvPr>
                <p14:cNvContentPartPr/>
                <p14:nvPr/>
              </p14:nvContentPartPr>
              <p14:xfrm>
                <a:off x="9615979" y="395299"/>
                <a:ext cx="41040" cy="1542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8784C2A-5E2C-216D-5876-B49D175C8CB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605179" y="384859"/>
                  <a:ext cx="62280" cy="156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FAF5DB2-E320-333C-4713-5AAC4406223F}"/>
                    </a:ext>
                  </a:extLst>
                </p14:cNvPr>
                <p14:cNvContentPartPr/>
                <p14:nvPr/>
              </p14:nvContentPartPr>
              <p14:xfrm>
                <a:off x="9818299" y="408259"/>
                <a:ext cx="108360" cy="16902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FAF5DB2-E320-333C-4713-5AAC4406223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807859" y="397459"/>
                  <a:ext cx="129600" cy="171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10A3BDB-903E-3712-CD81-869297E499F5}"/>
                    </a:ext>
                  </a:extLst>
                </p14:cNvPr>
                <p14:cNvContentPartPr/>
                <p14:nvPr/>
              </p14:nvContentPartPr>
              <p14:xfrm>
                <a:off x="10094419" y="431659"/>
                <a:ext cx="153000" cy="1587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10A3BDB-903E-3712-CD81-869297E499F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083979" y="421219"/>
                  <a:ext cx="174240" cy="16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228A9B7-A9D7-C5CB-78BC-EAAA47D294D5}"/>
                    </a:ext>
                  </a:extLst>
                </p14:cNvPr>
                <p14:cNvContentPartPr/>
                <p14:nvPr/>
              </p14:nvContentPartPr>
              <p14:xfrm>
                <a:off x="8211259" y="703819"/>
                <a:ext cx="2388240" cy="990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228A9B7-A9D7-C5CB-78BC-EAAA47D294D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200819" y="693019"/>
                  <a:ext cx="24094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BCB2103-3D4D-D617-8E7F-C8099C885EB9}"/>
                    </a:ext>
                  </a:extLst>
                </p14:cNvPr>
                <p14:cNvContentPartPr/>
                <p14:nvPr/>
              </p14:nvContentPartPr>
              <p14:xfrm>
                <a:off x="8245099" y="1051939"/>
                <a:ext cx="2267280" cy="91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BCB2103-3D4D-D617-8E7F-C8099C885EB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34659" y="1041139"/>
                  <a:ext cx="22885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F345C02-668C-401D-51CF-71E4182E681A}"/>
                    </a:ext>
                  </a:extLst>
                </p14:cNvPr>
                <p14:cNvContentPartPr/>
                <p14:nvPr/>
              </p14:nvContentPartPr>
              <p14:xfrm>
                <a:off x="8254099" y="1454419"/>
                <a:ext cx="2298240" cy="31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F345C02-668C-401D-51CF-71E4182E681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243659" y="1443979"/>
                  <a:ext cx="2319480" cy="5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0AA1579A-CDE5-9C61-C92B-B4F0EFA25115}"/>
                  </a:ext>
                </a:extLst>
              </p14:cNvPr>
              <p14:cNvContentPartPr/>
              <p14:nvPr/>
            </p14:nvContentPartPr>
            <p14:xfrm>
              <a:off x="8832259" y="555139"/>
              <a:ext cx="996120" cy="12981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0AA1579A-CDE5-9C61-C92B-B4F0EFA2511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821459" y="544699"/>
                <a:ext cx="1017360" cy="13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66F0146F-A617-A960-3B34-035576B895DD}"/>
                  </a:ext>
                </a:extLst>
              </p14:cNvPr>
              <p14:cNvContentPartPr/>
              <p14:nvPr/>
            </p14:nvContentPartPr>
            <p14:xfrm>
              <a:off x="9649099" y="739819"/>
              <a:ext cx="231840" cy="91764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66F0146F-A617-A960-3B34-035576B895DD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638299" y="729379"/>
                <a:ext cx="253080" cy="9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2731BAD2-7734-AB38-F70D-97A8A9679C85}"/>
                  </a:ext>
                </a:extLst>
              </p14:cNvPr>
              <p14:cNvContentPartPr/>
              <p14:nvPr/>
            </p14:nvContentPartPr>
            <p14:xfrm>
              <a:off x="9059419" y="393499"/>
              <a:ext cx="480960" cy="3769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2731BAD2-7734-AB38-F70D-97A8A9679C85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048619" y="383059"/>
                <a:ext cx="50220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FF95C208-4B2F-4B37-A980-9F3AEB395046}"/>
                  </a:ext>
                </a:extLst>
              </p14:cNvPr>
              <p14:cNvContentPartPr/>
              <p14:nvPr/>
            </p14:nvContentPartPr>
            <p14:xfrm>
              <a:off x="8728219" y="817219"/>
              <a:ext cx="277560" cy="47160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FF95C208-4B2F-4B37-A980-9F3AEB395046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717419" y="806419"/>
                <a:ext cx="298800" cy="49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A620884B-46C3-11E2-51C5-C2CD685E78EA}"/>
                  </a:ext>
                </a:extLst>
              </p14:cNvPr>
              <p14:cNvContentPartPr/>
              <p14:nvPr/>
            </p14:nvContentPartPr>
            <p14:xfrm>
              <a:off x="9064819" y="1452259"/>
              <a:ext cx="759600" cy="6436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A620884B-46C3-11E2-51C5-C2CD685E78EA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054019" y="1441819"/>
                <a:ext cx="780840" cy="66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D0C10228-2F72-4713-494B-A62A02384229}"/>
                  </a:ext>
                </a:extLst>
              </p14:cNvPr>
              <p14:cNvContentPartPr/>
              <p14:nvPr/>
            </p14:nvContentPartPr>
            <p14:xfrm>
              <a:off x="3667699" y="2134459"/>
              <a:ext cx="8330760" cy="1465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D0C10228-2F72-4713-494B-A62A0238422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657259" y="2124019"/>
                <a:ext cx="835200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7EA9B015-4A72-A6AF-9224-8BACD581E230}"/>
                  </a:ext>
                </a:extLst>
              </p14:cNvPr>
              <p14:cNvContentPartPr/>
              <p14:nvPr/>
            </p14:nvContentPartPr>
            <p14:xfrm>
              <a:off x="4280419" y="1858339"/>
              <a:ext cx="232560" cy="37710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7EA9B015-4A72-A6AF-9224-8BACD581E230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269979" y="1847539"/>
                <a:ext cx="253800" cy="379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9EC6FF78-E54C-9162-50D8-2DFCAE24132D}"/>
              </a:ext>
            </a:extLst>
          </p:cNvPr>
          <p:cNvGrpSpPr/>
          <p:nvPr/>
        </p:nvGrpSpPr>
        <p:grpSpPr>
          <a:xfrm>
            <a:off x="8254099" y="460099"/>
            <a:ext cx="2334240" cy="611280"/>
            <a:chOff x="8254099" y="460099"/>
            <a:chExt cx="2334240" cy="61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672E568-04F7-C6AB-098E-24300838538B}"/>
                    </a:ext>
                  </a:extLst>
                </p14:cNvPr>
                <p14:cNvContentPartPr/>
                <p14:nvPr/>
              </p14:nvContentPartPr>
              <p14:xfrm>
                <a:off x="8254099" y="535699"/>
                <a:ext cx="96120" cy="1580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672E568-04F7-C6AB-098E-24300838538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243299" y="524899"/>
                  <a:ext cx="1173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6F3DDA0-3D56-2712-207D-B1D96971333D}"/>
                    </a:ext>
                  </a:extLst>
                </p14:cNvPr>
                <p14:cNvContentPartPr/>
                <p14:nvPr/>
              </p14:nvContentPartPr>
              <p14:xfrm>
                <a:off x="8593939" y="550099"/>
                <a:ext cx="11160" cy="149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6F3DDA0-3D56-2712-207D-B1D96971333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583499" y="539299"/>
                  <a:ext cx="324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54B879F-D474-D851-1699-9B41047F81EE}"/>
                    </a:ext>
                  </a:extLst>
                </p14:cNvPr>
                <p14:cNvContentPartPr/>
                <p14:nvPr/>
              </p14:nvContentPartPr>
              <p14:xfrm>
                <a:off x="8801299" y="544339"/>
                <a:ext cx="130320" cy="1555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54B879F-D474-D851-1699-9B41047F81E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790859" y="533899"/>
                  <a:ext cx="1515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CFA02DE-75E5-EB11-8BEB-5827C2D8782A}"/>
                    </a:ext>
                  </a:extLst>
                </p14:cNvPr>
                <p14:cNvContentPartPr/>
                <p14:nvPr/>
              </p14:nvContentPartPr>
              <p14:xfrm>
                <a:off x="9091099" y="516619"/>
                <a:ext cx="120600" cy="2332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CFA02DE-75E5-EB11-8BEB-5827C2D8782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080299" y="506179"/>
                  <a:ext cx="1418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8C11DF6-9D5F-1BD5-A2A0-01A6DB60FD03}"/>
                    </a:ext>
                  </a:extLst>
                </p14:cNvPr>
                <p14:cNvContentPartPr/>
                <p14:nvPr/>
              </p14:nvContentPartPr>
              <p14:xfrm>
                <a:off x="9413299" y="491779"/>
                <a:ext cx="107280" cy="1810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8C11DF6-9D5F-1BD5-A2A0-01A6DB60FD0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402499" y="480979"/>
                  <a:ext cx="1285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123A23B-0212-D508-EA6F-C2837FD2C405}"/>
                    </a:ext>
                  </a:extLst>
                </p14:cNvPr>
                <p14:cNvContentPartPr/>
                <p14:nvPr/>
              </p14:nvContentPartPr>
              <p14:xfrm>
                <a:off x="9736219" y="498259"/>
                <a:ext cx="67680" cy="1656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123A23B-0212-D508-EA6F-C2837FD2C40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725419" y="487459"/>
                  <a:ext cx="889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76E5FD1-3994-1189-1395-0E5D5A92FAB2}"/>
                    </a:ext>
                  </a:extLst>
                </p14:cNvPr>
                <p14:cNvContentPartPr/>
                <p14:nvPr/>
              </p14:nvContentPartPr>
              <p14:xfrm>
                <a:off x="9776539" y="466939"/>
                <a:ext cx="118800" cy="32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76E5FD1-3994-1189-1395-0E5D5A92FAB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766099" y="456139"/>
                  <a:ext cx="1400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3913303-BC09-91B5-7C85-10D59D87C967}"/>
                    </a:ext>
                  </a:extLst>
                </p14:cNvPr>
                <p14:cNvContentPartPr/>
                <p14:nvPr/>
              </p14:nvContentPartPr>
              <p14:xfrm>
                <a:off x="10033939" y="489979"/>
                <a:ext cx="72720" cy="167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3913303-BC09-91B5-7C85-10D59D87C96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023139" y="479539"/>
                  <a:ext cx="939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3753B70-35BA-3685-E277-2E82A6B361F5}"/>
                    </a:ext>
                  </a:extLst>
                </p14:cNvPr>
                <p14:cNvContentPartPr/>
                <p14:nvPr/>
              </p14:nvContentPartPr>
              <p14:xfrm>
                <a:off x="10418059" y="460099"/>
                <a:ext cx="83880" cy="1864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3753B70-35BA-3685-E277-2E82A6B361F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407259" y="449299"/>
                  <a:ext cx="1051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8C49DA6-17A7-E748-5045-E28D9910E5F8}"/>
                    </a:ext>
                  </a:extLst>
                </p14:cNvPr>
                <p14:cNvContentPartPr/>
                <p14:nvPr/>
              </p14:nvContentPartPr>
              <p14:xfrm>
                <a:off x="10447579" y="522379"/>
                <a:ext cx="110880" cy="36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8C49DA6-17A7-E748-5045-E28D9910E5F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437139" y="511939"/>
                  <a:ext cx="1321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530AF54-8B35-F152-7027-529AC76C01C5}"/>
                    </a:ext>
                  </a:extLst>
                </p14:cNvPr>
                <p14:cNvContentPartPr/>
                <p14:nvPr/>
              </p14:nvContentPartPr>
              <p14:xfrm>
                <a:off x="8274979" y="914059"/>
                <a:ext cx="65880" cy="1573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530AF54-8B35-F152-7027-529AC76C01C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264179" y="903259"/>
                  <a:ext cx="871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6ECB04B-4F6F-8FD5-7A7E-CBC0810E700D}"/>
                    </a:ext>
                  </a:extLst>
                </p14:cNvPr>
                <p14:cNvContentPartPr/>
                <p14:nvPr/>
              </p14:nvContentPartPr>
              <p14:xfrm>
                <a:off x="8523019" y="865099"/>
                <a:ext cx="80640" cy="2048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6ECB04B-4F6F-8FD5-7A7E-CBC0810E700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512219" y="854659"/>
                  <a:ext cx="1018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FCEB22B-6FBA-2F0F-6909-9F2AEC4ED2D1}"/>
                    </a:ext>
                  </a:extLst>
                </p14:cNvPr>
                <p14:cNvContentPartPr/>
                <p14:nvPr/>
              </p14:nvContentPartPr>
              <p14:xfrm>
                <a:off x="8859979" y="868339"/>
                <a:ext cx="119520" cy="184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FCEB22B-6FBA-2F0F-6909-9F2AEC4ED2D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849179" y="857539"/>
                  <a:ext cx="1407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6FA3CCC-335B-1F8C-E6EC-4A2E03B1203C}"/>
                    </a:ext>
                  </a:extLst>
                </p14:cNvPr>
                <p14:cNvContentPartPr/>
                <p14:nvPr/>
              </p14:nvContentPartPr>
              <p14:xfrm>
                <a:off x="9151219" y="869779"/>
                <a:ext cx="65520" cy="1760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6FA3CCC-335B-1F8C-E6EC-4A2E03B1203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140779" y="859339"/>
                  <a:ext cx="867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BDDB4B7-800D-BEE7-61E9-A077A053506D}"/>
                    </a:ext>
                  </a:extLst>
                </p14:cNvPr>
                <p14:cNvContentPartPr/>
                <p14:nvPr/>
              </p14:nvContentPartPr>
              <p14:xfrm>
                <a:off x="9224659" y="896419"/>
                <a:ext cx="47880" cy="1407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BDDB4B7-800D-BEE7-61E9-A077A053506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214219" y="885619"/>
                  <a:ext cx="691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7AC44AF-59B1-1298-D3C6-F5A222A7D971}"/>
                    </a:ext>
                  </a:extLst>
                </p14:cNvPr>
                <p14:cNvContentPartPr/>
                <p14:nvPr/>
              </p14:nvContentPartPr>
              <p14:xfrm>
                <a:off x="9583939" y="804259"/>
                <a:ext cx="6120" cy="1537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7AC44AF-59B1-1298-D3C6-F5A222A7D97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573139" y="793819"/>
                  <a:ext cx="273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2ABF054-5341-6ADF-F5DE-BBFADC50D401}"/>
                    </a:ext>
                  </a:extLst>
                </p14:cNvPr>
                <p14:cNvContentPartPr/>
                <p14:nvPr/>
              </p14:nvContentPartPr>
              <p14:xfrm>
                <a:off x="9599419" y="787699"/>
                <a:ext cx="102960" cy="2001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2ABF054-5341-6ADF-F5DE-BBFADC50D40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588619" y="777259"/>
                  <a:ext cx="1242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34759A6-A623-4111-605F-1D06031AD0B9}"/>
                    </a:ext>
                  </a:extLst>
                </p14:cNvPr>
                <p14:cNvContentPartPr/>
                <p14:nvPr/>
              </p14:nvContentPartPr>
              <p14:xfrm>
                <a:off x="9725419" y="865459"/>
                <a:ext cx="34560" cy="1411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34759A6-A623-4111-605F-1D06031AD0B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714619" y="855019"/>
                  <a:ext cx="558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59E7668-1A22-8C58-CC2C-D551CD630C09}"/>
                    </a:ext>
                  </a:extLst>
                </p14:cNvPr>
                <p14:cNvContentPartPr/>
                <p14:nvPr/>
              </p14:nvContentPartPr>
              <p14:xfrm>
                <a:off x="9759259" y="812179"/>
                <a:ext cx="93240" cy="205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59E7668-1A22-8C58-CC2C-D551CD630C0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748819" y="801739"/>
                  <a:ext cx="1144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1147945-D8EB-9BBA-792B-1BB5CA33C18C}"/>
                    </a:ext>
                  </a:extLst>
                </p14:cNvPr>
                <p14:cNvContentPartPr/>
                <p14:nvPr/>
              </p14:nvContentPartPr>
              <p14:xfrm>
                <a:off x="10028899" y="841699"/>
                <a:ext cx="25200" cy="1915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1147945-D8EB-9BBA-792B-1BB5CA33C1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018099" y="830899"/>
                  <a:ext cx="464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E4822F0-43DB-B7F3-9EE0-7966389F5B4E}"/>
                    </a:ext>
                  </a:extLst>
                </p14:cNvPr>
                <p14:cNvContentPartPr/>
                <p14:nvPr/>
              </p14:nvContentPartPr>
              <p14:xfrm>
                <a:off x="10059499" y="816499"/>
                <a:ext cx="104400" cy="2462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E4822F0-43DB-B7F3-9EE0-7966389F5B4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049059" y="806059"/>
                  <a:ext cx="1256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CBC3F3B-82C8-29A3-A5DA-AE119D729122}"/>
                    </a:ext>
                  </a:extLst>
                </p14:cNvPr>
                <p14:cNvContentPartPr/>
                <p14:nvPr/>
              </p14:nvContentPartPr>
              <p14:xfrm>
                <a:off x="10408699" y="814339"/>
                <a:ext cx="23760" cy="177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CBC3F3B-82C8-29A3-A5DA-AE119D72912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398259" y="803539"/>
                  <a:ext cx="450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E2E5E5C-5B03-ADCF-352C-DEACBD2BC47D}"/>
                    </a:ext>
                  </a:extLst>
                </p14:cNvPr>
                <p14:cNvContentPartPr/>
                <p14:nvPr/>
              </p14:nvContentPartPr>
              <p14:xfrm>
                <a:off x="10455139" y="819379"/>
                <a:ext cx="55440" cy="204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E2E5E5C-5B03-ADCF-352C-DEACBD2BC47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444699" y="808579"/>
                  <a:ext cx="766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98DFFC5-1361-0F29-CA39-8110316EE729}"/>
                    </a:ext>
                  </a:extLst>
                </p14:cNvPr>
                <p14:cNvContentPartPr/>
                <p14:nvPr/>
              </p14:nvContentPartPr>
              <p14:xfrm>
                <a:off x="10489339" y="791299"/>
                <a:ext cx="99000" cy="450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98DFFC5-1361-0F29-CA39-8110316EE72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478539" y="780859"/>
                  <a:ext cx="12024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0E238A4E-F8A8-C4F6-FF00-0C834E616020}"/>
                  </a:ext>
                </a:extLst>
              </p14:cNvPr>
              <p14:cNvContentPartPr/>
              <p14:nvPr/>
            </p14:nvContentPartPr>
            <p14:xfrm>
              <a:off x="7419619" y="272899"/>
              <a:ext cx="385560" cy="33732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0E238A4E-F8A8-C4F6-FF00-0C834E616020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7409179" y="262459"/>
                <a:ext cx="40680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C4E0873F-A54F-6F99-897F-3129FF7ADBED}"/>
                  </a:ext>
                </a:extLst>
              </p14:cNvPr>
              <p14:cNvContentPartPr/>
              <p14:nvPr/>
            </p14:nvContentPartPr>
            <p14:xfrm>
              <a:off x="7048819" y="2335699"/>
              <a:ext cx="6480" cy="1224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C4E0873F-A54F-6F99-897F-3129FF7ADBED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038379" y="2325259"/>
                <a:ext cx="27720" cy="3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6" name="Group 175">
            <a:extLst>
              <a:ext uri="{FF2B5EF4-FFF2-40B4-BE49-F238E27FC236}">
                <a16:creationId xmlns:a16="http://schemas.microsoft.com/office/drawing/2014/main" id="{22DAB82C-B8B6-EF16-10F9-3CD9EFD044B9}"/>
              </a:ext>
            </a:extLst>
          </p:cNvPr>
          <p:cNvGrpSpPr/>
          <p:nvPr/>
        </p:nvGrpSpPr>
        <p:grpSpPr>
          <a:xfrm>
            <a:off x="3317419" y="2323099"/>
            <a:ext cx="846360" cy="384840"/>
            <a:chOff x="3317419" y="2323099"/>
            <a:chExt cx="846360" cy="38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2F1AC06-D254-6FD4-9E84-E7E6EE5C7E59}"/>
                    </a:ext>
                  </a:extLst>
                </p14:cNvPr>
                <p14:cNvContentPartPr/>
                <p14:nvPr/>
              </p14:nvContentPartPr>
              <p14:xfrm>
                <a:off x="3327139" y="2452339"/>
                <a:ext cx="12240" cy="1306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2F1AC06-D254-6FD4-9E84-E7E6EE5C7E5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316339" y="2441899"/>
                  <a:ext cx="334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E6EFAFE-40AF-E77E-678D-B2D4F2E30262}"/>
                    </a:ext>
                  </a:extLst>
                </p14:cNvPr>
                <p14:cNvContentPartPr/>
                <p14:nvPr/>
              </p14:nvContentPartPr>
              <p14:xfrm>
                <a:off x="3317419" y="2323099"/>
                <a:ext cx="5040" cy="72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E6EFAFE-40AF-E77E-678D-B2D4F2E3026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306619" y="2312299"/>
                  <a:ext cx="262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D9CE5BC-E503-E38A-C564-287BE9980FDA}"/>
                    </a:ext>
                  </a:extLst>
                </p14:cNvPr>
                <p14:cNvContentPartPr/>
                <p14:nvPr/>
              </p14:nvContentPartPr>
              <p14:xfrm>
                <a:off x="3390139" y="2430019"/>
                <a:ext cx="122760" cy="972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D9CE5BC-E503-E38A-C564-287BE9980FD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379699" y="2419219"/>
                  <a:ext cx="1440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AA08B83-7151-792F-24B0-5D84B05399DA}"/>
                    </a:ext>
                  </a:extLst>
                </p14:cNvPr>
                <p14:cNvContentPartPr/>
                <p14:nvPr/>
              </p14:nvContentPartPr>
              <p14:xfrm>
                <a:off x="3531979" y="2399779"/>
                <a:ext cx="138600" cy="3081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AA08B83-7151-792F-24B0-5D84B05399D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521179" y="2389339"/>
                  <a:ext cx="15984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B66DB54-90CD-A062-EFE8-1AC0818F77E6}"/>
                    </a:ext>
                  </a:extLst>
                </p14:cNvPr>
                <p14:cNvContentPartPr/>
                <p14:nvPr/>
              </p14:nvContentPartPr>
              <p14:xfrm>
                <a:off x="3698299" y="2382139"/>
                <a:ext cx="84960" cy="1317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B66DB54-90CD-A062-EFE8-1AC0818F77E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687859" y="2371699"/>
                  <a:ext cx="1062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1C576A5-A944-2DBD-5C4A-256BDFD8C1AC}"/>
                    </a:ext>
                  </a:extLst>
                </p14:cNvPr>
                <p14:cNvContentPartPr/>
                <p14:nvPr/>
              </p14:nvContentPartPr>
              <p14:xfrm>
                <a:off x="3878299" y="2561419"/>
                <a:ext cx="128880" cy="104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1C576A5-A944-2DBD-5C4A-256BDFD8C1A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867859" y="2550619"/>
                  <a:ext cx="1501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177E431-5C72-C9A5-749D-F7389FC14F29}"/>
                    </a:ext>
                  </a:extLst>
                </p14:cNvPr>
                <p14:cNvContentPartPr/>
                <p14:nvPr/>
              </p14:nvContentPartPr>
              <p14:xfrm>
                <a:off x="4051819" y="2341459"/>
                <a:ext cx="111960" cy="1663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177E431-5C72-C9A5-749D-F7389FC14F2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041019" y="2331019"/>
                  <a:ext cx="13320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A46D7B94-6319-F6CD-61E2-03E0E06CA228}"/>
              </a:ext>
            </a:extLst>
          </p:cNvPr>
          <p:cNvGrpSpPr/>
          <p:nvPr/>
        </p:nvGrpSpPr>
        <p:grpSpPr>
          <a:xfrm>
            <a:off x="4565539" y="1779499"/>
            <a:ext cx="2103840" cy="3652560"/>
            <a:chOff x="4565539" y="1779499"/>
            <a:chExt cx="2103840" cy="365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1FDE3C1-4D94-80E9-CE29-796F5396F3DA}"/>
                    </a:ext>
                  </a:extLst>
                </p14:cNvPr>
                <p14:cNvContentPartPr/>
                <p14:nvPr/>
              </p14:nvContentPartPr>
              <p14:xfrm>
                <a:off x="4931659" y="1882819"/>
                <a:ext cx="7560" cy="158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1FDE3C1-4D94-80E9-CE29-796F5396F3D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920859" y="1872379"/>
                  <a:ext cx="288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46B36A7-DA0B-1E89-D990-2951497F7B90}"/>
                    </a:ext>
                  </a:extLst>
                </p14:cNvPr>
                <p14:cNvContentPartPr/>
                <p14:nvPr/>
              </p14:nvContentPartPr>
              <p14:xfrm>
                <a:off x="4842379" y="1882819"/>
                <a:ext cx="211680" cy="3479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46B36A7-DA0B-1E89-D990-2951497F7B9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831579" y="1872379"/>
                  <a:ext cx="232920" cy="350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932395D-A8F5-2EF4-EEB2-44B41D32787F}"/>
                    </a:ext>
                  </a:extLst>
                </p14:cNvPr>
                <p14:cNvContentPartPr/>
                <p14:nvPr/>
              </p14:nvContentPartPr>
              <p14:xfrm>
                <a:off x="4565539" y="1914859"/>
                <a:ext cx="113400" cy="1627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932395D-A8F5-2EF4-EEB2-44B41D32787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555099" y="1904419"/>
                  <a:ext cx="1346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4101B9B-E115-5B5D-85EC-6FE2556F79F7}"/>
                    </a:ext>
                  </a:extLst>
                </p14:cNvPr>
                <p14:cNvContentPartPr/>
                <p14:nvPr/>
              </p14:nvContentPartPr>
              <p14:xfrm>
                <a:off x="5314699" y="1864099"/>
                <a:ext cx="162720" cy="35679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4101B9B-E115-5B5D-85EC-6FE2556F79F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303899" y="1853299"/>
                  <a:ext cx="183960" cy="358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AE2E59A-386A-416E-75BF-A9C15EBE60F5}"/>
                    </a:ext>
                  </a:extLst>
                </p14:cNvPr>
                <p14:cNvContentPartPr/>
                <p14:nvPr/>
              </p14:nvContentPartPr>
              <p14:xfrm>
                <a:off x="5105899" y="1779499"/>
                <a:ext cx="66600" cy="3070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AE2E59A-386A-416E-75BF-A9C15EBE60F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095099" y="1769059"/>
                  <a:ext cx="878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294C30C-62B4-243C-127A-F044348688A6}"/>
                    </a:ext>
                  </a:extLst>
                </p14:cNvPr>
                <p14:cNvContentPartPr/>
                <p14:nvPr/>
              </p14:nvContentPartPr>
              <p14:xfrm>
                <a:off x="5736259" y="1899379"/>
                <a:ext cx="105480" cy="35326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294C30C-62B4-243C-127A-F044348688A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725819" y="1888579"/>
                  <a:ext cx="126720" cy="355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BA581DA-1079-F157-F706-73BF2D1E5BBE}"/>
                    </a:ext>
                  </a:extLst>
                </p14:cNvPr>
                <p14:cNvContentPartPr/>
                <p14:nvPr/>
              </p14:nvContentPartPr>
              <p14:xfrm>
                <a:off x="5413339" y="1900819"/>
                <a:ext cx="179280" cy="2433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BA581DA-1079-F157-F706-73BF2D1E5BB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402539" y="1890019"/>
                  <a:ext cx="2005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E57C043-9DEC-A94D-DE43-5F25E90D35C0}"/>
                    </a:ext>
                  </a:extLst>
                </p14:cNvPr>
                <p14:cNvContentPartPr/>
                <p14:nvPr/>
              </p14:nvContentPartPr>
              <p14:xfrm>
                <a:off x="6225859" y="1867339"/>
                <a:ext cx="75240" cy="35643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E57C043-9DEC-A94D-DE43-5F25E90D35C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215059" y="1856899"/>
                  <a:ext cx="96480" cy="358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3F36759-7A76-DDBE-BB29-3CEA4E0CA607}"/>
                    </a:ext>
                  </a:extLst>
                </p14:cNvPr>
                <p14:cNvContentPartPr/>
                <p14:nvPr/>
              </p14:nvContentPartPr>
              <p14:xfrm>
                <a:off x="5969539" y="3237859"/>
                <a:ext cx="24840" cy="1260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3F36759-7A76-DDBE-BB29-3CEA4E0CA60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959099" y="3227059"/>
                  <a:ext cx="460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6902A74-5DDA-99A4-C918-CC7CA86E16E6}"/>
                    </a:ext>
                  </a:extLst>
                </p14:cNvPr>
                <p14:cNvContentPartPr/>
                <p14:nvPr/>
              </p14:nvContentPartPr>
              <p14:xfrm>
                <a:off x="5941459" y="1831699"/>
                <a:ext cx="146520" cy="2800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6902A74-5DDA-99A4-C918-CC7CA86E16E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931019" y="1820899"/>
                  <a:ext cx="1677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8865FEF-AE08-C7B3-B75D-A9F545AE3398}"/>
                    </a:ext>
                  </a:extLst>
                </p14:cNvPr>
                <p14:cNvContentPartPr/>
                <p14:nvPr/>
              </p14:nvContentPartPr>
              <p14:xfrm>
                <a:off x="6545179" y="1839259"/>
                <a:ext cx="124200" cy="35262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8865FEF-AE08-C7B3-B75D-A9F545AE339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534739" y="1828819"/>
                  <a:ext cx="145440" cy="354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F1B79B6-CAF9-B7E3-6E99-678F1D4BB839}"/>
                    </a:ext>
                  </a:extLst>
                </p14:cNvPr>
                <p14:cNvContentPartPr/>
                <p14:nvPr/>
              </p14:nvContentPartPr>
              <p14:xfrm>
                <a:off x="6364099" y="1843939"/>
                <a:ext cx="129240" cy="2772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F1B79B6-CAF9-B7E3-6E99-678F1D4BB83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353299" y="1833139"/>
                  <a:ext cx="15048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FB5922D-C8F5-9AD4-70EB-311DE852794A}"/>
                    </a:ext>
                  </a:extLst>
                </p14:cNvPr>
                <p14:cNvContentPartPr/>
                <p14:nvPr/>
              </p14:nvContentPartPr>
              <p14:xfrm>
                <a:off x="4581019" y="2322739"/>
                <a:ext cx="111600" cy="2181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FB5922D-C8F5-9AD4-70EB-311DE852794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570219" y="2312299"/>
                  <a:ext cx="1328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9671D3F-8325-D897-1037-61D4AF3CAA82}"/>
                    </a:ext>
                  </a:extLst>
                </p14:cNvPr>
                <p14:cNvContentPartPr/>
                <p14:nvPr/>
              </p14:nvContentPartPr>
              <p14:xfrm>
                <a:off x="5001139" y="2278819"/>
                <a:ext cx="168120" cy="2318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9671D3F-8325-D897-1037-61D4AF3CAA8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990339" y="2268019"/>
                  <a:ext cx="1893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E5312B3-E800-0E0E-4B76-DC2090879BB3}"/>
                    </a:ext>
                  </a:extLst>
                </p14:cNvPr>
                <p14:cNvContentPartPr/>
                <p14:nvPr/>
              </p14:nvContentPartPr>
              <p14:xfrm>
                <a:off x="5474179" y="2355859"/>
                <a:ext cx="174600" cy="1868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E5312B3-E800-0E0E-4B76-DC2090879BB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463739" y="2345419"/>
                  <a:ext cx="1958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D78F658-0C33-B510-7667-86EC351BFB92}"/>
                    </a:ext>
                  </a:extLst>
                </p14:cNvPr>
                <p14:cNvContentPartPr/>
                <p14:nvPr/>
              </p14:nvContentPartPr>
              <p14:xfrm>
                <a:off x="5965939" y="2293939"/>
                <a:ext cx="12960" cy="2829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D78F658-0C33-B510-7667-86EC351BFB9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955499" y="2283139"/>
                  <a:ext cx="3420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74BE002-B027-11C7-B4DF-B830C8E72C59}"/>
                    </a:ext>
                  </a:extLst>
                </p14:cNvPr>
                <p14:cNvContentPartPr/>
                <p14:nvPr/>
              </p14:nvContentPartPr>
              <p14:xfrm>
                <a:off x="6379219" y="2321299"/>
                <a:ext cx="34920" cy="3081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74BE002-B027-11C7-B4DF-B830C8E72C5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368419" y="2310859"/>
                  <a:ext cx="56160" cy="32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9A02526E-43B5-A53D-6EC3-84670910F2AC}"/>
                  </a:ext>
                </a:extLst>
              </p14:cNvPr>
              <p14:cNvContentPartPr/>
              <p14:nvPr/>
            </p14:nvContentPartPr>
            <p14:xfrm>
              <a:off x="6785299" y="2371699"/>
              <a:ext cx="169200" cy="16380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9A02526E-43B5-A53D-6EC3-84670910F2AC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6774859" y="2360899"/>
                <a:ext cx="190440" cy="18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1AFAE162-EA8B-DB2D-A0EB-1BF3EA2EC047}"/>
              </a:ext>
            </a:extLst>
          </p:cNvPr>
          <p:cNvGrpSpPr/>
          <p:nvPr/>
        </p:nvGrpSpPr>
        <p:grpSpPr>
          <a:xfrm>
            <a:off x="10987939" y="254899"/>
            <a:ext cx="722160" cy="285120"/>
            <a:chOff x="10987939" y="254899"/>
            <a:chExt cx="722160" cy="28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ED6E619-7641-D805-A9FE-25FBBA894EDD}"/>
                    </a:ext>
                  </a:extLst>
                </p14:cNvPr>
                <p14:cNvContentPartPr/>
                <p14:nvPr/>
              </p14:nvContentPartPr>
              <p14:xfrm>
                <a:off x="10987939" y="254899"/>
                <a:ext cx="151920" cy="2250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ED6E619-7641-D805-A9FE-25FBBA894ED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977139" y="244099"/>
                  <a:ext cx="1731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C4923A6-ED2E-6E00-BC1D-13B97DF3F25F}"/>
                    </a:ext>
                  </a:extLst>
                </p14:cNvPr>
                <p14:cNvContentPartPr/>
                <p14:nvPr/>
              </p14:nvContentPartPr>
              <p14:xfrm>
                <a:off x="11343619" y="355339"/>
                <a:ext cx="78840" cy="1548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C4923A6-ED2E-6E00-BC1D-13B97DF3F25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332819" y="344539"/>
                  <a:ext cx="1000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A94A989-C591-BD88-31D3-E41CA2B9BBD2}"/>
                    </a:ext>
                  </a:extLst>
                </p14:cNvPr>
                <p14:cNvContentPartPr/>
                <p14:nvPr/>
              </p14:nvContentPartPr>
              <p14:xfrm>
                <a:off x="11344699" y="357139"/>
                <a:ext cx="142200" cy="1378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A94A989-C591-BD88-31D3-E41CA2B9BBD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333899" y="346339"/>
                  <a:ext cx="1634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7245327-73D7-8466-51FF-C195C592D3BD}"/>
                    </a:ext>
                  </a:extLst>
                </p14:cNvPr>
                <p14:cNvContentPartPr/>
                <p14:nvPr/>
              </p14:nvContentPartPr>
              <p14:xfrm>
                <a:off x="11533699" y="299899"/>
                <a:ext cx="176400" cy="2401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7245327-73D7-8466-51FF-C195C592D3B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523259" y="289099"/>
                  <a:ext cx="197640" cy="26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6E1C3478-967C-DC47-78F2-A81587610994}"/>
              </a:ext>
            </a:extLst>
          </p:cNvPr>
          <p:cNvGrpSpPr/>
          <p:nvPr/>
        </p:nvGrpSpPr>
        <p:grpSpPr>
          <a:xfrm>
            <a:off x="7264819" y="1741339"/>
            <a:ext cx="818280" cy="868320"/>
            <a:chOff x="7264819" y="1741339"/>
            <a:chExt cx="818280" cy="86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6D8CF27-F3DB-B478-7E19-A21C8BF79883}"/>
                    </a:ext>
                  </a:extLst>
                </p14:cNvPr>
                <p14:cNvContentPartPr/>
                <p14:nvPr/>
              </p14:nvContentPartPr>
              <p14:xfrm>
                <a:off x="7368859" y="2408419"/>
                <a:ext cx="182880" cy="1720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6D8CF27-F3DB-B478-7E19-A21C8BF7988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358419" y="2397619"/>
                  <a:ext cx="2041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9864EFB-40F7-5A6C-C41F-CC591A2E708B}"/>
                    </a:ext>
                  </a:extLst>
                </p14:cNvPr>
                <p14:cNvContentPartPr/>
                <p14:nvPr/>
              </p14:nvContentPartPr>
              <p14:xfrm>
                <a:off x="7878259" y="2384659"/>
                <a:ext cx="151560" cy="2250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9864EFB-40F7-5A6C-C41F-CC591A2E708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867459" y="2374219"/>
                  <a:ext cx="1728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BA66E94-8806-AC84-47F3-DBF7153B1765}"/>
                    </a:ext>
                  </a:extLst>
                </p14:cNvPr>
                <p14:cNvContentPartPr/>
                <p14:nvPr/>
              </p14:nvContentPartPr>
              <p14:xfrm>
                <a:off x="7264819" y="1790299"/>
                <a:ext cx="200520" cy="2358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BA66E94-8806-AC84-47F3-DBF7153B176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254019" y="1779499"/>
                  <a:ext cx="2217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54B3604-EAC0-2053-C627-B1864FDEB4DE}"/>
                    </a:ext>
                  </a:extLst>
                </p14:cNvPr>
                <p14:cNvContentPartPr/>
                <p14:nvPr/>
              </p14:nvContentPartPr>
              <p14:xfrm>
                <a:off x="7488019" y="1741339"/>
                <a:ext cx="174600" cy="2725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54B3604-EAC0-2053-C627-B1864FDEB4D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477219" y="1730899"/>
                  <a:ext cx="1958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21B79543-C2CD-EEDF-A27E-BABE3AA4CD31}"/>
                    </a:ext>
                  </a:extLst>
                </p14:cNvPr>
                <p14:cNvContentPartPr/>
                <p14:nvPr/>
              </p14:nvContentPartPr>
              <p14:xfrm>
                <a:off x="7711579" y="1945099"/>
                <a:ext cx="371520" cy="2318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21B79543-C2CD-EEDF-A27E-BABE3AA4CD3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700779" y="1934659"/>
                  <a:ext cx="392760" cy="25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01AF705E-F85B-8BF4-2E6D-E8C04836870E}"/>
              </a:ext>
            </a:extLst>
          </p:cNvPr>
          <p:cNvGrpSpPr/>
          <p:nvPr/>
        </p:nvGrpSpPr>
        <p:grpSpPr>
          <a:xfrm>
            <a:off x="8157259" y="397099"/>
            <a:ext cx="2190600" cy="1849320"/>
            <a:chOff x="8157259" y="397099"/>
            <a:chExt cx="2190600" cy="184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7EA835F-E342-A408-E93F-625D7F136C8D}"/>
                    </a:ext>
                  </a:extLst>
                </p14:cNvPr>
                <p14:cNvContentPartPr/>
                <p14:nvPr/>
              </p14:nvContentPartPr>
              <p14:xfrm>
                <a:off x="8247259" y="476299"/>
                <a:ext cx="74880" cy="17701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7EA835F-E342-A408-E93F-625D7F136C8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236819" y="465499"/>
                  <a:ext cx="96120" cy="179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460CBFDF-F32E-51B6-F9C9-027167519F1D}"/>
                    </a:ext>
                  </a:extLst>
                </p14:cNvPr>
                <p14:cNvContentPartPr/>
                <p14:nvPr/>
              </p14:nvContentPartPr>
              <p14:xfrm>
                <a:off x="8487379" y="500779"/>
                <a:ext cx="134640" cy="16088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460CBFDF-F32E-51B6-F9C9-027167519F1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476579" y="489979"/>
                  <a:ext cx="155880" cy="163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9C45CE1-0DB4-40EB-DE13-9A1217B62F7D}"/>
                    </a:ext>
                  </a:extLst>
                </p14:cNvPr>
                <p14:cNvContentPartPr/>
                <p14:nvPr/>
              </p14:nvContentPartPr>
              <p14:xfrm>
                <a:off x="8852779" y="397099"/>
                <a:ext cx="51120" cy="15966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9C45CE1-0DB4-40EB-DE13-9A1217B62F7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842339" y="386659"/>
                  <a:ext cx="72360" cy="161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FEF9C2AB-A467-8912-2B41-50F4824A5144}"/>
                    </a:ext>
                  </a:extLst>
                </p14:cNvPr>
                <p14:cNvContentPartPr/>
                <p14:nvPr/>
              </p14:nvContentPartPr>
              <p14:xfrm>
                <a:off x="9133579" y="438139"/>
                <a:ext cx="106200" cy="15649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FEF9C2AB-A467-8912-2B41-50F4824A514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122779" y="427699"/>
                  <a:ext cx="127440" cy="158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98E8581-7D5B-3E22-D3ED-D726AB358EC7}"/>
                    </a:ext>
                  </a:extLst>
                </p14:cNvPr>
                <p14:cNvContentPartPr/>
                <p14:nvPr/>
              </p14:nvContentPartPr>
              <p14:xfrm>
                <a:off x="8157259" y="660619"/>
                <a:ext cx="2190600" cy="1234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98E8581-7D5B-3E22-D3ED-D726AB358EC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146819" y="650179"/>
                  <a:ext cx="221184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1E888EF3-AF38-8E3B-7D41-65A4259CF5FD}"/>
              </a:ext>
            </a:extLst>
          </p:cNvPr>
          <p:cNvGrpSpPr/>
          <p:nvPr/>
        </p:nvGrpSpPr>
        <p:grpSpPr>
          <a:xfrm>
            <a:off x="10927099" y="859339"/>
            <a:ext cx="687240" cy="367200"/>
            <a:chOff x="10927099" y="859339"/>
            <a:chExt cx="687240" cy="36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532AAEC-DA00-437B-D424-191967C4A8FD}"/>
                    </a:ext>
                  </a:extLst>
                </p14:cNvPr>
                <p14:cNvContentPartPr/>
                <p14:nvPr/>
              </p14:nvContentPartPr>
              <p14:xfrm>
                <a:off x="10927099" y="881659"/>
                <a:ext cx="20160" cy="2610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532AAEC-DA00-437B-D424-191967C4A8F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916659" y="870859"/>
                  <a:ext cx="414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AC360074-DF14-3EC2-51DD-59E04F0C148F}"/>
                    </a:ext>
                  </a:extLst>
                </p14:cNvPr>
                <p14:cNvContentPartPr/>
                <p14:nvPr/>
              </p14:nvContentPartPr>
              <p14:xfrm>
                <a:off x="11050219" y="878419"/>
                <a:ext cx="65160" cy="2631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AC360074-DF14-3EC2-51DD-59E04F0C148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039779" y="867619"/>
                  <a:ext cx="864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F6C428D-4A79-B813-FFF4-99A54CF2AD62}"/>
                    </a:ext>
                  </a:extLst>
                </p14:cNvPr>
                <p14:cNvContentPartPr/>
                <p14:nvPr/>
              </p14:nvContentPartPr>
              <p14:xfrm>
                <a:off x="11301139" y="975259"/>
                <a:ext cx="82800" cy="2322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F6C428D-4A79-B813-FFF4-99A54CF2AD6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290699" y="964819"/>
                  <a:ext cx="1040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A138CDB-D91D-1127-CA47-58F26674D828}"/>
                    </a:ext>
                  </a:extLst>
                </p14:cNvPr>
                <p14:cNvContentPartPr/>
                <p14:nvPr/>
              </p14:nvContentPartPr>
              <p14:xfrm>
                <a:off x="11291419" y="1005859"/>
                <a:ext cx="118800" cy="1472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A138CDB-D91D-1127-CA47-58F26674D82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280619" y="995059"/>
                  <a:ext cx="1400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3FFC368-1B1B-5628-241C-B5A19AD6A385}"/>
                    </a:ext>
                  </a:extLst>
                </p14:cNvPr>
                <p14:cNvContentPartPr/>
                <p14:nvPr/>
              </p14:nvContentPartPr>
              <p14:xfrm>
                <a:off x="11504539" y="859339"/>
                <a:ext cx="109800" cy="3672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3FFC368-1B1B-5628-241C-B5A19AD6A38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493739" y="848899"/>
                  <a:ext cx="131040" cy="38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050C5C46-B4C7-C8A1-6CEC-C43549B7A0A7}"/>
              </a:ext>
            </a:extLst>
          </p:cNvPr>
          <p:cNvGrpSpPr/>
          <p:nvPr/>
        </p:nvGrpSpPr>
        <p:grpSpPr>
          <a:xfrm>
            <a:off x="7185259" y="901819"/>
            <a:ext cx="486360" cy="735120"/>
            <a:chOff x="7185259" y="901819"/>
            <a:chExt cx="486360" cy="73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361CABF-72E5-6DF1-F911-7276551F7CF2}"/>
                    </a:ext>
                  </a:extLst>
                </p14:cNvPr>
                <p14:cNvContentPartPr/>
                <p14:nvPr/>
              </p14:nvContentPartPr>
              <p14:xfrm>
                <a:off x="7214059" y="1387099"/>
                <a:ext cx="69480" cy="2498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361CABF-72E5-6DF1-F911-7276551F7CF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203259" y="1376299"/>
                  <a:ext cx="907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FD628CF7-AAFB-1A3A-953C-2C10CACD31BB}"/>
                    </a:ext>
                  </a:extLst>
                </p14:cNvPr>
                <p14:cNvContentPartPr/>
                <p14:nvPr/>
              </p14:nvContentPartPr>
              <p14:xfrm>
                <a:off x="7336099" y="1361539"/>
                <a:ext cx="98280" cy="1659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FD628CF7-AAFB-1A3A-953C-2C10CACD31B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325299" y="1351099"/>
                  <a:ext cx="1195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6C5F723-ABA4-7667-6B86-A692C33FF0FB}"/>
                    </a:ext>
                  </a:extLst>
                </p14:cNvPr>
                <p14:cNvContentPartPr/>
                <p14:nvPr/>
              </p14:nvContentPartPr>
              <p14:xfrm>
                <a:off x="7495939" y="1247779"/>
                <a:ext cx="175680" cy="3394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6C5F723-ABA4-7667-6B86-A692C33FF0F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485139" y="1237339"/>
                  <a:ext cx="19692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3078D7E0-87E2-5223-6070-EC797E18C43D}"/>
                    </a:ext>
                  </a:extLst>
                </p14:cNvPr>
                <p14:cNvContentPartPr/>
                <p14:nvPr/>
              </p14:nvContentPartPr>
              <p14:xfrm>
                <a:off x="7185259" y="973099"/>
                <a:ext cx="37080" cy="2412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3078D7E0-87E2-5223-6070-EC797E18C43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174459" y="962299"/>
                  <a:ext cx="583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CC5902A-6EA8-FE4C-F47C-CD135B3E8E05}"/>
                    </a:ext>
                  </a:extLst>
                </p14:cNvPr>
                <p14:cNvContentPartPr/>
                <p14:nvPr/>
              </p14:nvContentPartPr>
              <p14:xfrm>
                <a:off x="7283899" y="923779"/>
                <a:ext cx="83880" cy="1890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CC5902A-6EA8-FE4C-F47C-CD135B3E8E0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273459" y="913339"/>
                  <a:ext cx="1051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B62B7D6-00BE-53F6-DBCA-E86B048DD788}"/>
                    </a:ext>
                  </a:extLst>
                </p14:cNvPr>
                <p14:cNvContentPartPr/>
                <p14:nvPr/>
              </p14:nvContentPartPr>
              <p14:xfrm>
                <a:off x="7378579" y="911179"/>
                <a:ext cx="100080" cy="1782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B62B7D6-00BE-53F6-DBCA-E86B048DD78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367779" y="900379"/>
                  <a:ext cx="1213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DA09022-B808-384E-AB15-00115F3F6C9E}"/>
                    </a:ext>
                  </a:extLst>
                </p14:cNvPr>
                <p14:cNvContentPartPr/>
                <p14:nvPr/>
              </p14:nvContentPartPr>
              <p14:xfrm>
                <a:off x="7514659" y="901819"/>
                <a:ext cx="140760" cy="1684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DA09022-B808-384E-AB15-00115F3F6C9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503859" y="891379"/>
                  <a:ext cx="162000" cy="18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8A4897FC-5FCA-2202-80DC-E9C2E8367965}"/>
                  </a:ext>
                </a:extLst>
              </p14:cNvPr>
              <p14:cNvContentPartPr/>
              <p14:nvPr/>
            </p14:nvContentPartPr>
            <p14:xfrm>
              <a:off x="7265899" y="1672219"/>
              <a:ext cx="597960" cy="61200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8A4897FC-5FCA-2202-80DC-E9C2E8367965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7255459" y="1661779"/>
                <a:ext cx="619200" cy="63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7FDC31BD-E971-DFAD-CDC8-2DF4EDBA7EFB}"/>
                  </a:ext>
                </a:extLst>
              </p14:cNvPr>
              <p14:cNvContentPartPr/>
              <p14:nvPr/>
            </p14:nvContentPartPr>
            <p14:xfrm>
              <a:off x="6773419" y="2516059"/>
              <a:ext cx="49680" cy="1836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7FDC31BD-E971-DFAD-CDC8-2DF4EDBA7EFB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6762979" y="2505259"/>
                <a:ext cx="7092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7" name="Group 236">
            <a:extLst>
              <a:ext uri="{FF2B5EF4-FFF2-40B4-BE49-F238E27FC236}">
                <a16:creationId xmlns:a16="http://schemas.microsoft.com/office/drawing/2014/main" id="{6DDF7326-B9F1-B93A-03BB-7949AA3054EB}"/>
              </a:ext>
            </a:extLst>
          </p:cNvPr>
          <p:cNvGrpSpPr/>
          <p:nvPr/>
        </p:nvGrpSpPr>
        <p:grpSpPr>
          <a:xfrm>
            <a:off x="8232859" y="477739"/>
            <a:ext cx="2476440" cy="2396520"/>
            <a:chOff x="8232859" y="477739"/>
            <a:chExt cx="2476440" cy="239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151FB7C-B77D-3EC6-6E77-E03C2D9AB7B3}"/>
                    </a:ext>
                  </a:extLst>
                </p14:cNvPr>
                <p14:cNvContentPartPr/>
                <p14:nvPr/>
              </p14:nvContentPartPr>
              <p14:xfrm>
                <a:off x="8731459" y="836659"/>
                <a:ext cx="277200" cy="2124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151FB7C-B77D-3EC6-6E77-E03C2D9AB7B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721019" y="825859"/>
                  <a:ext cx="298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5B78EB5-33EE-D029-6EFA-7EE071928209}"/>
                    </a:ext>
                  </a:extLst>
                </p14:cNvPr>
                <p14:cNvContentPartPr/>
                <p14:nvPr/>
              </p14:nvContentPartPr>
              <p14:xfrm>
                <a:off x="9028459" y="484579"/>
                <a:ext cx="257760" cy="2469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5B78EB5-33EE-D029-6EFA-7EE07192820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017659" y="474139"/>
                  <a:ext cx="2790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8505CEC-42F1-541C-7558-0124963FD6B6}"/>
                    </a:ext>
                  </a:extLst>
                </p14:cNvPr>
                <p14:cNvContentPartPr/>
                <p14:nvPr/>
              </p14:nvContentPartPr>
              <p14:xfrm>
                <a:off x="9408619" y="477739"/>
                <a:ext cx="179280" cy="295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8505CEC-42F1-541C-7558-0124963FD6B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398179" y="467299"/>
                  <a:ext cx="2005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F764134-54FC-2C13-E2DA-5C47E804693B}"/>
                    </a:ext>
                  </a:extLst>
                </p14:cNvPr>
                <p14:cNvContentPartPr/>
                <p14:nvPr/>
              </p14:nvContentPartPr>
              <p14:xfrm>
                <a:off x="9665299" y="768619"/>
                <a:ext cx="190080" cy="339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F764134-54FC-2C13-E2DA-5C47E804693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654499" y="758179"/>
                  <a:ext cx="21132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28E6871-E03D-847B-3A05-E2E68DDF4057}"/>
                    </a:ext>
                  </a:extLst>
                </p14:cNvPr>
                <p14:cNvContentPartPr/>
                <p14:nvPr/>
              </p14:nvContentPartPr>
              <p14:xfrm>
                <a:off x="9668179" y="1154179"/>
                <a:ext cx="175320" cy="274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28E6871-E03D-847B-3A05-E2E68DDF405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657379" y="1143379"/>
                  <a:ext cx="1965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34CC832-965B-26B5-672A-46ECF3653290}"/>
                    </a:ext>
                  </a:extLst>
                </p14:cNvPr>
                <p14:cNvContentPartPr/>
                <p14:nvPr/>
              </p14:nvContentPartPr>
              <p14:xfrm>
                <a:off x="9631099" y="1467739"/>
                <a:ext cx="176760" cy="3596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34CC832-965B-26B5-672A-46ECF365329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620659" y="1456939"/>
                  <a:ext cx="19800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AB02969-B785-5FB4-CB2B-DE5FB26343F2}"/>
                    </a:ext>
                  </a:extLst>
                </p14:cNvPr>
                <p14:cNvContentPartPr/>
                <p14:nvPr/>
              </p14:nvContentPartPr>
              <p14:xfrm>
                <a:off x="9377299" y="1522459"/>
                <a:ext cx="245520" cy="4183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AB02969-B785-5FB4-CB2B-DE5FB26343F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366859" y="1511659"/>
                  <a:ext cx="26676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DF25AD8-E6FF-0313-FBDD-A02C5BC031BC}"/>
                    </a:ext>
                  </a:extLst>
                </p14:cNvPr>
                <p14:cNvContentPartPr/>
                <p14:nvPr/>
              </p14:nvContentPartPr>
              <p14:xfrm>
                <a:off x="9126019" y="1505899"/>
                <a:ext cx="191160" cy="3643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DF25AD8-E6FF-0313-FBDD-A02C5BC031B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115579" y="1495459"/>
                  <a:ext cx="21240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2F50C1C-A65A-2736-B62F-550FB5BC0091}"/>
                    </a:ext>
                  </a:extLst>
                </p14:cNvPr>
                <p14:cNvContentPartPr/>
                <p14:nvPr/>
              </p14:nvContentPartPr>
              <p14:xfrm>
                <a:off x="8760259" y="1100899"/>
                <a:ext cx="267840" cy="364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2F50C1C-A65A-2736-B62F-550FB5BC0091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749459" y="1090099"/>
                  <a:ext cx="28908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0D467573-A3E3-2012-B83E-3274403CC48D}"/>
                    </a:ext>
                  </a:extLst>
                </p14:cNvPr>
                <p14:cNvContentPartPr/>
                <p14:nvPr/>
              </p14:nvContentPartPr>
              <p14:xfrm>
                <a:off x="8232859" y="563059"/>
                <a:ext cx="2476440" cy="23112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0D467573-A3E3-2012-B83E-3274403CC48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226739" y="556939"/>
                  <a:ext cx="2488680" cy="2323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DF9DB0D9-D26F-68D5-303E-BAB57BCA0365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Dimensionality Reduction</a:t>
            </a:r>
          </a:p>
        </p:txBody>
      </p:sp>
    </p:spTree>
    <p:extLst>
      <p:ext uri="{BB962C8B-B14F-4D97-AF65-F5344CB8AC3E}">
        <p14:creationId xmlns:p14="http://schemas.microsoft.com/office/powerpoint/2010/main" val="41220506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E3C3E-F820-F2FF-5D11-6CEE2FD71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4F17E88-39CE-E81C-0AA6-78F439757F3D}"/>
                  </a:ext>
                </a:extLst>
              </p14:cNvPr>
              <p14:cNvContentPartPr/>
              <p14:nvPr/>
            </p14:nvContentPartPr>
            <p14:xfrm>
              <a:off x="432739" y="914059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4F17E88-39CE-E81C-0AA6-78F439757F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6619" y="907939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9CF16D95-5D88-B73A-2A68-19183ED9E9D8}"/>
              </a:ext>
            </a:extLst>
          </p:cNvPr>
          <p:cNvGrpSpPr/>
          <p:nvPr/>
        </p:nvGrpSpPr>
        <p:grpSpPr>
          <a:xfrm>
            <a:off x="319699" y="390259"/>
            <a:ext cx="9530640" cy="3153600"/>
            <a:chOff x="319699" y="390259"/>
            <a:chExt cx="9530640" cy="315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9582CAB-CB70-7576-0BF3-0FC9F61E3809}"/>
                    </a:ext>
                  </a:extLst>
                </p14:cNvPr>
                <p14:cNvContentPartPr/>
                <p14:nvPr/>
              </p14:nvContentPartPr>
              <p14:xfrm>
                <a:off x="387739" y="685099"/>
                <a:ext cx="153000" cy="5378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9582CAB-CB70-7576-0BF3-0FC9F61E380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6939" y="674659"/>
                  <a:ext cx="17424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1E08610-90A3-0C96-E933-0CCA5C36814F}"/>
                    </a:ext>
                  </a:extLst>
                </p14:cNvPr>
                <p14:cNvContentPartPr/>
                <p14:nvPr/>
              </p14:nvContentPartPr>
              <p14:xfrm>
                <a:off x="319699" y="672139"/>
                <a:ext cx="228600" cy="339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1E08610-90A3-0C96-E933-0CCA5C36814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9259" y="661699"/>
                  <a:ext cx="24984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150529D-3A79-3707-4936-BF18A354A12F}"/>
                    </a:ext>
                  </a:extLst>
                </p14:cNvPr>
                <p14:cNvContentPartPr/>
                <p14:nvPr/>
              </p14:nvContentPartPr>
              <p14:xfrm>
                <a:off x="649099" y="646219"/>
                <a:ext cx="104400" cy="111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150529D-3A79-3707-4936-BF18A354A12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38659" y="635779"/>
                  <a:ext cx="1256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DAFD18F-C91D-4312-948C-7A90FACEAC86}"/>
                    </a:ext>
                  </a:extLst>
                </p14:cNvPr>
                <p14:cNvContentPartPr/>
                <p14:nvPr/>
              </p14:nvContentPartPr>
              <p14:xfrm>
                <a:off x="649099" y="506179"/>
                <a:ext cx="136800" cy="251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DAFD18F-C91D-4312-948C-7A90FACEAC8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38659" y="495739"/>
                  <a:ext cx="1580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A63D68B-FF48-4106-CC3E-F87C833CD3DD}"/>
                    </a:ext>
                  </a:extLst>
                </p14:cNvPr>
                <p14:cNvContentPartPr/>
                <p14:nvPr/>
              </p14:nvContentPartPr>
              <p14:xfrm>
                <a:off x="730819" y="565939"/>
                <a:ext cx="259920" cy="495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A63D68B-FF48-4106-CC3E-F87C833CD3D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0379" y="555499"/>
                  <a:ext cx="28116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42C8958-20AB-E80C-CF98-E94822D2430D}"/>
                    </a:ext>
                  </a:extLst>
                </p14:cNvPr>
                <p14:cNvContentPartPr/>
                <p14:nvPr/>
              </p14:nvContentPartPr>
              <p14:xfrm>
                <a:off x="996499" y="528859"/>
                <a:ext cx="276120" cy="541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42C8958-20AB-E80C-CF98-E94822D2430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85699" y="518059"/>
                  <a:ext cx="297360" cy="5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1A9E758-5035-80A0-5EFF-55887933BDD0}"/>
                    </a:ext>
                  </a:extLst>
                </p14:cNvPr>
                <p14:cNvContentPartPr/>
                <p14:nvPr/>
              </p14:nvContentPartPr>
              <p14:xfrm>
                <a:off x="1067419" y="642259"/>
                <a:ext cx="188280" cy="90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1A9E758-5035-80A0-5EFF-55887933BDD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56979" y="631459"/>
                  <a:ext cx="2095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6F67634-2D40-1908-76D6-9E237B899BB1}"/>
                    </a:ext>
                  </a:extLst>
                </p14:cNvPr>
                <p14:cNvContentPartPr/>
                <p14:nvPr/>
              </p14:nvContentPartPr>
              <p14:xfrm>
                <a:off x="1478179" y="705979"/>
                <a:ext cx="538560" cy="226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6F67634-2D40-1908-76D6-9E237B899BB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67379" y="695179"/>
                  <a:ext cx="5598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7400B87-8995-1476-2663-5CE0853F249E}"/>
                    </a:ext>
                  </a:extLst>
                </p14:cNvPr>
                <p14:cNvContentPartPr/>
                <p14:nvPr/>
              </p14:nvContentPartPr>
              <p14:xfrm>
                <a:off x="2139139" y="587179"/>
                <a:ext cx="246960" cy="424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7400B87-8995-1476-2663-5CE0853F249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28699" y="576379"/>
                  <a:ext cx="26820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D5046B8-99C7-F0EB-C5DB-2EF08AC8A21B}"/>
                    </a:ext>
                  </a:extLst>
                </p14:cNvPr>
                <p14:cNvContentPartPr/>
                <p14:nvPr/>
              </p14:nvContentPartPr>
              <p14:xfrm>
                <a:off x="2361619" y="802459"/>
                <a:ext cx="136080" cy="184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D5046B8-99C7-F0EB-C5DB-2EF08AC8A21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51179" y="791659"/>
                  <a:ext cx="1573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1B203FA-1E39-629D-BCB0-51B4027C8BB0}"/>
                    </a:ext>
                  </a:extLst>
                </p14:cNvPr>
                <p14:cNvContentPartPr/>
                <p14:nvPr/>
              </p14:nvContentPartPr>
              <p14:xfrm>
                <a:off x="2463139" y="680419"/>
                <a:ext cx="44640" cy="35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1B203FA-1E39-629D-BCB0-51B4027C8BB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52699" y="669979"/>
                  <a:ext cx="658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1B77C21-21FE-BFE5-812B-3835D1DA2214}"/>
                    </a:ext>
                  </a:extLst>
                </p14:cNvPr>
                <p14:cNvContentPartPr/>
                <p14:nvPr/>
              </p14:nvContentPartPr>
              <p14:xfrm>
                <a:off x="2535499" y="768979"/>
                <a:ext cx="207000" cy="160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1B77C21-21FE-BFE5-812B-3835D1DA221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25059" y="758179"/>
                  <a:ext cx="2282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86876CC-1298-5FAA-185B-DF1057F59945}"/>
                    </a:ext>
                  </a:extLst>
                </p14:cNvPr>
                <p14:cNvContentPartPr/>
                <p14:nvPr/>
              </p14:nvContentPartPr>
              <p14:xfrm>
                <a:off x="2823139" y="818299"/>
                <a:ext cx="2520" cy="20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86876CC-1298-5FAA-185B-DF1057F5994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12339" y="807859"/>
                  <a:ext cx="237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BD1857D-7360-CFC7-D1EC-5171722E72EB}"/>
                    </a:ext>
                  </a:extLst>
                </p14:cNvPr>
                <p14:cNvContentPartPr/>
                <p14:nvPr/>
              </p14:nvContentPartPr>
              <p14:xfrm>
                <a:off x="3054979" y="447499"/>
                <a:ext cx="279720" cy="449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BD1857D-7360-CFC7-D1EC-5171722E72E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44539" y="436699"/>
                  <a:ext cx="30096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7D40932-8333-0A74-F4CB-3D7175FD2429}"/>
                    </a:ext>
                  </a:extLst>
                </p14:cNvPr>
                <p14:cNvContentPartPr/>
                <p14:nvPr/>
              </p14:nvContentPartPr>
              <p14:xfrm>
                <a:off x="3328939" y="587179"/>
                <a:ext cx="111600" cy="238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7D40932-8333-0A74-F4CB-3D7175FD242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18499" y="576739"/>
                  <a:ext cx="1328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A7060AA-BB80-DF68-200E-EC21885E9503}"/>
                    </a:ext>
                  </a:extLst>
                </p14:cNvPr>
                <p14:cNvContentPartPr/>
                <p14:nvPr/>
              </p14:nvContentPartPr>
              <p14:xfrm>
                <a:off x="3476539" y="390259"/>
                <a:ext cx="128160" cy="393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A7060AA-BB80-DF68-200E-EC21885E950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65739" y="379819"/>
                  <a:ext cx="14940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CFF00CD-114F-186D-9E70-E8DFCFEBEFA5}"/>
                    </a:ext>
                  </a:extLst>
                </p14:cNvPr>
                <p14:cNvContentPartPr/>
                <p14:nvPr/>
              </p14:nvContentPartPr>
              <p14:xfrm>
                <a:off x="3603979" y="556939"/>
                <a:ext cx="222840" cy="173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CFF00CD-114F-186D-9E70-E8DFCFEBEFA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93179" y="546499"/>
                  <a:ext cx="2440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0F7C748-AA6D-F4F1-74CD-6DD63C7C1840}"/>
                    </a:ext>
                  </a:extLst>
                </p14:cNvPr>
                <p14:cNvContentPartPr/>
                <p14:nvPr/>
              </p14:nvContentPartPr>
              <p14:xfrm>
                <a:off x="3831499" y="451819"/>
                <a:ext cx="164520" cy="298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0F7C748-AA6D-F4F1-74CD-6DD63C7C184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20699" y="441379"/>
                  <a:ext cx="1857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1761284-A138-6097-B5DD-F6BF7269861F}"/>
                    </a:ext>
                  </a:extLst>
                </p14:cNvPr>
                <p14:cNvContentPartPr/>
                <p14:nvPr/>
              </p14:nvContentPartPr>
              <p14:xfrm>
                <a:off x="4195459" y="555139"/>
                <a:ext cx="26280" cy="18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1761284-A138-6097-B5DD-F6BF7269861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84659" y="544339"/>
                  <a:ext cx="475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C7DEBB3-DE2D-747F-0C61-98331042D9D8}"/>
                    </a:ext>
                  </a:extLst>
                </p14:cNvPr>
                <p14:cNvContentPartPr/>
                <p14:nvPr/>
              </p14:nvContentPartPr>
              <p14:xfrm>
                <a:off x="5683699" y="469099"/>
                <a:ext cx="255960" cy="332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C7DEBB3-DE2D-747F-0C61-98331042D9D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672899" y="458299"/>
                  <a:ext cx="2772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52537D7-7236-D022-DD04-CD4C7BDF5EC9}"/>
                    </a:ext>
                  </a:extLst>
                </p14:cNvPr>
                <p14:cNvContentPartPr/>
                <p14:nvPr/>
              </p14:nvContentPartPr>
              <p14:xfrm>
                <a:off x="6007339" y="500779"/>
                <a:ext cx="199080" cy="307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52537D7-7236-D022-DD04-CD4C7BDF5EC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96899" y="489979"/>
                  <a:ext cx="2203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21AAD57-A181-015C-A48D-839958E730FB}"/>
                    </a:ext>
                  </a:extLst>
                </p14:cNvPr>
                <p14:cNvContentPartPr/>
                <p14:nvPr/>
              </p14:nvContentPartPr>
              <p14:xfrm>
                <a:off x="6419179" y="557299"/>
                <a:ext cx="181080" cy="257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21AAD57-A181-015C-A48D-839958E730F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408739" y="546499"/>
                  <a:ext cx="2023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501D533-1B6E-3CA1-84A4-9E8BE59EF847}"/>
                    </a:ext>
                  </a:extLst>
                </p14:cNvPr>
                <p14:cNvContentPartPr/>
                <p14:nvPr/>
              </p14:nvContentPartPr>
              <p14:xfrm>
                <a:off x="6646339" y="632179"/>
                <a:ext cx="83880" cy="129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501D533-1B6E-3CA1-84A4-9E8BE59EF84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35539" y="621739"/>
                  <a:ext cx="1051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A148085-F036-8237-575F-169576976A35}"/>
                    </a:ext>
                  </a:extLst>
                </p14:cNvPr>
                <p14:cNvContentPartPr/>
                <p14:nvPr/>
              </p14:nvContentPartPr>
              <p14:xfrm>
                <a:off x="6800419" y="429499"/>
                <a:ext cx="58680" cy="355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A148085-F036-8237-575F-169576976A3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789979" y="419059"/>
                  <a:ext cx="7992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8035998-0202-7DDA-7A07-BFB42FF84C32}"/>
                    </a:ext>
                  </a:extLst>
                </p14:cNvPr>
                <p14:cNvContentPartPr/>
                <p14:nvPr/>
              </p14:nvContentPartPr>
              <p14:xfrm>
                <a:off x="6903379" y="616339"/>
                <a:ext cx="195840" cy="178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8035998-0202-7DDA-7A07-BFB42FF84C3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892939" y="605899"/>
                  <a:ext cx="2170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CB1F15C-3880-F705-06E6-97A14A250C17}"/>
                    </a:ext>
                  </a:extLst>
                </p14:cNvPr>
                <p14:cNvContentPartPr/>
                <p14:nvPr/>
              </p14:nvContentPartPr>
              <p14:xfrm>
                <a:off x="7131619" y="606619"/>
                <a:ext cx="225000" cy="165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CB1F15C-3880-F705-06E6-97A14A250C1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120819" y="596179"/>
                  <a:ext cx="2462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93C64C4-305B-3133-5E4E-97BEC01E8366}"/>
                    </a:ext>
                  </a:extLst>
                </p14:cNvPr>
                <p14:cNvContentPartPr/>
                <p14:nvPr/>
              </p14:nvContentPartPr>
              <p14:xfrm>
                <a:off x="7365979" y="558739"/>
                <a:ext cx="177480" cy="194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93C64C4-305B-3133-5E4E-97BEC01E836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55179" y="547939"/>
                  <a:ext cx="1987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A0EA1FB-79EB-7F6E-3FBD-907EE6E3C173}"/>
                    </a:ext>
                  </a:extLst>
                </p14:cNvPr>
                <p14:cNvContentPartPr/>
                <p14:nvPr/>
              </p14:nvContentPartPr>
              <p14:xfrm>
                <a:off x="7608619" y="484939"/>
                <a:ext cx="102600" cy="345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A0EA1FB-79EB-7F6E-3FBD-907EE6E3C17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598179" y="474139"/>
                  <a:ext cx="1238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A1C8BA1-ACEF-99B3-B2C4-7ECC036DEAE4}"/>
                    </a:ext>
                  </a:extLst>
                </p14:cNvPr>
                <p14:cNvContentPartPr/>
                <p14:nvPr/>
              </p14:nvContentPartPr>
              <p14:xfrm>
                <a:off x="5658859" y="955459"/>
                <a:ext cx="528120" cy="590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A1C8BA1-ACEF-99B3-B2C4-7ECC036DEAE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648419" y="944659"/>
                  <a:ext cx="5493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C736316-0EAF-A985-33A1-EAC9D3973924}"/>
                    </a:ext>
                  </a:extLst>
                </p14:cNvPr>
                <p14:cNvContentPartPr/>
                <p14:nvPr/>
              </p14:nvContentPartPr>
              <p14:xfrm>
                <a:off x="5752459" y="1100539"/>
                <a:ext cx="349920" cy="20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C736316-0EAF-A985-33A1-EAC9D397392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42019" y="1089739"/>
                  <a:ext cx="3711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E013D34-6FBE-2BBF-5382-E751C2F9677E}"/>
                    </a:ext>
                  </a:extLst>
                </p14:cNvPr>
                <p14:cNvContentPartPr/>
                <p14:nvPr/>
              </p14:nvContentPartPr>
              <p14:xfrm>
                <a:off x="746659" y="2322019"/>
                <a:ext cx="9103680" cy="227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E013D34-6FBE-2BBF-5382-E751C2F9677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6219" y="2311579"/>
                  <a:ext cx="91249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2CE46D3-D46A-5810-6E28-ADE8081D5402}"/>
                    </a:ext>
                  </a:extLst>
                </p14:cNvPr>
                <p14:cNvContentPartPr/>
                <p14:nvPr/>
              </p14:nvContentPartPr>
              <p14:xfrm>
                <a:off x="1077499" y="1999819"/>
                <a:ext cx="286560" cy="1461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2CE46D3-D46A-5810-6E28-ADE8081D540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66699" y="1989379"/>
                  <a:ext cx="307800" cy="148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5000256-96C4-8DBE-2189-A51DCF229DD8}"/>
                    </a:ext>
                  </a:extLst>
                </p14:cNvPr>
                <p14:cNvContentPartPr/>
                <p14:nvPr/>
              </p14:nvContentPartPr>
              <p14:xfrm>
                <a:off x="1515979" y="1929259"/>
                <a:ext cx="242640" cy="1492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5000256-96C4-8DBE-2189-A51DCF229DD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505539" y="1918459"/>
                  <a:ext cx="263880" cy="15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3B2FEE5-79CA-0307-4DD3-8CC9CBFE4892}"/>
                    </a:ext>
                  </a:extLst>
                </p14:cNvPr>
                <p14:cNvContentPartPr/>
                <p14:nvPr/>
              </p14:nvContentPartPr>
              <p14:xfrm>
                <a:off x="2063899" y="2021419"/>
                <a:ext cx="130320" cy="1459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3B2FEE5-79CA-0307-4DD3-8CC9CBFE489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053099" y="2010979"/>
                  <a:ext cx="151560" cy="148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049BEA0-3B62-5089-45E5-2AAD2C6F8CA9}"/>
                    </a:ext>
                  </a:extLst>
                </p14:cNvPr>
                <p14:cNvContentPartPr/>
                <p14:nvPr/>
              </p14:nvContentPartPr>
              <p14:xfrm>
                <a:off x="2519299" y="1924219"/>
                <a:ext cx="42840" cy="1535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049BEA0-3B62-5089-45E5-2AAD2C6F8CA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08499" y="1913419"/>
                  <a:ext cx="64080" cy="155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6961D19-F6DE-B6A8-C90E-CB47A89432D1}"/>
                    </a:ext>
                  </a:extLst>
                </p14:cNvPr>
                <p14:cNvContentPartPr/>
                <p14:nvPr/>
              </p14:nvContentPartPr>
              <p14:xfrm>
                <a:off x="3005299" y="1902259"/>
                <a:ext cx="62640" cy="1523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6961D19-F6DE-B6A8-C90E-CB47A89432D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994499" y="1891459"/>
                  <a:ext cx="83880" cy="154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1D5E841-0391-E4F0-E729-1090FDDB7A46}"/>
                    </a:ext>
                  </a:extLst>
                </p14:cNvPr>
                <p14:cNvContentPartPr/>
                <p14:nvPr/>
              </p14:nvContentPartPr>
              <p14:xfrm>
                <a:off x="3548899" y="1749619"/>
                <a:ext cx="46800" cy="1670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1D5E841-0391-E4F0-E729-1090FDDB7A4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538099" y="1738819"/>
                  <a:ext cx="68040" cy="169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3ECBED0-F2D9-2F98-5C34-C1B20072C1F8}"/>
                    </a:ext>
                  </a:extLst>
                </p14:cNvPr>
                <p14:cNvContentPartPr/>
                <p14:nvPr/>
              </p14:nvContentPartPr>
              <p14:xfrm>
                <a:off x="3922939" y="1724059"/>
                <a:ext cx="67680" cy="1680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3ECBED0-F2D9-2F98-5C34-C1B20072C1F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912139" y="1713619"/>
                  <a:ext cx="88920" cy="170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01B03D2-0F1E-1047-5715-9D179E3DC71A}"/>
                    </a:ext>
                  </a:extLst>
                </p14:cNvPr>
                <p14:cNvContentPartPr/>
                <p14:nvPr/>
              </p14:nvContentPartPr>
              <p14:xfrm>
                <a:off x="4575619" y="1602019"/>
                <a:ext cx="55440" cy="1849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01B03D2-0F1E-1047-5715-9D179E3DC71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564819" y="1591219"/>
                  <a:ext cx="76680" cy="18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1D95067-FC5E-968B-356B-5759B91F7E89}"/>
                    </a:ext>
                  </a:extLst>
                </p14:cNvPr>
                <p14:cNvContentPartPr/>
                <p14:nvPr/>
              </p14:nvContentPartPr>
              <p14:xfrm>
                <a:off x="5055139" y="1618579"/>
                <a:ext cx="65520" cy="1917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1D95067-FC5E-968B-356B-5759B91F7E8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44339" y="1607779"/>
                  <a:ext cx="86760" cy="19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9795FB2-6AD2-F668-9C5E-5C5B583E4D5E}"/>
                    </a:ext>
                  </a:extLst>
                </p14:cNvPr>
                <p14:cNvContentPartPr/>
                <p14:nvPr/>
              </p14:nvContentPartPr>
              <p14:xfrm>
                <a:off x="5600179" y="1613899"/>
                <a:ext cx="95760" cy="1815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9795FB2-6AD2-F668-9C5E-5C5B583E4D5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589379" y="1603099"/>
                  <a:ext cx="117000" cy="18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F6CDB82-D170-146B-84D6-911D3D123664}"/>
                    </a:ext>
                  </a:extLst>
                </p14:cNvPr>
                <p14:cNvContentPartPr/>
                <p14:nvPr/>
              </p14:nvContentPartPr>
              <p14:xfrm>
                <a:off x="6313699" y="1496899"/>
                <a:ext cx="129600" cy="1855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F6CDB82-D170-146B-84D6-911D3D12366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02899" y="1486099"/>
                  <a:ext cx="150840" cy="18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66A3268-9831-4F51-1492-97283C172DC5}"/>
                    </a:ext>
                  </a:extLst>
                </p14:cNvPr>
                <p14:cNvContentPartPr/>
                <p14:nvPr/>
              </p14:nvContentPartPr>
              <p14:xfrm>
                <a:off x="6973579" y="1517419"/>
                <a:ext cx="46440" cy="1948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66A3268-9831-4F51-1492-97283C172DC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62779" y="1506979"/>
                  <a:ext cx="67680" cy="19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777A53A-7C86-01B8-004C-91C49C87F641}"/>
                    </a:ext>
                  </a:extLst>
                </p14:cNvPr>
                <p14:cNvContentPartPr/>
                <p14:nvPr/>
              </p14:nvContentPartPr>
              <p14:xfrm>
                <a:off x="7579819" y="1561699"/>
                <a:ext cx="218880" cy="1982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777A53A-7C86-01B8-004C-91C49C87F64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569379" y="1551259"/>
                  <a:ext cx="240120" cy="20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A0946CE-9D70-07D3-1333-1550A54BA4E8}"/>
                    </a:ext>
                  </a:extLst>
                </p14:cNvPr>
                <p14:cNvContentPartPr/>
                <p14:nvPr/>
              </p14:nvContentPartPr>
              <p14:xfrm>
                <a:off x="8240419" y="1416259"/>
                <a:ext cx="67320" cy="2022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A0946CE-9D70-07D3-1333-1550A54BA4E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229979" y="1405459"/>
                  <a:ext cx="88560" cy="20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AFF3FAA-161D-5BA9-0138-ECDCD4B3B2AF}"/>
                    </a:ext>
                  </a:extLst>
                </p14:cNvPr>
                <p14:cNvContentPartPr/>
                <p14:nvPr/>
              </p14:nvContentPartPr>
              <p14:xfrm>
                <a:off x="8877259" y="1608859"/>
                <a:ext cx="102960" cy="18882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AFF3FAA-161D-5BA9-0138-ECDCD4B3B2A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866819" y="1598419"/>
                  <a:ext cx="124200" cy="19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42928F8-4647-B7DB-8784-53700CAD8822}"/>
                    </a:ext>
                  </a:extLst>
                </p14:cNvPr>
                <p14:cNvContentPartPr/>
                <p14:nvPr/>
              </p14:nvContentPartPr>
              <p14:xfrm>
                <a:off x="9439219" y="1535419"/>
                <a:ext cx="39960" cy="1814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42928F8-4647-B7DB-8784-53700CAD882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428419" y="1524979"/>
                  <a:ext cx="61200" cy="183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212EEAE-E7D2-F96B-7915-444765FE507A}"/>
                  </a:ext>
                </a:extLst>
              </p14:cNvPr>
              <p14:cNvContentPartPr/>
              <p14:nvPr/>
            </p14:nvContentPartPr>
            <p14:xfrm>
              <a:off x="805339" y="1553059"/>
              <a:ext cx="1217520" cy="9018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212EEAE-E7D2-F96B-7915-444765FE507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94539" y="1542259"/>
                <a:ext cx="1238760" cy="9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CD9BC1D6-CC81-FCC4-43EF-BEDD0AB26A8D}"/>
                  </a:ext>
                </a:extLst>
              </p14:cNvPr>
              <p14:cNvContentPartPr/>
              <p14:nvPr/>
            </p14:nvContentPartPr>
            <p14:xfrm>
              <a:off x="1337059" y="1110619"/>
              <a:ext cx="144000" cy="3571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CD9BC1D6-CC81-FCC4-43EF-BEDD0AB26A8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326259" y="1100179"/>
                <a:ext cx="165240" cy="37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F5E7DFF8-4EE7-DED0-DDD5-99F601FC1831}"/>
              </a:ext>
            </a:extLst>
          </p:cNvPr>
          <p:cNvGrpSpPr/>
          <p:nvPr/>
        </p:nvGrpSpPr>
        <p:grpSpPr>
          <a:xfrm>
            <a:off x="1127539" y="4320019"/>
            <a:ext cx="1013040" cy="1278720"/>
            <a:chOff x="1127539" y="4320019"/>
            <a:chExt cx="1013040" cy="127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B30D51B-6F14-5C19-00FE-AEF24297066D}"/>
                    </a:ext>
                  </a:extLst>
                </p14:cNvPr>
                <p14:cNvContentPartPr/>
                <p14:nvPr/>
              </p14:nvContentPartPr>
              <p14:xfrm>
                <a:off x="1127539" y="4484179"/>
                <a:ext cx="106200" cy="3646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B30D51B-6F14-5C19-00FE-AEF24297066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16739" y="4473379"/>
                  <a:ext cx="12744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FA4F901-765E-CAE2-EB55-7723291B1690}"/>
                    </a:ext>
                  </a:extLst>
                </p14:cNvPr>
                <p14:cNvContentPartPr/>
                <p14:nvPr/>
              </p14:nvContentPartPr>
              <p14:xfrm>
                <a:off x="1135459" y="4413619"/>
                <a:ext cx="153000" cy="2599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FA4F901-765E-CAE2-EB55-7723291B169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25019" y="4402819"/>
                  <a:ext cx="1742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A721285-AB64-905D-CC99-FEE4E0810AFB}"/>
                    </a:ext>
                  </a:extLst>
                </p14:cNvPr>
                <p14:cNvContentPartPr/>
                <p14:nvPr/>
              </p14:nvContentPartPr>
              <p14:xfrm>
                <a:off x="1384939" y="4372579"/>
                <a:ext cx="204120" cy="344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A721285-AB64-905D-CC99-FEE4E0810AF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374139" y="4361779"/>
                  <a:ext cx="22536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CF369CD-16C4-4F82-09A7-436552AD2BE5}"/>
                    </a:ext>
                  </a:extLst>
                </p14:cNvPr>
                <p14:cNvContentPartPr/>
                <p14:nvPr/>
              </p14:nvContentPartPr>
              <p14:xfrm>
                <a:off x="1691659" y="4320019"/>
                <a:ext cx="173880" cy="4608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CF369CD-16C4-4F82-09A7-436552AD2BE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680859" y="4309579"/>
                  <a:ext cx="19512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374C8EF-318C-CA60-B05C-1119E685F5B3}"/>
                    </a:ext>
                  </a:extLst>
                </p14:cNvPr>
                <p14:cNvContentPartPr/>
                <p14:nvPr/>
              </p14:nvContentPartPr>
              <p14:xfrm>
                <a:off x="1401859" y="5274019"/>
                <a:ext cx="105480" cy="324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374C8EF-318C-CA60-B05C-1119E685F5B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391059" y="5263219"/>
                  <a:ext cx="1267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A8E92B0-9F89-308A-8197-97F9AD8C06C9}"/>
                    </a:ext>
                  </a:extLst>
                </p14:cNvPr>
                <p14:cNvContentPartPr/>
                <p14:nvPr/>
              </p14:nvContentPartPr>
              <p14:xfrm>
                <a:off x="1378459" y="5187619"/>
                <a:ext cx="121320" cy="236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A8E92B0-9F89-308A-8197-97F9AD8C06C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68019" y="5176819"/>
                  <a:ext cx="1425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DFF17ED-7ACF-0174-93E5-72FBFB551B21}"/>
                    </a:ext>
                  </a:extLst>
                </p14:cNvPr>
                <p14:cNvContentPartPr/>
                <p14:nvPr/>
              </p14:nvContentPartPr>
              <p14:xfrm>
                <a:off x="1576459" y="5144779"/>
                <a:ext cx="205560" cy="294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DFF17ED-7ACF-0174-93E5-72FBFB551B2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565659" y="5133979"/>
                  <a:ext cx="2268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A6F7945-D727-0050-7A7C-DFE0EBE61CF4}"/>
                    </a:ext>
                  </a:extLst>
                </p14:cNvPr>
                <p14:cNvContentPartPr/>
                <p14:nvPr/>
              </p14:nvContentPartPr>
              <p14:xfrm>
                <a:off x="1842859" y="5041819"/>
                <a:ext cx="297720" cy="4060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A6F7945-D727-0050-7A7C-DFE0EBE61CF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832419" y="5031019"/>
                  <a:ext cx="318960" cy="42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B0A8E23-344E-86FB-4313-0CD69F3CBB12}"/>
              </a:ext>
            </a:extLst>
          </p:cNvPr>
          <p:cNvGrpSpPr/>
          <p:nvPr/>
        </p:nvGrpSpPr>
        <p:grpSpPr>
          <a:xfrm>
            <a:off x="803539" y="1114939"/>
            <a:ext cx="5406120" cy="1262520"/>
            <a:chOff x="803539" y="1114939"/>
            <a:chExt cx="5406120" cy="126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274711E-64FB-F4CD-8B45-6FADA3717E15}"/>
                    </a:ext>
                  </a:extLst>
                </p14:cNvPr>
                <p14:cNvContentPartPr/>
                <p14:nvPr/>
              </p14:nvContentPartPr>
              <p14:xfrm>
                <a:off x="803539" y="1921699"/>
                <a:ext cx="136800" cy="455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274711E-64FB-F4CD-8B45-6FADA3717E1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92739" y="1911259"/>
                  <a:ext cx="15804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63DE333-EDC9-45F8-ECA2-74538A3F07E9}"/>
                    </a:ext>
                  </a:extLst>
                </p14:cNvPr>
                <p14:cNvContentPartPr/>
                <p14:nvPr/>
              </p14:nvContentPartPr>
              <p14:xfrm>
                <a:off x="1225459" y="1901179"/>
                <a:ext cx="222480" cy="389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63DE333-EDC9-45F8-ECA2-74538A3F07E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215019" y="1890739"/>
                  <a:ext cx="24372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007B0B0-AD4F-BDB6-95D7-989273D2205E}"/>
                    </a:ext>
                  </a:extLst>
                </p14:cNvPr>
                <p14:cNvContentPartPr/>
                <p14:nvPr/>
              </p14:nvContentPartPr>
              <p14:xfrm>
                <a:off x="1740259" y="1953739"/>
                <a:ext cx="230040" cy="301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007B0B0-AD4F-BDB6-95D7-989273D2205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729459" y="1943299"/>
                  <a:ext cx="2512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A3CB244-AC33-DB93-835E-6F331C2D3F42}"/>
                    </a:ext>
                  </a:extLst>
                </p14:cNvPr>
                <p14:cNvContentPartPr/>
                <p14:nvPr/>
              </p14:nvContentPartPr>
              <p14:xfrm>
                <a:off x="2270899" y="1903339"/>
                <a:ext cx="164160" cy="3564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A3CB244-AC33-DB93-835E-6F331C2D3F4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260459" y="1892539"/>
                  <a:ext cx="18540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8ABEAFE-78D1-6C0D-3EA3-667083E689EA}"/>
                    </a:ext>
                  </a:extLst>
                </p14:cNvPr>
                <p14:cNvContentPartPr/>
                <p14:nvPr/>
              </p14:nvContentPartPr>
              <p14:xfrm>
                <a:off x="2691019" y="1963099"/>
                <a:ext cx="183960" cy="334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8ABEAFE-78D1-6C0D-3EA3-667083E689E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680579" y="1952299"/>
                  <a:ext cx="20520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1BC2C3D-593B-44A1-9825-6B139AC02116}"/>
                    </a:ext>
                  </a:extLst>
                </p14:cNvPr>
                <p14:cNvContentPartPr/>
                <p14:nvPr/>
              </p14:nvContentPartPr>
              <p14:xfrm>
                <a:off x="3135979" y="1903339"/>
                <a:ext cx="206640" cy="310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1BC2C3D-593B-44A1-9825-6B139AC0211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125179" y="1892539"/>
                  <a:ext cx="2278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2F5112A-11FD-168E-301E-E83640B463CE}"/>
                    </a:ext>
                  </a:extLst>
                </p14:cNvPr>
                <p14:cNvContentPartPr/>
                <p14:nvPr/>
              </p14:nvContentPartPr>
              <p14:xfrm>
                <a:off x="3756979" y="1967779"/>
                <a:ext cx="209520" cy="230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2F5112A-11FD-168E-301E-E83640B463C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746539" y="1956979"/>
                  <a:ext cx="2307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1A558E9-0546-0EA4-66EB-79D80CFFA222}"/>
                    </a:ext>
                  </a:extLst>
                </p14:cNvPr>
                <p14:cNvContentPartPr/>
                <p14:nvPr/>
              </p14:nvContentPartPr>
              <p14:xfrm>
                <a:off x="4161979" y="1941499"/>
                <a:ext cx="279000" cy="2282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1A558E9-0546-0EA4-66EB-79D80CFFA22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51539" y="1930699"/>
                  <a:ext cx="3002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13B8201-F6BA-4D39-A312-16C1B1E4C25F}"/>
                    </a:ext>
                  </a:extLst>
                </p14:cNvPr>
                <p14:cNvContentPartPr/>
                <p14:nvPr/>
              </p14:nvContentPartPr>
              <p14:xfrm>
                <a:off x="4773259" y="1942579"/>
                <a:ext cx="215640" cy="181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13B8201-F6BA-4D39-A312-16C1B1E4C25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762819" y="1931779"/>
                  <a:ext cx="2368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ADA5532-FC01-D3AD-8468-8DDB871988EC}"/>
                    </a:ext>
                  </a:extLst>
                </p14:cNvPr>
                <p14:cNvContentPartPr/>
                <p14:nvPr/>
              </p14:nvContentPartPr>
              <p14:xfrm>
                <a:off x="2112139" y="1389259"/>
                <a:ext cx="2910240" cy="9392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ADA5532-FC01-D3AD-8468-8DDB871988E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101699" y="1378819"/>
                  <a:ext cx="2931480" cy="9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FE37C1B-8EFA-AAA8-D702-697143110155}"/>
                    </a:ext>
                  </a:extLst>
                </p14:cNvPr>
                <p14:cNvContentPartPr/>
                <p14:nvPr/>
              </p14:nvContentPartPr>
              <p14:xfrm>
                <a:off x="3685339" y="1297459"/>
                <a:ext cx="371520" cy="2365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FE37C1B-8EFA-AAA8-D702-69714311015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674539" y="1286659"/>
                  <a:ext cx="3927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E606D82-2C4E-4970-1396-12FCB4FB8264}"/>
                    </a:ext>
                  </a:extLst>
                </p14:cNvPr>
                <p14:cNvContentPartPr/>
                <p14:nvPr/>
              </p14:nvContentPartPr>
              <p14:xfrm>
                <a:off x="4231099" y="1675459"/>
                <a:ext cx="122400" cy="262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E606D82-2C4E-4970-1396-12FCB4FB826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220299" y="1665019"/>
                  <a:ext cx="1436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D272473-E957-6138-CD63-77870A87EB10}"/>
                    </a:ext>
                  </a:extLst>
                </p14:cNvPr>
                <p14:cNvContentPartPr/>
                <p14:nvPr/>
              </p14:nvContentPartPr>
              <p14:xfrm>
                <a:off x="4190059" y="1780939"/>
                <a:ext cx="267120" cy="921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D272473-E957-6138-CD63-77870A87EB1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79619" y="1770139"/>
                  <a:ext cx="2883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5EA4E23-E8E4-E5AC-B940-40D81FF9D4BB}"/>
                    </a:ext>
                  </a:extLst>
                </p14:cNvPr>
                <p14:cNvContentPartPr/>
                <p14:nvPr/>
              </p14:nvContentPartPr>
              <p14:xfrm>
                <a:off x="4696579" y="1598419"/>
                <a:ext cx="51120" cy="344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5EA4E23-E8E4-E5AC-B940-40D81FF9D4B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686139" y="1587979"/>
                  <a:ext cx="723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A51A641-1B94-CF36-88C1-7026A74C27B1}"/>
                    </a:ext>
                  </a:extLst>
                </p14:cNvPr>
                <p14:cNvContentPartPr/>
                <p14:nvPr/>
              </p14:nvContentPartPr>
              <p14:xfrm>
                <a:off x="4643299" y="1696699"/>
                <a:ext cx="290160" cy="2030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A51A641-1B94-CF36-88C1-7026A74C27B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632859" y="1686259"/>
                  <a:ext cx="3114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3D10B46-3793-ADED-F2D6-C24778E9C602}"/>
                    </a:ext>
                  </a:extLst>
                </p14:cNvPr>
                <p14:cNvContentPartPr/>
                <p14:nvPr/>
              </p14:nvContentPartPr>
              <p14:xfrm>
                <a:off x="1208539" y="1745659"/>
                <a:ext cx="159120" cy="295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3D10B46-3793-ADED-F2D6-C24778E9C60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97739" y="1734859"/>
                  <a:ext cx="1803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F1A92F1-D5FE-9E07-3508-2ED8131EAEB4}"/>
                    </a:ext>
                  </a:extLst>
                </p14:cNvPr>
                <p14:cNvContentPartPr/>
                <p14:nvPr/>
              </p14:nvContentPartPr>
              <p14:xfrm>
                <a:off x="1223659" y="1789219"/>
                <a:ext cx="284040" cy="127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F1A92F1-D5FE-9E07-3508-2ED8131EAEB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212859" y="1778779"/>
                  <a:ext cx="3052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DE483C2-DCD9-A56C-0644-826229F113AD}"/>
                    </a:ext>
                  </a:extLst>
                </p14:cNvPr>
                <p14:cNvContentPartPr/>
                <p14:nvPr/>
              </p14:nvContentPartPr>
              <p14:xfrm>
                <a:off x="5189419" y="1702819"/>
                <a:ext cx="178920" cy="408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DE483C2-DCD9-A56C-0644-826229F113A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178619" y="1692379"/>
                  <a:ext cx="20016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BD450C5-AA6B-1B94-1BB8-35D834E64991}"/>
                    </a:ext>
                  </a:extLst>
                </p14:cNvPr>
                <p14:cNvContentPartPr/>
                <p14:nvPr/>
              </p14:nvContentPartPr>
              <p14:xfrm>
                <a:off x="5156299" y="1807579"/>
                <a:ext cx="435960" cy="2502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BD450C5-AA6B-1B94-1BB8-35D834E6499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145499" y="1797139"/>
                  <a:ext cx="4572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A05A2AD-1AE6-7653-D77E-784B5041CAC3}"/>
                    </a:ext>
                  </a:extLst>
                </p14:cNvPr>
                <p14:cNvContentPartPr/>
                <p14:nvPr/>
              </p14:nvContentPartPr>
              <p14:xfrm>
                <a:off x="5932819" y="1714339"/>
                <a:ext cx="133920" cy="3412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A05A2AD-1AE6-7653-D77E-784B5041CAC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22019" y="1703899"/>
                  <a:ext cx="1551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CB70BD2-A4E0-3914-16EB-5C41C681E221}"/>
                    </a:ext>
                  </a:extLst>
                </p14:cNvPr>
                <p14:cNvContentPartPr/>
                <p14:nvPr/>
              </p14:nvContentPartPr>
              <p14:xfrm>
                <a:off x="5874499" y="1798939"/>
                <a:ext cx="310320" cy="214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CB70BD2-A4E0-3914-16EB-5C41C681E22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863699" y="1788499"/>
                  <a:ext cx="3315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382463A-E1E6-8DEB-E4EB-EF2F86B08290}"/>
                    </a:ext>
                  </a:extLst>
                </p14:cNvPr>
                <p14:cNvContentPartPr/>
                <p14:nvPr/>
              </p14:nvContentPartPr>
              <p14:xfrm>
                <a:off x="914779" y="1425619"/>
                <a:ext cx="5294880" cy="8085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382463A-E1E6-8DEB-E4EB-EF2F86B0829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03979" y="1414819"/>
                  <a:ext cx="5316120" cy="82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6D98A83-9B65-A717-1D69-3A6503559623}"/>
                    </a:ext>
                  </a:extLst>
                </p14:cNvPr>
                <p14:cNvContentPartPr/>
                <p14:nvPr/>
              </p14:nvContentPartPr>
              <p14:xfrm>
                <a:off x="4811779" y="1114939"/>
                <a:ext cx="244800" cy="340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6D98A83-9B65-A717-1D69-3A650355962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801339" y="1104139"/>
                  <a:ext cx="266040" cy="36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C91339FA-F1CE-8BE6-293F-7111B6102975}"/>
              </a:ext>
            </a:extLst>
          </p:cNvPr>
          <p:cNvGrpSpPr/>
          <p:nvPr/>
        </p:nvGrpSpPr>
        <p:grpSpPr>
          <a:xfrm>
            <a:off x="1690939" y="5893579"/>
            <a:ext cx="658440" cy="443520"/>
            <a:chOff x="1690939" y="5893579"/>
            <a:chExt cx="658440" cy="44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B89DACA-1AEE-E136-D54F-6D61D8746EBD}"/>
                    </a:ext>
                  </a:extLst>
                </p14:cNvPr>
                <p14:cNvContentPartPr/>
                <p14:nvPr/>
              </p14:nvContentPartPr>
              <p14:xfrm>
                <a:off x="1690939" y="6051259"/>
                <a:ext cx="127440" cy="285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B89DACA-1AEE-E136-D54F-6D61D8746EB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680139" y="6040459"/>
                  <a:ext cx="1486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00CDE72-0354-88AF-FE62-6CF9BB020EFE}"/>
                    </a:ext>
                  </a:extLst>
                </p14:cNvPr>
                <p14:cNvContentPartPr/>
                <p14:nvPr/>
              </p14:nvContentPartPr>
              <p14:xfrm>
                <a:off x="1695259" y="5992939"/>
                <a:ext cx="167400" cy="196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00CDE72-0354-88AF-FE62-6CF9BB020EF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684459" y="5982139"/>
                  <a:ext cx="1886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CBA3DA8-A548-240E-8C81-4658B481056E}"/>
                    </a:ext>
                  </a:extLst>
                </p14:cNvPr>
                <p14:cNvContentPartPr/>
                <p14:nvPr/>
              </p14:nvContentPartPr>
              <p14:xfrm>
                <a:off x="1912699" y="5906179"/>
                <a:ext cx="173160" cy="3121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CBA3DA8-A548-240E-8C81-4658B481056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901899" y="5895739"/>
                  <a:ext cx="1944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559C0B2-B645-3EFD-51FF-FADE8A1921A7}"/>
                    </a:ext>
                  </a:extLst>
                </p14:cNvPr>
                <p14:cNvContentPartPr/>
                <p14:nvPr/>
              </p14:nvContentPartPr>
              <p14:xfrm>
                <a:off x="2126899" y="5893579"/>
                <a:ext cx="222480" cy="3589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559C0B2-B645-3EFD-51FF-FADE8A1921A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116459" y="5882779"/>
                  <a:ext cx="243720" cy="38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3BF8D687-ADD9-7B24-3679-D7B9E1847EFF}"/>
              </a:ext>
            </a:extLst>
          </p:cNvPr>
          <p:cNvGrpSpPr/>
          <p:nvPr/>
        </p:nvGrpSpPr>
        <p:grpSpPr>
          <a:xfrm>
            <a:off x="3944899" y="3040579"/>
            <a:ext cx="7778160" cy="3546720"/>
            <a:chOff x="3944899" y="3040579"/>
            <a:chExt cx="7778160" cy="354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AE0E1B8-10B9-D558-0557-D7016C7623E0}"/>
                    </a:ext>
                  </a:extLst>
                </p14:cNvPr>
                <p14:cNvContentPartPr/>
                <p14:nvPr/>
              </p14:nvContentPartPr>
              <p14:xfrm>
                <a:off x="4991419" y="3468619"/>
                <a:ext cx="135360" cy="3118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AE0E1B8-10B9-D558-0557-D7016C7623E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980979" y="3458179"/>
                  <a:ext cx="156600" cy="31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C4D1247-299C-12C9-A441-6894A1062BF7}"/>
                    </a:ext>
                  </a:extLst>
                </p14:cNvPr>
                <p14:cNvContentPartPr/>
                <p14:nvPr/>
              </p14:nvContentPartPr>
              <p14:xfrm>
                <a:off x="3944899" y="6198499"/>
                <a:ext cx="7624080" cy="1112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C4D1247-299C-12C9-A441-6894A1062BF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934459" y="6188059"/>
                  <a:ext cx="76453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9B2FE5D-6244-7B72-8DAE-7006E5BDEE03}"/>
                    </a:ext>
                  </a:extLst>
                </p14:cNvPr>
                <p14:cNvContentPartPr/>
                <p14:nvPr/>
              </p14:nvContentPartPr>
              <p14:xfrm>
                <a:off x="5412979" y="6208579"/>
                <a:ext cx="12240" cy="140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9B2FE5D-6244-7B72-8DAE-7006E5BDEE0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402179" y="6197779"/>
                  <a:ext cx="334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88C5F5A-6A18-9BA1-2747-FA08FB467138}"/>
                    </a:ext>
                  </a:extLst>
                </p14:cNvPr>
                <p14:cNvContentPartPr/>
                <p14:nvPr/>
              </p14:nvContentPartPr>
              <p14:xfrm>
                <a:off x="5774419" y="6219739"/>
                <a:ext cx="14040" cy="142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88C5F5A-6A18-9BA1-2747-FA08FB46713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763619" y="6209299"/>
                  <a:ext cx="352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C0A671D-585F-00F1-B3C9-08CFC0272557}"/>
                    </a:ext>
                  </a:extLst>
                </p14:cNvPr>
                <p14:cNvContentPartPr/>
                <p14:nvPr/>
              </p14:nvContentPartPr>
              <p14:xfrm>
                <a:off x="6209659" y="6212179"/>
                <a:ext cx="14400" cy="127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C0A671D-585F-00F1-B3C9-08CFC027255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198859" y="6201379"/>
                  <a:ext cx="356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40A2D42-3ED9-D083-FADB-72B155EA4092}"/>
                    </a:ext>
                  </a:extLst>
                </p14:cNvPr>
                <p14:cNvContentPartPr/>
                <p14:nvPr/>
              </p14:nvContentPartPr>
              <p14:xfrm>
                <a:off x="6664339" y="6202099"/>
                <a:ext cx="30240" cy="1051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40A2D42-3ED9-D083-FADB-72B155EA409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653539" y="6191659"/>
                  <a:ext cx="514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6F14161-54BA-74E4-C859-15C4081C9858}"/>
                    </a:ext>
                  </a:extLst>
                </p14:cNvPr>
                <p14:cNvContentPartPr/>
                <p14:nvPr/>
              </p14:nvContentPartPr>
              <p14:xfrm>
                <a:off x="7224499" y="6137299"/>
                <a:ext cx="20520" cy="856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6F14161-54BA-74E4-C859-15C4081C985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214059" y="6126499"/>
                  <a:ext cx="417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AE42134-64AD-32D1-BAE9-B7370465E9BE}"/>
                    </a:ext>
                  </a:extLst>
                </p14:cNvPr>
                <p14:cNvContentPartPr/>
                <p14:nvPr/>
              </p14:nvContentPartPr>
              <p14:xfrm>
                <a:off x="7814179" y="6134059"/>
                <a:ext cx="26640" cy="67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AE42134-64AD-32D1-BAE9-B7370465E9B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803739" y="6123259"/>
                  <a:ext cx="478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F2C6486-8D4C-B62B-A6A4-3FBF3E6B0FD4}"/>
                    </a:ext>
                  </a:extLst>
                </p14:cNvPr>
                <p14:cNvContentPartPr/>
                <p14:nvPr/>
              </p14:nvContentPartPr>
              <p14:xfrm>
                <a:off x="8361019" y="6176179"/>
                <a:ext cx="21960" cy="986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F2C6486-8D4C-B62B-A6A4-3FBF3E6B0FD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350579" y="6165379"/>
                  <a:ext cx="432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CAB7A61-E064-5EFE-FCA5-51BA1739919C}"/>
                    </a:ext>
                  </a:extLst>
                </p14:cNvPr>
                <p14:cNvContentPartPr/>
                <p14:nvPr/>
              </p14:nvContentPartPr>
              <p14:xfrm>
                <a:off x="8904979" y="6231619"/>
                <a:ext cx="17280" cy="1152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CAB7A61-E064-5EFE-FCA5-51BA1739919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894539" y="6220819"/>
                  <a:ext cx="385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6ED971E-2AFB-1E55-28BC-887A27FCB104}"/>
                    </a:ext>
                  </a:extLst>
                </p14:cNvPr>
                <p14:cNvContentPartPr/>
                <p14:nvPr/>
              </p14:nvContentPartPr>
              <p14:xfrm>
                <a:off x="9524539" y="6130819"/>
                <a:ext cx="5400" cy="1209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6ED971E-2AFB-1E55-28BC-887A27FCB10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514099" y="6120379"/>
                  <a:ext cx="266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3DD53E4-2C35-A168-667E-234707334972}"/>
                    </a:ext>
                  </a:extLst>
                </p14:cNvPr>
                <p14:cNvContentPartPr/>
                <p14:nvPr/>
              </p14:nvContentPartPr>
              <p14:xfrm>
                <a:off x="10184059" y="6139459"/>
                <a:ext cx="11160" cy="1094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3DD53E4-2C35-A168-667E-23470733497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173619" y="6128659"/>
                  <a:ext cx="324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8B7ED61-4168-0EE8-0DFA-3A9267A4CB2E}"/>
                    </a:ext>
                  </a:extLst>
                </p14:cNvPr>
                <p14:cNvContentPartPr/>
                <p14:nvPr/>
              </p14:nvContentPartPr>
              <p14:xfrm>
                <a:off x="10739899" y="6216139"/>
                <a:ext cx="12240" cy="1033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8B7ED61-4168-0EE8-0DFA-3A9267A4CB2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729459" y="6205339"/>
                  <a:ext cx="334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756BDCB-A2BE-1EDC-484D-7463F4C1244D}"/>
                    </a:ext>
                  </a:extLst>
                </p14:cNvPr>
                <p14:cNvContentPartPr/>
                <p14:nvPr/>
              </p14:nvContentPartPr>
              <p14:xfrm>
                <a:off x="11225539" y="6217939"/>
                <a:ext cx="21240" cy="115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756BDCB-A2BE-1EDC-484D-7463F4C1244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215099" y="6207139"/>
                  <a:ext cx="424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EC29F17-CB01-2B6D-0D94-65F5DADCE8A9}"/>
                    </a:ext>
                  </a:extLst>
                </p14:cNvPr>
                <p14:cNvContentPartPr/>
                <p14:nvPr/>
              </p14:nvContentPartPr>
              <p14:xfrm>
                <a:off x="11560339" y="6218299"/>
                <a:ext cx="72000" cy="518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EC29F17-CB01-2B6D-0D94-65F5DADCE8A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549899" y="6207499"/>
                  <a:ext cx="932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69E2270-876E-6BA9-C1B1-708B98B08DCA}"/>
                    </a:ext>
                  </a:extLst>
                </p14:cNvPr>
                <p14:cNvContentPartPr/>
                <p14:nvPr/>
              </p14:nvContentPartPr>
              <p14:xfrm>
                <a:off x="4102219" y="4155139"/>
                <a:ext cx="111960" cy="1094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69E2270-876E-6BA9-C1B1-708B98B08DC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091779" y="4144699"/>
                  <a:ext cx="1332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8517E98-C5F2-2129-E883-5B348E62CC8B}"/>
                    </a:ext>
                  </a:extLst>
                </p14:cNvPr>
                <p14:cNvContentPartPr/>
                <p14:nvPr/>
              </p14:nvContentPartPr>
              <p14:xfrm>
                <a:off x="4019779" y="4033819"/>
                <a:ext cx="23400" cy="6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8517E98-C5F2-2129-E883-5B348E62CC8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008979" y="4023019"/>
                  <a:ext cx="446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364E747-9252-F24E-AF32-138F0ECF4650}"/>
                    </a:ext>
                  </a:extLst>
                </p14:cNvPr>
                <p14:cNvContentPartPr/>
                <p14:nvPr/>
              </p14:nvContentPartPr>
              <p14:xfrm>
                <a:off x="4169899" y="4140739"/>
                <a:ext cx="151920" cy="684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364E747-9252-F24E-AF32-138F0ECF465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159099" y="4130299"/>
                  <a:ext cx="1731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0D337D5-8A4F-B495-B7AF-CA9D8B075EA1}"/>
                    </a:ext>
                  </a:extLst>
                </p14:cNvPr>
                <p14:cNvContentPartPr/>
                <p14:nvPr/>
              </p14:nvContentPartPr>
              <p14:xfrm>
                <a:off x="4215259" y="3807739"/>
                <a:ext cx="244800" cy="5004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0D337D5-8A4F-B495-B7AF-CA9D8B075EA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204459" y="3797299"/>
                  <a:ext cx="26604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DEB9630-FDFA-6B89-6430-3E50AB8C9C0F}"/>
                    </a:ext>
                  </a:extLst>
                </p14:cNvPr>
                <p14:cNvContentPartPr/>
                <p14:nvPr/>
              </p14:nvContentPartPr>
              <p14:xfrm>
                <a:off x="4289419" y="3974779"/>
                <a:ext cx="109080" cy="1530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DEB9630-FDFA-6B89-6430-3E50AB8C9C0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278619" y="3963979"/>
                  <a:ext cx="1303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AAA74C1-A7B5-E4A0-0866-A0D8362EF919}"/>
                    </a:ext>
                  </a:extLst>
                </p14:cNvPr>
                <p14:cNvContentPartPr/>
                <p14:nvPr/>
              </p14:nvContentPartPr>
              <p14:xfrm>
                <a:off x="4379419" y="3938059"/>
                <a:ext cx="84960" cy="1288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AAA74C1-A7B5-E4A0-0866-A0D8362EF91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368619" y="3927619"/>
                  <a:ext cx="1062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C089FB1-484A-8F4D-98BF-1F19BC4997B9}"/>
                    </a:ext>
                  </a:extLst>
                </p14:cNvPr>
                <p14:cNvContentPartPr/>
                <p14:nvPr/>
              </p14:nvContentPartPr>
              <p14:xfrm>
                <a:off x="4578139" y="4057939"/>
                <a:ext cx="26640" cy="46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C089FB1-484A-8F4D-98BF-1F19BC4997B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567699" y="4047139"/>
                  <a:ext cx="478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6803316-2FCF-3E1C-5FC1-B9E300FC36FE}"/>
                    </a:ext>
                  </a:extLst>
                </p14:cNvPr>
                <p14:cNvContentPartPr/>
                <p14:nvPr/>
              </p14:nvContentPartPr>
              <p14:xfrm>
                <a:off x="5376259" y="5797819"/>
                <a:ext cx="21240" cy="331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6803316-2FCF-3E1C-5FC1-B9E300FC36F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365459" y="5787019"/>
                  <a:ext cx="424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15C5979-A1E8-85AB-78C4-341AD1A65855}"/>
                    </a:ext>
                  </a:extLst>
                </p14:cNvPr>
                <p14:cNvContentPartPr/>
                <p14:nvPr/>
              </p14:nvContentPartPr>
              <p14:xfrm>
                <a:off x="5669659" y="5324059"/>
                <a:ext cx="69480" cy="579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15C5979-A1E8-85AB-78C4-341AD1A6585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658859" y="5313619"/>
                  <a:ext cx="907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EEDAC21-40E2-6977-AC42-718D29C2AA2C}"/>
                    </a:ext>
                  </a:extLst>
                </p14:cNvPr>
                <p14:cNvContentPartPr/>
                <p14:nvPr/>
              </p14:nvContentPartPr>
              <p14:xfrm>
                <a:off x="6197419" y="4924819"/>
                <a:ext cx="44640" cy="475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EEDAC21-40E2-6977-AC42-718D29C2AA2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186979" y="4914019"/>
                  <a:ext cx="658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A96E434-C371-214F-2039-E22D994F59AA}"/>
                    </a:ext>
                  </a:extLst>
                </p14:cNvPr>
                <p14:cNvContentPartPr/>
                <p14:nvPr/>
              </p14:nvContentPartPr>
              <p14:xfrm>
                <a:off x="6809419" y="4543219"/>
                <a:ext cx="40320" cy="129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A96E434-C371-214F-2039-E22D994F59A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798619" y="4532419"/>
                  <a:ext cx="61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692BD89-375C-A253-CE37-E8C5920A7A43}"/>
                    </a:ext>
                  </a:extLst>
                </p14:cNvPr>
                <p14:cNvContentPartPr/>
                <p14:nvPr/>
              </p14:nvContentPartPr>
              <p14:xfrm>
                <a:off x="7387579" y="4232179"/>
                <a:ext cx="63720" cy="378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692BD89-375C-A253-CE37-E8C5920A7A4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376779" y="4221379"/>
                  <a:ext cx="849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D157328-3E76-74D9-93EF-4BC382AB24EF}"/>
                    </a:ext>
                  </a:extLst>
                </p14:cNvPr>
                <p14:cNvContentPartPr/>
                <p14:nvPr/>
              </p14:nvContentPartPr>
              <p14:xfrm>
                <a:off x="7850179" y="4101859"/>
                <a:ext cx="47160" cy="424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D157328-3E76-74D9-93EF-4BC382AB24E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839379" y="4091059"/>
                  <a:ext cx="684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FFBAD3C-E501-D2B4-14D8-8923C98A44EF}"/>
                    </a:ext>
                  </a:extLst>
                </p14:cNvPr>
                <p14:cNvContentPartPr/>
                <p14:nvPr/>
              </p14:nvContentPartPr>
              <p14:xfrm>
                <a:off x="8222059" y="3885859"/>
                <a:ext cx="98640" cy="136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FFBAD3C-E501-D2B4-14D8-8923C98A44E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211259" y="3875059"/>
                  <a:ext cx="1198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8C1E5AE-4244-03FD-1763-573DA2DAD143}"/>
                    </a:ext>
                  </a:extLst>
                </p14:cNvPr>
                <p14:cNvContentPartPr/>
                <p14:nvPr/>
              </p14:nvContentPartPr>
              <p14:xfrm>
                <a:off x="8571979" y="3777859"/>
                <a:ext cx="73080" cy="212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8C1E5AE-4244-03FD-1763-573DA2DAD14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561539" y="3767059"/>
                  <a:ext cx="943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907CFD3-1EE9-260F-A183-2EA3C478C560}"/>
                    </a:ext>
                  </a:extLst>
                </p14:cNvPr>
                <p14:cNvContentPartPr/>
                <p14:nvPr/>
              </p14:nvContentPartPr>
              <p14:xfrm>
                <a:off x="8812099" y="3687859"/>
                <a:ext cx="105120" cy="306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907CFD3-1EE9-260F-A183-2EA3C478C56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801659" y="3677419"/>
                  <a:ext cx="1263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9399D83-5E79-039C-3A74-6DAAF8453911}"/>
                    </a:ext>
                  </a:extLst>
                </p14:cNvPr>
                <p14:cNvContentPartPr/>
                <p14:nvPr/>
              </p14:nvContentPartPr>
              <p14:xfrm>
                <a:off x="9195859" y="3576259"/>
                <a:ext cx="93960" cy="147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9399D83-5E79-039C-3A74-6DAAF845391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185419" y="3565459"/>
                  <a:ext cx="115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2CA94B0-BC44-579C-D646-036A8D2F546F}"/>
                    </a:ext>
                  </a:extLst>
                </p14:cNvPr>
                <p14:cNvContentPartPr/>
                <p14:nvPr/>
              </p14:nvContentPartPr>
              <p14:xfrm>
                <a:off x="9446419" y="3486619"/>
                <a:ext cx="100800" cy="219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2CA94B0-BC44-579C-D646-036A8D2F546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435979" y="3476179"/>
                  <a:ext cx="1220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3C96C27-3A3E-3029-C6F2-E9AEC18553F8}"/>
                    </a:ext>
                  </a:extLst>
                </p14:cNvPr>
                <p14:cNvContentPartPr/>
                <p14:nvPr/>
              </p14:nvContentPartPr>
              <p14:xfrm>
                <a:off x="9817219" y="3377539"/>
                <a:ext cx="131400" cy="144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3C96C27-3A3E-3029-C6F2-E9AEC18553F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806419" y="3366739"/>
                  <a:ext cx="1526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4EE7703-2B42-E1A4-2D72-23907D6A53F0}"/>
                    </a:ext>
                  </a:extLst>
                </p14:cNvPr>
                <p14:cNvContentPartPr/>
                <p14:nvPr/>
              </p14:nvContentPartPr>
              <p14:xfrm>
                <a:off x="10180099" y="3288259"/>
                <a:ext cx="104400" cy="165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4EE7703-2B42-E1A4-2D72-23907D6A53F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169299" y="3277459"/>
                  <a:ext cx="1256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F37ADA1-D892-14B2-0A27-C51CED218915}"/>
                    </a:ext>
                  </a:extLst>
                </p14:cNvPr>
                <p14:cNvContentPartPr/>
                <p14:nvPr/>
              </p14:nvContentPartPr>
              <p14:xfrm>
                <a:off x="10543699" y="3256219"/>
                <a:ext cx="144360" cy="108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F37ADA1-D892-14B2-0A27-C51CED21891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533259" y="3245419"/>
                  <a:ext cx="1656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F40B6B9-34B2-0A25-0037-3151B8A5EC14}"/>
                    </a:ext>
                  </a:extLst>
                </p14:cNvPr>
                <p14:cNvContentPartPr/>
                <p14:nvPr/>
              </p14:nvContentPartPr>
              <p14:xfrm>
                <a:off x="10879579" y="3246859"/>
                <a:ext cx="119160" cy="122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F40B6B9-34B2-0A25-0037-3151B8A5EC1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868779" y="3236419"/>
                  <a:ext cx="140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0D64B59-5FAB-50B1-EB92-DCD1ECEB0928}"/>
                    </a:ext>
                  </a:extLst>
                </p14:cNvPr>
                <p14:cNvContentPartPr/>
                <p14:nvPr/>
              </p14:nvContentPartPr>
              <p14:xfrm>
                <a:off x="11094139" y="3232819"/>
                <a:ext cx="330480" cy="205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0D64B59-5FAB-50B1-EB92-DCD1ECEB092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083699" y="3222379"/>
                  <a:ext cx="3517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E9A157E-DF2D-F37B-A061-789D056D7347}"/>
                    </a:ext>
                  </a:extLst>
                </p14:cNvPr>
                <p14:cNvContentPartPr/>
                <p14:nvPr/>
              </p14:nvContentPartPr>
              <p14:xfrm>
                <a:off x="11516779" y="3222739"/>
                <a:ext cx="45360" cy="25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E9A157E-DF2D-F37B-A061-789D056D734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506339" y="3211939"/>
                  <a:ext cx="666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1B28EA5-C5AF-7043-8F8A-D4CD1BFEB5ED}"/>
                    </a:ext>
                  </a:extLst>
                </p14:cNvPr>
                <p14:cNvContentPartPr/>
                <p14:nvPr/>
              </p14:nvContentPartPr>
              <p14:xfrm>
                <a:off x="5108419" y="3040579"/>
                <a:ext cx="6614640" cy="31626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1B28EA5-C5AF-7043-8F8A-D4CD1BFEB5E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097979" y="3030139"/>
                  <a:ext cx="6635880" cy="318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D49C7705-640E-FB07-6E8C-300D871D6DC7}"/>
                  </a:ext>
                </a:extLst>
              </p14:cNvPr>
              <p14:cNvContentPartPr/>
              <p14:nvPr/>
            </p14:nvContentPartPr>
            <p14:xfrm>
              <a:off x="814339" y="4178899"/>
              <a:ext cx="1613160" cy="74160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D49C7705-640E-FB07-6E8C-300D871D6DC7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808219" y="4172779"/>
                <a:ext cx="1625400" cy="75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148A106-F477-EFF0-E650-1F379D35C342}"/>
              </a:ext>
            </a:extLst>
          </p:cNvPr>
          <p:cNvGrpSpPr/>
          <p:nvPr/>
        </p:nvGrpSpPr>
        <p:grpSpPr>
          <a:xfrm>
            <a:off x="942139" y="2702899"/>
            <a:ext cx="579600" cy="186840"/>
            <a:chOff x="942139" y="2702899"/>
            <a:chExt cx="579600" cy="18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B2978E4-1C64-AB68-C3E9-B8DE21E3EADE}"/>
                    </a:ext>
                  </a:extLst>
                </p14:cNvPr>
                <p14:cNvContentPartPr/>
                <p14:nvPr/>
              </p14:nvContentPartPr>
              <p14:xfrm>
                <a:off x="942139" y="2702899"/>
                <a:ext cx="80280" cy="1868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B2978E4-1C64-AB68-C3E9-B8DE21E3EAD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36019" y="2696779"/>
                  <a:ext cx="925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406EB4B-BADA-6796-D508-AB1C958BB3DF}"/>
                    </a:ext>
                  </a:extLst>
                </p14:cNvPr>
                <p14:cNvContentPartPr/>
                <p14:nvPr/>
              </p14:nvContentPartPr>
              <p14:xfrm>
                <a:off x="947539" y="2781019"/>
                <a:ext cx="104400" cy="856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406EB4B-BADA-6796-D508-AB1C958BB3D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41419" y="2774899"/>
                  <a:ext cx="1166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34D3856-1FCF-F01A-949E-4F3827F5B80E}"/>
                    </a:ext>
                  </a:extLst>
                </p14:cNvPr>
                <p14:cNvContentPartPr/>
                <p14:nvPr/>
              </p14:nvContentPartPr>
              <p14:xfrm>
                <a:off x="1308259" y="2718019"/>
                <a:ext cx="14760" cy="874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34D3856-1FCF-F01A-949E-4F3827F5B80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302139" y="2711899"/>
                  <a:ext cx="270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9C213C1-EF43-6D29-6A2C-95298C6F51C0}"/>
                    </a:ext>
                  </a:extLst>
                </p14:cNvPr>
                <p14:cNvContentPartPr/>
                <p14:nvPr/>
              </p14:nvContentPartPr>
              <p14:xfrm>
                <a:off x="1289539" y="2707219"/>
                <a:ext cx="232200" cy="1368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9C213C1-EF43-6D29-6A2C-95298C6F51C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283419" y="2701099"/>
                  <a:ext cx="24444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46D9B8A2-8983-A02A-236B-DA34CB18B36E}"/>
              </a:ext>
            </a:extLst>
          </p:cNvPr>
          <p:cNvGrpSpPr/>
          <p:nvPr/>
        </p:nvGrpSpPr>
        <p:grpSpPr>
          <a:xfrm>
            <a:off x="1837819" y="2653939"/>
            <a:ext cx="97560" cy="119160"/>
            <a:chOff x="1837819" y="2653939"/>
            <a:chExt cx="97560" cy="11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78E7C16-383A-C836-E06C-B3825C2D96BC}"/>
                    </a:ext>
                  </a:extLst>
                </p14:cNvPr>
                <p14:cNvContentPartPr/>
                <p14:nvPr/>
              </p14:nvContentPartPr>
              <p14:xfrm>
                <a:off x="1863379" y="2673379"/>
                <a:ext cx="41400" cy="997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78E7C16-383A-C836-E06C-B3825C2D96B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857259" y="2667259"/>
                  <a:ext cx="536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25A4326-9E8E-E831-6938-C1CA6EB1B91E}"/>
                    </a:ext>
                  </a:extLst>
                </p14:cNvPr>
                <p14:cNvContentPartPr/>
                <p14:nvPr/>
              </p14:nvContentPartPr>
              <p14:xfrm>
                <a:off x="1837819" y="2653939"/>
                <a:ext cx="97560" cy="1029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25A4326-9E8E-E831-6938-C1CA6EB1B91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831699" y="2647819"/>
                  <a:ext cx="109800" cy="11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555FC617-D77F-85F0-7647-8D0AF0E85A4A}"/>
                  </a:ext>
                </a:extLst>
              </p14:cNvPr>
              <p14:cNvContentPartPr/>
              <p14:nvPr/>
            </p14:nvContentPartPr>
            <p14:xfrm>
              <a:off x="6181579" y="4170259"/>
              <a:ext cx="48960" cy="232848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555FC617-D77F-85F0-7647-8D0AF0E85A4A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6175459" y="4164139"/>
                <a:ext cx="61200" cy="234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0" name="Group 219">
            <a:extLst>
              <a:ext uri="{FF2B5EF4-FFF2-40B4-BE49-F238E27FC236}">
                <a16:creationId xmlns:a16="http://schemas.microsoft.com/office/drawing/2014/main" id="{A5840A16-5D52-C6CD-1BD3-7BF8F3CA3786}"/>
              </a:ext>
            </a:extLst>
          </p:cNvPr>
          <p:cNvGrpSpPr/>
          <p:nvPr/>
        </p:nvGrpSpPr>
        <p:grpSpPr>
          <a:xfrm>
            <a:off x="2256499" y="2651779"/>
            <a:ext cx="423360" cy="130680"/>
            <a:chOff x="2256499" y="2651779"/>
            <a:chExt cx="423360" cy="13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8C9BC97-C034-5653-7CF2-D8E456084A94}"/>
                    </a:ext>
                  </a:extLst>
                </p14:cNvPr>
                <p14:cNvContentPartPr/>
                <p14:nvPr/>
              </p14:nvContentPartPr>
              <p14:xfrm>
                <a:off x="2256499" y="2682379"/>
                <a:ext cx="108000" cy="939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8C9BC97-C034-5653-7CF2-D8E456084A9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250379" y="2676259"/>
                  <a:ext cx="1202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CDA15DD-262A-1C21-9E17-0BA9C6E6FE48}"/>
                    </a:ext>
                  </a:extLst>
                </p14:cNvPr>
                <p14:cNvContentPartPr/>
                <p14:nvPr/>
              </p14:nvContentPartPr>
              <p14:xfrm>
                <a:off x="2265859" y="2688139"/>
                <a:ext cx="116640" cy="943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CDA15DD-262A-1C21-9E17-0BA9C6E6FE4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259739" y="2682019"/>
                  <a:ext cx="1288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98D729C-067B-D58C-15E6-5E52289AF251}"/>
                    </a:ext>
                  </a:extLst>
                </p14:cNvPr>
                <p14:cNvContentPartPr/>
                <p14:nvPr/>
              </p14:nvContentPartPr>
              <p14:xfrm>
                <a:off x="2616139" y="2651779"/>
                <a:ext cx="63720" cy="1040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98D729C-067B-D58C-15E6-5E52289AF25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610019" y="2645659"/>
                  <a:ext cx="759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9AE3593-6111-922E-3618-14E23EBE0911}"/>
                    </a:ext>
                  </a:extLst>
                </p14:cNvPr>
                <p14:cNvContentPartPr/>
                <p14:nvPr/>
              </p14:nvContentPartPr>
              <p14:xfrm>
                <a:off x="2601379" y="2700019"/>
                <a:ext cx="61200" cy="345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9AE3593-6111-922E-3618-14E23EBE091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595259" y="2693899"/>
                  <a:ext cx="7344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581C86AC-DABE-7FA8-9B94-078FA4262D68}"/>
              </a:ext>
            </a:extLst>
          </p:cNvPr>
          <p:cNvGrpSpPr/>
          <p:nvPr/>
        </p:nvGrpSpPr>
        <p:grpSpPr>
          <a:xfrm>
            <a:off x="3095299" y="2673019"/>
            <a:ext cx="133560" cy="154440"/>
            <a:chOff x="3095299" y="2673019"/>
            <a:chExt cx="133560" cy="15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23E1BEF-4523-B173-7DA1-E60815B33F8C}"/>
                    </a:ext>
                  </a:extLst>
                </p14:cNvPr>
                <p14:cNvContentPartPr/>
                <p14:nvPr/>
              </p14:nvContentPartPr>
              <p14:xfrm>
                <a:off x="3095299" y="2673019"/>
                <a:ext cx="133560" cy="1544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23E1BEF-4523-B173-7DA1-E60815B33F8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089179" y="2666899"/>
                  <a:ext cx="1458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158CF0D-06A0-88DD-91C6-FE289279CC03}"/>
                    </a:ext>
                  </a:extLst>
                </p14:cNvPr>
                <p14:cNvContentPartPr/>
                <p14:nvPr/>
              </p14:nvContentPartPr>
              <p14:xfrm>
                <a:off x="3182779" y="2721619"/>
                <a:ext cx="29160" cy="414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158CF0D-06A0-88DD-91C6-FE289279CC03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176659" y="2715499"/>
                  <a:ext cx="4140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A2D4111A-CDA4-7F87-3D6F-E0525A6E6456}"/>
              </a:ext>
            </a:extLst>
          </p:cNvPr>
          <p:cNvGrpSpPr/>
          <p:nvPr/>
        </p:nvGrpSpPr>
        <p:grpSpPr>
          <a:xfrm>
            <a:off x="3618739" y="2589859"/>
            <a:ext cx="131400" cy="169920"/>
            <a:chOff x="3618739" y="2589859"/>
            <a:chExt cx="131400" cy="16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12834C2-94B8-F90F-F316-AAB56A91977B}"/>
                    </a:ext>
                  </a:extLst>
                </p14:cNvPr>
                <p14:cNvContentPartPr/>
                <p14:nvPr/>
              </p14:nvContentPartPr>
              <p14:xfrm>
                <a:off x="3638899" y="2589859"/>
                <a:ext cx="47880" cy="1699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12834C2-94B8-F90F-F316-AAB56A91977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632779" y="2583739"/>
                  <a:ext cx="601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9A0905B-6B8D-F002-C16D-C24A6E16806A}"/>
                    </a:ext>
                  </a:extLst>
                </p14:cNvPr>
                <p14:cNvContentPartPr/>
                <p14:nvPr/>
              </p14:nvContentPartPr>
              <p14:xfrm>
                <a:off x="3618739" y="2697139"/>
                <a:ext cx="131400" cy="421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9A0905B-6B8D-F002-C16D-C24A6E16806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612619" y="2691019"/>
                  <a:ext cx="14364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BD3BDD8-FEB6-D003-244C-74AA7DC24A94}"/>
              </a:ext>
            </a:extLst>
          </p:cNvPr>
          <p:cNvGrpSpPr/>
          <p:nvPr/>
        </p:nvGrpSpPr>
        <p:grpSpPr>
          <a:xfrm>
            <a:off x="4173139" y="2559259"/>
            <a:ext cx="5399280" cy="3510360"/>
            <a:chOff x="4173139" y="2559259"/>
            <a:chExt cx="5399280" cy="351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BF30768-B7F7-9D50-9B25-647F1021DBE9}"/>
                    </a:ext>
                  </a:extLst>
                </p14:cNvPr>
                <p14:cNvContentPartPr/>
                <p14:nvPr/>
              </p14:nvContentPartPr>
              <p14:xfrm>
                <a:off x="4937059" y="3024739"/>
                <a:ext cx="162720" cy="36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BF30768-B7F7-9D50-9B25-647F1021DBE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930939" y="3018619"/>
                  <a:ext cx="17496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3A5CE4D-81AC-181E-1AB6-68E467BE16B5}"/>
                    </a:ext>
                  </a:extLst>
                </p14:cNvPr>
                <p14:cNvContentPartPr/>
                <p14:nvPr/>
              </p14:nvContentPartPr>
              <p14:xfrm>
                <a:off x="5004379" y="2752939"/>
                <a:ext cx="22320" cy="7786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3A5CE4D-81AC-181E-1AB6-68E467BE16B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998259" y="2746819"/>
                  <a:ext cx="345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DD54CE5-C870-4A24-1599-29088CC77400}"/>
                    </a:ext>
                  </a:extLst>
                </p14:cNvPr>
                <p14:cNvContentPartPr/>
                <p14:nvPr/>
              </p14:nvContentPartPr>
              <p14:xfrm>
                <a:off x="4697659" y="3021859"/>
                <a:ext cx="12600" cy="1864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DD54CE5-C870-4A24-1599-29088CC7740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691539" y="3015739"/>
                  <a:ext cx="248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8C30603-430B-74E8-8388-4EE660E928EF}"/>
                    </a:ext>
                  </a:extLst>
                </p14:cNvPr>
                <p14:cNvContentPartPr/>
                <p14:nvPr/>
              </p14:nvContentPartPr>
              <p14:xfrm>
                <a:off x="4783699" y="3042739"/>
                <a:ext cx="72360" cy="1465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8C30603-430B-74E8-8388-4EE660E928E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777579" y="3036619"/>
                  <a:ext cx="846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759B564-0B38-E9B5-F230-4EBBF0BA3F6C}"/>
                    </a:ext>
                  </a:extLst>
                </p14:cNvPr>
                <p14:cNvContentPartPr/>
                <p14:nvPr/>
              </p14:nvContentPartPr>
              <p14:xfrm>
                <a:off x="4871179" y="3035179"/>
                <a:ext cx="58320" cy="1198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759B564-0B38-E9B5-F230-4EBBF0BA3F6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865059" y="3029059"/>
                  <a:ext cx="705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3856A91-4C43-BF3B-57B4-A4F628EEC396}"/>
                    </a:ext>
                  </a:extLst>
                </p14:cNvPr>
                <p14:cNvContentPartPr/>
                <p14:nvPr/>
              </p14:nvContentPartPr>
              <p14:xfrm>
                <a:off x="5103019" y="4550779"/>
                <a:ext cx="1071720" cy="180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3856A91-4C43-BF3B-57B4-A4F628EEC39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096899" y="4544659"/>
                  <a:ext cx="10839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04526D3-7269-B140-1C4B-8E78946739F0}"/>
                    </a:ext>
                  </a:extLst>
                </p14:cNvPr>
                <p14:cNvContentPartPr/>
                <p14:nvPr/>
              </p14:nvContentPartPr>
              <p14:xfrm>
                <a:off x="4729699" y="4553659"/>
                <a:ext cx="177840" cy="2246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04526D3-7269-B140-1C4B-8E78946739F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723579" y="4547539"/>
                  <a:ext cx="1900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8D6B8B5-19A9-600A-BC0E-D13463239768}"/>
                    </a:ext>
                  </a:extLst>
                </p14:cNvPr>
                <p14:cNvContentPartPr/>
                <p14:nvPr/>
              </p14:nvContentPartPr>
              <p14:xfrm>
                <a:off x="4797019" y="4565179"/>
                <a:ext cx="139680" cy="3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8D6B8B5-19A9-600A-BC0E-D1346323976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790899" y="4559059"/>
                  <a:ext cx="1519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C2C5FB0-2D65-29AA-4382-FCEF7C4C38AD}"/>
                    </a:ext>
                  </a:extLst>
                </p14:cNvPr>
                <p14:cNvContentPartPr/>
                <p14:nvPr/>
              </p14:nvContentPartPr>
              <p14:xfrm>
                <a:off x="4987099" y="4622059"/>
                <a:ext cx="99720" cy="1105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C2C5FB0-2D65-29AA-4382-FCEF7C4C38A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980979" y="4615939"/>
                  <a:ext cx="1119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AD8E7BA-EF2A-19B3-3573-CAD72A7EF435}"/>
                    </a:ext>
                  </a:extLst>
                </p14:cNvPr>
                <p14:cNvContentPartPr/>
                <p14:nvPr/>
              </p14:nvContentPartPr>
              <p14:xfrm>
                <a:off x="4186819" y="2633779"/>
                <a:ext cx="52560" cy="795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AD8E7BA-EF2A-19B3-3573-CAD72A7EF43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180699" y="2627659"/>
                  <a:ext cx="648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34AAF4E-22C3-98DF-C340-80B8D0DCD519}"/>
                    </a:ext>
                  </a:extLst>
                </p14:cNvPr>
                <p14:cNvContentPartPr/>
                <p14:nvPr/>
              </p14:nvContentPartPr>
              <p14:xfrm>
                <a:off x="4173139" y="2673739"/>
                <a:ext cx="118440" cy="367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34AAF4E-22C3-98DF-C340-80B8D0DCD51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167019" y="2667619"/>
                  <a:ext cx="1306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D44E8F8-A072-292E-09D4-AA10A03C3DAE}"/>
                    </a:ext>
                  </a:extLst>
                </p14:cNvPr>
                <p14:cNvContentPartPr/>
                <p14:nvPr/>
              </p14:nvContentPartPr>
              <p14:xfrm>
                <a:off x="4925899" y="2559259"/>
                <a:ext cx="130320" cy="223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D44E8F8-A072-292E-09D4-AA10A03C3DA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919779" y="2553139"/>
                  <a:ext cx="142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7A17121-F0B6-1563-6A19-140EB1A5C0C1}"/>
                    </a:ext>
                  </a:extLst>
                </p14:cNvPr>
                <p14:cNvContentPartPr/>
                <p14:nvPr/>
              </p14:nvContentPartPr>
              <p14:xfrm>
                <a:off x="4823299" y="2571139"/>
                <a:ext cx="149040" cy="619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7A17121-F0B6-1563-6A19-140EB1A5C0C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817179" y="2565019"/>
                  <a:ext cx="1612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EB53CD1-E004-2DD1-DCDB-BFED38BD69D4}"/>
                    </a:ext>
                  </a:extLst>
                </p14:cNvPr>
                <p14:cNvContentPartPr/>
                <p14:nvPr/>
              </p14:nvContentPartPr>
              <p14:xfrm>
                <a:off x="5036059" y="3025459"/>
                <a:ext cx="4536360" cy="30441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EB53CD1-E004-2DD1-DCDB-BFED38BD69D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029939" y="3019339"/>
                  <a:ext cx="4548600" cy="30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7123010-9559-EAEE-1A61-F3D6172C71B4}"/>
                    </a:ext>
                  </a:extLst>
                </p14:cNvPr>
                <p14:cNvContentPartPr/>
                <p14:nvPr/>
              </p14:nvContentPartPr>
              <p14:xfrm>
                <a:off x="4313899" y="3382939"/>
                <a:ext cx="253800" cy="3531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7123010-9559-EAEE-1A61-F3D6172C71B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307779" y="3376819"/>
                  <a:ext cx="26604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2BE0633-7D18-59B3-A4E6-29AF62BB10D8}"/>
                    </a:ext>
                  </a:extLst>
                </p14:cNvPr>
                <p14:cNvContentPartPr/>
                <p14:nvPr/>
              </p14:nvContentPartPr>
              <p14:xfrm>
                <a:off x="4511179" y="3439459"/>
                <a:ext cx="131760" cy="1706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2BE0633-7D18-59B3-A4E6-29AF62BB10D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505059" y="3433339"/>
                  <a:ext cx="144000" cy="182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21532A6-CDC5-B4A7-9B47-D9B7A123EC46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Dimensionality Reduction</a:t>
            </a:r>
          </a:p>
        </p:txBody>
      </p:sp>
    </p:spTree>
    <p:extLst>
      <p:ext uri="{BB962C8B-B14F-4D97-AF65-F5344CB8AC3E}">
        <p14:creationId xmlns:p14="http://schemas.microsoft.com/office/powerpoint/2010/main" val="8484039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FE400-9C33-0580-E553-A621C2E04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3AC0FF6-72E5-9564-F07A-3B6B9762DA88}"/>
                  </a:ext>
                </a:extLst>
              </p14:cNvPr>
              <p14:cNvContentPartPr/>
              <p14:nvPr/>
            </p14:nvContentPartPr>
            <p14:xfrm>
              <a:off x="432739" y="914059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3AC0FF6-72E5-9564-F07A-3B6B9762DA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6619" y="90793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AF7A106-F8FD-B8AF-A340-BFACC4E4477E}"/>
                  </a:ext>
                </a:extLst>
              </p14:cNvPr>
              <p14:cNvContentPartPr/>
              <p14:nvPr/>
            </p14:nvContentPartPr>
            <p14:xfrm>
              <a:off x="279720" y="623539"/>
              <a:ext cx="1254240" cy="458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AF7A106-F8FD-B8AF-A340-BFACC4E4477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9280" y="612739"/>
                <a:ext cx="1275480" cy="47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30A5D6C-C933-475C-0B8D-50F5BB3C79F9}"/>
                  </a:ext>
                </a:extLst>
              </p14:cNvPr>
              <p14:cNvContentPartPr/>
              <p14:nvPr/>
            </p14:nvContentPartPr>
            <p14:xfrm>
              <a:off x="2555280" y="837379"/>
              <a:ext cx="1166400" cy="504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30A5D6C-C933-475C-0B8D-50F5BB3C79F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44480" y="826939"/>
                <a:ext cx="1187640" cy="52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B9D14D1-BFCE-0628-B68B-39345E3FBD84}"/>
                  </a:ext>
                </a:extLst>
              </p14:cNvPr>
              <p14:cNvContentPartPr/>
              <p14:nvPr/>
            </p14:nvContentPartPr>
            <p14:xfrm>
              <a:off x="378720" y="2247499"/>
              <a:ext cx="1104840" cy="523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B9D14D1-BFCE-0628-B68B-39345E3FBD8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7920" y="2236699"/>
                <a:ext cx="1126080" cy="54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C742043-E726-EE35-2267-E5BA666B2411}"/>
                  </a:ext>
                </a:extLst>
              </p14:cNvPr>
              <p14:cNvContentPartPr/>
              <p14:nvPr/>
            </p14:nvContentPartPr>
            <p14:xfrm>
              <a:off x="861840" y="1054459"/>
              <a:ext cx="204840" cy="15264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C742043-E726-EE35-2267-E5BA666B241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51040" y="1044019"/>
                <a:ext cx="226080" cy="154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D9B7CADA-5142-48A2-4C01-B422C2B4847C}"/>
              </a:ext>
            </a:extLst>
          </p:cNvPr>
          <p:cNvGrpSpPr/>
          <p:nvPr/>
        </p:nvGrpSpPr>
        <p:grpSpPr>
          <a:xfrm>
            <a:off x="4472280" y="570259"/>
            <a:ext cx="1479960" cy="363960"/>
            <a:chOff x="4472280" y="570259"/>
            <a:chExt cx="1479960" cy="36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0497DBA-132A-559A-E7C6-2521D231F9BC}"/>
                    </a:ext>
                  </a:extLst>
                </p14:cNvPr>
                <p14:cNvContentPartPr/>
                <p14:nvPr/>
              </p14:nvContentPartPr>
              <p14:xfrm>
                <a:off x="4574520" y="584299"/>
                <a:ext cx="61920" cy="200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0497DBA-132A-559A-E7C6-2521D231F9B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63720" y="573499"/>
                  <a:ext cx="831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89573CF-6E93-7ECF-E57D-F2FE35E955CE}"/>
                    </a:ext>
                  </a:extLst>
                </p14:cNvPr>
                <p14:cNvContentPartPr/>
                <p14:nvPr/>
              </p14:nvContentPartPr>
              <p14:xfrm>
                <a:off x="4472280" y="570259"/>
                <a:ext cx="477000" cy="225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89573CF-6E93-7ECF-E57D-F2FE35E955C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61840" y="559459"/>
                  <a:ext cx="4982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0A98215-5777-7A0B-062A-F8E0DBD3CBBC}"/>
                    </a:ext>
                  </a:extLst>
                </p14:cNvPr>
                <p14:cNvContentPartPr/>
                <p14:nvPr/>
              </p14:nvContentPartPr>
              <p14:xfrm>
                <a:off x="5238360" y="749539"/>
                <a:ext cx="135000" cy="117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0A98215-5777-7A0B-062A-F8E0DBD3CBB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27920" y="738739"/>
                  <a:ext cx="1562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5E2DAF6-CEE0-F600-4B4C-BB565746FFDD}"/>
                    </a:ext>
                  </a:extLst>
                </p14:cNvPr>
                <p14:cNvContentPartPr/>
                <p14:nvPr/>
              </p14:nvContentPartPr>
              <p14:xfrm>
                <a:off x="5502240" y="812539"/>
                <a:ext cx="156600" cy="11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5E2DAF6-CEE0-F600-4B4C-BB565746FFD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91440" y="802099"/>
                  <a:ext cx="1778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5EA459E-3303-7044-1DB2-2F6CA3BD1B7D}"/>
                    </a:ext>
                  </a:extLst>
                </p14:cNvPr>
                <p14:cNvContentPartPr/>
                <p14:nvPr/>
              </p14:nvContentPartPr>
              <p14:xfrm>
                <a:off x="5673240" y="757459"/>
                <a:ext cx="279000" cy="176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5EA459E-3303-7044-1DB2-2F6CA3BD1B7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62800" y="746659"/>
                  <a:ext cx="300240" cy="19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B70AAA4-5B4F-F912-8B5D-D4C8C73A9CEF}"/>
                  </a:ext>
                </a:extLst>
              </p14:cNvPr>
              <p14:cNvContentPartPr/>
              <p14:nvPr/>
            </p14:nvContentPartPr>
            <p14:xfrm>
              <a:off x="933480" y="344179"/>
              <a:ext cx="28080" cy="1584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B70AAA4-5B4F-F912-8B5D-D4C8C73A9CE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23040" y="333739"/>
                <a:ext cx="4932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5DD0FD2-2104-ACBA-399D-50CBC41851C4}"/>
                  </a:ext>
                </a:extLst>
              </p14:cNvPr>
              <p14:cNvContentPartPr/>
              <p14:nvPr/>
            </p14:nvContentPartPr>
            <p14:xfrm>
              <a:off x="2915640" y="655579"/>
              <a:ext cx="414720" cy="1684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5DD0FD2-2104-ACBA-399D-50CBC41851C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905200" y="645139"/>
                <a:ext cx="43596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FCBCD14-11A2-745E-41E5-5A457EF673E3}"/>
                  </a:ext>
                </a:extLst>
              </p14:cNvPr>
              <p14:cNvContentPartPr/>
              <p14:nvPr/>
            </p14:nvContentPartPr>
            <p14:xfrm>
              <a:off x="615600" y="2130139"/>
              <a:ext cx="393480" cy="2196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FCBCD14-11A2-745E-41E5-5A457EF673E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04800" y="2119699"/>
                <a:ext cx="41472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9C729E5-8B1E-AE3A-F1D3-22E7C6CDD9E6}"/>
                  </a:ext>
                </a:extLst>
              </p14:cNvPr>
              <p14:cNvContentPartPr/>
              <p14:nvPr/>
            </p14:nvContentPartPr>
            <p14:xfrm>
              <a:off x="842040" y="2481139"/>
              <a:ext cx="200880" cy="143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9C729E5-8B1E-AE3A-F1D3-22E7C6CDD9E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31600" y="2470339"/>
                <a:ext cx="22212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918919C-A8D5-7BFF-BBCD-30A72CB514DC}"/>
                  </a:ext>
                </a:extLst>
              </p14:cNvPr>
              <p14:cNvContentPartPr/>
              <p14:nvPr/>
            </p14:nvContentPartPr>
            <p14:xfrm>
              <a:off x="880560" y="2505979"/>
              <a:ext cx="230400" cy="95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918919C-A8D5-7BFF-BBCD-30A72CB514D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69760" y="2495179"/>
                <a:ext cx="25164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72A9B5EA-53AE-8371-A70D-E274BB23AD8F}"/>
                  </a:ext>
                </a:extLst>
              </p14:cNvPr>
              <p14:cNvContentPartPr/>
              <p14:nvPr/>
            </p14:nvContentPartPr>
            <p14:xfrm>
              <a:off x="1025280" y="1252459"/>
              <a:ext cx="2118960" cy="12661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2A9B5EA-53AE-8371-A70D-E274BB23AD8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14480" y="1241659"/>
                <a:ext cx="2140200" cy="128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224510CF-A072-8800-C8D6-BB2F4C3B46EB}"/>
              </a:ext>
            </a:extLst>
          </p:cNvPr>
          <p:cNvGrpSpPr/>
          <p:nvPr/>
        </p:nvGrpSpPr>
        <p:grpSpPr>
          <a:xfrm>
            <a:off x="4538160" y="1317259"/>
            <a:ext cx="1494720" cy="306720"/>
            <a:chOff x="4538160" y="1317259"/>
            <a:chExt cx="1494720" cy="30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61B0171-1195-5EE7-5D15-F98ED006CD14}"/>
                    </a:ext>
                  </a:extLst>
                </p14:cNvPr>
                <p14:cNvContentPartPr/>
                <p14:nvPr/>
              </p14:nvContentPartPr>
              <p14:xfrm>
                <a:off x="4538160" y="1317259"/>
                <a:ext cx="392760" cy="180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61B0171-1195-5EE7-5D15-F98ED006CD1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527720" y="1306459"/>
                  <a:ext cx="4140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D22BF87-F393-4218-5A1C-58FDD208BD4A}"/>
                    </a:ext>
                  </a:extLst>
                </p14:cNvPr>
                <p14:cNvContentPartPr/>
                <p14:nvPr/>
              </p14:nvContentPartPr>
              <p14:xfrm>
                <a:off x="5074200" y="1464859"/>
                <a:ext cx="202680" cy="159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D22BF87-F393-4218-5A1C-58FDD208BD4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063760" y="1454059"/>
                  <a:ext cx="2239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7250987-8A80-2875-6B73-2C28BE570466}"/>
                    </a:ext>
                  </a:extLst>
                </p14:cNvPr>
                <p14:cNvContentPartPr/>
                <p14:nvPr/>
              </p14:nvContentPartPr>
              <p14:xfrm>
                <a:off x="5432400" y="1575019"/>
                <a:ext cx="305280" cy="27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7250987-8A80-2875-6B73-2C28BE57046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21600" y="1564579"/>
                  <a:ext cx="3265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ABFF334-74CB-D1E9-FD0F-B46564551756}"/>
                    </a:ext>
                  </a:extLst>
                </p14:cNvPr>
                <p14:cNvContentPartPr/>
                <p14:nvPr/>
              </p14:nvContentPartPr>
              <p14:xfrm>
                <a:off x="5712120" y="1427419"/>
                <a:ext cx="320760" cy="164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ABFF334-74CB-D1E9-FD0F-B4656455175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01320" y="1416979"/>
                  <a:ext cx="34200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BADB5C8-A69A-31C1-0B29-FE88A98568D4}"/>
              </a:ext>
            </a:extLst>
          </p:cNvPr>
          <p:cNvGrpSpPr/>
          <p:nvPr/>
        </p:nvGrpSpPr>
        <p:grpSpPr>
          <a:xfrm>
            <a:off x="703800" y="800659"/>
            <a:ext cx="2607120" cy="378000"/>
            <a:chOff x="703800" y="800659"/>
            <a:chExt cx="2607120" cy="37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B0DC047-70AB-C24A-B083-0A05CBE0D304}"/>
                    </a:ext>
                  </a:extLst>
                </p14:cNvPr>
                <p14:cNvContentPartPr/>
                <p14:nvPr/>
              </p14:nvContentPartPr>
              <p14:xfrm>
                <a:off x="3087360" y="1049059"/>
                <a:ext cx="177120" cy="127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B0DC047-70AB-C24A-B083-0A05CBE0D30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76560" y="1038619"/>
                  <a:ext cx="1983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36057AE-AF3F-1A54-4885-2438572646EB}"/>
                    </a:ext>
                  </a:extLst>
                </p14:cNvPr>
                <p14:cNvContentPartPr/>
                <p14:nvPr/>
              </p14:nvContentPartPr>
              <p14:xfrm>
                <a:off x="3045600" y="1054459"/>
                <a:ext cx="265320" cy="124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36057AE-AF3F-1A54-4885-2438572646E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35160" y="1043659"/>
                  <a:ext cx="2865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8EEC5E9-2EF8-3B56-F13A-A93FEC5C8276}"/>
                    </a:ext>
                  </a:extLst>
                </p14:cNvPr>
                <p14:cNvContentPartPr/>
                <p14:nvPr/>
              </p14:nvContentPartPr>
              <p14:xfrm>
                <a:off x="803520" y="800659"/>
                <a:ext cx="101160" cy="150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8EEC5E9-2EF8-3B56-F13A-A93FEC5C827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92720" y="790219"/>
                  <a:ext cx="1224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09A5544-CEFD-AFDF-90A3-33924F50529E}"/>
                    </a:ext>
                  </a:extLst>
                </p14:cNvPr>
                <p14:cNvContentPartPr/>
                <p14:nvPr/>
              </p14:nvContentPartPr>
              <p14:xfrm>
                <a:off x="703800" y="848539"/>
                <a:ext cx="330480" cy="66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09A5544-CEFD-AFDF-90A3-33924F50529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3000" y="837739"/>
                  <a:ext cx="3517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B99EE16-DB3C-C873-B3D4-41A57F3E5F34}"/>
                    </a:ext>
                  </a:extLst>
                </p14:cNvPr>
                <p14:cNvContentPartPr/>
                <p14:nvPr/>
              </p14:nvContentPartPr>
              <p14:xfrm>
                <a:off x="951480" y="893179"/>
                <a:ext cx="2219400" cy="113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B99EE16-DB3C-C873-B3D4-41A57F3E5F3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40680" y="882379"/>
                  <a:ext cx="2240640" cy="13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FD587BA-B38C-10B7-A5F9-7CA49CDA5CFA}"/>
              </a:ext>
            </a:extLst>
          </p:cNvPr>
          <p:cNvGrpSpPr/>
          <p:nvPr/>
        </p:nvGrpSpPr>
        <p:grpSpPr>
          <a:xfrm>
            <a:off x="4565160" y="2111059"/>
            <a:ext cx="1423440" cy="328320"/>
            <a:chOff x="4565160" y="2111059"/>
            <a:chExt cx="1423440" cy="32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A79B1C7-AC1B-23F3-BE2E-326C28744677}"/>
                    </a:ext>
                  </a:extLst>
                </p14:cNvPr>
                <p14:cNvContentPartPr/>
                <p14:nvPr/>
              </p14:nvContentPartPr>
              <p14:xfrm>
                <a:off x="4608720" y="2111059"/>
                <a:ext cx="108720" cy="178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A79B1C7-AC1B-23F3-BE2E-326C2874467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598280" y="2100259"/>
                  <a:ext cx="1299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AE57AF7-F985-F6CC-E5AD-87D2D6C79FB0}"/>
                    </a:ext>
                  </a:extLst>
                </p14:cNvPr>
                <p14:cNvContentPartPr/>
                <p14:nvPr/>
              </p14:nvContentPartPr>
              <p14:xfrm>
                <a:off x="4565160" y="2149579"/>
                <a:ext cx="388080" cy="211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AE57AF7-F985-F6CC-E5AD-87D2D6C79FB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54720" y="2139139"/>
                  <a:ext cx="4093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545B0F7-0A9F-164F-B0D3-192362954846}"/>
                    </a:ext>
                  </a:extLst>
                </p14:cNvPr>
                <p14:cNvContentPartPr/>
                <p14:nvPr/>
              </p14:nvContentPartPr>
              <p14:xfrm>
                <a:off x="5231520" y="2263339"/>
                <a:ext cx="108720" cy="129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545B0F7-0A9F-164F-B0D3-19236295484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21080" y="2252539"/>
                  <a:ext cx="1299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56DA6C5-05BC-DDE1-D243-88EDDA470DC5}"/>
                    </a:ext>
                  </a:extLst>
                </p14:cNvPr>
                <p14:cNvContentPartPr/>
                <p14:nvPr/>
              </p14:nvContentPartPr>
              <p14:xfrm>
                <a:off x="5469840" y="2335699"/>
                <a:ext cx="200160" cy="25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56DA6C5-05BC-DDE1-D243-88EDDA470DC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59040" y="2325259"/>
                  <a:ext cx="2214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FF180D5-0F7D-5D93-AA81-13DBB9A0766B}"/>
                    </a:ext>
                  </a:extLst>
                </p14:cNvPr>
                <p14:cNvContentPartPr/>
                <p14:nvPr/>
              </p14:nvContentPartPr>
              <p14:xfrm>
                <a:off x="5651640" y="2223379"/>
                <a:ext cx="336960" cy="216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FF180D5-0F7D-5D93-AA81-13DBB9A0766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641200" y="2212579"/>
                  <a:ext cx="358200" cy="23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122B8B1-FD13-C921-1483-B68B7B0838EC}"/>
                  </a:ext>
                </a:extLst>
              </p14:cNvPr>
              <p14:cNvContentPartPr/>
              <p14:nvPr/>
            </p14:nvContentPartPr>
            <p14:xfrm>
              <a:off x="6208560" y="768619"/>
              <a:ext cx="882360" cy="15145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122B8B1-FD13-C921-1483-B68B7B0838E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197760" y="758179"/>
                <a:ext cx="903600" cy="153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1301A0FE-49F8-9E05-F54C-91B0D1022B12}"/>
              </a:ext>
            </a:extLst>
          </p:cNvPr>
          <p:cNvGrpSpPr/>
          <p:nvPr/>
        </p:nvGrpSpPr>
        <p:grpSpPr>
          <a:xfrm>
            <a:off x="1209960" y="428419"/>
            <a:ext cx="804240" cy="218880"/>
            <a:chOff x="1209960" y="428419"/>
            <a:chExt cx="804240" cy="21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3B7F233-0A5D-B309-569A-77110887CB29}"/>
                    </a:ext>
                  </a:extLst>
                </p14:cNvPr>
                <p14:cNvContentPartPr/>
                <p14:nvPr/>
              </p14:nvContentPartPr>
              <p14:xfrm>
                <a:off x="1209960" y="431299"/>
                <a:ext cx="283320" cy="203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3B7F233-0A5D-B309-569A-77110887CB2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99160" y="420859"/>
                  <a:ext cx="3045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66A67A7-2ABF-8991-31CD-5048B2406F2C}"/>
                    </a:ext>
                  </a:extLst>
                </p14:cNvPr>
                <p14:cNvContentPartPr/>
                <p14:nvPr/>
              </p14:nvContentPartPr>
              <p14:xfrm>
                <a:off x="1513080" y="492499"/>
                <a:ext cx="104040" cy="1270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66A67A7-2ABF-8991-31CD-5048B2406F2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502280" y="482059"/>
                  <a:ext cx="1252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FF4409F-0B27-1BB1-A7F2-734DD1EA60A3}"/>
                    </a:ext>
                  </a:extLst>
                </p14:cNvPr>
                <p14:cNvContentPartPr/>
                <p14:nvPr/>
              </p14:nvContentPartPr>
              <p14:xfrm>
                <a:off x="1586880" y="450739"/>
                <a:ext cx="34920" cy="3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FF4409F-0B27-1BB1-A7F2-734DD1EA60A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576080" y="440299"/>
                  <a:ext cx="561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9639E38-C29C-A516-3415-264B00B68394}"/>
                    </a:ext>
                  </a:extLst>
                </p14:cNvPr>
                <p14:cNvContentPartPr/>
                <p14:nvPr/>
              </p14:nvContentPartPr>
              <p14:xfrm>
                <a:off x="1652040" y="468019"/>
                <a:ext cx="148320" cy="179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9639E38-C29C-A516-3415-264B00B6839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641240" y="457219"/>
                  <a:ext cx="1695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C957E16-2E74-F90D-AC6B-52CF9D72B3B2}"/>
                    </a:ext>
                  </a:extLst>
                </p14:cNvPr>
                <p14:cNvContentPartPr/>
                <p14:nvPr/>
              </p14:nvContentPartPr>
              <p14:xfrm>
                <a:off x="1849320" y="428419"/>
                <a:ext cx="122400" cy="174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C957E16-2E74-F90D-AC6B-52CF9D72B3B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38880" y="417979"/>
                  <a:ext cx="1436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7C46B24-DD3C-5A44-D722-FABC0EB51C52}"/>
                    </a:ext>
                  </a:extLst>
                </p14:cNvPr>
                <p14:cNvContentPartPr/>
                <p14:nvPr/>
              </p14:nvContentPartPr>
              <p14:xfrm>
                <a:off x="1820880" y="448939"/>
                <a:ext cx="193320" cy="50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7C46B24-DD3C-5A44-D722-FABC0EB51C5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810440" y="438499"/>
                  <a:ext cx="214560" cy="7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6E90433B-4380-63B2-D160-0269BBD9789A}"/>
                  </a:ext>
                </a:extLst>
              </p14:cNvPr>
              <p14:cNvContentPartPr/>
              <p14:nvPr/>
            </p14:nvContentPartPr>
            <p14:xfrm>
              <a:off x="1363680" y="3581659"/>
              <a:ext cx="2343600" cy="99432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6E90433B-4380-63B2-D160-0269BBD9789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352880" y="3571219"/>
                <a:ext cx="2364840" cy="10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4666B24C-3798-3F47-32AD-63C54F1E5569}"/>
                  </a:ext>
                </a:extLst>
              </p14:cNvPr>
              <p14:cNvContentPartPr/>
              <p14:nvPr/>
            </p14:nvContentPartPr>
            <p14:xfrm>
              <a:off x="1544400" y="3501379"/>
              <a:ext cx="3439440" cy="104112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4666B24C-3798-3F47-32AD-63C54F1E556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533960" y="3490579"/>
                <a:ext cx="3460680" cy="10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25C361A3-CD7E-E6F9-9492-73B65E74D590}"/>
                  </a:ext>
                </a:extLst>
              </p14:cNvPr>
              <p14:cNvContentPartPr/>
              <p14:nvPr/>
            </p14:nvContentPartPr>
            <p14:xfrm>
              <a:off x="402120" y="3766339"/>
              <a:ext cx="2867040" cy="90828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25C361A3-CD7E-E6F9-9492-73B65E74D59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91680" y="3755539"/>
                <a:ext cx="2888280" cy="92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92B4D088-1A36-6564-8AA8-A5CBA69B0EA7}"/>
              </a:ext>
            </a:extLst>
          </p:cNvPr>
          <p:cNvGrpSpPr/>
          <p:nvPr/>
        </p:nvGrpSpPr>
        <p:grpSpPr>
          <a:xfrm>
            <a:off x="7137360" y="521659"/>
            <a:ext cx="4119480" cy="1647000"/>
            <a:chOff x="7137360" y="521659"/>
            <a:chExt cx="4119480" cy="164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DC25D73-6E4B-C6D9-EAD4-FE094FFBFC1B}"/>
                    </a:ext>
                  </a:extLst>
                </p14:cNvPr>
                <p14:cNvContentPartPr/>
                <p14:nvPr/>
              </p14:nvContentPartPr>
              <p14:xfrm>
                <a:off x="7390800" y="1460899"/>
                <a:ext cx="3371040" cy="355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DC25D73-6E4B-C6D9-EAD4-FE094FFBFC1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380000" y="1450099"/>
                  <a:ext cx="339228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D5B77E2-81A4-4D74-D16C-40F3FE298B17}"/>
                    </a:ext>
                  </a:extLst>
                </p14:cNvPr>
                <p14:cNvContentPartPr/>
                <p14:nvPr/>
              </p14:nvContentPartPr>
              <p14:xfrm>
                <a:off x="8137440" y="1261459"/>
                <a:ext cx="424080" cy="9072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D5B77E2-81A4-4D74-D16C-40F3FE298B1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126640" y="1251019"/>
                  <a:ext cx="445320" cy="9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7DADBD8-E179-7DEC-F088-E98820344389}"/>
                    </a:ext>
                  </a:extLst>
                </p14:cNvPr>
                <p14:cNvContentPartPr/>
                <p14:nvPr/>
              </p14:nvContentPartPr>
              <p14:xfrm>
                <a:off x="7390080" y="1459099"/>
                <a:ext cx="416160" cy="186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7DADBD8-E179-7DEC-F088-E9882034438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379280" y="1448299"/>
                  <a:ext cx="4374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E7B3D4F-F814-167E-57AF-9DD4E1A37458}"/>
                    </a:ext>
                  </a:extLst>
                </p14:cNvPr>
                <p14:cNvContentPartPr/>
                <p14:nvPr/>
              </p14:nvContentPartPr>
              <p14:xfrm>
                <a:off x="7473600" y="1515619"/>
                <a:ext cx="583560" cy="781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E7B3D4F-F814-167E-57AF-9DD4E1A3745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462800" y="1505179"/>
                  <a:ext cx="604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7C44300-5959-4CA5-84BB-7F0BCAAB3B82}"/>
                    </a:ext>
                  </a:extLst>
                </p14:cNvPr>
                <p14:cNvContentPartPr/>
                <p14:nvPr/>
              </p14:nvContentPartPr>
              <p14:xfrm>
                <a:off x="7866000" y="1454779"/>
                <a:ext cx="324000" cy="2721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7C44300-5959-4CA5-84BB-7F0BCAAB3B8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855200" y="1443979"/>
                  <a:ext cx="3452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61A0B0B-DE81-E7A6-60BC-A5759AC12B64}"/>
                    </a:ext>
                  </a:extLst>
                </p14:cNvPr>
                <p14:cNvContentPartPr/>
                <p14:nvPr/>
              </p14:nvContentPartPr>
              <p14:xfrm>
                <a:off x="8258760" y="1462339"/>
                <a:ext cx="115560" cy="79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61A0B0B-DE81-E7A6-60BC-A5759AC12B6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247960" y="1451899"/>
                  <a:ext cx="1368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C751E1C-4435-A06A-2C04-782D0400E00E}"/>
                    </a:ext>
                  </a:extLst>
                </p14:cNvPr>
                <p14:cNvContentPartPr/>
                <p14:nvPr/>
              </p14:nvContentPartPr>
              <p14:xfrm>
                <a:off x="9434160" y="1163899"/>
                <a:ext cx="348120" cy="697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C751E1C-4435-A06A-2C04-782D0400E00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423720" y="1153099"/>
                  <a:ext cx="369360" cy="71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0EA1373-7E29-4C4C-DEEB-252448B6ACE6}"/>
                    </a:ext>
                  </a:extLst>
                </p14:cNvPr>
                <p14:cNvContentPartPr/>
                <p14:nvPr/>
              </p14:nvContentPartPr>
              <p14:xfrm>
                <a:off x="8629200" y="1174699"/>
                <a:ext cx="658440" cy="366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0EA1373-7E29-4C4C-DEEB-252448B6ACE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618760" y="1163899"/>
                  <a:ext cx="6796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4C0B5E5-C2A5-2EA5-CAD2-2860BD99EA94}"/>
                    </a:ext>
                  </a:extLst>
                </p14:cNvPr>
                <p14:cNvContentPartPr/>
                <p14:nvPr/>
              </p14:nvContentPartPr>
              <p14:xfrm>
                <a:off x="8996760" y="1152019"/>
                <a:ext cx="145440" cy="401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4C0B5E5-C2A5-2EA5-CAD2-2860BD99EA9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986320" y="1141579"/>
                  <a:ext cx="16668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18771CC-070F-64D0-2E2E-B322CF34F312}"/>
                    </a:ext>
                  </a:extLst>
                </p14:cNvPr>
                <p14:cNvContentPartPr/>
                <p14:nvPr/>
              </p14:nvContentPartPr>
              <p14:xfrm>
                <a:off x="8812440" y="1241659"/>
                <a:ext cx="357480" cy="3938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18771CC-070F-64D0-2E2E-B322CF34F31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801640" y="1231219"/>
                  <a:ext cx="3787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F0A3EA4-C440-89B7-F8CE-7298FE885D77}"/>
                    </a:ext>
                  </a:extLst>
                </p14:cNvPr>
                <p14:cNvContentPartPr/>
                <p14:nvPr/>
              </p14:nvContentPartPr>
              <p14:xfrm>
                <a:off x="9910440" y="1220059"/>
                <a:ext cx="336960" cy="175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F0A3EA4-C440-89B7-F8CE-7298FE885D7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899640" y="1209259"/>
                  <a:ext cx="3582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0DD14B4-218F-28B1-3E76-4A11007E8830}"/>
                    </a:ext>
                  </a:extLst>
                </p14:cNvPr>
                <p14:cNvContentPartPr/>
                <p14:nvPr/>
              </p14:nvContentPartPr>
              <p14:xfrm>
                <a:off x="10388880" y="1072819"/>
                <a:ext cx="120960" cy="2829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0DD14B4-218F-28B1-3E76-4A11007E883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378080" y="1062019"/>
                  <a:ext cx="14220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E682240-695A-764E-5EA9-42A43ED05AD1}"/>
                    </a:ext>
                  </a:extLst>
                </p14:cNvPr>
                <p14:cNvContentPartPr/>
                <p14:nvPr/>
              </p14:nvContentPartPr>
              <p14:xfrm>
                <a:off x="10536480" y="1178659"/>
                <a:ext cx="720360" cy="136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E682240-695A-764E-5EA9-42A43ED05AD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525680" y="1167859"/>
                  <a:ext cx="7416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883AB99-3493-2BB1-35FA-DC4DDF16DF59}"/>
                    </a:ext>
                  </a:extLst>
                </p14:cNvPr>
                <p14:cNvContentPartPr/>
                <p14:nvPr/>
              </p14:nvContentPartPr>
              <p14:xfrm>
                <a:off x="7137360" y="699859"/>
                <a:ext cx="1230840" cy="4417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883AB99-3493-2BB1-35FA-DC4DDF16DF5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126560" y="689419"/>
                  <a:ext cx="125208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78A1C40-45DD-07F4-284E-79D4F44CFA74}"/>
                    </a:ext>
                  </a:extLst>
                </p14:cNvPr>
                <p14:cNvContentPartPr/>
                <p14:nvPr/>
              </p14:nvContentPartPr>
              <p14:xfrm>
                <a:off x="8494920" y="570259"/>
                <a:ext cx="1006560" cy="4104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78A1C40-45DD-07F4-284E-79D4F44CFA7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484120" y="559459"/>
                  <a:ext cx="102780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6368FE0-A954-9ED5-005B-E4390B1D7566}"/>
                    </a:ext>
                  </a:extLst>
                </p14:cNvPr>
                <p14:cNvContentPartPr/>
                <p14:nvPr/>
              </p14:nvContentPartPr>
              <p14:xfrm>
                <a:off x="9858240" y="521659"/>
                <a:ext cx="1332360" cy="330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6368FE0-A954-9ED5-005B-E4390B1D756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47440" y="510859"/>
                  <a:ext cx="135360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3FF373E-2EA6-2C8C-C178-45015DE9ECC0}"/>
                    </a:ext>
                  </a:extLst>
                </p14:cNvPr>
                <p14:cNvContentPartPr/>
                <p14:nvPr/>
              </p14:nvContentPartPr>
              <p14:xfrm>
                <a:off x="9318240" y="1806499"/>
                <a:ext cx="18000" cy="61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3FF373E-2EA6-2C8C-C178-45015DE9ECC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307800" y="1795699"/>
                  <a:ext cx="3924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C12597F-86AE-9AB7-517F-D17F46433407}"/>
              </a:ext>
            </a:extLst>
          </p:cNvPr>
          <p:cNvGrpSpPr/>
          <p:nvPr/>
        </p:nvGrpSpPr>
        <p:grpSpPr>
          <a:xfrm>
            <a:off x="1761480" y="2966779"/>
            <a:ext cx="1527840" cy="294480"/>
            <a:chOff x="1761480" y="2966779"/>
            <a:chExt cx="1527840" cy="29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CE52BE9-BBB1-B089-7C3B-791E2D3F950E}"/>
                    </a:ext>
                  </a:extLst>
                </p14:cNvPr>
                <p14:cNvContentPartPr/>
                <p14:nvPr/>
              </p14:nvContentPartPr>
              <p14:xfrm>
                <a:off x="1761480" y="2980459"/>
                <a:ext cx="478080" cy="2808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CE52BE9-BBB1-B089-7C3B-791E2D3F950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51040" y="2969659"/>
                  <a:ext cx="4993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D5F391D-E4B2-7EEB-B627-3322EE71CDCC}"/>
                    </a:ext>
                  </a:extLst>
                </p14:cNvPr>
                <p14:cNvContentPartPr/>
                <p14:nvPr/>
              </p14:nvContentPartPr>
              <p14:xfrm>
                <a:off x="2299680" y="3053539"/>
                <a:ext cx="185760" cy="1468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D5F391D-E4B2-7EEB-B627-3322EE71CDC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289240" y="3042739"/>
                  <a:ext cx="2070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F2B0C74-8E9F-6AE1-1032-2D88FD11C9B0}"/>
                    </a:ext>
                  </a:extLst>
                </p14:cNvPr>
                <p14:cNvContentPartPr/>
                <p14:nvPr/>
              </p14:nvContentPartPr>
              <p14:xfrm>
                <a:off x="2481120" y="2992699"/>
                <a:ext cx="353160" cy="1432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F2B0C74-8E9F-6AE1-1032-2D88FD11C9B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470320" y="2982259"/>
                  <a:ext cx="3744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88AAE96-388A-A0E9-BD5F-F27A16F1DC55}"/>
                    </a:ext>
                  </a:extLst>
                </p14:cNvPr>
                <p14:cNvContentPartPr/>
                <p14:nvPr/>
              </p14:nvContentPartPr>
              <p14:xfrm>
                <a:off x="2853000" y="2966779"/>
                <a:ext cx="436320" cy="1368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88AAE96-388A-A0E9-BD5F-F27A16F1DC5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842200" y="2956339"/>
                  <a:ext cx="45756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064EFAD-D42C-D77D-A46E-33F679E9FF18}"/>
              </a:ext>
            </a:extLst>
          </p:cNvPr>
          <p:cNvGrpSpPr/>
          <p:nvPr/>
        </p:nvGrpSpPr>
        <p:grpSpPr>
          <a:xfrm>
            <a:off x="3863520" y="2752579"/>
            <a:ext cx="1284840" cy="286560"/>
            <a:chOff x="3863520" y="2752579"/>
            <a:chExt cx="1284840" cy="28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841516F-98E6-0C2D-304A-D2A1F913F747}"/>
                    </a:ext>
                  </a:extLst>
                </p14:cNvPr>
                <p14:cNvContentPartPr/>
                <p14:nvPr/>
              </p14:nvContentPartPr>
              <p14:xfrm>
                <a:off x="3863520" y="2752579"/>
                <a:ext cx="408600" cy="286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841516F-98E6-0C2D-304A-D2A1F913F74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853080" y="2742139"/>
                  <a:ext cx="4298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E4801E5-B0A1-6B16-3BF6-955735A3FFBC}"/>
                    </a:ext>
                  </a:extLst>
                </p14:cNvPr>
                <p14:cNvContentPartPr/>
                <p14:nvPr/>
              </p14:nvContentPartPr>
              <p14:xfrm>
                <a:off x="4402080" y="2844739"/>
                <a:ext cx="133200" cy="147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E4801E5-B0A1-6B16-3BF6-955735A3FFB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391640" y="2833939"/>
                  <a:ext cx="1544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BB158E2-E214-9219-6129-DBC6F319CD75}"/>
                    </a:ext>
                  </a:extLst>
                </p14:cNvPr>
                <p14:cNvContentPartPr/>
                <p14:nvPr/>
              </p14:nvContentPartPr>
              <p14:xfrm>
                <a:off x="4458240" y="2804779"/>
                <a:ext cx="20880" cy="151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BB158E2-E214-9219-6129-DBC6F319CD7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447800" y="2794339"/>
                  <a:ext cx="421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75AF553-6CE4-E777-0875-E0D00F8501FF}"/>
                    </a:ext>
                  </a:extLst>
                </p14:cNvPr>
                <p14:cNvContentPartPr/>
                <p14:nvPr/>
              </p14:nvContentPartPr>
              <p14:xfrm>
                <a:off x="4517280" y="2862019"/>
                <a:ext cx="338760" cy="615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75AF553-6CE4-E777-0875-E0D00F8501F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506840" y="2851579"/>
                  <a:ext cx="3600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9D00455-C256-BD29-A13C-FA81FB1EA574}"/>
                    </a:ext>
                  </a:extLst>
                </p14:cNvPr>
                <p14:cNvContentPartPr/>
                <p14:nvPr/>
              </p14:nvContentPartPr>
              <p14:xfrm>
                <a:off x="5112720" y="2925379"/>
                <a:ext cx="35640" cy="90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9D00455-C256-BD29-A13C-FA81FB1EA57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101920" y="2914939"/>
                  <a:ext cx="5688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C8F7130-3ABD-C885-F42A-18383DBC3CDE}"/>
              </a:ext>
            </a:extLst>
          </p:cNvPr>
          <p:cNvGrpSpPr/>
          <p:nvPr/>
        </p:nvGrpSpPr>
        <p:grpSpPr>
          <a:xfrm>
            <a:off x="695520" y="5446819"/>
            <a:ext cx="3509280" cy="793800"/>
            <a:chOff x="695520" y="5446819"/>
            <a:chExt cx="3509280" cy="79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2315544-3CBB-EAA2-838C-962BC56C4A65}"/>
                    </a:ext>
                  </a:extLst>
                </p14:cNvPr>
                <p14:cNvContentPartPr/>
                <p14:nvPr/>
              </p14:nvContentPartPr>
              <p14:xfrm>
                <a:off x="988200" y="5578219"/>
                <a:ext cx="104040" cy="2419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2315544-3CBB-EAA2-838C-962BC56C4A6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77760" y="5567779"/>
                  <a:ext cx="1252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2FF73B0-42B3-3062-4723-02F4DF2DAE95}"/>
                    </a:ext>
                  </a:extLst>
                </p14:cNvPr>
                <p14:cNvContentPartPr/>
                <p14:nvPr/>
              </p14:nvContentPartPr>
              <p14:xfrm>
                <a:off x="875160" y="5567419"/>
                <a:ext cx="202680" cy="1346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2FF73B0-42B3-3062-4723-02F4DF2DAE9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64360" y="5556619"/>
                  <a:ext cx="2239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CDF8B63-F0F4-DD52-85B9-67812CF09D5F}"/>
                    </a:ext>
                  </a:extLst>
                </p14:cNvPr>
                <p14:cNvContentPartPr/>
                <p14:nvPr/>
              </p14:nvContentPartPr>
              <p14:xfrm>
                <a:off x="1162440" y="5486059"/>
                <a:ext cx="447480" cy="290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CDF8B63-F0F4-DD52-85B9-67812CF09D5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51640" y="5475259"/>
                  <a:ext cx="4687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2CE0D1C-7413-C537-651A-B3A59ABF09BF}"/>
                    </a:ext>
                  </a:extLst>
                </p14:cNvPr>
                <p14:cNvContentPartPr/>
                <p14:nvPr/>
              </p14:nvContentPartPr>
              <p14:xfrm>
                <a:off x="1725480" y="5446819"/>
                <a:ext cx="267840" cy="3164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2CE0D1C-7413-C537-651A-B3A59ABF09B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715040" y="5436019"/>
                  <a:ext cx="2890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B980555-4DC0-EB5A-A9A8-F3F7350C172D}"/>
                    </a:ext>
                  </a:extLst>
                </p14:cNvPr>
                <p14:cNvContentPartPr/>
                <p14:nvPr/>
              </p14:nvContentPartPr>
              <p14:xfrm>
                <a:off x="695520" y="5940379"/>
                <a:ext cx="1294920" cy="3002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B980555-4DC0-EB5A-A9A8-F3F7350C172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85080" y="5929579"/>
                  <a:ext cx="13161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798ECFA-3A63-1DC5-302B-ECC89C3B6A28}"/>
                    </a:ext>
                  </a:extLst>
                </p14:cNvPr>
                <p14:cNvContentPartPr/>
                <p14:nvPr/>
              </p14:nvContentPartPr>
              <p14:xfrm>
                <a:off x="2711160" y="5762179"/>
                <a:ext cx="1493640" cy="344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798ECFA-3A63-1DC5-302B-ECC89C3B6A2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700720" y="5751379"/>
                  <a:ext cx="1514880" cy="36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70E92DFA-716E-31E6-FE9C-FA9EC880536F}"/>
              </a:ext>
            </a:extLst>
          </p:cNvPr>
          <p:cNvGrpSpPr/>
          <p:nvPr/>
        </p:nvGrpSpPr>
        <p:grpSpPr>
          <a:xfrm>
            <a:off x="5227560" y="3447379"/>
            <a:ext cx="5353200" cy="1280520"/>
            <a:chOff x="5227560" y="3447379"/>
            <a:chExt cx="5353200" cy="128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B0468CD-6E46-9A01-A929-7FF995752F52}"/>
                    </a:ext>
                  </a:extLst>
                </p14:cNvPr>
                <p14:cNvContentPartPr/>
                <p14:nvPr/>
              </p14:nvContentPartPr>
              <p14:xfrm>
                <a:off x="5537160" y="4049659"/>
                <a:ext cx="177480" cy="3495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B0468CD-6E46-9A01-A929-7FF995752F5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526360" y="4039219"/>
                  <a:ext cx="19872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F18FA50-44E8-469F-3CC4-DD2C41B41F09}"/>
                    </a:ext>
                  </a:extLst>
                </p14:cNvPr>
                <p14:cNvContentPartPr/>
                <p14:nvPr/>
              </p14:nvContentPartPr>
              <p14:xfrm>
                <a:off x="5382720" y="4038499"/>
                <a:ext cx="267480" cy="1584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F18FA50-44E8-469F-3CC4-DD2C41B41F0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371920" y="4027699"/>
                  <a:ext cx="2887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FC083C1-E930-1075-1446-148B3DD578B1}"/>
                    </a:ext>
                  </a:extLst>
                </p14:cNvPr>
                <p14:cNvContentPartPr/>
                <p14:nvPr/>
              </p14:nvContentPartPr>
              <p14:xfrm>
                <a:off x="5778360" y="4030579"/>
                <a:ext cx="324360" cy="279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FC083C1-E930-1075-1446-148B3DD578B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767560" y="4019779"/>
                  <a:ext cx="3456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9597252-CE12-B02B-C850-645627878D1D}"/>
                    </a:ext>
                  </a:extLst>
                </p14:cNvPr>
                <p14:cNvContentPartPr/>
                <p14:nvPr/>
              </p14:nvContentPartPr>
              <p14:xfrm>
                <a:off x="6301440" y="4005739"/>
                <a:ext cx="282960" cy="3067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9597252-CE12-B02B-C850-645627878D1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291000" y="3995299"/>
                  <a:ext cx="3042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000424E-629D-4F0F-05A6-2B4735E2238E}"/>
                    </a:ext>
                  </a:extLst>
                </p14:cNvPr>
                <p14:cNvContentPartPr/>
                <p14:nvPr/>
              </p14:nvContentPartPr>
              <p14:xfrm>
                <a:off x="6865560" y="4280779"/>
                <a:ext cx="290520" cy="658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000424E-629D-4F0F-05A6-2B4735E2238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855120" y="4270339"/>
                  <a:ext cx="3117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BF09D68-57DD-D2A4-13F0-145E05AAE4EE}"/>
                    </a:ext>
                  </a:extLst>
                </p14:cNvPr>
                <p14:cNvContentPartPr/>
                <p14:nvPr/>
              </p14:nvContentPartPr>
              <p14:xfrm>
                <a:off x="6776640" y="4206979"/>
                <a:ext cx="347760" cy="644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BF09D68-57DD-D2A4-13F0-145E05AAE4E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766200" y="4196179"/>
                  <a:ext cx="3690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A0C0DB9-452B-A4F6-741F-33E2B964BF14}"/>
                    </a:ext>
                  </a:extLst>
                </p14:cNvPr>
                <p14:cNvContentPartPr/>
                <p14:nvPr/>
              </p14:nvContentPartPr>
              <p14:xfrm>
                <a:off x="7371000" y="4074139"/>
                <a:ext cx="208800" cy="1692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A0C0DB9-452B-A4F6-741F-33E2B964BF1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360560" y="4063699"/>
                  <a:ext cx="2300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BFB54A0-9C3C-E5D4-97D2-63265246459F}"/>
                    </a:ext>
                  </a:extLst>
                </p14:cNvPr>
                <p14:cNvContentPartPr/>
                <p14:nvPr/>
              </p14:nvContentPartPr>
              <p14:xfrm>
                <a:off x="7380000" y="4107259"/>
                <a:ext cx="294480" cy="637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BFB54A0-9C3C-E5D4-97D2-63265246459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369560" y="4096459"/>
                  <a:ext cx="3157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D23D0AB-5C4F-ED9E-180C-0488A6D495E7}"/>
                    </a:ext>
                  </a:extLst>
                </p14:cNvPr>
                <p14:cNvContentPartPr/>
                <p14:nvPr/>
              </p14:nvContentPartPr>
              <p14:xfrm>
                <a:off x="7585920" y="4029499"/>
                <a:ext cx="356040" cy="3096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D23D0AB-5C4F-ED9E-180C-0488A6D495E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575480" y="4019059"/>
                  <a:ext cx="3772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EEE7BD2-B90B-DFD4-6C71-0172A6EB0548}"/>
                    </a:ext>
                  </a:extLst>
                </p14:cNvPr>
                <p14:cNvContentPartPr/>
                <p14:nvPr/>
              </p14:nvContentPartPr>
              <p14:xfrm>
                <a:off x="7977960" y="4002859"/>
                <a:ext cx="372600" cy="1566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EEE7BD2-B90B-DFD4-6C71-0172A6EB054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967160" y="3992059"/>
                  <a:ext cx="3938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1CB4C18-DF41-4316-58FC-5D84043EBD92}"/>
                    </a:ext>
                  </a:extLst>
                </p14:cNvPr>
                <p14:cNvContentPartPr/>
                <p14:nvPr/>
              </p14:nvContentPartPr>
              <p14:xfrm>
                <a:off x="8544960" y="3943459"/>
                <a:ext cx="189360" cy="1627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1CB4C18-DF41-4316-58FC-5D84043EBD9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534160" y="3932659"/>
                  <a:ext cx="2106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C0FDDA1-8A93-ADD9-3541-B2188F181D7D}"/>
                    </a:ext>
                  </a:extLst>
                </p14:cNvPr>
                <p14:cNvContentPartPr/>
                <p14:nvPr/>
              </p14:nvContentPartPr>
              <p14:xfrm>
                <a:off x="8474040" y="4005739"/>
                <a:ext cx="340560" cy="698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C0FDDA1-8A93-ADD9-3541-B2188F181D7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463240" y="3994939"/>
                  <a:ext cx="3618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2908C4D-0CF5-F36D-FD61-33DB9F972DD5}"/>
                    </a:ext>
                  </a:extLst>
                </p14:cNvPr>
                <p14:cNvContentPartPr/>
                <p14:nvPr/>
              </p14:nvContentPartPr>
              <p14:xfrm>
                <a:off x="9024120" y="3844099"/>
                <a:ext cx="160560" cy="234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2908C4D-0CF5-F36D-FD61-33DB9F972DD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013680" y="3833299"/>
                  <a:ext cx="1818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77AB21F-C1D3-4837-05CE-9688DB12FDCC}"/>
                    </a:ext>
                  </a:extLst>
                </p14:cNvPr>
                <p14:cNvContentPartPr/>
                <p14:nvPr/>
              </p14:nvContentPartPr>
              <p14:xfrm>
                <a:off x="9280800" y="3870379"/>
                <a:ext cx="329760" cy="1951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77AB21F-C1D3-4837-05CE-9688DB12FDC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270000" y="3859579"/>
                  <a:ext cx="3510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314DC55-294F-23D6-EAFF-24DB73B3D0E0}"/>
                    </a:ext>
                  </a:extLst>
                </p14:cNvPr>
                <p14:cNvContentPartPr/>
                <p14:nvPr/>
              </p14:nvContentPartPr>
              <p14:xfrm>
                <a:off x="9726480" y="3834379"/>
                <a:ext cx="40680" cy="1738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314DC55-294F-23D6-EAFF-24DB73B3D0E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715680" y="3823579"/>
                  <a:ext cx="619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29781AB-0E26-A5E0-54B0-04FFA9485D47}"/>
                    </a:ext>
                  </a:extLst>
                </p14:cNvPr>
                <p14:cNvContentPartPr/>
                <p14:nvPr/>
              </p14:nvContentPartPr>
              <p14:xfrm>
                <a:off x="9672120" y="3884779"/>
                <a:ext cx="356400" cy="1141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29781AB-0E26-A5E0-54B0-04FFA9485D4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661680" y="3874339"/>
                  <a:ext cx="3776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AC3B74C-05B6-4AA7-2359-3EDBE0433238}"/>
                    </a:ext>
                  </a:extLst>
                </p14:cNvPr>
                <p14:cNvContentPartPr/>
                <p14:nvPr/>
              </p14:nvContentPartPr>
              <p14:xfrm>
                <a:off x="8980560" y="4509739"/>
                <a:ext cx="136800" cy="2181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AC3B74C-05B6-4AA7-2359-3EDBE043323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970120" y="4499299"/>
                  <a:ext cx="1580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9A2E7B2-A456-D614-A363-956CDAFB7723}"/>
                    </a:ext>
                  </a:extLst>
                </p14:cNvPr>
                <p14:cNvContentPartPr/>
                <p14:nvPr/>
              </p14:nvContentPartPr>
              <p14:xfrm>
                <a:off x="8842320" y="4592539"/>
                <a:ext cx="383760" cy="511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9A2E7B2-A456-D614-A363-956CDAFB772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831520" y="4582099"/>
                  <a:ext cx="4050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2856CD7-E1A6-AD46-1C5F-2EF4C8F8E22F}"/>
                    </a:ext>
                  </a:extLst>
                </p14:cNvPr>
                <p14:cNvContentPartPr/>
                <p14:nvPr/>
              </p14:nvContentPartPr>
              <p14:xfrm>
                <a:off x="9380520" y="4478779"/>
                <a:ext cx="360000" cy="1634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2856CD7-E1A6-AD46-1C5F-2EF4C8F8E22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369720" y="4468339"/>
                  <a:ext cx="3812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1027301-8BC5-3157-FD1B-00CE901FAA90}"/>
                    </a:ext>
                  </a:extLst>
                </p14:cNvPr>
                <p14:cNvContentPartPr/>
                <p14:nvPr/>
              </p14:nvContentPartPr>
              <p14:xfrm>
                <a:off x="9745200" y="4383379"/>
                <a:ext cx="227520" cy="2062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1027301-8BC5-3157-FD1B-00CE901FAA9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734400" y="4372939"/>
                  <a:ext cx="2487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0FB346E-462A-EADB-3C7D-9A799B233B66}"/>
                    </a:ext>
                  </a:extLst>
                </p14:cNvPr>
                <p14:cNvContentPartPr/>
                <p14:nvPr/>
              </p14:nvContentPartPr>
              <p14:xfrm>
                <a:off x="10018800" y="4416139"/>
                <a:ext cx="561960" cy="1429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0FB346E-462A-EADB-3C7D-9A799B233B6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008360" y="4405699"/>
                  <a:ext cx="5832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8B33BA4-9772-2679-4614-97F7427638A8}"/>
                    </a:ext>
                  </a:extLst>
                </p14:cNvPr>
                <p14:cNvContentPartPr/>
                <p14:nvPr/>
              </p14:nvContentPartPr>
              <p14:xfrm>
                <a:off x="7275960" y="3686059"/>
                <a:ext cx="851400" cy="321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8B33BA4-9772-2679-4614-97F7427638A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265160" y="3675259"/>
                  <a:ext cx="8726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505562E-C281-B35D-B0AE-557820849CBE}"/>
                    </a:ext>
                  </a:extLst>
                </p14:cNvPr>
                <p14:cNvContentPartPr/>
                <p14:nvPr/>
              </p14:nvContentPartPr>
              <p14:xfrm>
                <a:off x="8663760" y="3447379"/>
                <a:ext cx="1186920" cy="2775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505562E-C281-B35D-B0AE-557820849CB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653320" y="3436939"/>
                  <a:ext cx="12081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28C2DCA-CF8E-98ED-5912-08A3AF01CF34}"/>
                    </a:ext>
                  </a:extLst>
                </p14:cNvPr>
                <p14:cNvContentPartPr/>
                <p14:nvPr/>
              </p14:nvContentPartPr>
              <p14:xfrm>
                <a:off x="9284760" y="4156219"/>
                <a:ext cx="1055880" cy="2383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28C2DCA-CF8E-98ED-5912-08A3AF01CF3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273960" y="4145419"/>
                  <a:ext cx="10771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961368F-6E88-8640-0E02-0925A945E290}"/>
                    </a:ext>
                  </a:extLst>
                </p14:cNvPr>
                <p14:cNvContentPartPr/>
                <p14:nvPr/>
              </p14:nvContentPartPr>
              <p14:xfrm>
                <a:off x="5227560" y="3578419"/>
                <a:ext cx="1516320" cy="4305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961368F-6E88-8640-0E02-0925A945E29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217120" y="3567619"/>
                  <a:ext cx="1537560" cy="45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5AB31731-881C-EEB8-968A-CF171BA2282A}"/>
              </a:ext>
            </a:extLst>
          </p:cNvPr>
          <p:cNvGrpSpPr/>
          <p:nvPr/>
        </p:nvGrpSpPr>
        <p:grpSpPr>
          <a:xfrm>
            <a:off x="4803480" y="5647339"/>
            <a:ext cx="2520720" cy="1056960"/>
            <a:chOff x="4803480" y="5647339"/>
            <a:chExt cx="2520720" cy="105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53CA206-F121-FCF1-D8C9-42333EADA6FE}"/>
                    </a:ext>
                  </a:extLst>
                </p14:cNvPr>
                <p14:cNvContentPartPr/>
                <p14:nvPr/>
              </p14:nvContentPartPr>
              <p14:xfrm>
                <a:off x="4972320" y="5790259"/>
                <a:ext cx="213120" cy="2829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53CA206-F121-FCF1-D8C9-42333EADA6F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961880" y="5779819"/>
                  <a:ext cx="2343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8D030D2-FF41-702C-CDEC-03A1598A38DF}"/>
                    </a:ext>
                  </a:extLst>
                </p14:cNvPr>
                <p14:cNvContentPartPr/>
                <p14:nvPr/>
              </p14:nvContentPartPr>
              <p14:xfrm>
                <a:off x="4803480" y="6010579"/>
                <a:ext cx="210240" cy="471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8D030D2-FF41-702C-CDEC-03A1598A38D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792680" y="5999779"/>
                  <a:ext cx="2314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2A17304-1966-4AB2-6911-B3C92D06BE8C}"/>
                    </a:ext>
                  </a:extLst>
                </p14:cNvPr>
                <p14:cNvContentPartPr/>
                <p14:nvPr/>
              </p14:nvContentPartPr>
              <p14:xfrm>
                <a:off x="5162760" y="5960179"/>
                <a:ext cx="216720" cy="561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2A17304-1966-4AB2-6911-B3C92D06BE8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151960" y="5949739"/>
                  <a:ext cx="2379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F5EFC28-2B76-38BB-CE64-2929B186E2F5}"/>
                    </a:ext>
                  </a:extLst>
                </p14:cNvPr>
                <p14:cNvContentPartPr/>
                <p14:nvPr/>
              </p14:nvContentPartPr>
              <p14:xfrm>
                <a:off x="5474880" y="5647339"/>
                <a:ext cx="338400" cy="4604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F5EFC28-2B76-38BB-CE64-2929B186E2F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464440" y="5636899"/>
                  <a:ext cx="35964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E7616E7-0E60-38F5-0AD9-78875AF9B735}"/>
                    </a:ext>
                  </a:extLst>
                </p14:cNvPr>
                <p14:cNvContentPartPr/>
                <p14:nvPr/>
              </p14:nvContentPartPr>
              <p14:xfrm>
                <a:off x="5929920" y="5843899"/>
                <a:ext cx="239400" cy="2397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E7616E7-0E60-38F5-0AD9-78875AF9B73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919120" y="5833459"/>
                  <a:ext cx="2606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B7BE021-97FB-580C-0CAE-698F36ECDEA0}"/>
                    </a:ext>
                  </a:extLst>
                </p14:cNvPr>
                <p14:cNvContentPartPr/>
                <p14:nvPr/>
              </p14:nvContentPartPr>
              <p14:xfrm>
                <a:off x="6294240" y="5768299"/>
                <a:ext cx="322560" cy="1090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B7BE021-97FB-580C-0CAE-698F36ECDEA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283800" y="5757499"/>
                  <a:ext cx="3438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0E8C822-FE1A-29A0-7FE7-1906AAA591EC}"/>
                    </a:ext>
                  </a:extLst>
                </p14:cNvPr>
                <p14:cNvContentPartPr/>
                <p14:nvPr/>
              </p14:nvContentPartPr>
              <p14:xfrm>
                <a:off x="6235560" y="5783059"/>
                <a:ext cx="381600" cy="2930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0E8C822-FE1A-29A0-7FE7-1906AAA591E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225120" y="5772259"/>
                  <a:ext cx="4028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178C74A-1AAE-0E2E-A6BC-685F216B7874}"/>
                    </a:ext>
                  </a:extLst>
                </p14:cNvPr>
                <p14:cNvContentPartPr/>
                <p14:nvPr/>
              </p14:nvContentPartPr>
              <p14:xfrm>
                <a:off x="6323400" y="5934979"/>
                <a:ext cx="424440" cy="1018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178C74A-1AAE-0E2E-A6BC-685F216B787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312960" y="5924179"/>
                  <a:ext cx="4456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B898303-B5F6-2060-36D8-FD2600373DFA}"/>
                    </a:ext>
                  </a:extLst>
                </p14:cNvPr>
                <p14:cNvContentPartPr/>
                <p14:nvPr/>
              </p14:nvContentPartPr>
              <p14:xfrm>
                <a:off x="5146920" y="6412339"/>
                <a:ext cx="501840" cy="2919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B898303-B5F6-2060-36D8-FD2600373DF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136120" y="6401539"/>
                  <a:ext cx="5230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02DB18A-0F2F-6DAC-302F-F85CE66216A2}"/>
                    </a:ext>
                  </a:extLst>
                </p14:cNvPr>
                <p14:cNvContentPartPr/>
                <p14:nvPr/>
              </p14:nvContentPartPr>
              <p14:xfrm>
                <a:off x="5667120" y="6458059"/>
                <a:ext cx="573480" cy="1998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02DB18A-0F2F-6DAC-302F-F85CE66216A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656320" y="6447619"/>
                  <a:ext cx="5947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D18E5E9-F030-5013-17A7-5B09A6D9B943}"/>
                    </a:ext>
                  </a:extLst>
                </p14:cNvPr>
                <p14:cNvContentPartPr/>
                <p14:nvPr/>
              </p14:nvContentPartPr>
              <p14:xfrm>
                <a:off x="6273360" y="6411619"/>
                <a:ext cx="231480" cy="1400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D18E5E9-F030-5013-17A7-5B09A6D9B94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262560" y="6400819"/>
                  <a:ext cx="2527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C4FC051-8D93-D641-A704-C16184C696A6}"/>
                    </a:ext>
                  </a:extLst>
                </p14:cNvPr>
                <p14:cNvContentPartPr/>
                <p14:nvPr/>
              </p14:nvContentPartPr>
              <p14:xfrm>
                <a:off x="6329520" y="6443299"/>
                <a:ext cx="192240" cy="468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C4FC051-8D93-D641-A704-C16184C696A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318720" y="6432859"/>
                  <a:ext cx="2134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82B26B9-A1D6-F131-16EB-7E34FA22052E}"/>
                    </a:ext>
                  </a:extLst>
                </p14:cNvPr>
                <p14:cNvContentPartPr/>
                <p14:nvPr/>
              </p14:nvContentPartPr>
              <p14:xfrm>
                <a:off x="6558840" y="6375979"/>
                <a:ext cx="313920" cy="2714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82B26B9-A1D6-F131-16EB-7E34FA22052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548040" y="6365539"/>
                  <a:ext cx="3351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8278F6A-508F-42F1-B811-050CFA3B3FFC}"/>
                    </a:ext>
                  </a:extLst>
                </p14:cNvPr>
                <p14:cNvContentPartPr/>
                <p14:nvPr/>
              </p14:nvContentPartPr>
              <p14:xfrm>
                <a:off x="6494760" y="6337459"/>
                <a:ext cx="324360" cy="1652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8278F6A-508F-42F1-B811-050CFA3B3FF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483960" y="6327019"/>
                  <a:ext cx="3456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66A2EE6-1F86-3994-046D-E1C623981D1D}"/>
                    </a:ext>
                  </a:extLst>
                </p14:cNvPr>
                <p14:cNvContentPartPr/>
                <p14:nvPr/>
              </p14:nvContentPartPr>
              <p14:xfrm>
                <a:off x="6924600" y="5776579"/>
                <a:ext cx="399600" cy="8406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66A2EE6-1F86-3994-046D-E1C623981D1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914160" y="5766139"/>
                  <a:ext cx="420840" cy="86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74C92496-6EE9-1303-A250-2067A713AD67}"/>
              </a:ext>
            </a:extLst>
          </p:cNvPr>
          <p:cNvGrpSpPr/>
          <p:nvPr/>
        </p:nvGrpSpPr>
        <p:grpSpPr>
          <a:xfrm>
            <a:off x="1233720" y="1502659"/>
            <a:ext cx="714240" cy="435600"/>
            <a:chOff x="1233720" y="1502659"/>
            <a:chExt cx="714240" cy="43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B86ACD2-97EF-DE18-52DA-FF68B46646FC}"/>
                    </a:ext>
                  </a:extLst>
                </p14:cNvPr>
                <p14:cNvContentPartPr/>
                <p14:nvPr/>
              </p14:nvContentPartPr>
              <p14:xfrm>
                <a:off x="1412640" y="1502659"/>
                <a:ext cx="293400" cy="4356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B86ACD2-97EF-DE18-52DA-FF68B46646F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402200" y="1491859"/>
                  <a:ext cx="31464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0CA47C1-F125-4DD8-9BD5-2DB04B3CD076}"/>
                    </a:ext>
                  </a:extLst>
                </p14:cNvPr>
                <p14:cNvContentPartPr/>
                <p14:nvPr/>
              </p14:nvContentPartPr>
              <p14:xfrm>
                <a:off x="1233720" y="1601659"/>
                <a:ext cx="714240" cy="2048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0CA47C1-F125-4DD8-9BD5-2DB04B3CD07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223280" y="1590859"/>
                  <a:ext cx="735480" cy="226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81" name="Rectangle 180">
            <a:extLst>
              <a:ext uri="{FF2B5EF4-FFF2-40B4-BE49-F238E27FC236}">
                <a16:creationId xmlns:a16="http://schemas.microsoft.com/office/drawing/2014/main" id="{518FAECD-EA87-7375-8EAE-043CC9F5795B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Dimensionality Reduction</a:t>
            </a:r>
          </a:p>
        </p:txBody>
      </p:sp>
    </p:spTree>
    <p:extLst>
      <p:ext uri="{BB962C8B-B14F-4D97-AF65-F5344CB8AC3E}">
        <p14:creationId xmlns:p14="http://schemas.microsoft.com/office/powerpoint/2010/main" val="13585014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FD83B-6BBE-9EEB-9976-71A00C343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005349B-7B7B-1F2D-8F53-DA304762BC60}"/>
                  </a:ext>
                </a:extLst>
              </p14:cNvPr>
              <p14:cNvContentPartPr/>
              <p14:nvPr/>
            </p14:nvContentPartPr>
            <p14:xfrm>
              <a:off x="432739" y="914059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005349B-7B7B-1F2D-8F53-DA304762BC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6619" y="90793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A08CA72-9ECF-A67F-5525-019509D2A2F1}"/>
                  </a:ext>
                </a:extLst>
              </p14:cNvPr>
              <p14:cNvContentPartPr/>
              <p14:nvPr/>
            </p14:nvContentPartPr>
            <p14:xfrm>
              <a:off x="1225080" y="1745659"/>
              <a:ext cx="587880" cy="402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A08CA72-9ECF-A67F-5525-019509D2A2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4640" y="1734859"/>
                <a:ext cx="60912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E9EBBEE-CD09-282D-9FA5-5FC691AA6171}"/>
                  </a:ext>
                </a:extLst>
              </p14:cNvPr>
              <p14:cNvContentPartPr/>
              <p14:nvPr/>
            </p14:nvContentPartPr>
            <p14:xfrm>
              <a:off x="1788480" y="1936819"/>
              <a:ext cx="236520" cy="195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E9EBBEE-CD09-282D-9FA5-5FC691AA617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78040" y="1926019"/>
                <a:ext cx="25776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0675F67-46B7-241F-2BC1-7492330A30D1}"/>
                  </a:ext>
                </a:extLst>
              </p14:cNvPr>
              <p14:cNvContentPartPr/>
              <p14:nvPr/>
            </p14:nvContentPartPr>
            <p14:xfrm>
              <a:off x="1996200" y="1839259"/>
              <a:ext cx="36720" cy="14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0675F67-46B7-241F-2BC1-7492330A30D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85400" y="1828819"/>
                <a:ext cx="5796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0F977CB-4BB7-D617-0638-5C8E1168E835}"/>
                  </a:ext>
                </a:extLst>
              </p14:cNvPr>
              <p14:cNvContentPartPr/>
              <p14:nvPr/>
            </p14:nvContentPartPr>
            <p14:xfrm>
              <a:off x="2109240" y="1943299"/>
              <a:ext cx="627840" cy="119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0F977CB-4BB7-D617-0638-5C8E1168E83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98440" y="1932499"/>
                <a:ext cx="64908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CC28229-5193-954A-BBDE-D6FDD98B6EE1}"/>
                  </a:ext>
                </a:extLst>
              </p14:cNvPr>
              <p14:cNvContentPartPr/>
              <p14:nvPr/>
            </p14:nvContentPartPr>
            <p14:xfrm>
              <a:off x="2716200" y="2083699"/>
              <a:ext cx="35640" cy="4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CC28229-5193-954A-BBDE-D6FDD98B6EE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05400" y="2072899"/>
                <a:ext cx="56880" cy="2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AA1F8A1E-F8A1-873D-B865-C10E3D0F3EB1}"/>
              </a:ext>
            </a:extLst>
          </p:cNvPr>
          <p:cNvGrpSpPr/>
          <p:nvPr/>
        </p:nvGrpSpPr>
        <p:grpSpPr>
          <a:xfrm>
            <a:off x="3227400" y="713179"/>
            <a:ext cx="6199200" cy="1788120"/>
            <a:chOff x="3227400" y="713179"/>
            <a:chExt cx="6199200" cy="178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C007B18-B752-B604-DCB4-5A4000DDF32F}"/>
                    </a:ext>
                  </a:extLst>
                </p14:cNvPr>
                <p14:cNvContentPartPr/>
                <p14:nvPr/>
              </p14:nvContentPartPr>
              <p14:xfrm>
                <a:off x="3227400" y="1752499"/>
                <a:ext cx="595080" cy="371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C007B18-B752-B604-DCB4-5A4000DDF32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16600" y="1741699"/>
                  <a:ext cx="61632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8A88E8F-8B98-2C6B-BE92-69E8476FB409}"/>
                    </a:ext>
                  </a:extLst>
                </p14:cNvPr>
                <p14:cNvContentPartPr/>
                <p14:nvPr/>
              </p14:nvContentPartPr>
              <p14:xfrm>
                <a:off x="3781440" y="1939339"/>
                <a:ext cx="356400" cy="151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8A88E8F-8B98-2C6B-BE92-69E8476FB40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71000" y="1928539"/>
                  <a:ext cx="3776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BEBE45C-28B7-C8DC-7056-AAD64839CDC3}"/>
                    </a:ext>
                  </a:extLst>
                </p14:cNvPr>
                <p14:cNvContentPartPr/>
                <p14:nvPr/>
              </p14:nvContentPartPr>
              <p14:xfrm>
                <a:off x="4217760" y="1754659"/>
                <a:ext cx="615960" cy="367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BEBE45C-28B7-C8DC-7056-AAD64839CDC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206960" y="1744219"/>
                  <a:ext cx="63720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539A672-6482-5E71-9B66-713F70A47F1B}"/>
                    </a:ext>
                  </a:extLst>
                </p14:cNvPr>
                <p14:cNvContentPartPr/>
                <p14:nvPr/>
              </p14:nvContentPartPr>
              <p14:xfrm>
                <a:off x="4786560" y="1877779"/>
                <a:ext cx="457200" cy="205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539A672-6482-5E71-9B66-713F70A47F1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75760" y="1866979"/>
                  <a:ext cx="4784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CAA15C3-F774-433D-60B2-65DCDD83E393}"/>
                    </a:ext>
                  </a:extLst>
                </p14:cNvPr>
                <p14:cNvContentPartPr/>
                <p14:nvPr/>
              </p14:nvContentPartPr>
              <p14:xfrm>
                <a:off x="5076000" y="1173259"/>
                <a:ext cx="1244880" cy="1189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CAA15C3-F774-433D-60B2-65DCDD83E39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65200" y="1162459"/>
                  <a:ext cx="1266120" cy="12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F8BD12D-BF37-C6EE-6E7A-06B3221866A6}"/>
                    </a:ext>
                  </a:extLst>
                </p14:cNvPr>
                <p14:cNvContentPartPr/>
                <p14:nvPr/>
              </p14:nvContentPartPr>
              <p14:xfrm>
                <a:off x="5987520" y="909379"/>
                <a:ext cx="308520" cy="303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F8BD12D-BF37-C6EE-6E7A-06B3221866A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77080" y="898579"/>
                  <a:ext cx="3297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C034F52-419B-FE81-2508-7A974ACDCFC3}"/>
                    </a:ext>
                  </a:extLst>
                </p14:cNvPr>
                <p14:cNvContentPartPr/>
                <p14:nvPr/>
              </p14:nvContentPartPr>
              <p14:xfrm>
                <a:off x="6318000" y="1042939"/>
                <a:ext cx="500760" cy="149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C034F52-419B-FE81-2508-7A974ACDCFC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07560" y="1032139"/>
                  <a:ext cx="5220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17628E6-C280-6B5E-CAA4-24197A04CE1B}"/>
                    </a:ext>
                  </a:extLst>
                </p14:cNvPr>
                <p14:cNvContentPartPr/>
                <p14:nvPr/>
              </p14:nvContentPartPr>
              <p14:xfrm>
                <a:off x="6541920" y="1071379"/>
                <a:ext cx="421920" cy="339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17628E6-C280-6B5E-CAA4-24197A04CE1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531120" y="1060579"/>
                  <a:ext cx="4431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8B87281-56EB-5373-A75A-41865BB6BD58}"/>
                    </a:ext>
                  </a:extLst>
                </p14:cNvPr>
                <p14:cNvContentPartPr/>
                <p14:nvPr/>
              </p14:nvContentPartPr>
              <p14:xfrm>
                <a:off x="6865560" y="1010899"/>
                <a:ext cx="473400" cy="154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8B87281-56EB-5373-A75A-41865BB6BD5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855120" y="1000459"/>
                  <a:ext cx="4946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059269B-5A73-6D30-C3F4-4D06389B7EE8}"/>
                    </a:ext>
                  </a:extLst>
                </p14:cNvPr>
                <p14:cNvContentPartPr/>
                <p14:nvPr/>
              </p14:nvContentPartPr>
              <p14:xfrm>
                <a:off x="7485480" y="1026019"/>
                <a:ext cx="240840" cy="116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059269B-5A73-6D30-C3F4-4D06389B7EE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475040" y="1015579"/>
                  <a:ext cx="2620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0CAC55C-D8BA-E4EF-2CD5-72143841DAD2}"/>
                    </a:ext>
                  </a:extLst>
                </p14:cNvPr>
                <p14:cNvContentPartPr/>
                <p14:nvPr/>
              </p14:nvContentPartPr>
              <p14:xfrm>
                <a:off x="7835760" y="1032499"/>
                <a:ext cx="162720" cy="92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0CAC55C-D8BA-E4EF-2CD5-72143841DAD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24960" y="1022059"/>
                  <a:ext cx="1839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75DB9B5-C195-FA01-65C3-6D5400C38DB9}"/>
                    </a:ext>
                  </a:extLst>
                </p14:cNvPr>
                <p14:cNvContentPartPr/>
                <p14:nvPr/>
              </p14:nvContentPartPr>
              <p14:xfrm>
                <a:off x="7811280" y="863299"/>
                <a:ext cx="145440" cy="82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75DB9B5-C195-FA01-65C3-6D5400C38DB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00840" y="852859"/>
                  <a:ext cx="1666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D8A941B-BCE6-9308-4224-D5B1AEE137A4}"/>
                    </a:ext>
                  </a:extLst>
                </p14:cNvPr>
                <p14:cNvContentPartPr/>
                <p14:nvPr/>
              </p14:nvContentPartPr>
              <p14:xfrm>
                <a:off x="7986240" y="974899"/>
                <a:ext cx="313920" cy="223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D8A941B-BCE6-9308-4224-D5B1AEE137A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75440" y="964459"/>
                  <a:ext cx="3351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3915E54-AC2E-84A5-518D-06D30CDF7E19}"/>
                    </a:ext>
                  </a:extLst>
                </p14:cNvPr>
                <p14:cNvContentPartPr/>
                <p14:nvPr/>
              </p14:nvContentPartPr>
              <p14:xfrm>
                <a:off x="8278200" y="713179"/>
                <a:ext cx="702720" cy="444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3915E54-AC2E-84A5-518D-06D30CDF7E1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267760" y="702739"/>
                  <a:ext cx="72396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6FE9F23-4D8C-EC93-0841-D1CD8CD0180A}"/>
                    </a:ext>
                  </a:extLst>
                </p14:cNvPr>
                <p14:cNvContentPartPr/>
                <p14:nvPr/>
              </p14:nvContentPartPr>
              <p14:xfrm>
                <a:off x="6072480" y="1990819"/>
                <a:ext cx="584280" cy="398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6FE9F23-4D8C-EC93-0841-D1CD8CD0180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062040" y="1980019"/>
                  <a:ext cx="60552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5AAECD5-C093-38C3-B055-BFEC6F77C5B7}"/>
                    </a:ext>
                  </a:extLst>
                </p14:cNvPr>
                <p14:cNvContentPartPr/>
                <p14:nvPr/>
              </p14:nvContentPartPr>
              <p14:xfrm>
                <a:off x="6693840" y="2184859"/>
                <a:ext cx="297360" cy="133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5AAECD5-C093-38C3-B055-BFEC6F77C5B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83040" y="2174059"/>
                  <a:ext cx="3186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4B96B1D-FD50-D87D-CB54-64611D693D84}"/>
                    </a:ext>
                  </a:extLst>
                </p14:cNvPr>
                <p14:cNvContentPartPr/>
                <p14:nvPr/>
              </p14:nvContentPartPr>
              <p14:xfrm>
                <a:off x="6988680" y="2113939"/>
                <a:ext cx="230040" cy="192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4B96B1D-FD50-D87D-CB54-64611D693D8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978240" y="2103139"/>
                  <a:ext cx="2512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14CDAD1-E8C7-7AD6-52E4-857C01E476D9}"/>
                    </a:ext>
                  </a:extLst>
                </p14:cNvPr>
                <p14:cNvContentPartPr/>
                <p14:nvPr/>
              </p14:nvContentPartPr>
              <p14:xfrm>
                <a:off x="7165800" y="2138419"/>
                <a:ext cx="518400" cy="362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14CDAD1-E8C7-7AD6-52E4-857C01E476D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155000" y="2127979"/>
                  <a:ext cx="53964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1A3DD3B-B5B6-A9FB-D370-9302701ECD3F}"/>
                    </a:ext>
                  </a:extLst>
                </p14:cNvPr>
                <p14:cNvContentPartPr/>
                <p14:nvPr/>
              </p14:nvContentPartPr>
              <p14:xfrm>
                <a:off x="7644600" y="2035459"/>
                <a:ext cx="484200" cy="222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1A3DD3B-B5B6-A9FB-D370-9302701ECD3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634160" y="2024659"/>
                  <a:ext cx="5054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64C6E85-8C39-9172-1312-703E9297CDB9}"/>
                    </a:ext>
                  </a:extLst>
                </p14:cNvPr>
                <p14:cNvContentPartPr/>
                <p14:nvPr/>
              </p14:nvContentPartPr>
              <p14:xfrm>
                <a:off x="8071560" y="2061379"/>
                <a:ext cx="248760" cy="149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64C6E85-8C39-9172-1312-703E9297CDB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61120" y="2050939"/>
                  <a:ext cx="2700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61736D5-B723-A355-945D-E738D2F63C33}"/>
                    </a:ext>
                  </a:extLst>
                </p14:cNvPr>
                <p14:cNvContentPartPr/>
                <p14:nvPr/>
              </p14:nvContentPartPr>
              <p14:xfrm>
                <a:off x="8428680" y="2088379"/>
                <a:ext cx="135720" cy="112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61736D5-B723-A355-945D-E738D2F63C3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418240" y="2077579"/>
                  <a:ext cx="1569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3C9673E-68BC-E7D0-A598-F3431BFD4B94}"/>
                    </a:ext>
                  </a:extLst>
                </p14:cNvPr>
                <p14:cNvContentPartPr/>
                <p14:nvPr/>
              </p14:nvContentPartPr>
              <p14:xfrm>
                <a:off x="8548920" y="1997299"/>
                <a:ext cx="24840" cy="8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3C9673E-68BC-E7D0-A598-F3431BFD4B9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538120" y="1986859"/>
                  <a:ext cx="460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A8E3A8D-D204-5762-C882-9E967D35500D}"/>
                    </a:ext>
                  </a:extLst>
                </p14:cNvPr>
                <p14:cNvContentPartPr/>
                <p14:nvPr/>
              </p14:nvContentPartPr>
              <p14:xfrm>
                <a:off x="8611200" y="2024659"/>
                <a:ext cx="219240" cy="248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A8E3A8D-D204-5762-C882-9E967D35500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600760" y="2014219"/>
                  <a:ext cx="2404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CB33EC6-7EB4-FABF-BE6B-681751B78E1C}"/>
                    </a:ext>
                  </a:extLst>
                </p14:cNvPr>
                <p14:cNvContentPartPr/>
                <p14:nvPr/>
              </p14:nvContentPartPr>
              <p14:xfrm>
                <a:off x="8904960" y="2055619"/>
                <a:ext cx="145080" cy="180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CB33EC6-7EB4-FABF-BE6B-681751B78E1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894160" y="2044819"/>
                  <a:ext cx="1663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F3B6E88-B789-DA86-7B37-A75E877A2778}"/>
                    </a:ext>
                  </a:extLst>
                </p14:cNvPr>
                <p14:cNvContentPartPr/>
                <p14:nvPr/>
              </p14:nvContentPartPr>
              <p14:xfrm>
                <a:off x="9102600" y="1884619"/>
                <a:ext cx="324000" cy="350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F3B6E88-B789-DA86-7B37-A75E877A277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091800" y="1873819"/>
                  <a:ext cx="345240" cy="37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B684C98-758F-569D-F835-B3BC197484E3}"/>
              </a:ext>
            </a:extLst>
          </p:cNvPr>
          <p:cNvGrpSpPr/>
          <p:nvPr/>
        </p:nvGrpSpPr>
        <p:grpSpPr>
          <a:xfrm>
            <a:off x="1097280" y="3386179"/>
            <a:ext cx="9012240" cy="1365840"/>
            <a:chOff x="1097280" y="3386179"/>
            <a:chExt cx="9012240" cy="136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50178BA-4F24-A9BE-4506-B14AD03153F5}"/>
                    </a:ext>
                  </a:extLst>
                </p14:cNvPr>
                <p14:cNvContentPartPr/>
                <p14:nvPr/>
              </p14:nvContentPartPr>
              <p14:xfrm>
                <a:off x="1097280" y="3468619"/>
                <a:ext cx="550440" cy="535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50178BA-4F24-A9BE-4506-B14AD03153F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86480" y="3458179"/>
                  <a:ext cx="57168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7C599DE-480C-AAC0-5DD8-2A81D4EAABFF}"/>
                    </a:ext>
                  </a:extLst>
                </p14:cNvPr>
                <p14:cNvContentPartPr/>
                <p14:nvPr/>
              </p14:nvContentPartPr>
              <p14:xfrm>
                <a:off x="1668600" y="3568339"/>
                <a:ext cx="760320" cy="347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7C599DE-480C-AAC0-5DD8-2A81D4EAABF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58160" y="3557899"/>
                  <a:ext cx="7815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8413B56-EC99-0B7D-796F-D563D838F46B}"/>
                    </a:ext>
                  </a:extLst>
                </p14:cNvPr>
                <p14:cNvContentPartPr/>
                <p14:nvPr/>
              </p14:nvContentPartPr>
              <p14:xfrm>
                <a:off x="2568960" y="3696499"/>
                <a:ext cx="432360" cy="190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8413B56-EC99-0B7D-796F-D563D838F46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558160" y="3685699"/>
                  <a:ext cx="4536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A66AD3F-63BD-2FF2-FBEF-AACC2B873522}"/>
                    </a:ext>
                  </a:extLst>
                </p14:cNvPr>
                <p14:cNvContentPartPr/>
                <p14:nvPr/>
              </p14:nvContentPartPr>
              <p14:xfrm>
                <a:off x="2928960" y="3487699"/>
                <a:ext cx="253080" cy="415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A66AD3F-63BD-2FF2-FBEF-AACC2B87352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918520" y="3476899"/>
                  <a:ext cx="27432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79FB5AD-4016-8AFD-93BD-787823CA6D4D}"/>
                    </a:ext>
                  </a:extLst>
                </p14:cNvPr>
                <p14:cNvContentPartPr/>
                <p14:nvPr/>
              </p14:nvContentPartPr>
              <p14:xfrm>
                <a:off x="3138120" y="3509299"/>
                <a:ext cx="271440" cy="369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79FB5AD-4016-8AFD-93BD-787823CA6D4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127320" y="3498859"/>
                  <a:ext cx="29268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406BD72-55E7-C4FA-9EE9-A0849772D57F}"/>
                    </a:ext>
                  </a:extLst>
                </p14:cNvPr>
                <p14:cNvContentPartPr/>
                <p14:nvPr/>
              </p14:nvContentPartPr>
              <p14:xfrm>
                <a:off x="3540960" y="3623419"/>
                <a:ext cx="268920" cy="222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406BD72-55E7-C4FA-9EE9-A0849772D57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530160" y="3612979"/>
                  <a:ext cx="2901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3C91458-CC78-0283-34D0-1626B3FC6883}"/>
                    </a:ext>
                  </a:extLst>
                </p14:cNvPr>
                <p14:cNvContentPartPr/>
                <p14:nvPr/>
              </p14:nvContentPartPr>
              <p14:xfrm>
                <a:off x="3903480" y="3436219"/>
                <a:ext cx="311760" cy="4341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3C91458-CC78-0283-34D0-1626B3FC688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92680" y="3425419"/>
                  <a:ext cx="33300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2DECA0F-44C7-4C1A-7462-AA8BC4FC0588}"/>
                    </a:ext>
                  </a:extLst>
                </p14:cNvPr>
                <p14:cNvContentPartPr/>
                <p14:nvPr/>
              </p14:nvContentPartPr>
              <p14:xfrm>
                <a:off x="4915080" y="3399859"/>
                <a:ext cx="593280" cy="361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2DECA0F-44C7-4C1A-7462-AA8BC4FC058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904280" y="3389419"/>
                  <a:ext cx="61452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978BFDB-C545-A886-7912-CA473BC10CA8}"/>
                    </a:ext>
                  </a:extLst>
                </p14:cNvPr>
                <p14:cNvContentPartPr/>
                <p14:nvPr/>
              </p14:nvContentPartPr>
              <p14:xfrm>
                <a:off x="5528160" y="3386179"/>
                <a:ext cx="781200" cy="327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978BFDB-C545-A886-7912-CA473BC10CA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517720" y="3375379"/>
                  <a:ext cx="8024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4F6F705-22D9-0D93-16B7-99708E7E02B4}"/>
                    </a:ext>
                  </a:extLst>
                </p14:cNvPr>
                <p14:cNvContentPartPr/>
                <p14:nvPr/>
              </p14:nvContentPartPr>
              <p14:xfrm>
                <a:off x="6005520" y="3471499"/>
                <a:ext cx="465480" cy="54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4F6F705-22D9-0D93-16B7-99708E7E02B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994720" y="3460699"/>
                  <a:ext cx="4867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B28D402-61D2-234F-9032-C6372EECFB8F}"/>
                    </a:ext>
                  </a:extLst>
                </p14:cNvPr>
                <p14:cNvContentPartPr/>
                <p14:nvPr/>
              </p14:nvContentPartPr>
              <p14:xfrm>
                <a:off x="6472800" y="3413539"/>
                <a:ext cx="598320" cy="219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B28D402-61D2-234F-9032-C6372EECFB8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462000" y="3403099"/>
                  <a:ext cx="6195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A9BF35F-7D81-86BA-282B-420E0826F501}"/>
                    </a:ext>
                  </a:extLst>
                </p14:cNvPr>
                <p14:cNvContentPartPr/>
                <p14:nvPr/>
              </p14:nvContentPartPr>
              <p14:xfrm>
                <a:off x="1669680" y="3926539"/>
                <a:ext cx="5486400" cy="376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A9BF35F-7D81-86BA-282B-420E0826F50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659240" y="3915739"/>
                  <a:ext cx="550764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ECDFF29-8B5D-B84B-B888-EB238FDC6423}"/>
                    </a:ext>
                  </a:extLst>
                </p14:cNvPr>
                <p14:cNvContentPartPr/>
                <p14:nvPr/>
              </p14:nvContentPartPr>
              <p14:xfrm>
                <a:off x="2661480" y="4366819"/>
                <a:ext cx="748080" cy="385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ECDFF29-8B5D-B84B-B888-EB238FDC642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50680" y="4356379"/>
                  <a:ext cx="76932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B8C1FB3-05BA-F8D2-539E-BD8D81E28ADD}"/>
                    </a:ext>
                  </a:extLst>
                </p14:cNvPr>
                <p14:cNvContentPartPr/>
                <p14:nvPr/>
              </p14:nvContentPartPr>
              <p14:xfrm>
                <a:off x="3585960" y="4362859"/>
                <a:ext cx="679680" cy="3110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B8C1FB3-05BA-F8D2-539E-BD8D81E28AD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575160" y="4352419"/>
                  <a:ext cx="70092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AE593E3-4AA7-03B9-F32A-B6022E75F79A}"/>
                    </a:ext>
                  </a:extLst>
                </p14:cNvPr>
                <p14:cNvContentPartPr/>
                <p14:nvPr/>
              </p14:nvContentPartPr>
              <p14:xfrm>
                <a:off x="4371120" y="4370419"/>
                <a:ext cx="422280" cy="206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AE593E3-4AA7-03B9-F32A-B6022E75F79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360680" y="4359979"/>
                  <a:ext cx="4435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734CDE0-65BD-1815-7136-14EF47226C62}"/>
                    </a:ext>
                  </a:extLst>
                </p14:cNvPr>
                <p14:cNvContentPartPr/>
                <p14:nvPr/>
              </p14:nvContentPartPr>
              <p14:xfrm>
                <a:off x="4782600" y="4253779"/>
                <a:ext cx="275400" cy="320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734CDE0-65BD-1815-7136-14EF47226C6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772160" y="4243339"/>
                  <a:ext cx="2966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5964E8B-1084-37F0-786B-E7D19F3700D1}"/>
                    </a:ext>
                  </a:extLst>
                </p14:cNvPr>
                <p14:cNvContentPartPr/>
                <p14:nvPr/>
              </p14:nvContentPartPr>
              <p14:xfrm>
                <a:off x="5100120" y="4336939"/>
                <a:ext cx="205200" cy="253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5964E8B-1084-37F0-786B-E7D19F3700D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089320" y="4326139"/>
                  <a:ext cx="2264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82C2404-3DC7-9FD2-EC3E-F19CDBA746E2}"/>
                    </a:ext>
                  </a:extLst>
                </p14:cNvPr>
                <p14:cNvContentPartPr/>
                <p14:nvPr/>
              </p14:nvContentPartPr>
              <p14:xfrm>
                <a:off x="6037560" y="4425499"/>
                <a:ext cx="252720" cy="179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82C2404-3DC7-9FD2-EC3E-F19CDBA746E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026760" y="4415059"/>
                  <a:ext cx="2739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99BE70A-D8DB-C0F3-BC0C-20BE965CE834}"/>
                    </a:ext>
                  </a:extLst>
                </p14:cNvPr>
                <p14:cNvContentPartPr/>
                <p14:nvPr/>
              </p14:nvContentPartPr>
              <p14:xfrm>
                <a:off x="6026760" y="4468699"/>
                <a:ext cx="371160" cy="69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99BE70A-D8DB-C0F3-BC0C-20BE965CE83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016320" y="4457899"/>
                  <a:ext cx="3924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BE51106-1DE4-336D-01F7-7656EAEA7441}"/>
                    </a:ext>
                  </a:extLst>
                </p14:cNvPr>
                <p14:cNvContentPartPr/>
                <p14:nvPr/>
              </p14:nvContentPartPr>
              <p14:xfrm>
                <a:off x="6510240" y="4434139"/>
                <a:ext cx="230760" cy="1414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BE51106-1DE4-336D-01F7-7656EAEA744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499440" y="4423699"/>
                  <a:ext cx="2520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4402217-3A5D-0882-3174-89D74CF19DD8}"/>
                    </a:ext>
                  </a:extLst>
                </p14:cNvPr>
                <p14:cNvContentPartPr/>
                <p14:nvPr/>
              </p14:nvContentPartPr>
              <p14:xfrm>
                <a:off x="7560360" y="4375099"/>
                <a:ext cx="368280" cy="1857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4402217-3A5D-0882-3174-89D74CF19DD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549920" y="4364299"/>
                  <a:ext cx="3895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853E7F9-9E6E-70CE-D53A-84B4606DA17A}"/>
                    </a:ext>
                  </a:extLst>
                </p14:cNvPr>
                <p14:cNvContentPartPr/>
                <p14:nvPr/>
              </p14:nvContentPartPr>
              <p14:xfrm>
                <a:off x="8053200" y="4394539"/>
                <a:ext cx="886680" cy="1461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853E7F9-9E6E-70CE-D53A-84B4606DA17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042760" y="4384099"/>
                  <a:ext cx="9079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C345294-7F27-3FD8-0796-B6BE68368BB4}"/>
                    </a:ext>
                  </a:extLst>
                </p14:cNvPr>
                <p14:cNvContentPartPr/>
                <p14:nvPr/>
              </p14:nvContentPartPr>
              <p14:xfrm>
                <a:off x="8789760" y="4290859"/>
                <a:ext cx="84600" cy="72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C345294-7F27-3FD8-0796-B6BE68368BB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778960" y="4280059"/>
                  <a:ext cx="1058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62A5DF8-B8D9-441F-0A2A-D58C1193E9AE}"/>
                    </a:ext>
                  </a:extLst>
                </p14:cNvPr>
                <p14:cNvContentPartPr/>
                <p14:nvPr/>
              </p14:nvContentPartPr>
              <p14:xfrm>
                <a:off x="9092520" y="3898099"/>
                <a:ext cx="345600" cy="751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62A5DF8-B8D9-441F-0A2A-D58C1193E9A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081720" y="3887299"/>
                  <a:ext cx="366840" cy="77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2609924-CF5F-A5C3-22CD-03EAB234F643}"/>
                    </a:ext>
                  </a:extLst>
                </p14:cNvPr>
                <p14:cNvContentPartPr/>
                <p14:nvPr/>
              </p14:nvContentPartPr>
              <p14:xfrm>
                <a:off x="9233640" y="4271059"/>
                <a:ext cx="405720" cy="105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2609924-CF5F-A5C3-22CD-03EAB234F64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223200" y="4260259"/>
                  <a:ext cx="4269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CA73052-79B3-C609-BAB8-BC0C785B72AA}"/>
                    </a:ext>
                  </a:extLst>
                </p14:cNvPr>
                <p14:cNvContentPartPr/>
                <p14:nvPr/>
              </p14:nvContentPartPr>
              <p14:xfrm>
                <a:off x="9600120" y="4214899"/>
                <a:ext cx="509400" cy="450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CA73052-79B3-C609-BAB8-BC0C785B72A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589680" y="4204459"/>
                  <a:ext cx="530640" cy="471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3D6C3731-FC5B-F33A-4311-6307F5EF330D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Dimensionality Reduction</a:t>
            </a:r>
          </a:p>
        </p:txBody>
      </p:sp>
    </p:spTree>
    <p:extLst>
      <p:ext uri="{BB962C8B-B14F-4D97-AF65-F5344CB8AC3E}">
        <p14:creationId xmlns:p14="http://schemas.microsoft.com/office/powerpoint/2010/main" val="28996934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DB82C-130D-F149-FB7E-569D66CAA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3CFC897-804B-0305-7CBD-925ABAF6C165}"/>
                  </a:ext>
                </a:extLst>
              </p14:cNvPr>
              <p14:cNvContentPartPr/>
              <p14:nvPr/>
            </p14:nvContentPartPr>
            <p14:xfrm>
              <a:off x="432739" y="914059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3CFC897-804B-0305-7CBD-925ABAF6C1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6619" y="907939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6B555353-1716-A61A-E031-A976146B13B6}"/>
              </a:ext>
            </a:extLst>
          </p:cNvPr>
          <p:cNvGrpSpPr/>
          <p:nvPr/>
        </p:nvGrpSpPr>
        <p:grpSpPr>
          <a:xfrm>
            <a:off x="495000" y="817219"/>
            <a:ext cx="3974760" cy="1362240"/>
            <a:chOff x="495000" y="817219"/>
            <a:chExt cx="3974760" cy="136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B32CE84-4A8D-C200-7F8C-8D4B478C40F7}"/>
                    </a:ext>
                  </a:extLst>
                </p14:cNvPr>
                <p14:cNvContentPartPr/>
                <p14:nvPr/>
              </p14:nvContentPartPr>
              <p14:xfrm>
                <a:off x="495000" y="817219"/>
                <a:ext cx="2349360" cy="747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B32CE84-4A8D-C200-7F8C-8D4B478C40F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4200" y="806779"/>
                  <a:ext cx="2370600" cy="76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EF1A6D1-467C-5137-5FEA-697E3092AB2C}"/>
                    </a:ext>
                  </a:extLst>
                </p14:cNvPr>
                <p14:cNvContentPartPr/>
                <p14:nvPr/>
              </p14:nvContentPartPr>
              <p14:xfrm>
                <a:off x="1057320" y="1742059"/>
                <a:ext cx="1592640" cy="437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EF1A6D1-467C-5137-5FEA-697E3092AB2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46880" y="1731619"/>
                  <a:ext cx="161388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B76FDD0-0A84-8AD8-47F4-8BC5BE56D014}"/>
                    </a:ext>
                  </a:extLst>
                </p14:cNvPr>
                <p14:cNvContentPartPr/>
                <p14:nvPr/>
              </p14:nvContentPartPr>
              <p14:xfrm>
                <a:off x="2769480" y="1621459"/>
                <a:ext cx="124200" cy="106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B76FDD0-0A84-8AD8-47F4-8BC5BE56D01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59040" y="1610659"/>
                  <a:ext cx="1454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6F05360-2D19-7275-5219-EC2553EF30F3}"/>
                    </a:ext>
                  </a:extLst>
                </p14:cNvPr>
                <p14:cNvContentPartPr/>
                <p14:nvPr/>
              </p14:nvContentPartPr>
              <p14:xfrm>
                <a:off x="2214720" y="1526779"/>
                <a:ext cx="2255040" cy="633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6F05360-2D19-7275-5219-EC2553EF30F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04280" y="1516339"/>
                  <a:ext cx="227628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150CAAC-1ADD-11C4-DC33-BE0168CD684C}"/>
                    </a:ext>
                  </a:extLst>
                </p14:cNvPr>
                <p14:cNvContentPartPr/>
                <p14:nvPr/>
              </p14:nvContentPartPr>
              <p14:xfrm>
                <a:off x="990000" y="1611739"/>
                <a:ext cx="232560" cy="81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150CAAC-1ADD-11C4-DC33-BE0168CD684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9200" y="1601299"/>
                  <a:ext cx="2538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A708C30-2B03-8C53-3AA6-5BB53F7568FC}"/>
                    </a:ext>
                  </a:extLst>
                </p14:cNvPr>
                <p14:cNvContentPartPr/>
                <p14:nvPr/>
              </p14:nvContentPartPr>
              <p14:xfrm>
                <a:off x="2981160" y="1503739"/>
                <a:ext cx="70200" cy="34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A708C30-2B03-8C53-3AA6-5BB53F7568F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70360" y="1492939"/>
                  <a:ext cx="914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749F96C-6CA9-91B9-4A1C-8A64B71A9616}"/>
                    </a:ext>
                  </a:extLst>
                </p14:cNvPr>
                <p14:cNvContentPartPr/>
                <p14:nvPr/>
              </p14:nvContentPartPr>
              <p14:xfrm>
                <a:off x="999720" y="1225459"/>
                <a:ext cx="335160" cy="172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749F96C-6CA9-91B9-4A1C-8A64B71A961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89280" y="1215019"/>
                  <a:ext cx="3564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43046FD-BA49-F369-23FA-DDFC9CB43446}"/>
                    </a:ext>
                  </a:extLst>
                </p14:cNvPr>
                <p14:cNvContentPartPr/>
                <p14:nvPr/>
              </p14:nvContentPartPr>
              <p14:xfrm>
                <a:off x="1031760" y="1192699"/>
                <a:ext cx="99000" cy="68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43046FD-BA49-F369-23FA-DDFC9CB4344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20960" y="1181899"/>
                  <a:ext cx="1202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A8534F4-65E9-2F8E-A3AD-EFBB73CEB835}"/>
                    </a:ext>
                  </a:extLst>
                </p14:cNvPr>
                <p14:cNvContentPartPr/>
                <p14:nvPr/>
              </p14:nvContentPartPr>
              <p14:xfrm>
                <a:off x="1362960" y="1281979"/>
                <a:ext cx="172080" cy="45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A8534F4-65E9-2F8E-A3AD-EFBB73CEB83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52160" y="1271179"/>
                  <a:ext cx="1933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5002755-D51C-2745-555D-A30EC581AB69}"/>
                    </a:ext>
                  </a:extLst>
                </p14:cNvPr>
                <p14:cNvContentPartPr/>
                <p14:nvPr/>
              </p14:nvContentPartPr>
              <p14:xfrm>
                <a:off x="1478880" y="1190179"/>
                <a:ext cx="298080" cy="114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5002755-D51C-2745-555D-A30EC581AB6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468440" y="1179379"/>
                  <a:ext cx="3193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FF559CB-D762-1A02-2C07-B90D43FDC401}"/>
                    </a:ext>
                  </a:extLst>
                </p14:cNvPr>
                <p14:cNvContentPartPr/>
                <p14:nvPr/>
              </p14:nvContentPartPr>
              <p14:xfrm>
                <a:off x="1528560" y="1199899"/>
                <a:ext cx="170280" cy="39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FF559CB-D762-1A02-2C07-B90D43FDC40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517760" y="1189459"/>
                  <a:ext cx="1915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27CEAA5-9E85-2BE8-C903-2B9727AB1B03}"/>
                    </a:ext>
                  </a:extLst>
                </p14:cNvPr>
                <p14:cNvContentPartPr/>
                <p14:nvPr/>
              </p14:nvContentPartPr>
              <p14:xfrm>
                <a:off x="1625760" y="1127899"/>
                <a:ext cx="385200" cy="110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27CEAA5-9E85-2BE8-C903-2B9727AB1B0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614960" y="1117099"/>
                  <a:ext cx="4064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B2DCE17-5C71-52C8-6694-200B65FF2DBA}"/>
                    </a:ext>
                  </a:extLst>
                </p14:cNvPr>
                <p14:cNvContentPartPr/>
                <p14:nvPr/>
              </p14:nvContentPartPr>
              <p14:xfrm>
                <a:off x="1944720" y="1139419"/>
                <a:ext cx="195480" cy="54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B2DCE17-5C71-52C8-6694-200B65FF2DB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34280" y="1128979"/>
                  <a:ext cx="2167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E06AF5D-EEAC-49C4-B90D-BAEB43208089}"/>
                    </a:ext>
                  </a:extLst>
                </p14:cNvPr>
                <p14:cNvContentPartPr/>
                <p14:nvPr/>
              </p14:nvContentPartPr>
              <p14:xfrm>
                <a:off x="2147040" y="1126819"/>
                <a:ext cx="359280" cy="45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E06AF5D-EEAC-49C4-B90D-BAEB4320808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136240" y="1116019"/>
                  <a:ext cx="3805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6EB6206-1809-B3E6-84B4-54C902F30E33}"/>
                    </a:ext>
                  </a:extLst>
                </p14:cNvPr>
                <p14:cNvContentPartPr/>
                <p14:nvPr/>
              </p14:nvContentPartPr>
              <p14:xfrm>
                <a:off x="1618200" y="1706419"/>
                <a:ext cx="347760" cy="144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6EB6206-1809-B3E6-84B4-54C902F30E3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07760" y="1695979"/>
                  <a:ext cx="3690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D024DD7-54CB-E041-04F8-CB7FFD467666}"/>
                    </a:ext>
                  </a:extLst>
                </p14:cNvPr>
                <p14:cNvContentPartPr/>
                <p14:nvPr/>
              </p14:nvContentPartPr>
              <p14:xfrm>
                <a:off x="1864440" y="1638379"/>
                <a:ext cx="288720" cy="95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D024DD7-54CB-E041-04F8-CB7FFD46766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54000" y="1627939"/>
                  <a:ext cx="3099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7AE9025-E28B-DCB7-BDE1-09F6F5909770}"/>
                    </a:ext>
                  </a:extLst>
                </p14:cNvPr>
                <p14:cNvContentPartPr/>
                <p14:nvPr/>
              </p14:nvContentPartPr>
              <p14:xfrm>
                <a:off x="2088000" y="1573219"/>
                <a:ext cx="245160" cy="70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7AE9025-E28B-DCB7-BDE1-09F6F590977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77200" y="1562779"/>
                  <a:ext cx="2664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F7A76DC-18FC-677A-98AE-30563423327E}"/>
                    </a:ext>
                  </a:extLst>
                </p14:cNvPr>
                <p14:cNvContentPartPr/>
                <p14:nvPr/>
              </p14:nvContentPartPr>
              <p14:xfrm>
                <a:off x="2300040" y="1537219"/>
                <a:ext cx="376560" cy="111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F7A76DC-18FC-677A-98AE-30563423327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289600" y="1526419"/>
                  <a:ext cx="3978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4780A50-2FB6-704E-B13E-967DF3BCBBBB}"/>
                    </a:ext>
                  </a:extLst>
                </p14:cNvPr>
                <p14:cNvContentPartPr/>
                <p14:nvPr/>
              </p14:nvContentPartPr>
              <p14:xfrm>
                <a:off x="2130840" y="1929979"/>
                <a:ext cx="216720" cy="65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4780A50-2FB6-704E-B13E-967DF3BCBBB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120400" y="1919179"/>
                  <a:ext cx="2379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48D41DB-3646-A698-4BA2-166F08CDF0DA}"/>
                    </a:ext>
                  </a:extLst>
                </p14:cNvPr>
                <p14:cNvContentPartPr/>
                <p14:nvPr/>
              </p14:nvContentPartPr>
              <p14:xfrm>
                <a:off x="2277720" y="1797859"/>
                <a:ext cx="512280" cy="142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48D41DB-3646-A698-4BA2-166F08CDF0D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66920" y="1787419"/>
                  <a:ext cx="5335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67F6A5F-6138-6DFD-3851-B9E33D43F485}"/>
                    </a:ext>
                  </a:extLst>
                </p14:cNvPr>
                <p14:cNvContentPartPr/>
                <p14:nvPr/>
              </p14:nvContentPartPr>
              <p14:xfrm>
                <a:off x="2797200" y="1720459"/>
                <a:ext cx="464760" cy="177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67F6A5F-6138-6DFD-3851-B9E33D43F48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786400" y="1709659"/>
                  <a:ext cx="486000" cy="19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FFAAF21-5F35-6F55-5A27-244A104DEBD0}"/>
                  </a:ext>
                </a:extLst>
              </p14:cNvPr>
              <p14:cNvContentPartPr/>
              <p14:nvPr/>
            </p14:nvContentPartPr>
            <p14:xfrm>
              <a:off x="4271040" y="617779"/>
              <a:ext cx="163080" cy="1774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FFAAF21-5F35-6F55-5A27-244A104DEBD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260240" y="606979"/>
                <a:ext cx="18432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86B5398-59EA-F221-DB15-8A03EA97C774}"/>
                  </a:ext>
                </a:extLst>
              </p14:cNvPr>
              <p14:cNvContentPartPr/>
              <p14:nvPr/>
            </p14:nvContentPartPr>
            <p14:xfrm>
              <a:off x="4149720" y="673579"/>
              <a:ext cx="278640" cy="885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86B5398-59EA-F221-DB15-8A03EA97C77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139280" y="663139"/>
                <a:ext cx="2998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08C2B42-2102-BEA9-BB8A-952027AFA5E4}"/>
                  </a:ext>
                </a:extLst>
              </p14:cNvPr>
              <p14:cNvContentPartPr/>
              <p14:nvPr/>
            </p14:nvContentPartPr>
            <p14:xfrm>
              <a:off x="4561200" y="678979"/>
              <a:ext cx="218520" cy="1188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08C2B42-2102-BEA9-BB8A-952027AFA5E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550760" y="668539"/>
                <a:ext cx="23976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17DE174-D1D5-A30E-809F-3BA384B85AFD}"/>
                  </a:ext>
                </a:extLst>
              </p14:cNvPr>
              <p14:cNvContentPartPr/>
              <p14:nvPr/>
            </p14:nvContentPartPr>
            <p14:xfrm>
              <a:off x="4775400" y="718939"/>
              <a:ext cx="254160" cy="662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17DE174-D1D5-A30E-809F-3BA384B85AF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764960" y="708499"/>
                <a:ext cx="27540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E09BF98-10BF-BBC2-4D16-5EF0BB651191}"/>
                  </a:ext>
                </a:extLst>
              </p14:cNvPr>
              <p14:cNvContentPartPr/>
              <p14:nvPr/>
            </p14:nvContentPartPr>
            <p14:xfrm>
              <a:off x="5014440" y="647299"/>
              <a:ext cx="188640" cy="1951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E09BF98-10BF-BBC2-4D16-5EF0BB65119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004000" y="636859"/>
                <a:ext cx="20988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70E0EFB-EC33-2B51-4A1B-EF3A2DE29087}"/>
                  </a:ext>
                </a:extLst>
              </p14:cNvPr>
              <p14:cNvContentPartPr/>
              <p14:nvPr/>
            </p14:nvContentPartPr>
            <p14:xfrm>
              <a:off x="5220000" y="701659"/>
              <a:ext cx="155520" cy="784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70E0EFB-EC33-2B51-4A1B-EF3A2DE2908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209560" y="690859"/>
                <a:ext cx="17676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BB4834D-E119-66AC-4E8B-4939E5EBBF4C}"/>
                  </a:ext>
                </a:extLst>
              </p14:cNvPr>
              <p14:cNvContentPartPr/>
              <p14:nvPr/>
            </p14:nvContentPartPr>
            <p14:xfrm>
              <a:off x="5382360" y="675379"/>
              <a:ext cx="184320" cy="946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BB4834D-E119-66AC-4E8B-4939E5EBBF4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371920" y="664939"/>
                <a:ext cx="20556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D764AF6-0FEC-35E3-683D-D03401126F46}"/>
                  </a:ext>
                </a:extLst>
              </p14:cNvPr>
              <p14:cNvContentPartPr/>
              <p14:nvPr/>
            </p14:nvContentPartPr>
            <p14:xfrm>
              <a:off x="5669640" y="397459"/>
              <a:ext cx="252000" cy="4647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D764AF6-0FEC-35E3-683D-D03401126F4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658840" y="386659"/>
                <a:ext cx="273240" cy="48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A8A38B7-5C6B-42FE-93E1-A173C3456872}"/>
                  </a:ext>
                </a:extLst>
              </p14:cNvPr>
              <p14:cNvContentPartPr/>
              <p14:nvPr/>
            </p14:nvContentPartPr>
            <p14:xfrm>
              <a:off x="5709960" y="650179"/>
              <a:ext cx="290520" cy="788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A8A38B7-5C6B-42FE-93E1-A173C345687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699520" y="639379"/>
                <a:ext cx="31176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AA5DF0E-B642-E83D-B603-19BFF7932D5F}"/>
                  </a:ext>
                </a:extLst>
              </p14:cNvPr>
              <p14:cNvContentPartPr/>
              <p14:nvPr/>
            </p14:nvContentPartPr>
            <p14:xfrm>
              <a:off x="5947920" y="494659"/>
              <a:ext cx="273960" cy="2523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AA5DF0E-B642-E83D-B603-19BFF7932D5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937480" y="484219"/>
                <a:ext cx="29520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DB4EAC0-EAB5-B085-DFE3-103A5A614D28}"/>
                  </a:ext>
                </a:extLst>
              </p14:cNvPr>
              <p14:cNvContentPartPr/>
              <p14:nvPr/>
            </p14:nvContentPartPr>
            <p14:xfrm>
              <a:off x="6233400" y="614179"/>
              <a:ext cx="236520" cy="774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DB4EAC0-EAB5-B085-DFE3-103A5A614D2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222600" y="603739"/>
                <a:ext cx="25776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EE096D3-69C7-1E06-E507-45CEF17CE7B2}"/>
                  </a:ext>
                </a:extLst>
              </p14:cNvPr>
              <p14:cNvContentPartPr/>
              <p14:nvPr/>
            </p14:nvContentPartPr>
            <p14:xfrm>
              <a:off x="6499800" y="603739"/>
              <a:ext cx="459720" cy="997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EE096D3-69C7-1E06-E507-45CEF17CE7B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489360" y="593299"/>
                <a:ext cx="48096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C645383-580E-7F06-53F1-3B26DCF7B602}"/>
                  </a:ext>
                </a:extLst>
              </p14:cNvPr>
              <p14:cNvContentPartPr/>
              <p14:nvPr/>
            </p14:nvContentPartPr>
            <p14:xfrm>
              <a:off x="3834360" y="729739"/>
              <a:ext cx="500760" cy="7236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C645383-580E-7F06-53F1-3B26DCF7B60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823560" y="719299"/>
                <a:ext cx="522000" cy="74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2C50E3C7-6746-3641-066E-D38B7775B3BA}"/>
              </a:ext>
            </a:extLst>
          </p:cNvPr>
          <p:cNvGrpSpPr/>
          <p:nvPr/>
        </p:nvGrpSpPr>
        <p:grpSpPr>
          <a:xfrm>
            <a:off x="4611960" y="986059"/>
            <a:ext cx="7170120" cy="1269360"/>
            <a:chOff x="4611960" y="986059"/>
            <a:chExt cx="7170120" cy="126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8DB9A8E-6417-9CB6-7F22-2CCCA25E4524}"/>
                    </a:ext>
                  </a:extLst>
                </p14:cNvPr>
                <p14:cNvContentPartPr/>
                <p14:nvPr/>
              </p14:nvContentPartPr>
              <p14:xfrm>
                <a:off x="4807080" y="1132579"/>
                <a:ext cx="121320" cy="225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8DB9A8E-6417-9CB6-7F22-2CCCA25E452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796280" y="1122139"/>
                  <a:ext cx="1425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A46AF16-BB18-6415-6FEC-7A8388614DEF}"/>
                    </a:ext>
                  </a:extLst>
                </p14:cNvPr>
                <p14:cNvContentPartPr/>
                <p14:nvPr/>
              </p14:nvContentPartPr>
              <p14:xfrm>
                <a:off x="4611960" y="1226899"/>
                <a:ext cx="341640" cy="83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A46AF16-BB18-6415-6FEC-7A8388614DE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601520" y="1216099"/>
                  <a:ext cx="3628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86023C4-E7EB-462C-A404-3A1E6F7BD907}"/>
                    </a:ext>
                  </a:extLst>
                </p14:cNvPr>
                <p14:cNvContentPartPr/>
                <p14:nvPr/>
              </p14:nvContentPartPr>
              <p14:xfrm>
                <a:off x="4969440" y="1231939"/>
                <a:ext cx="242640" cy="86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86023C4-E7EB-462C-A404-3A1E6F7BD90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959000" y="1221139"/>
                  <a:ext cx="2638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D932A14-C1E5-57BD-2E1B-A1FB8F0CE00A}"/>
                    </a:ext>
                  </a:extLst>
                </p14:cNvPr>
                <p14:cNvContentPartPr/>
                <p14:nvPr/>
              </p14:nvContentPartPr>
              <p14:xfrm>
                <a:off x="5187600" y="1182619"/>
                <a:ext cx="129240" cy="92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D932A14-C1E5-57BD-2E1B-A1FB8F0CE00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177160" y="1171819"/>
                  <a:ext cx="1504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4BCD42B-5206-F952-752A-83940767AA9A}"/>
                    </a:ext>
                  </a:extLst>
                </p14:cNvPr>
                <p14:cNvContentPartPr/>
                <p14:nvPr/>
              </p14:nvContentPartPr>
              <p14:xfrm>
                <a:off x="5434200" y="1148779"/>
                <a:ext cx="333000" cy="163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4BCD42B-5206-F952-752A-83940767AA9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423760" y="1137979"/>
                  <a:ext cx="3542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6F750FA-1BC3-B456-0CBC-675453462D4B}"/>
                    </a:ext>
                  </a:extLst>
                </p14:cNvPr>
                <p14:cNvContentPartPr/>
                <p14:nvPr/>
              </p14:nvContentPartPr>
              <p14:xfrm>
                <a:off x="5631480" y="986059"/>
                <a:ext cx="543240" cy="258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6F750FA-1BC3-B456-0CBC-675453462D4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620680" y="975259"/>
                  <a:ext cx="5644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E26C561-194B-8193-D96F-3C13BAC4938B}"/>
                    </a:ext>
                  </a:extLst>
                </p14:cNvPr>
                <p14:cNvContentPartPr/>
                <p14:nvPr/>
              </p14:nvContentPartPr>
              <p14:xfrm>
                <a:off x="5523840" y="1823779"/>
                <a:ext cx="219240" cy="431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E26C561-194B-8193-D96F-3C13BAC4938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513400" y="1813339"/>
                  <a:ext cx="24048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52636EB-261E-20B0-2DE8-AB3F71F8F5CB}"/>
                    </a:ext>
                  </a:extLst>
                </p14:cNvPr>
                <p14:cNvContentPartPr/>
                <p14:nvPr/>
              </p14:nvContentPartPr>
              <p14:xfrm>
                <a:off x="5430960" y="1871659"/>
                <a:ext cx="258840" cy="133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52636EB-261E-20B0-2DE8-AB3F71F8F5C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420520" y="1861219"/>
                  <a:ext cx="2800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9D3D794-83E0-3E06-CF60-ABE27FC395ED}"/>
                    </a:ext>
                  </a:extLst>
                </p14:cNvPr>
                <p14:cNvContentPartPr/>
                <p14:nvPr/>
              </p14:nvContentPartPr>
              <p14:xfrm>
                <a:off x="5717880" y="1875619"/>
                <a:ext cx="302400" cy="1008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9D3D794-83E0-3E06-CF60-ABE27FC395E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707080" y="1864819"/>
                  <a:ext cx="3236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400C1E3-17F7-7649-6A89-A1A75708CDDC}"/>
                    </a:ext>
                  </a:extLst>
                </p14:cNvPr>
                <p14:cNvContentPartPr/>
                <p14:nvPr/>
              </p14:nvContentPartPr>
              <p14:xfrm>
                <a:off x="6036840" y="1854379"/>
                <a:ext cx="178920" cy="114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400C1E3-17F7-7649-6A89-A1A75708CDD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026400" y="1843579"/>
                  <a:ext cx="2001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659636F-FE57-AFCE-C4B2-6137EBA7BF1D}"/>
                    </a:ext>
                  </a:extLst>
                </p14:cNvPr>
                <p14:cNvContentPartPr/>
                <p14:nvPr/>
              </p14:nvContentPartPr>
              <p14:xfrm>
                <a:off x="6296760" y="1635859"/>
                <a:ext cx="24480" cy="28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659636F-FE57-AFCE-C4B2-6137EBA7BF1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286320" y="1625059"/>
                  <a:ext cx="457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722AA77-1648-19F7-8EBA-2CE62711D1D3}"/>
                    </a:ext>
                  </a:extLst>
                </p14:cNvPr>
                <p14:cNvContentPartPr/>
                <p14:nvPr/>
              </p14:nvContentPartPr>
              <p14:xfrm>
                <a:off x="6206760" y="1619659"/>
                <a:ext cx="167760" cy="329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722AA77-1648-19F7-8EBA-2CE62711D1D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196320" y="1609219"/>
                  <a:ext cx="18900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B93F45A-AC08-98BE-247D-8A1FDBCD8335}"/>
                    </a:ext>
                  </a:extLst>
                </p14:cNvPr>
                <p14:cNvContentPartPr/>
                <p14:nvPr/>
              </p14:nvContentPartPr>
              <p14:xfrm>
                <a:off x="6320520" y="1806859"/>
                <a:ext cx="167040" cy="142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B93F45A-AC08-98BE-247D-8A1FDBCD833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309720" y="1796059"/>
                  <a:ext cx="1882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AEE3028-4A4E-C8D7-5235-A89554C86999}"/>
                    </a:ext>
                  </a:extLst>
                </p14:cNvPr>
                <p14:cNvContentPartPr/>
                <p14:nvPr/>
              </p14:nvContentPartPr>
              <p14:xfrm>
                <a:off x="6584400" y="1853299"/>
                <a:ext cx="310320" cy="77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AEE3028-4A4E-C8D7-5235-A89554C8699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573960" y="1842859"/>
                  <a:ext cx="3315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5BF0F17-8A4A-5E6C-5C04-C2BBEC1373BC}"/>
                    </a:ext>
                  </a:extLst>
                </p14:cNvPr>
                <p14:cNvContentPartPr/>
                <p14:nvPr/>
              </p14:nvContentPartPr>
              <p14:xfrm>
                <a:off x="6690600" y="1778059"/>
                <a:ext cx="487080" cy="342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5BF0F17-8A4A-5E6C-5C04-C2BBEC1373B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80160" y="1767619"/>
                  <a:ext cx="50832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EB7C6BD-39F9-B9EC-EF62-3E3A30BEA5EF}"/>
                    </a:ext>
                  </a:extLst>
                </p14:cNvPr>
                <p14:cNvContentPartPr/>
                <p14:nvPr/>
              </p14:nvContentPartPr>
              <p14:xfrm>
                <a:off x="7150320" y="1762219"/>
                <a:ext cx="278640" cy="1465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EB7C6BD-39F9-B9EC-EF62-3E3A30BEA5E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139520" y="1751419"/>
                  <a:ext cx="299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DCFC3D2-9C05-6A8E-7C05-681972625CD3}"/>
                    </a:ext>
                  </a:extLst>
                </p14:cNvPr>
                <p14:cNvContentPartPr/>
                <p14:nvPr/>
              </p14:nvContentPartPr>
              <p14:xfrm>
                <a:off x="7530120" y="1722619"/>
                <a:ext cx="223200" cy="240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DCFC3D2-9C05-6A8E-7C05-681972625CD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519680" y="1712179"/>
                  <a:ext cx="2444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9CE7C58-445A-E7F4-F073-E39A8900C5BB}"/>
                    </a:ext>
                  </a:extLst>
                </p14:cNvPr>
                <p14:cNvContentPartPr/>
                <p14:nvPr/>
              </p14:nvContentPartPr>
              <p14:xfrm>
                <a:off x="8035920" y="1711459"/>
                <a:ext cx="898560" cy="132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9CE7C58-445A-E7F4-F073-E39A8900C5B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025120" y="1701019"/>
                  <a:ext cx="9198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F8AE3F5-B3E0-CFCD-6E7D-1EA2050E0BBA}"/>
                    </a:ext>
                  </a:extLst>
                </p14:cNvPr>
                <p14:cNvContentPartPr/>
                <p14:nvPr/>
              </p14:nvContentPartPr>
              <p14:xfrm>
                <a:off x="9205920" y="1578619"/>
                <a:ext cx="362520" cy="219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F8AE3F5-B3E0-CFCD-6E7D-1EA2050E0BB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195480" y="1567819"/>
                  <a:ext cx="3837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C09F7D7-E92C-8104-14EE-8024B2CB23FA}"/>
                    </a:ext>
                  </a:extLst>
                </p14:cNvPr>
                <p14:cNvContentPartPr/>
                <p14:nvPr/>
              </p14:nvContentPartPr>
              <p14:xfrm>
                <a:off x="9558000" y="1609219"/>
                <a:ext cx="238320" cy="119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C09F7D7-E92C-8104-14EE-8024B2CB23F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547200" y="1598779"/>
                  <a:ext cx="2595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E25EAF6-9414-B48E-385D-53A68B3F69B8}"/>
                    </a:ext>
                  </a:extLst>
                </p14:cNvPr>
                <p14:cNvContentPartPr/>
                <p14:nvPr/>
              </p14:nvContentPartPr>
              <p14:xfrm>
                <a:off x="9867240" y="1593379"/>
                <a:ext cx="353520" cy="1044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E25EAF6-9414-B48E-385D-53A68B3F69B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56800" y="1582939"/>
                  <a:ext cx="3747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E6A045A-AE62-76B0-945E-BBFF0359A013}"/>
                    </a:ext>
                  </a:extLst>
                </p14:cNvPr>
                <p14:cNvContentPartPr/>
                <p14:nvPr/>
              </p14:nvContentPartPr>
              <p14:xfrm>
                <a:off x="10176120" y="1306819"/>
                <a:ext cx="301320" cy="542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E6A045A-AE62-76B0-945E-BBFF0359A01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165320" y="1296379"/>
                  <a:ext cx="32256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26D0D85-E942-CB3D-C5FD-66333DC7DF36}"/>
                    </a:ext>
                  </a:extLst>
                </p14:cNvPr>
                <p14:cNvContentPartPr/>
                <p14:nvPr/>
              </p14:nvContentPartPr>
              <p14:xfrm>
                <a:off x="10259640" y="1564219"/>
                <a:ext cx="294840" cy="34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26D0D85-E942-CB3D-C5FD-66333DC7DF3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248840" y="1553419"/>
                  <a:ext cx="316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7E72F70-0330-91E5-428D-5161E6559023}"/>
                    </a:ext>
                  </a:extLst>
                </p14:cNvPr>
                <p14:cNvContentPartPr/>
                <p14:nvPr/>
              </p14:nvContentPartPr>
              <p14:xfrm>
                <a:off x="10499400" y="1436779"/>
                <a:ext cx="232920" cy="244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7E72F70-0330-91E5-428D-5161E655902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488960" y="1426339"/>
                  <a:ext cx="2541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97B42F8-4F1A-3E23-E71B-2E6C4F081BD4}"/>
                    </a:ext>
                  </a:extLst>
                </p14:cNvPr>
                <p14:cNvContentPartPr/>
                <p14:nvPr/>
              </p14:nvContentPartPr>
              <p14:xfrm>
                <a:off x="10749600" y="1589779"/>
                <a:ext cx="169560" cy="81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97B42F8-4F1A-3E23-E71B-2E6C4F081BD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739160" y="1578979"/>
                  <a:ext cx="1908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2C222C8-3A06-1AA9-ED6C-F8B79A3BA57A}"/>
                    </a:ext>
                  </a:extLst>
                </p14:cNvPr>
                <p14:cNvContentPartPr/>
                <p14:nvPr/>
              </p14:nvContentPartPr>
              <p14:xfrm>
                <a:off x="10836360" y="1477819"/>
                <a:ext cx="74160" cy="115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2C222C8-3A06-1AA9-ED6C-F8B79A3BA57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825560" y="1467019"/>
                  <a:ext cx="954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C35D0F4-5C67-C8EA-A031-507AFAD35F80}"/>
                    </a:ext>
                  </a:extLst>
                </p14:cNvPr>
                <p14:cNvContentPartPr/>
                <p14:nvPr/>
              </p14:nvContentPartPr>
              <p14:xfrm>
                <a:off x="10992600" y="1482859"/>
                <a:ext cx="321120" cy="1818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C35D0F4-5C67-C8EA-A031-507AFAD35F8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982160" y="1472419"/>
                  <a:ext cx="3423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8BBD441-CABD-1D75-0E9F-F5D285B87683}"/>
                    </a:ext>
                  </a:extLst>
                </p14:cNvPr>
                <p14:cNvContentPartPr/>
                <p14:nvPr/>
              </p14:nvContentPartPr>
              <p14:xfrm>
                <a:off x="11282040" y="1388539"/>
                <a:ext cx="222840" cy="2642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8BBD441-CABD-1D75-0E9F-F5D285B8768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271240" y="1377739"/>
                  <a:ext cx="2440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975B927-8681-31D3-196F-312775800AE9}"/>
                    </a:ext>
                  </a:extLst>
                </p14:cNvPr>
                <p14:cNvContentPartPr/>
                <p14:nvPr/>
              </p14:nvContentPartPr>
              <p14:xfrm>
                <a:off x="11298600" y="1426699"/>
                <a:ext cx="483480" cy="104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975B927-8681-31D3-196F-312775800AE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288160" y="1415899"/>
                  <a:ext cx="50472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F749282-EBC4-A662-C0EC-399F2B93A121}"/>
              </a:ext>
            </a:extLst>
          </p:cNvPr>
          <p:cNvGrpSpPr/>
          <p:nvPr/>
        </p:nvGrpSpPr>
        <p:grpSpPr>
          <a:xfrm>
            <a:off x="6330600" y="890299"/>
            <a:ext cx="2357640" cy="393120"/>
            <a:chOff x="6330600" y="890299"/>
            <a:chExt cx="2357640" cy="39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6198D89-28F0-8AC2-4747-6209F9A1C736}"/>
                    </a:ext>
                  </a:extLst>
                </p14:cNvPr>
                <p14:cNvContentPartPr/>
                <p14:nvPr/>
              </p14:nvContentPartPr>
              <p14:xfrm>
                <a:off x="6330600" y="1261099"/>
                <a:ext cx="371880" cy="223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6198D89-28F0-8AC2-4747-6209F9A1C73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20160" y="1250299"/>
                  <a:ext cx="3931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6AC8B49-1F82-414A-D071-A22FD7DFF1F8}"/>
                    </a:ext>
                  </a:extLst>
                </p14:cNvPr>
                <p14:cNvContentPartPr/>
                <p14:nvPr/>
              </p14:nvContentPartPr>
              <p14:xfrm>
                <a:off x="6423120" y="1166779"/>
                <a:ext cx="224640" cy="230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6AC8B49-1F82-414A-D071-A22FD7DFF1F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412680" y="1155979"/>
                  <a:ext cx="2458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1F5824A-87D3-B303-1BA7-031BB2A2EC21}"/>
                    </a:ext>
                  </a:extLst>
                </p14:cNvPr>
                <p14:cNvContentPartPr/>
                <p14:nvPr/>
              </p14:nvContentPartPr>
              <p14:xfrm>
                <a:off x="6830640" y="1039339"/>
                <a:ext cx="339840" cy="1681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1F5824A-87D3-B303-1BA7-031BB2A2EC2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819840" y="1028899"/>
                  <a:ext cx="3610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263A8FF-AEB7-0C72-9213-31BC209FE4A0}"/>
                    </a:ext>
                  </a:extLst>
                </p14:cNvPr>
                <p14:cNvContentPartPr/>
                <p14:nvPr/>
              </p14:nvContentPartPr>
              <p14:xfrm>
                <a:off x="7257600" y="1008739"/>
                <a:ext cx="352080" cy="174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263A8FF-AEB7-0C72-9213-31BC209FE4A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246800" y="998299"/>
                  <a:ext cx="3733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0A76E0E-0D6C-9F9D-C90D-F79BB30FA36E}"/>
                    </a:ext>
                  </a:extLst>
                </p14:cNvPr>
                <p14:cNvContentPartPr/>
                <p14:nvPr/>
              </p14:nvContentPartPr>
              <p14:xfrm>
                <a:off x="7746480" y="1081459"/>
                <a:ext cx="52560" cy="5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0A76E0E-0D6C-9F9D-C90D-F79BB30FA36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735680" y="1070659"/>
                  <a:ext cx="738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5D1F109-053B-4FF0-3AE2-A25B995447E7}"/>
                    </a:ext>
                  </a:extLst>
                </p14:cNvPr>
                <p14:cNvContentPartPr/>
                <p14:nvPr/>
              </p14:nvContentPartPr>
              <p14:xfrm>
                <a:off x="7852680" y="951499"/>
                <a:ext cx="270000" cy="181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5D1F109-053B-4FF0-3AE2-A25B995447E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841880" y="940699"/>
                  <a:ext cx="2912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03E880C-33CC-3590-DF71-D230D46133CF}"/>
                    </a:ext>
                  </a:extLst>
                </p14:cNvPr>
                <p14:cNvContentPartPr/>
                <p14:nvPr/>
              </p14:nvContentPartPr>
              <p14:xfrm>
                <a:off x="8307000" y="1069939"/>
                <a:ext cx="67320" cy="79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03E880C-33CC-3590-DF71-D230D46133C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296560" y="1059139"/>
                  <a:ext cx="885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B1C21BD-3553-C779-E50D-3A69AA2C2D5E}"/>
                    </a:ext>
                  </a:extLst>
                </p14:cNvPr>
                <p14:cNvContentPartPr/>
                <p14:nvPr/>
              </p14:nvContentPartPr>
              <p14:xfrm>
                <a:off x="8425080" y="890299"/>
                <a:ext cx="263160" cy="264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B1C21BD-3553-C779-E50D-3A69AA2C2D5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414640" y="879859"/>
                  <a:ext cx="284400" cy="28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B69A01F-EB06-7EB3-8727-1648294A8025}"/>
              </a:ext>
            </a:extLst>
          </p:cNvPr>
          <p:cNvGrpSpPr/>
          <p:nvPr/>
        </p:nvGrpSpPr>
        <p:grpSpPr>
          <a:xfrm>
            <a:off x="630360" y="2793619"/>
            <a:ext cx="1806120" cy="451440"/>
            <a:chOff x="630360" y="2793619"/>
            <a:chExt cx="1806120" cy="45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3909F11-4E7A-48D3-E989-F23ACC568725}"/>
                    </a:ext>
                  </a:extLst>
                </p14:cNvPr>
                <p14:cNvContentPartPr/>
                <p14:nvPr/>
              </p14:nvContentPartPr>
              <p14:xfrm>
                <a:off x="770760" y="2857339"/>
                <a:ext cx="178200" cy="387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3909F11-4E7A-48D3-E989-F23ACC56872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59960" y="2846539"/>
                  <a:ext cx="19944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C128512-F174-293E-DB15-9D2C7D73AC5B}"/>
                    </a:ext>
                  </a:extLst>
                </p14:cNvPr>
                <p14:cNvContentPartPr/>
                <p14:nvPr/>
              </p14:nvContentPartPr>
              <p14:xfrm>
                <a:off x="630360" y="3042739"/>
                <a:ext cx="452160" cy="70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C128512-F174-293E-DB15-9D2C7D73AC5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19920" y="3032299"/>
                  <a:ext cx="4734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E3E6C6F-ED63-FED1-529C-5C7698217FC4}"/>
                    </a:ext>
                  </a:extLst>
                </p14:cNvPr>
                <p14:cNvContentPartPr/>
                <p14:nvPr/>
              </p14:nvContentPartPr>
              <p14:xfrm>
                <a:off x="1125720" y="3065419"/>
                <a:ext cx="164520" cy="1033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E3E6C6F-ED63-FED1-529C-5C7698217FC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15280" y="3054979"/>
                  <a:ext cx="1857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4EFF829-6760-1968-131E-1520839B9CA0}"/>
                    </a:ext>
                  </a:extLst>
                </p14:cNvPr>
                <p14:cNvContentPartPr/>
                <p14:nvPr/>
              </p14:nvContentPartPr>
              <p14:xfrm>
                <a:off x="1348920" y="3024739"/>
                <a:ext cx="184680" cy="972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4EFF829-6760-1968-131E-1520839B9CA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338480" y="3014299"/>
                  <a:ext cx="2059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333EF7D-75DF-C82F-6229-A030E563F117}"/>
                    </a:ext>
                  </a:extLst>
                </p14:cNvPr>
                <p14:cNvContentPartPr/>
                <p14:nvPr/>
              </p14:nvContentPartPr>
              <p14:xfrm>
                <a:off x="1693800" y="2967139"/>
                <a:ext cx="232920" cy="1756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333EF7D-75DF-C82F-6229-A030E563F11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683000" y="2956699"/>
                  <a:ext cx="254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0C57181-DE08-F92B-54C7-F1D429DFAE3A}"/>
                    </a:ext>
                  </a:extLst>
                </p14:cNvPr>
                <p14:cNvContentPartPr/>
                <p14:nvPr/>
              </p14:nvContentPartPr>
              <p14:xfrm>
                <a:off x="1916640" y="2793619"/>
                <a:ext cx="519840" cy="3682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0C57181-DE08-F92B-54C7-F1D429DFAE3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906200" y="2782819"/>
                  <a:ext cx="541080" cy="38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3137F456-D235-F3D1-E7F8-BA0113015E8C}"/>
              </a:ext>
            </a:extLst>
          </p:cNvPr>
          <p:cNvGrpSpPr/>
          <p:nvPr/>
        </p:nvGrpSpPr>
        <p:grpSpPr>
          <a:xfrm>
            <a:off x="5213880" y="2359099"/>
            <a:ext cx="5556600" cy="728640"/>
            <a:chOff x="5213880" y="2359099"/>
            <a:chExt cx="5556600" cy="72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7278A25-CCC4-0500-4A40-4DF93B0BD2A0}"/>
                    </a:ext>
                  </a:extLst>
                </p14:cNvPr>
                <p14:cNvContentPartPr/>
                <p14:nvPr/>
              </p14:nvContentPartPr>
              <p14:xfrm>
                <a:off x="5213880" y="2989099"/>
                <a:ext cx="604080" cy="414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7278A25-CCC4-0500-4A40-4DF93B0BD2A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203080" y="2978299"/>
                  <a:ext cx="6253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DC6670B-8005-81B5-BF59-C7CE79559953}"/>
                    </a:ext>
                  </a:extLst>
                </p14:cNvPr>
                <p14:cNvContentPartPr/>
                <p14:nvPr/>
              </p14:nvContentPartPr>
              <p14:xfrm>
                <a:off x="5310720" y="2922859"/>
                <a:ext cx="387720" cy="856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DC6670B-8005-81B5-BF59-C7CE7955995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299920" y="2912419"/>
                  <a:ext cx="4089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4B71664-B20E-441E-1934-6303A8D0C8A9}"/>
                    </a:ext>
                  </a:extLst>
                </p14:cNvPr>
                <p14:cNvContentPartPr/>
                <p14:nvPr/>
              </p14:nvContentPartPr>
              <p14:xfrm>
                <a:off x="5661360" y="2881459"/>
                <a:ext cx="455400" cy="2062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4B71664-B20E-441E-1934-6303A8D0C8A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650920" y="2870659"/>
                  <a:ext cx="4766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F7BC655-24A4-AE4C-2E5F-8CA92895511D}"/>
                    </a:ext>
                  </a:extLst>
                </p14:cNvPr>
                <p14:cNvContentPartPr/>
                <p14:nvPr/>
              </p14:nvContentPartPr>
              <p14:xfrm>
                <a:off x="6333840" y="2674459"/>
                <a:ext cx="481320" cy="1742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F7BC655-24A4-AE4C-2E5F-8CA92895511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323040" y="2663659"/>
                  <a:ext cx="5025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356F9D0-F6D8-3F6C-2F27-8C4CBA250F4C}"/>
                    </a:ext>
                  </a:extLst>
                </p14:cNvPr>
                <p14:cNvContentPartPr/>
                <p14:nvPr/>
              </p14:nvContentPartPr>
              <p14:xfrm>
                <a:off x="6817680" y="2653219"/>
                <a:ext cx="891720" cy="2710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356F9D0-F6D8-3F6C-2F27-8C4CBA250F4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807240" y="2642779"/>
                  <a:ext cx="9129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C277493-7E55-41B6-FBCD-C63D52A49E0C}"/>
                    </a:ext>
                  </a:extLst>
                </p14:cNvPr>
                <p14:cNvContentPartPr/>
                <p14:nvPr/>
              </p14:nvContentPartPr>
              <p14:xfrm>
                <a:off x="7859520" y="2586259"/>
                <a:ext cx="559440" cy="2818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C277493-7E55-41B6-FBCD-C63D52A49E0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848720" y="2575819"/>
                  <a:ext cx="5806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E1BA67B-97A4-C36F-8436-EB9FF6BC12ED}"/>
                    </a:ext>
                  </a:extLst>
                </p14:cNvPr>
                <p14:cNvContentPartPr/>
                <p14:nvPr/>
              </p14:nvContentPartPr>
              <p14:xfrm>
                <a:off x="8728200" y="2716219"/>
                <a:ext cx="292320" cy="428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E1BA67B-97A4-C36F-8436-EB9FF6BC12E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717400" y="2705779"/>
                  <a:ext cx="3135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5539DAC-2C0A-0753-E187-30AEF9CC25EC}"/>
                    </a:ext>
                  </a:extLst>
                </p14:cNvPr>
                <p14:cNvContentPartPr/>
                <p14:nvPr/>
              </p14:nvContentPartPr>
              <p14:xfrm>
                <a:off x="8789040" y="2684899"/>
                <a:ext cx="171360" cy="277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5539DAC-2C0A-0753-E187-30AEF9CC25E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778600" y="2674099"/>
                  <a:ext cx="1926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1FA428A-257F-258E-49AD-5953ADDED681}"/>
                    </a:ext>
                  </a:extLst>
                </p14:cNvPr>
                <p14:cNvContentPartPr/>
                <p14:nvPr/>
              </p14:nvContentPartPr>
              <p14:xfrm>
                <a:off x="9063720" y="2493739"/>
                <a:ext cx="356400" cy="2257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1FA428A-257F-258E-49AD-5953ADDED68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052920" y="2482939"/>
                  <a:ext cx="3776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D6FC232-CC2F-8136-24DD-EF8B024E9DDF}"/>
                    </a:ext>
                  </a:extLst>
                </p14:cNvPr>
                <p14:cNvContentPartPr/>
                <p14:nvPr/>
              </p14:nvContentPartPr>
              <p14:xfrm>
                <a:off x="9375480" y="2466379"/>
                <a:ext cx="242280" cy="1803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D6FC232-CC2F-8136-24DD-EF8B024E9DD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364680" y="2455579"/>
                  <a:ext cx="2635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115429E-C0D8-0013-8371-FD9A04F26A52}"/>
                    </a:ext>
                  </a:extLst>
                </p14:cNvPr>
                <p14:cNvContentPartPr/>
                <p14:nvPr/>
              </p14:nvContentPartPr>
              <p14:xfrm>
                <a:off x="9820080" y="2614699"/>
                <a:ext cx="19080" cy="79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115429E-C0D8-0013-8371-FD9A04F26A5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809640" y="2603899"/>
                  <a:ext cx="40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8DA0A64-E4C4-E55C-3226-0A0D5A85A9A0}"/>
                    </a:ext>
                  </a:extLst>
                </p14:cNvPr>
                <p14:cNvContentPartPr/>
                <p14:nvPr/>
              </p14:nvContentPartPr>
              <p14:xfrm>
                <a:off x="9917280" y="2404819"/>
                <a:ext cx="260280" cy="2462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8DA0A64-E4C4-E55C-3226-0A0D5A85A9A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906480" y="2394019"/>
                  <a:ext cx="2815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279EBF6-22E3-356E-C90A-BFC34CE20976}"/>
                    </a:ext>
                  </a:extLst>
                </p14:cNvPr>
                <p14:cNvContentPartPr/>
                <p14:nvPr/>
              </p14:nvContentPartPr>
              <p14:xfrm>
                <a:off x="9883800" y="2359099"/>
                <a:ext cx="319320" cy="612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279EBF6-22E3-356E-C90A-BFC34CE2097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873360" y="2348299"/>
                  <a:ext cx="3405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5BDB651-9881-FC52-03BB-F93BC297F5C6}"/>
                    </a:ext>
                  </a:extLst>
                </p14:cNvPr>
                <p14:cNvContentPartPr/>
                <p14:nvPr/>
              </p14:nvContentPartPr>
              <p14:xfrm>
                <a:off x="10385640" y="2362339"/>
                <a:ext cx="384840" cy="4089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5BDB651-9881-FC52-03BB-F93BC297F5C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374840" y="2351899"/>
                  <a:ext cx="406080" cy="43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308B2A66-3289-AD9B-7ADC-C02D46BF89A5}"/>
                  </a:ext>
                </a:extLst>
              </p14:cNvPr>
              <p14:cNvContentPartPr/>
              <p14:nvPr/>
            </p14:nvContentPartPr>
            <p14:xfrm>
              <a:off x="1320480" y="303859"/>
              <a:ext cx="288000" cy="57816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308B2A66-3289-AD9B-7ADC-C02D46BF89A5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309680" y="293419"/>
                <a:ext cx="309240" cy="59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7910749E-987B-F7EB-258F-1C53F09B8894}"/>
              </a:ext>
            </a:extLst>
          </p:cNvPr>
          <p:cNvGrpSpPr/>
          <p:nvPr/>
        </p:nvGrpSpPr>
        <p:grpSpPr>
          <a:xfrm>
            <a:off x="2688480" y="2902699"/>
            <a:ext cx="2027160" cy="455760"/>
            <a:chOff x="2688480" y="2902699"/>
            <a:chExt cx="2027160" cy="45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91C0168-0AB6-4FF1-4737-BE4665A11031}"/>
                    </a:ext>
                  </a:extLst>
                </p14:cNvPr>
                <p14:cNvContentPartPr/>
                <p14:nvPr/>
              </p14:nvContentPartPr>
              <p14:xfrm>
                <a:off x="2755800" y="3163339"/>
                <a:ext cx="304560" cy="378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91C0168-0AB6-4FF1-4737-BE4665A1103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745360" y="3152539"/>
                  <a:ext cx="3258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69236A4-8B3B-14F2-D2F3-6CC9942AEAF2}"/>
                    </a:ext>
                  </a:extLst>
                </p14:cNvPr>
                <p14:cNvContentPartPr/>
                <p14:nvPr/>
              </p14:nvContentPartPr>
              <p14:xfrm>
                <a:off x="2688480" y="3099259"/>
                <a:ext cx="358920" cy="486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69236A4-8B3B-14F2-D2F3-6CC9942AEAF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678040" y="3088819"/>
                  <a:ext cx="3801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681B932-3C34-4BBC-60BE-C52923B6C963}"/>
                    </a:ext>
                  </a:extLst>
                </p14:cNvPr>
                <p14:cNvContentPartPr/>
                <p14:nvPr/>
              </p14:nvContentPartPr>
              <p14:xfrm>
                <a:off x="3210120" y="2946619"/>
                <a:ext cx="384480" cy="1681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681B932-3C34-4BBC-60BE-C52923B6C96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199320" y="2936179"/>
                  <a:ext cx="4057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38B3DDB-5866-4552-DAEE-94C046E0A780}"/>
                    </a:ext>
                  </a:extLst>
                </p14:cNvPr>
                <p14:cNvContentPartPr/>
                <p14:nvPr/>
              </p14:nvContentPartPr>
              <p14:xfrm>
                <a:off x="3623760" y="2927539"/>
                <a:ext cx="291240" cy="2044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38B3DDB-5866-4552-DAEE-94C046E0A78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613320" y="2917099"/>
                  <a:ext cx="3124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053D8E5-71F2-8CFE-6CA1-10CA53853E0B}"/>
                    </a:ext>
                  </a:extLst>
                </p14:cNvPr>
                <p14:cNvContentPartPr/>
                <p14:nvPr/>
              </p14:nvContentPartPr>
              <p14:xfrm>
                <a:off x="4078800" y="3074779"/>
                <a:ext cx="37800" cy="21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053D8E5-71F2-8CFE-6CA1-10CA53853E0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068360" y="3063979"/>
                  <a:ext cx="59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5D73B8A-5077-DE0C-D279-EB1B209CDEF9}"/>
                    </a:ext>
                  </a:extLst>
                </p14:cNvPr>
                <p14:cNvContentPartPr/>
                <p14:nvPr/>
              </p14:nvContentPartPr>
              <p14:xfrm>
                <a:off x="4175640" y="2902699"/>
                <a:ext cx="540000" cy="1976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5D73B8A-5077-DE0C-D279-EB1B209CDEF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165200" y="2892259"/>
                  <a:ext cx="5612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3553A33-44C8-2089-6444-DA8EFC782F7A}"/>
                    </a:ext>
                  </a:extLst>
                </p14:cNvPr>
                <p14:cNvContentPartPr/>
                <p14:nvPr/>
              </p14:nvContentPartPr>
              <p14:xfrm>
                <a:off x="3390120" y="3240379"/>
                <a:ext cx="1177920" cy="1180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3553A33-44C8-2089-6444-DA8EFC782F7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379680" y="3229579"/>
                  <a:ext cx="1199160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CA8EA6C-1CBC-5090-F9A1-38894365D357}"/>
              </a:ext>
            </a:extLst>
          </p:cNvPr>
          <p:cNvGrpSpPr/>
          <p:nvPr/>
        </p:nvGrpSpPr>
        <p:grpSpPr>
          <a:xfrm>
            <a:off x="2793600" y="1383499"/>
            <a:ext cx="1305360" cy="682200"/>
            <a:chOff x="2793600" y="1383499"/>
            <a:chExt cx="1305360" cy="68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2F690E4-52BB-D0C2-A2C0-4F25F96511A0}"/>
                    </a:ext>
                  </a:extLst>
                </p14:cNvPr>
                <p14:cNvContentPartPr/>
                <p14:nvPr/>
              </p14:nvContentPartPr>
              <p14:xfrm>
                <a:off x="3186720" y="1678699"/>
                <a:ext cx="207000" cy="63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2F690E4-52BB-D0C2-A2C0-4F25F96511A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175920" y="1667899"/>
                  <a:ext cx="2282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C7AD2A9-E87E-813A-DCD0-787C8918BBF0}"/>
                    </a:ext>
                  </a:extLst>
                </p14:cNvPr>
                <p14:cNvContentPartPr/>
                <p14:nvPr/>
              </p14:nvContentPartPr>
              <p14:xfrm>
                <a:off x="2981520" y="1659259"/>
                <a:ext cx="160200" cy="507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C7AD2A9-E87E-813A-DCD0-787C8918BBF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970720" y="1648459"/>
                  <a:ext cx="1814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2BDF584-C25A-DBD7-2A9E-D086295AF9BA}"/>
                    </a:ext>
                  </a:extLst>
                </p14:cNvPr>
                <p14:cNvContentPartPr/>
                <p14:nvPr/>
              </p14:nvContentPartPr>
              <p14:xfrm>
                <a:off x="3181680" y="1546579"/>
                <a:ext cx="260280" cy="120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2BDF584-C25A-DBD7-2A9E-D086295AF9B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171240" y="1535779"/>
                  <a:ext cx="2815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A486E61-8839-03CB-759F-019368B951D8}"/>
                    </a:ext>
                  </a:extLst>
                </p14:cNvPr>
                <p14:cNvContentPartPr/>
                <p14:nvPr/>
              </p14:nvContentPartPr>
              <p14:xfrm>
                <a:off x="3339000" y="1500499"/>
                <a:ext cx="286920" cy="1339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A486E61-8839-03CB-759F-019368B951D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328560" y="1489699"/>
                  <a:ext cx="3081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2AE29D5-1058-FCEA-E1C7-D52190490516}"/>
                    </a:ext>
                  </a:extLst>
                </p14:cNvPr>
                <p14:cNvContentPartPr/>
                <p14:nvPr/>
              </p14:nvContentPartPr>
              <p14:xfrm>
                <a:off x="3713040" y="1524979"/>
                <a:ext cx="43560" cy="54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2AE29D5-1058-FCEA-E1C7-D5219049051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702240" y="1514539"/>
                  <a:ext cx="648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4E65AE2-54CE-A41B-8379-E25B83FEC214}"/>
                    </a:ext>
                  </a:extLst>
                </p14:cNvPr>
                <p14:cNvContentPartPr/>
                <p14:nvPr/>
              </p14:nvContentPartPr>
              <p14:xfrm>
                <a:off x="3753360" y="1383499"/>
                <a:ext cx="330840" cy="186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4E65AE2-54CE-A41B-8379-E25B83FEC21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742560" y="1373059"/>
                  <a:ext cx="3520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F5AFF1E-3C3C-398F-C6D5-D783EF1F1723}"/>
                    </a:ext>
                  </a:extLst>
                </p14:cNvPr>
                <p14:cNvContentPartPr/>
                <p14:nvPr/>
              </p14:nvContentPartPr>
              <p14:xfrm>
                <a:off x="2793600" y="1742779"/>
                <a:ext cx="1305360" cy="3229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F5AFF1E-3C3C-398F-C6D5-D783EF1F172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83160" y="1732339"/>
                  <a:ext cx="1326600" cy="34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444C4820-42AF-2553-0B0F-15429562E316}"/>
              </a:ext>
            </a:extLst>
          </p:cNvPr>
          <p:cNvGrpSpPr/>
          <p:nvPr/>
        </p:nvGrpSpPr>
        <p:grpSpPr>
          <a:xfrm>
            <a:off x="829080" y="4251979"/>
            <a:ext cx="3489120" cy="1688040"/>
            <a:chOff x="829080" y="4251979"/>
            <a:chExt cx="3489120" cy="168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88CFA5F-9012-942B-28B4-5DE87031865C}"/>
                    </a:ext>
                  </a:extLst>
                </p14:cNvPr>
                <p14:cNvContentPartPr/>
                <p14:nvPr/>
              </p14:nvContentPartPr>
              <p14:xfrm>
                <a:off x="829080" y="4251979"/>
                <a:ext cx="2618640" cy="9378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88CFA5F-9012-942B-28B4-5DE87031865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18640" y="4241539"/>
                  <a:ext cx="2639880" cy="9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8640CB2-3705-ABF0-03C9-2EB7CF6CE4DF}"/>
                    </a:ext>
                  </a:extLst>
                </p14:cNvPr>
                <p14:cNvContentPartPr/>
                <p14:nvPr/>
              </p14:nvContentPartPr>
              <p14:xfrm>
                <a:off x="897120" y="5288419"/>
                <a:ext cx="1102680" cy="651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8640CB2-3705-ABF0-03C9-2EB7CF6CE4D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86320" y="5277619"/>
                  <a:ext cx="1123920" cy="67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B2BD63F-1E79-E6C1-DA13-9DD3C7AD076B}"/>
                    </a:ext>
                  </a:extLst>
                </p14:cNvPr>
                <p14:cNvContentPartPr/>
                <p14:nvPr/>
              </p14:nvContentPartPr>
              <p14:xfrm>
                <a:off x="3456720" y="5238019"/>
                <a:ext cx="861480" cy="4420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B2BD63F-1E79-E6C1-DA13-9DD3C7AD076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445920" y="5227219"/>
                  <a:ext cx="88272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0BFF898-6C8D-9F76-D8D6-298AA2999B31}"/>
                    </a:ext>
                  </a:extLst>
                </p14:cNvPr>
                <p14:cNvContentPartPr/>
                <p14:nvPr/>
              </p14:nvContentPartPr>
              <p14:xfrm>
                <a:off x="1665000" y="5760379"/>
                <a:ext cx="2510640" cy="1342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0BFF898-6C8D-9F76-D8D6-298AA2999B3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654200" y="5749579"/>
                  <a:ext cx="2531880" cy="15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509F29A0-B676-0525-94DB-19B4EBCE23C5}"/>
                  </a:ext>
                </a:extLst>
              </p14:cNvPr>
              <p14:cNvContentPartPr/>
              <p14:nvPr/>
            </p14:nvContentPartPr>
            <p14:xfrm>
              <a:off x="866880" y="4338019"/>
              <a:ext cx="244440" cy="30996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509F29A0-B676-0525-94DB-19B4EBCE23C5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856080" y="4327219"/>
                <a:ext cx="26568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79E510B3-03A5-FEF3-7C4B-27C68BA45F3C}"/>
                  </a:ext>
                </a:extLst>
              </p14:cNvPr>
              <p14:cNvContentPartPr/>
              <p14:nvPr/>
            </p14:nvContentPartPr>
            <p14:xfrm>
              <a:off x="956880" y="4131739"/>
              <a:ext cx="265320" cy="41076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79E510B3-03A5-FEF3-7C4B-27C68BA45F3C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946440" y="4120939"/>
                <a:ext cx="2865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D7313B8A-2959-AAF0-EF9B-E41968F898AA}"/>
                  </a:ext>
                </a:extLst>
              </p14:cNvPr>
              <p14:cNvContentPartPr/>
              <p14:nvPr/>
            </p14:nvContentPartPr>
            <p14:xfrm>
              <a:off x="972000" y="3925459"/>
              <a:ext cx="317160" cy="30384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D7313B8A-2959-AAF0-EF9B-E41968F898AA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961560" y="3914659"/>
                <a:ext cx="33840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6CC067BE-E0A9-5DC8-AED5-A4FFA0CBFE23}"/>
                  </a:ext>
                </a:extLst>
              </p14:cNvPr>
              <p14:cNvContentPartPr/>
              <p14:nvPr/>
            </p14:nvContentPartPr>
            <p14:xfrm>
              <a:off x="912240" y="4054699"/>
              <a:ext cx="197280" cy="6552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6CC067BE-E0A9-5DC8-AED5-A4FFA0CBFE23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901800" y="4044259"/>
                <a:ext cx="21852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98BE8D82-65AB-7407-AF18-9F139A3BE6B5}"/>
                  </a:ext>
                </a:extLst>
              </p14:cNvPr>
              <p14:cNvContentPartPr/>
              <p14:nvPr/>
            </p14:nvContentPartPr>
            <p14:xfrm>
              <a:off x="1149480" y="3997459"/>
              <a:ext cx="199800" cy="18684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98BE8D82-65AB-7407-AF18-9F139A3BE6B5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1138680" y="3987019"/>
                <a:ext cx="22104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EBE39434-DFBB-830F-1456-39A37C7AC568}"/>
                  </a:ext>
                </a:extLst>
              </p14:cNvPr>
              <p14:cNvContentPartPr/>
              <p14:nvPr/>
            </p14:nvContentPartPr>
            <p14:xfrm>
              <a:off x="1170000" y="3975499"/>
              <a:ext cx="235080" cy="9396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EBE39434-DFBB-830F-1456-39A37C7AC568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1159560" y="3964699"/>
                <a:ext cx="25632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5342ED63-AC8D-3D77-23B1-33139F46C31C}"/>
                  </a:ext>
                </a:extLst>
              </p14:cNvPr>
              <p14:cNvContentPartPr/>
              <p14:nvPr/>
            </p14:nvContentPartPr>
            <p14:xfrm>
              <a:off x="1366920" y="3953179"/>
              <a:ext cx="140400" cy="16416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5342ED63-AC8D-3D77-23B1-33139F46C31C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1356120" y="3942739"/>
                <a:ext cx="16164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11AA185B-267B-4045-3E0E-CF2837B2A6FF}"/>
                  </a:ext>
                </a:extLst>
              </p14:cNvPr>
              <p14:cNvContentPartPr/>
              <p14:nvPr/>
            </p14:nvContentPartPr>
            <p14:xfrm>
              <a:off x="1348920" y="3953539"/>
              <a:ext cx="167040" cy="5436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11AA185B-267B-4045-3E0E-CF2837B2A6FF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1338480" y="3942739"/>
                <a:ext cx="18828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1BC19FE5-840A-6665-6E1D-C74BA2E8E807}"/>
                  </a:ext>
                </a:extLst>
              </p14:cNvPr>
              <p14:cNvContentPartPr/>
              <p14:nvPr/>
            </p14:nvContentPartPr>
            <p14:xfrm>
              <a:off x="1491840" y="3815659"/>
              <a:ext cx="209520" cy="15840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1BC19FE5-840A-6665-6E1D-C74BA2E8E807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481040" y="3805219"/>
                <a:ext cx="23076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9AE0FEEF-9F1A-40A0-5A0A-54C209211684}"/>
                  </a:ext>
                </a:extLst>
              </p14:cNvPr>
              <p14:cNvContentPartPr/>
              <p14:nvPr/>
            </p14:nvContentPartPr>
            <p14:xfrm>
              <a:off x="1731240" y="4072699"/>
              <a:ext cx="222120" cy="29700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9AE0FEEF-9F1A-40A0-5A0A-54C209211684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1720440" y="4062259"/>
                <a:ext cx="24336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FCBFE2B1-1E0A-7C1C-C7AE-D0963B2E294D}"/>
                  </a:ext>
                </a:extLst>
              </p14:cNvPr>
              <p14:cNvContentPartPr/>
              <p14:nvPr/>
            </p14:nvContentPartPr>
            <p14:xfrm>
              <a:off x="2075400" y="3917539"/>
              <a:ext cx="228600" cy="19908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FCBFE2B1-1E0A-7C1C-C7AE-D0963B2E294D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2064960" y="3907099"/>
                <a:ext cx="24984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1A278349-4A56-47C3-EBBB-B1DD33139CC6}"/>
                  </a:ext>
                </a:extLst>
              </p14:cNvPr>
              <p14:cNvContentPartPr/>
              <p14:nvPr/>
            </p14:nvContentPartPr>
            <p14:xfrm>
              <a:off x="2051280" y="3993139"/>
              <a:ext cx="165600" cy="2916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1A278349-4A56-47C3-EBBB-B1DD33139CC6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2040840" y="3982339"/>
                <a:ext cx="18684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0A10E39F-3395-E030-C40A-A191A700171E}"/>
                  </a:ext>
                </a:extLst>
              </p14:cNvPr>
              <p14:cNvContentPartPr/>
              <p14:nvPr/>
            </p14:nvContentPartPr>
            <p14:xfrm>
              <a:off x="2244240" y="3956059"/>
              <a:ext cx="151920" cy="20736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0A10E39F-3395-E030-C40A-A191A700171E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2233800" y="3945259"/>
                <a:ext cx="17316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D84BCA84-8EF8-EAF6-293E-C964B0B39CD5}"/>
                  </a:ext>
                </a:extLst>
              </p14:cNvPr>
              <p14:cNvContentPartPr/>
              <p14:nvPr/>
            </p14:nvContentPartPr>
            <p14:xfrm>
              <a:off x="2218680" y="3929779"/>
              <a:ext cx="178200" cy="7704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D84BCA84-8EF8-EAF6-293E-C964B0B39CD5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2208240" y="3919339"/>
                <a:ext cx="19944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F1E46658-10A0-E878-1146-7287853D39F1}"/>
                  </a:ext>
                </a:extLst>
              </p14:cNvPr>
              <p14:cNvContentPartPr/>
              <p14:nvPr/>
            </p14:nvContentPartPr>
            <p14:xfrm>
              <a:off x="2368080" y="3938779"/>
              <a:ext cx="129960" cy="17388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F1E46658-10A0-E878-1146-7287853D39F1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2357640" y="3928339"/>
                <a:ext cx="15120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97305BB8-83C8-5A6B-3088-08B87883E314}"/>
                  </a:ext>
                </a:extLst>
              </p14:cNvPr>
              <p14:cNvContentPartPr/>
              <p14:nvPr/>
            </p14:nvContentPartPr>
            <p14:xfrm>
              <a:off x="2376000" y="3903859"/>
              <a:ext cx="141120" cy="8640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97305BB8-83C8-5A6B-3088-08B87883E314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2365560" y="3893419"/>
                <a:ext cx="16236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FF4B4D04-0A2B-2D24-B751-272252BC6F10}"/>
                  </a:ext>
                </a:extLst>
              </p14:cNvPr>
              <p14:cNvContentPartPr/>
              <p14:nvPr/>
            </p14:nvContentPartPr>
            <p14:xfrm>
              <a:off x="2538360" y="3831499"/>
              <a:ext cx="171360" cy="11196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FF4B4D04-0A2B-2D24-B751-272252BC6F10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2527920" y="3821059"/>
                <a:ext cx="19260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613B608C-8772-FA76-1006-425857E98C85}"/>
                  </a:ext>
                </a:extLst>
              </p14:cNvPr>
              <p14:cNvContentPartPr/>
              <p14:nvPr/>
            </p14:nvContentPartPr>
            <p14:xfrm>
              <a:off x="2495880" y="4129939"/>
              <a:ext cx="384120" cy="29052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613B608C-8772-FA76-1006-425857E98C85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2485440" y="4119499"/>
                <a:ext cx="40536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62C48884-1197-BA84-FF87-65C58F73C452}"/>
                  </a:ext>
                </a:extLst>
              </p14:cNvPr>
              <p14:cNvContentPartPr/>
              <p14:nvPr/>
            </p14:nvContentPartPr>
            <p14:xfrm>
              <a:off x="3240720" y="3898819"/>
              <a:ext cx="295200" cy="21384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62C48884-1197-BA84-FF87-65C58F73C452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230280" y="3888019"/>
                <a:ext cx="31644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382722A4-D66F-0023-FD57-6855EABC3A71}"/>
                  </a:ext>
                </a:extLst>
              </p14:cNvPr>
              <p14:cNvContentPartPr/>
              <p14:nvPr/>
            </p14:nvContentPartPr>
            <p14:xfrm>
              <a:off x="3239640" y="3963259"/>
              <a:ext cx="200160" cy="3528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382722A4-D66F-0023-FD57-6855EABC3A71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229200" y="3952459"/>
                <a:ext cx="22140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BD012473-A634-7C05-9450-57C9750F54F5}"/>
                  </a:ext>
                </a:extLst>
              </p14:cNvPr>
              <p14:cNvContentPartPr/>
              <p14:nvPr/>
            </p14:nvContentPartPr>
            <p14:xfrm>
              <a:off x="3499560" y="3906739"/>
              <a:ext cx="156960" cy="20160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BD012473-A634-7C05-9450-57C9750F54F5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3488760" y="3895939"/>
                <a:ext cx="17820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0F65DD33-3C31-C486-6FB4-70863D6317A2}"/>
                  </a:ext>
                </a:extLst>
              </p14:cNvPr>
              <p14:cNvContentPartPr/>
              <p14:nvPr/>
            </p14:nvContentPartPr>
            <p14:xfrm>
              <a:off x="3529080" y="3905659"/>
              <a:ext cx="131400" cy="6336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0F65DD33-3C31-C486-6FB4-70863D6317A2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3518280" y="3895219"/>
                <a:ext cx="15264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2EB839E4-E32D-A9AD-AC5F-EDB95B00F76D}"/>
                  </a:ext>
                </a:extLst>
              </p14:cNvPr>
              <p14:cNvContentPartPr/>
              <p14:nvPr/>
            </p14:nvContentPartPr>
            <p14:xfrm>
              <a:off x="3691440" y="3884779"/>
              <a:ext cx="150480" cy="16128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2EB839E4-E32D-A9AD-AC5F-EDB95B00F76D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3680640" y="3874339"/>
                <a:ext cx="17172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FB9F885C-1CBC-FD93-AC2A-291BEC0CD9B1}"/>
                  </a:ext>
                </a:extLst>
              </p14:cNvPr>
              <p14:cNvContentPartPr/>
              <p14:nvPr/>
            </p14:nvContentPartPr>
            <p14:xfrm>
              <a:off x="3737520" y="3870019"/>
              <a:ext cx="153000" cy="7416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FB9F885C-1CBC-FD93-AC2A-291BEC0CD9B1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3727080" y="3859219"/>
                <a:ext cx="17424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C7AE2247-9C8A-EBF6-C0CE-FD021EB45DAB}"/>
                  </a:ext>
                </a:extLst>
              </p14:cNvPr>
              <p14:cNvContentPartPr/>
              <p14:nvPr/>
            </p14:nvContentPartPr>
            <p14:xfrm>
              <a:off x="3865320" y="3745459"/>
              <a:ext cx="239400" cy="14400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C7AE2247-9C8A-EBF6-C0CE-FD021EB45DAB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3854880" y="3734659"/>
                <a:ext cx="260640" cy="16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0" name="Group 189">
            <a:extLst>
              <a:ext uri="{FF2B5EF4-FFF2-40B4-BE49-F238E27FC236}">
                <a16:creationId xmlns:a16="http://schemas.microsoft.com/office/drawing/2014/main" id="{F2CED94D-14B4-4325-5B2E-FA09BC36B2AF}"/>
              </a:ext>
            </a:extLst>
          </p:cNvPr>
          <p:cNvGrpSpPr/>
          <p:nvPr/>
        </p:nvGrpSpPr>
        <p:grpSpPr>
          <a:xfrm>
            <a:off x="3345120" y="1644139"/>
            <a:ext cx="760320" cy="295200"/>
            <a:chOff x="3345120" y="1644139"/>
            <a:chExt cx="760320" cy="29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90000C1-188D-1626-719C-F1A67F479322}"/>
                    </a:ext>
                  </a:extLst>
                </p14:cNvPr>
                <p14:cNvContentPartPr/>
                <p14:nvPr/>
              </p14:nvContentPartPr>
              <p14:xfrm>
                <a:off x="3345120" y="1742419"/>
                <a:ext cx="707400" cy="1969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90000C1-188D-1626-719C-F1A67F47932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334320" y="1731619"/>
                  <a:ext cx="7286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7996562-736D-37D1-9899-3E5043431E0C}"/>
                    </a:ext>
                  </a:extLst>
                </p14:cNvPr>
                <p14:cNvContentPartPr/>
                <p14:nvPr/>
              </p14:nvContentPartPr>
              <p14:xfrm>
                <a:off x="3466080" y="1644139"/>
                <a:ext cx="639360" cy="1753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7996562-736D-37D1-9899-3E5043431E0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455640" y="1633339"/>
                  <a:ext cx="66060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5E32529C-1418-3125-EE6A-1E8D4B9F4634}"/>
              </a:ext>
            </a:extLst>
          </p:cNvPr>
          <p:cNvGrpSpPr/>
          <p:nvPr/>
        </p:nvGrpSpPr>
        <p:grpSpPr>
          <a:xfrm>
            <a:off x="3400200" y="3219859"/>
            <a:ext cx="893880" cy="194400"/>
            <a:chOff x="3400200" y="3219859"/>
            <a:chExt cx="893880" cy="19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3CE3931-7869-4289-8878-A4208E83B7B2}"/>
                    </a:ext>
                  </a:extLst>
                </p14:cNvPr>
                <p14:cNvContentPartPr/>
                <p14:nvPr/>
              </p14:nvContentPartPr>
              <p14:xfrm>
                <a:off x="3400200" y="3314899"/>
                <a:ext cx="882360" cy="993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3CE3931-7869-4289-8878-A4208E83B7B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389400" y="3304099"/>
                  <a:ext cx="9036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670E48B-C2AB-8310-DB95-F6552015B738}"/>
                    </a:ext>
                  </a:extLst>
                </p14:cNvPr>
                <p14:cNvContentPartPr/>
                <p14:nvPr/>
              </p14:nvContentPartPr>
              <p14:xfrm>
                <a:off x="3660480" y="3219859"/>
                <a:ext cx="633600" cy="810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670E48B-C2AB-8310-DB95-F6552015B73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649680" y="3209059"/>
                  <a:ext cx="654840" cy="10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CC8A0CAF-1C59-3BF1-4A7E-6772C67937F1}"/>
                  </a:ext>
                </a:extLst>
              </p14:cNvPr>
              <p14:cNvContentPartPr/>
              <p14:nvPr/>
            </p14:nvContentPartPr>
            <p14:xfrm>
              <a:off x="1311840" y="4463659"/>
              <a:ext cx="224280" cy="15768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CC8A0CAF-1C59-3BF1-4A7E-6772C67937F1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1301400" y="4452859"/>
                <a:ext cx="245520" cy="17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6" name="Group 215">
            <a:extLst>
              <a:ext uri="{FF2B5EF4-FFF2-40B4-BE49-F238E27FC236}">
                <a16:creationId xmlns:a16="http://schemas.microsoft.com/office/drawing/2014/main" id="{67DF3F4F-B174-BDBE-01F3-57CC4078437D}"/>
              </a:ext>
            </a:extLst>
          </p:cNvPr>
          <p:cNvGrpSpPr/>
          <p:nvPr/>
        </p:nvGrpSpPr>
        <p:grpSpPr>
          <a:xfrm>
            <a:off x="4997880" y="3803419"/>
            <a:ext cx="6775200" cy="640440"/>
            <a:chOff x="4997880" y="3803419"/>
            <a:chExt cx="6775200" cy="64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3CA91A6E-8F62-7BA0-0FF6-70A06F947490}"/>
                    </a:ext>
                  </a:extLst>
                </p14:cNvPr>
                <p14:cNvContentPartPr/>
                <p14:nvPr/>
              </p14:nvContentPartPr>
              <p14:xfrm>
                <a:off x="4997880" y="4213819"/>
                <a:ext cx="290520" cy="2300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3CA91A6E-8F62-7BA0-0FF6-70A06F94749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987080" y="4203019"/>
                  <a:ext cx="3117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BFC8612-1775-AA37-CD57-8B56468EA30C}"/>
                    </a:ext>
                  </a:extLst>
                </p14:cNvPr>
                <p14:cNvContentPartPr/>
                <p14:nvPr/>
              </p14:nvContentPartPr>
              <p14:xfrm>
                <a:off x="5510160" y="4270699"/>
                <a:ext cx="102240" cy="1386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BFC8612-1775-AA37-CD57-8B56468EA30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499720" y="4259899"/>
                  <a:ext cx="1234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F5195B6-F112-DC9B-9028-B535BE50D706}"/>
                    </a:ext>
                  </a:extLst>
                </p14:cNvPr>
                <p14:cNvContentPartPr/>
                <p14:nvPr/>
              </p14:nvContentPartPr>
              <p14:xfrm>
                <a:off x="5446080" y="4176739"/>
                <a:ext cx="35280" cy="190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F5195B6-F112-DC9B-9028-B535BE50D70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435280" y="4165939"/>
                  <a:ext cx="56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E2F3C753-22F3-BAD4-94F4-548642622BEB}"/>
                    </a:ext>
                  </a:extLst>
                </p14:cNvPr>
                <p14:cNvContentPartPr/>
                <p14:nvPr/>
              </p14:nvContentPartPr>
              <p14:xfrm>
                <a:off x="5689440" y="4208779"/>
                <a:ext cx="204120" cy="2178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E2F3C753-22F3-BAD4-94F4-548642622BE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678640" y="4197979"/>
                  <a:ext cx="2253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B5E8FAF-5507-F245-13D4-50FEA0AEB51C}"/>
                    </a:ext>
                  </a:extLst>
                </p14:cNvPr>
                <p14:cNvContentPartPr/>
                <p14:nvPr/>
              </p14:nvContentPartPr>
              <p14:xfrm>
                <a:off x="6017760" y="4146499"/>
                <a:ext cx="201240" cy="2545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B5E8FAF-5507-F245-13D4-50FEA0AEB51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007320" y="4136059"/>
                  <a:ext cx="2224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3268F31-F45D-5E5E-B3D0-4B0A82094B77}"/>
                    </a:ext>
                  </a:extLst>
                </p14:cNvPr>
                <p14:cNvContentPartPr/>
                <p14:nvPr/>
              </p14:nvContentPartPr>
              <p14:xfrm>
                <a:off x="5974560" y="4243699"/>
                <a:ext cx="276840" cy="342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3268F31-F45D-5E5E-B3D0-4B0A82094B7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964120" y="4232899"/>
                  <a:ext cx="2980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30A8CAD-F102-4DEE-DD00-E77A5B855C21}"/>
                    </a:ext>
                  </a:extLst>
                </p14:cNvPr>
                <p14:cNvContentPartPr/>
                <p14:nvPr/>
              </p14:nvContentPartPr>
              <p14:xfrm>
                <a:off x="6363360" y="4197259"/>
                <a:ext cx="250200" cy="1101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30A8CAD-F102-4DEE-DD00-E77A5B855C2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352560" y="4186819"/>
                  <a:ext cx="2714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6AEF67A-C424-234A-2F66-B37F1086E7E5}"/>
                    </a:ext>
                  </a:extLst>
                </p14:cNvPr>
                <p14:cNvContentPartPr/>
                <p14:nvPr/>
              </p14:nvContentPartPr>
              <p14:xfrm>
                <a:off x="6657840" y="4145059"/>
                <a:ext cx="412920" cy="1846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6AEF67A-C424-234A-2F66-B37F1086E7E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647040" y="4134619"/>
                  <a:ext cx="4341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8E4252A0-B989-3518-DCFC-AE9102AD6D09}"/>
                    </a:ext>
                  </a:extLst>
                </p14:cNvPr>
                <p14:cNvContentPartPr/>
                <p14:nvPr/>
              </p14:nvContentPartPr>
              <p14:xfrm>
                <a:off x="6969600" y="3933379"/>
                <a:ext cx="312840" cy="3178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8E4252A0-B989-3518-DCFC-AE9102AD6D0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959160" y="3922939"/>
                  <a:ext cx="3340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2C1C93B-3E0E-AE7B-362F-5C48992307E8}"/>
                    </a:ext>
                  </a:extLst>
                </p14:cNvPr>
                <p14:cNvContentPartPr/>
                <p14:nvPr/>
              </p14:nvContentPartPr>
              <p14:xfrm>
                <a:off x="7600680" y="4073779"/>
                <a:ext cx="992520" cy="2073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2C1C93B-3E0E-AE7B-362F-5C48992307E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590240" y="4062979"/>
                  <a:ext cx="10137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9F1339D-FF1A-8B00-949A-3D62DBFEEA24}"/>
                    </a:ext>
                  </a:extLst>
                </p14:cNvPr>
                <p14:cNvContentPartPr/>
                <p14:nvPr/>
              </p14:nvContentPartPr>
              <p14:xfrm>
                <a:off x="8536320" y="4072339"/>
                <a:ext cx="309600" cy="1252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9F1339D-FF1A-8B00-949A-3D62DBFEEA2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525520" y="4061539"/>
                  <a:ext cx="3308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F191DE6-C81B-5C18-2F30-5EB30C8E76FA}"/>
                    </a:ext>
                  </a:extLst>
                </p14:cNvPr>
                <p14:cNvContentPartPr/>
                <p14:nvPr/>
              </p14:nvContentPartPr>
              <p14:xfrm>
                <a:off x="8936640" y="4066939"/>
                <a:ext cx="173520" cy="1591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F191DE6-C81B-5C18-2F30-5EB30C8E76F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926200" y="4056139"/>
                  <a:ext cx="1947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43547D24-5664-075A-C78E-C36DAECD96EA}"/>
                    </a:ext>
                  </a:extLst>
                </p14:cNvPr>
                <p14:cNvContentPartPr/>
                <p14:nvPr/>
              </p14:nvContentPartPr>
              <p14:xfrm>
                <a:off x="9000360" y="4026619"/>
                <a:ext cx="46080" cy="122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43547D24-5664-075A-C78E-C36DAECD96E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989560" y="4016179"/>
                  <a:ext cx="673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026B355F-1E41-7E3F-C00A-6F8D6899C0D6}"/>
                    </a:ext>
                  </a:extLst>
                </p14:cNvPr>
                <p14:cNvContentPartPr/>
                <p14:nvPr/>
              </p14:nvContentPartPr>
              <p14:xfrm>
                <a:off x="9091080" y="4066219"/>
                <a:ext cx="168480" cy="1612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026B355F-1E41-7E3F-C00A-6F8D6899C0D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080640" y="4055779"/>
                  <a:ext cx="1897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F3B4CC5-26F4-4A8B-7F55-0A44053DFF9C}"/>
                    </a:ext>
                  </a:extLst>
                </p14:cNvPr>
                <p14:cNvContentPartPr/>
                <p14:nvPr/>
              </p14:nvContentPartPr>
              <p14:xfrm>
                <a:off x="9430200" y="4059019"/>
                <a:ext cx="208080" cy="2070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F3B4CC5-26F4-4A8B-7F55-0A44053DFF9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419760" y="4048219"/>
                  <a:ext cx="2293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7665BB9-A664-F3BB-093B-FD4AB8E4C13A}"/>
                    </a:ext>
                  </a:extLst>
                </p14:cNvPr>
                <p14:cNvContentPartPr/>
                <p14:nvPr/>
              </p14:nvContentPartPr>
              <p14:xfrm>
                <a:off x="9677520" y="4036339"/>
                <a:ext cx="306360" cy="1414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7665BB9-A664-F3BB-093B-FD4AB8E4C13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666720" y="4025539"/>
                  <a:ext cx="3276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1A36C58-F42C-F365-F5E2-BC9994F843B7}"/>
                    </a:ext>
                  </a:extLst>
                </p14:cNvPr>
                <p14:cNvContentPartPr/>
                <p14:nvPr/>
              </p14:nvContentPartPr>
              <p14:xfrm>
                <a:off x="9936720" y="3803419"/>
                <a:ext cx="1836360" cy="4413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1A36C58-F42C-F365-F5E2-BC9994F843B7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926280" y="3792619"/>
                  <a:ext cx="1857600" cy="46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E35DE5A4-071C-C8B6-7040-0E9F017C3EE1}"/>
              </a:ext>
            </a:extLst>
          </p:cNvPr>
          <p:cNvGrpSpPr/>
          <p:nvPr/>
        </p:nvGrpSpPr>
        <p:grpSpPr>
          <a:xfrm>
            <a:off x="7110000" y="4967659"/>
            <a:ext cx="1413720" cy="304200"/>
            <a:chOff x="7110000" y="4967659"/>
            <a:chExt cx="141372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F0919FC-B497-FF7D-81D8-56775FBF6384}"/>
                    </a:ext>
                  </a:extLst>
                </p14:cNvPr>
                <p14:cNvContentPartPr/>
                <p14:nvPr/>
              </p14:nvContentPartPr>
              <p14:xfrm>
                <a:off x="7110000" y="4971259"/>
                <a:ext cx="296640" cy="2538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F0919FC-B497-FF7D-81D8-56775FBF6384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099200" y="4960459"/>
                  <a:ext cx="3178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60AD67C-1283-B5C4-E925-5BE0420F26AE}"/>
                    </a:ext>
                  </a:extLst>
                </p14:cNvPr>
                <p14:cNvContentPartPr/>
                <p14:nvPr/>
              </p14:nvContentPartPr>
              <p14:xfrm>
                <a:off x="7365600" y="5047219"/>
                <a:ext cx="404640" cy="2246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60AD67C-1283-B5C4-E925-5BE0420F26A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355160" y="5036419"/>
                  <a:ext cx="4258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E2AF18D4-AA58-ACDD-5B58-B3C101EA53D1}"/>
                    </a:ext>
                  </a:extLst>
                </p14:cNvPr>
                <p14:cNvContentPartPr/>
                <p14:nvPr/>
              </p14:nvContentPartPr>
              <p14:xfrm>
                <a:off x="7739280" y="5092939"/>
                <a:ext cx="295920" cy="986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E2AF18D4-AA58-ACDD-5B58-B3C101EA53D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728480" y="5082139"/>
                  <a:ext cx="3171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F84C11F-9EBF-5AAD-FF14-DF4F9CE7603B}"/>
                    </a:ext>
                  </a:extLst>
                </p14:cNvPr>
                <p14:cNvContentPartPr/>
                <p14:nvPr/>
              </p14:nvContentPartPr>
              <p14:xfrm>
                <a:off x="8048520" y="4967659"/>
                <a:ext cx="475200" cy="2073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F84C11F-9EBF-5AAD-FF14-DF4F9CE7603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037720" y="4957219"/>
                  <a:ext cx="496440" cy="22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1C5A7961-7959-DA92-7990-830CD593DEF8}"/>
                  </a:ext>
                </a:extLst>
              </p14:cNvPr>
              <p14:cNvContentPartPr/>
              <p14:nvPr/>
            </p14:nvContentPartPr>
            <p14:xfrm>
              <a:off x="893520" y="4817539"/>
              <a:ext cx="879480" cy="35280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1C5A7961-7959-DA92-7990-830CD593DEF8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883080" y="4807099"/>
                <a:ext cx="900720" cy="37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2" name="Group 231">
            <a:extLst>
              <a:ext uri="{FF2B5EF4-FFF2-40B4-BE49-F238E27FC236}">
                <a16:creationId xmlns:a16="http://schemas.microsoft.com/office/drawing/2014/main" id="{ABECF12B-9D1B-84D8-5CF7-40C8E5443D21}"/>
              </a:ext>
            </a:extLst>
          </p:cNvPr>
          <p:cNvGrpSpPr/>
          <p:nvPr/>
        </p:nvGrpSpPr>
        <p:grpSpPr>
          <a:xfrm>
            <a:off x="231120" y="4429099"/>
            <a:ext cx="2476440" cy="1003680"/>
            <a:chOff x="231120" y="4429099"/>
            <a:chExt cx="2476440" cy="100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CBB0291-5FFF-C31D-2B08-6962D44490E5}"/>
                    </a:ext>
                  </a:extLst>
                </p14:cNvPr>
                <p14:cNvContentPartPr/>
                <p14:nvPr/>
              </p14:nvContentPartPr>
              <p14:xfrm>
                <a:off x="898560" y="4448179"/>
                <a:ext cx="590040" cy="2588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CBB0291-5FFF-C31D-2B08-6962D44490E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87760" y="4437739"/>
                  <a:ext cx="6112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BBAECF8-780D-3BD3-E033-A1F272D407AA}"/>
                    </a:ext>
                  </a:extLst>
                </p14:cNvPr>
                <p14:cNvContentPartPr/>
                <p14:nvPr/>
              </p14:nvContentPartPr>
              <p14:xfrm>
                <a:off x="1632600" y="4429099"/>
                <a:ext cx="517680" cy="2746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BBAECF8-780D-3BD3-E033-A1F272D407A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621800" y="4418299"/>
                  <a:ext cx="5389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91C1CCB-78A8-065B-C3CB-BD933CB1BFB9}"/>
                    </a:ext>
                  </a:extLst>
                </p14:cNvPr>
                <p14:cNvContentPartPr/>
                <p14:nvPr/>
              </p14:nvContentPartPr>
              <p14:xfrm>
                <a:off x="2125080" y="4432699"/>
                <a:ext cx="582480" cy="2916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91C1CCB-78A8-065B-C3CB-BD933CB1BFB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114640" y="4422259"/>
                  <a:ext cx="6037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92A8690-E093-A2E8-72B2-D4C10FAC85ED}"/>
                    </a:ext>
                  </a:extLst>
                </p14:cNvPr>
                <p14:cNvContentPartPr/>
                <p14:nvPr/>
              </p14:nvContentPartPr>
              <p14:xfrm>
                <a:off x="231120" y="4740859"/>
                <a:ext cx="1101960" cy="2494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92A8690-E093-A2E8-72B2-D4C10FAC85E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20680" y="4730059"/>
                  <a:ext cx="11232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4F0A946-93AA-8DE7-05A8-7BA0DA21E4B4}"/>
                    </a:ext>
                  </a:extLst>
                </p14:cNvPr>
                <p14:cNvContentPartPr/>
                <p14:nvPr/>
              </p14:nvContentPartPr>
              <p14:xfrm>
                <a:off x="387000" y="5068819"/>
                <a:ext cx="835560" cy="3312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4F0A946-93AA-8DE7-05A8-7BA0DA21E4B4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76200" y="5058379"/>
                  <a:ext cx="8568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7ACA550-DFAA-F58E-482B-A7E6CF5FD248}"/>
                    </a:ext>
                  </a:extLst>
                </p14:cNvPr>
                <p14:cNvContentPartPr/>
                <p14:nvPr/>
              </p14:nvContentPartPr>
              <p14:xfrm>
                <a:off x="1297440" y="4982419"/>
                <a:ext cx="788760" cy="4503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7ACA550-DFAA-F58E-482B-A7E6CF5FD248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287000" y="4971619"/>
                  <a:ext cx="810000" cy="47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D0DE3618-78AC-FD43-88C8-8D885B9FCC93}"/>
              </a:ext>
            </a:extLst>
          </p:cNvPr>
          <p:cNvGrpSpPr/>
          <p:nvPr/>
        </p:nvGrpSpPr>
        <p:grpSpPr>
          <a:xfrm>
            <a:off x="4246200" y="5008339"/>
            <a:ext cx="2754000" cy="664200"/>
            <a:chOff x="4246200" y="5008339"/>
            <a:chExt cx="2754000" cy="66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67852E0-CC32-0BA5-C043-21CBE4DBC0C5}"/>
                    </a:ext>
                  </a:extLst>
                </p14:cNvPr>
                <p14:cNvContentPartPr/>
                <p14:nvPr/>
              </p14:nvContentPartPr>
              <p14:xfrm>
                <a:off x="4386240" y="5262139"/>
                <a:ext cx="176040" cy="4104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67852E0-CC32-0BA5-C043-21CBE4DBC0C5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375800" y="5251699"/>
                  <a:ext cx="19728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F4408AAC-B7E5-75E8-DFE3-AE3576B02863}"/>
                    </a:ext>
                  </a:extLst>
                </p14:cNvPr>
                <p14:cNvContentPartPr/>
                <p14:nvPr/>
              </p14:nvContentPartPr>
              <p14:xfrm>
                <a:off x="4246200" y="5289859"/>
                <a:ext cx="360000" cy="1260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F4408AAC-B7E5-75E8-DFE3-AE3576B0286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235400" y="5279419"/>
                  <a:ext cx="3812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52840316-4DC4-A0B6-8B2A-B8A06EADB802}"/>
                    </a:ext>
                  </a:extLst>
                </p14:cNvPr>
                <p14:cNvContentPartPr/>
                <p14:nvPr/>
              </p14:nvContentPartPr>
              <p14:xfrm>
                <a:off x="4626000" y="5276539"/>
                <a:ext cx="433080" cy="3142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52840316-4DC4-A0B6-8B2A-B8A06EADB802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615200" y="5266099"/>
                  <a:ext cx="45432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250E020-8B83-1D2E-931C-D17B1B13BB33}"/>
                    </a:ext>
                  </a:extLst>
                </p14:cNvPr>
                <p14:cNvContentPartPr/>
                <p14:nvPr/>
              </p14:nvContentPartPr>
              <p14:xfrm>
                <a:off x="4896720" y="5241979"/>
                <a:ext cx="294120" cy="2066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250E020-8B83-1D2E-931C-D17B1B13BB3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885920" y="5231539"/>
                  <a:ext cx="3153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2C55C465-A67C-8AB9-FF2B-BFA4F59A6A00}"/>
                    </a:ext>
                  </a:extLst>
                </p14:cNvPr>
                <p14:cNvContentPartPr/>
                <p14:nvPr/>
              </p14:nvContentPartPr>
              <p14:xfrm>
                <a:off x="4836960" y="5276899"/>
                <a:ext cx="251640" cy="608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2C55C465-A67C-8AB9-FF2B-BFA4F59A6A00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826520" y="5266459"/>
                  <a:ext cx="2728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3129D0C-4A5B-FB1F-E044-FD348F9959AE}"/>
                    </a:ext>
                  </a:extLst>
                </p14:cNvPr>
                <p14:cNvContentPartPr/>
                <p14:nvPr/>
              </p14:nvContentPartPr>
              <p14:xfrm>
                <a:off x="5004720" y="5132899"/>
                <a:ext cx="376920" cy="2599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3129D0C-4A5B-FB1F-E044-FD348F9959A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993920" y="5122459"/>
                  <a:ext cx="3981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572DCD1-5D5D-1ECF-D41B-0C493220D4B1}"/>
                    </a:ext>
                  </a:extLst>
                </p14:cNvPr>
                <p14:cNvContentPartPr/>
                <p14:nvPr/>
              </p14:nvContentPartPr>
              <p14:xfrm>
                <a:off x="5291640" y="5212459"/>
                <a:ext cx="231840" cy="1533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572DCD1-5D5D-1ECF-D41B-0C493220D4B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281200" y="5201659"/>
                  <a:ext cx="2530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84EDF9D-4353-AC6B-7DA7-67B4A0CA04CE}"/>
                    </a:ext>
                  </a:extLst>
                </p14:cNvPr>
                <p14:cNvContentPartPr/>
                <p14:nvPr/>
              </p14:nvContentPartPr>
              <p14:xfrm>
                <a:off x="5532840" y="5214619"/>
                <a:ext cx="318960" cy="1447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84EDF9D-4353-AC6B-7DA7-67B4A0CA04CE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522400" y="5204179"/>
                  <a:ext cx="3402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4A90EA86-6C97-322F-68C5-0079BC985CE8}"/>
                    </a:ext>
                  </a:extLst>
                </p14:cNvPr>
                <p14:cNvContentPartPr/>
                <p14:nvPr/>
              </p14:nvContentPartPr>
              <p14:xfrm>
                <a:off x="5674680" y="5008339"/>
                <a:ext cx="365040" cy="2980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4A90EA86-6C97-322F-68C5-0079BC985CE8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663880" y="4997539"/>
                  <a:ext cx="3862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A35F768-C0B4-03EF-6658-5745DF63C5D7}"/>
                    </a:ext>
                  </a:extLst>
                </p14:cNvPr>
                <p14:cNvContentPartPr/>
                <p14:nvPr/>
              </p14:nvContentPartPr>
              <p14:xfrm>
                <a:off x="6334560" y="5206699"/>
                <a:ext cx="214200" cy="5148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A35F768-C0B4-03EF-6658-5745DF63C5D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324120" y="5195899"/>
                  <a:ext cx="2354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195484BB-C461-538F-9B38-E0E55E4DC29B}"/>
                    </a:ext>
                  </a:extLst>
                </p14:cNvPr>
                <p14:cNvContentPartPr/>
                <p14:nvPr/>
              </p14:nvContentPartPr>
              <p14:xfrm>
                <a:off x="6571800" y="5105539"/>
                <a:ext cx="428400" cy="1033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195484BB-C461-538F-9B38-E0E55E4DC29B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561000" y="5095099"/>
                  <a:ext cx="449640" cy="12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4CDF4FD3-EFDA-7723-5CF5-61CF806E6A0A}"/>
              </a:ext>
            </a:extLst>
          </p:cNvPr>
          <p:cNvGrpSpPr/>
          <p:nvPr/>
        </p:nvGrpSpPr>
        <p:grpSpPr>
          <a:xfrm>
            <a:off x="9221040" y="4986379"/>
            <a:ext cx="1467360" cy="265320"/>
            <a:chOff x="9221040" y="4986379"/>
            <a:chExt cx="1467360" cy="26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6640626-C2D6-6AB4-2DA0-5B433711F9CC}"/>
                    </a:ext>
                  </a:extLst>
                </p14:cNvPr>
                <p14:cNvContentPartPr/>
                <p14:nvPr/>
              </p14:nvContentPartPr>
              <p14:xfrm>
                <a:off x="9221040" y="5014819"/>
                <a:ext cx="318960" cy="2368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6640626-C2D6-6AB4-2DA0-5B433711F9CC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210600" y="5004019"/>
                  <a:ext cx="3402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D992F6AD-2C70-FD42-3B81-FCED86965E45}"/>
                    </a:ext>
                  </a:extLst>
                </p14:cNvPr>
                <p14:cNvContentPartPr/>
                <p14:nvPr/>
              </p14:nvContentPartPr>
              <p14:xfrm>
                <a:off x="9627120" y="5040379"/>
                <a:ext cx="630000" cy="1998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D992F6AD-2C70-FD42-3B81-FCED86965E45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616680" y="5029579"/>
                  <a:ext cx="6512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3343C9F-C7A9-D344-15B3-A885FC69739E}"/>
                    </a:ext>
                  </a:extLst>
                </p14:cNvPr>
                <p14:cNvContentPartPr/>
                <p14:nvPr/>
              </p14:nvContentPartPr>
              <p14:xfrm>
                <a:off x="10282320" y="4986379"/>
                <a:ext cx="406080" cy="1699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3343C9F-C7A9-D344-15B3-A885FC69739E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271880" y="4975579"/>
                  <a:ext cx="427320" cy="1911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53" name="Rectangle 252">
            <a:extLst>
              <a:ext uri="{FF2B5EF4-FFF2-40B4-BE49-F238E27FC236}">
                <a16:creationId xmlns:a16="http://schemas.microsoft.com/office/drawing/2014/main" id="{64133809-90E5-32DC-9E5B-19E313387739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Package Conflicts</a:t>
            </a:r>
          </a:p>
        </p:txBody>
      </p:sp>
    </p:spTree>
    <p:extLst>
      <p:ext uri="{BB962C8B-B14F-4D97-AF65-F5344CB8AC3E}">
        <p14:creationId xmlns:p14="http://schemas.microsoft.com/office/powerpoint/2010/main" val="14558984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52CCFA8-19C8-B04C-C480-A60ADB0CDA7E}"/>
                  </a:ext>
                </a:extLst>
              </p14:cNvPr>
              <p14:cNvContentPartPr/>
              <p14:nvPr/>
            </p14:nvContentPartPr>
            <p14:xfrm>
              <a:off x="-152640" y="3116539"/>
              <a:ext cx="360" cy="39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52CCFA8-19C8-B04C-C480-A60ADB0CDA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58760" y="3110419"/>
                <a:ext cx="12600" cy="5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4D21744D-2F96-4D89-E1CE-76CC036E8DC5}"/>
              </a:ext>
            </a:extLst>
          </p:cNvPr>
          <p:cNvGrpSpPr/>
          <p:nvPr/>
        </p:nvGrpSpPr>
        <p:grpSpPr>
          <a:xfrm>
            <a:off x="1365120" y="995779"/>
            <a:ext cx="11289960" cy="5173200"/>
            <a:chOff x="1365120" y="995779"/>
            <a:chExt cx="11289960" cy="517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5FB4519-776A-FD72-885C-005931CDA7B1}"/>
                    </a:ext>
                  </a:extLst>
                </p14:cNvPr>
                <p14:cNvContentPartPr/>
                <p14:nvPr/>
              </p14:nvContentPartPr>
              <p14:xfrm>
                <a:off x="2962800" y="995779"/>
                <a:ext cx="303840" cy="5173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5FB4519-776A-FD72-885C-005931CDA7B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52000" y="984979"/>
                  <a:ext cx="325080" cy="519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A061E5F-3065-75A1-A540-C1014EF86251}"/>
                    </a:ext>
                  </a:extLst>
                </p14:cNvPr>
                <p14:cNvContentPartPr/>
                <p14:nvPr/>
              </p14:nvContentPartPr>
              <p14:xfrm>
                <a:off x="1365120" y="4606219"/>
                <a:ext cx="11289960" cy="573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A061E5F-3065-75A1-A540-C1014EF8625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54680" y="4595779"/>
                  <a:ext cx="11311200" cy="59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16545AA-0F92-6865-9A71-5FB4734A9974}"/>
              </a:ext>
            </a:extLst>
          </p:cNvPr>
          <p:cNvGrpSpPr/>
          <p:nvPr/>
        </p:nvGrpSpPr>
        <p:grpSpPr>
          <a:xfrm>
            <a:off x="1631520" y="712459"/>
            <a:ext cx="2098800" cy="857160"/>
            <a:chOff x="1631520" y="712459"/>
            <a:chExt cx="2098800" cy="85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73DF307-6535-A8FA-2316-F00518A967A7}"/>
                    </a:ext>
                  </a:extLst>
                </p14:cNvPr>
                <p14:cNvContentPartPr/>
                <p14:nvPr/>
              </p14:nvContentPartPr>
              <p14:xfrm>
                <a:off x="1849680" y="1369819"/>
                <a:ext cx="108000" cy="145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73DF307-6535-A8FA-2316-F00518A967A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39240" y="1359379"/>
                  <a:ext cx="1292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0A23A31-8080-EF55-49C0-181DE1A93F34}"/>
                    </a:ext>
                  </a:extLst>
                </p14:cNvPr>
                <p14:cNvContentPartPr/>
                <p14:nvPr/>
              </p14:nvContentPartPr>
              <p14:xfrm>
                <a:off x="1631520" y="1281979"/>
                <a:ext cx="33840" cy="6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0A23A31-8080-EF55-49C0-181DE1A93F3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20720" y="1271179"/>
                  <a:ext cx="550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B4E19DD-2AA1-D0B1-3E09-8D1A7EC7C4C6}"/>
                    </a:ext>
                  </a:extLst>
                </p14:cNvPr>
                <p14:cNvContentPartPr/>
                <p14:nvPr/>
              </p14:nvContentPartPr>
              <p14:xfrm>
                <a:off x="1808640" y="1124659"/>
                <a:ext cx="501840" cy="444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B4E19DD-2AA1-D0B1-3E09-8D1A7EC7C4C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97840" y="1113859"/>
                  <a:ext cx="52308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5F98D31-F588-37F4-8A4D-369F05817354}"/>
                    </a:ext>
                  </a:extLst>
                </p14:cNvPr>
                <p14:cNvContentPartPr/>
                <p14:nvPr/>
              </p14:nvContentPartPr>
              <p14:xfrm>
                <a:off x="2071080" y="1283419"/>
                <a:ext cx="296640" cy="144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5F98D31-F588-37F4-8A4D-369F0581735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60640" y="1272619"/>
                  <a:ext cx="3178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4AD705C-0FE5-2AC4-6FFD-4AFD985C0BB2}"/>
                    </a:ext>
                  </a:extLst>
                </p14:cNvPr>
                <p14:cNvContentPartPr/>
                <p14:nvPr/>
              </p14:nvContentPartPr>
              <p14:xfrm>
                <a:off x="2397600" y="1224739"/>
                <a:ext cx="113040" cy="137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4AD705C-0FE5-2AC4-6FFD-4AFD985C0BB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87160" y="1213939"/>
                  <a:ext cx="1342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1E5B2EA-E158-5C2E-BB47-DED9C23FC019}"/>
                    </a:ext>
                  </a:extLst>
                </p14:cNvPr>
                <p14:cNvContentPartPr/>
                <p14:nvPr/>
              </p14:nvContentPartPr>
              <p14:xfrm>
                <a:off x="2521800" y="1082179"/>
                <a:ext cx="285480" cy="202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1E5B2EA-E158-5C2E-BB47-DED9C23FC01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11000" y="1071379"/>
                  <a:ext cx="3067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066CD41-9193-368F-D11F-C2B5DC25FC81}"/>
                    </a:ext>
                  </a:extLst>
                </p14:cNvPr>
                <p14:cNvContentPartPr/>
                <p14:nvPr/>
              </p14:nvContentPartPr>
              <p14:xfrm>
                <a:off x="2793240" y="831979"/>
                <a:ext cx="320040" cy="306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066CD41-9193-368F-D11F-C2B5DC25FC8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82440" y="821539"/>
                  <a:ext cx="34128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738ADEA-9599-D73A-A619-AB7E82A56A39}"/>
                    </a:ext>
                  </a:extLst>
                </p14:cNvPr>
                <p14:cNvContentPartPr/>
                <p14:nvPr/>
              </p14:nvContentPartPr>
              <p14:xfrm>
                <a:off x="2837160" y="857899"/>
                <a:ext cx="459000" cy="143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738ADEA-9599-D73A-A619-AB7E82A56A3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26720" y="847099"/>
                  <a:ext cx="4802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91DDBF5-4AE9-4599-032D-A4CDD08BF92B}"/>
                    </a:ext>
                  </a:extLst>
                </p14:cNvPr>
                <p14:cNvContentPartPr/>
                <p14:nvPr/>
              </p14:nvContentPartPr>
              <p14:xfrm>
                <a:off x="3074040" y="752059"/>
                <a:ext cx="45360" cy="19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91DDBF5-4AE9-4599-032D-A4CDD08BF92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63240" y="741619"/>
                  <a:ext cx="666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8F216CC-97EB-2801-96E1-509061FB84A5}"/>
                    </a:ext>
                  </a:extLst>
                </p14:cNvPr>
                <p14:cNvContentPartPr/>
                <p14:nvPr/>
              </p14:nvContentPartPr>
              <p14:xfrm>
                <a:off x="3158280" y="772939"/>
                <a:ext cx="191880" cy="168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8F216CC-97EB-2801-96E1-509061FB84A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47480" y="762499"/>
                  <a:ext cx="2131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2ECFA85-1A94-3AC4-2060-E5009EFDDB68}"/>
                    </a:ext>
                  </a:extLst>
                </p14:cNvPr>
                <p14:cNvContentPartPr/>
                <p14:nvPr/>
              </p14:nvContentPartPr>
              <p14:xfrm>
                <a:off x="3319560" y="712459"/>
                <a:ext cx="410760" cy="133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2ECFA85-1A94-3AC4-2060-E5009EFDDB6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08760" y="702019"/>
                  <a:ext cx="43200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F7FA85-19D6-D8CC-92D2-91472AD52150}"/>
              </a:ext>
            </a:extLst>
          </p:cNvPr>
          <p:cNvGrpSpPr/>
          <p:nvPr/>
        </p:nvGrpSpPr>
        <p:grpSpPr>
          <a:xfrm>
            <a:off x="1225080" y="1967779"/>
            <a:ext cx="2209680" cy="1041120"/>
            <a:chOff x="1225080" y="1967779"/>
            <a:chExt cx="2209680" cy="104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82E9D61-14A2-F592-FA4A-323C34ED0627}"/>
                    </a:ext>
                  </a:extLst>
                </p14:cNvPr>
                <p14:cNvContentPartPr/>
                <p14:nvPr/>
              </p14:nvContentPartPr>
              <p14:xfrm>
                <a:off x="1543320" y="2513899"/>
                <a:ext cx="175680" cy="159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82E9D61-14A2-F592-FA4A-323C34ED062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32880" y="2503099"/>
                  <a:ext cx="1969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0283948-64FC-9F9B-0D8D-85BC5C5F2780}"/>
                    </a:ext>
                  </a:extLst>
                </p14:cNvPr>
                <p14:cNvContentPartPr/>
                <p14:nvPr/>
              </p14:nvContentPartPr>
              <p14:xfrm>
                <a:off x="1759320" y="2365219"/>
                <a:ext cx="491400" cy="199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0283948-64FC-9F9B-0D8D-85BC5C5F278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748880" y="2354779"/>
                  <a:ext cx="5126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C96AE6F-CB01-49A9-77A5-E5A2CCDB0E46}"/>
                    </a:ext>
                  </a:extLst>
                </p14:cNvPr>
                <p14:cNvContentPartPr/>
                <p14:nvPr/>
              </p14:nvContentPartPr>
              <p14:xfrm>
                <a:off x="2084760" y="2274859"/>
                <a:ext cx="47520" cy="12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C96AE6F-CB01-49A9-77A5-E5A2CCDB0E4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074320" y="2264419"/>
                  <a:ext cx="687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997D29E-F5F4-B19C-B852-29B9562C2253}"/>
                    </a:ext>
                  </a:extLst>
                </p14:cNvPr>
                <p14:cNvContentPartPr/>
                <p14:nvPr/>
              </p14:nvContentPartPr>
              <p14:xfrm>
                <a:off x="2229480" y="2196379"/>
                <a:ext cx="348120" cy="179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997D29E-F5F4-B19C-B852-29B9562C225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19040" y="2185579"/>
                  <a:ext cx="3693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401BA08-0D51-56A9-F8AE-1363659F67B2}"/>
                    </a:ext>
                  </a:extLst>
                </p14:cNvPr>
                <p14:cNvContentPartPr/>
                <p14:nvPr/>
              </p14:nvContentPartPr>
              <p14:xfrm>
                <a:off x="2511360" y="2088019"/>
                <a:ext cx="165960" cy="106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401BA08-0D51-56A9-F8AE-1363659F67B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00920" y="2077579"/>
                  <a:ext cx="1872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2D4075-9720-30E0-FFC1-C246BCB49343}"/>
                    </a:ext>
                  </a:extLst>
                </p14:cNvPr>
                <p14:cNvContentPartPr/>
                <p14:nvPr/>
              </p14:nvContentPartPr>
              <p14:xfrm>
                <a:off x="2634840" y="1967779"/>
                <a:ext cx="247320" cy="127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2D4075-9720-30E0-FFC1-C246BCB4934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624040" y="1956979"/>
                  <a:ext cx="2685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9BD295E-1BC6-3A7E-9281-35623F004F24}"/>
                    </a:ext>
                  </a:extLst>
                </p14:cNvPr>
                <p14:cNvContentPartPr/>
                <p14:nvPr/>
              </p14:nvContentPartPr>
              <p14:xfrm>
                <a:off x="2031120" y="2725939"/>
                <a:ext cx="553320" cy="282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9BD295E-1BC6-3A7E-9281-35623F004F2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020680" y="2715499"/>
                  <a:ext cx="5745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1D776C6-8278-3E0F-23C7-875DAD35CB1C}"/>
                    </a:ext>
                  </a:extLst>
                </p14:cNvPr>
                <p14:cNvContentPartPr/>
                <p14:nvPr/>
              </p14:nvContentPartPr>
              <p14:xfrm>
                <a:off x="2370240" y="2590579"/>
                <a:ext cx="293400" cy="158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1D776C6-8278-3E0F-23C7-875DAD35CB1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59440" y="2580139"/>
                  <a:ext cx="3146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217DE77-3A58-C268-33EE-30C796080A74}"/>
                    </a:ext>
                  </a:extLst>
                </p14:cNvPr>
                <p14:cNvContentPartPr/>
                <p14:nvPr/>
              </p14:nvContentPartPr>
              <p14:xfrm>
                <a:off x="2495160" y="2304739"/>
                <a:ext cx="606960" cy="365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217DE77-3A58-C268-33EE-30C796080A7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84360" y="2293939"/>
                  <a:ext cx="62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33B94D0-4941-BB89-AC95-871D60D81EA0}"/>
                    </a:ext>
                  </a:extLst>
                </p14:cNvPr>
                <p14:cNvContentPartPr/>
                <p14:nvPr/>
              </p14:nvContentPartPr>
              <p14:xfrm>
                <a:off x="1225080" y="2468539"/>
                <a:ext cx="702000" cy="331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33B94D0-4941-BB89-AC95-871D60D81EA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214280" y="2457739"/>
                  <a:ext cx="72324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92D342F-8E95-93DF-9990-68C2F7CA88A4}"/>
                    </a:ext>
                  </a:extLst>
                </p14:cNvPr>
                <p14:cNvContentPartPr/>
                <p14:nvPr/>
              </p14:nvContentPartPr>
              <p14:xfrm>
                <a:off x="2672280" y="2264059"/>
                <a:ext cx="762480" cy="263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92D342F-8E95-93DF-9990-68C2F7CA88A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661480" y="2253259"/>
                  <a:ext cx="783720" cy="28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82B2D46-1325-2F6A-3386-88111F3A7BFC}"/>
                  </a:ext>
                </a:extLst>
              </p14:cNvPr>
              <p14:cNvContentPartPr/>
              <p14:nvPr/>
            </p14:nvContentPartPr>
            <p14:xfrm>
              <a:off x="3810600" y="5016259"/>
              <a:ext cx="52560" cy="1994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82B2D46-1325-2F6A-3386-88111F3A7BF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800160" y="5005459"/>
                <a:ext cx="7380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E71C38A-32C3-255B-2439-519BA0BCF1B7}"/>
                  </a:ext>
                </a:extLst>
              </p14:cNvPr>
              <p14:cNvContentPartPr/>
              <p14:nvPr/>
            </p14:nvContentPartPr>
            <p14:xfrm>
              <a:off x="4825440" y="5006899"/>
              <a:ext cx="40680" cy="1584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E71C38A-32C3-255B-2439-519BA0BCF1B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815000" y="4996459"/>
                <a:ext cx="6192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7C5D4D7-ACB0-05B7-61EE-A8BD175DA625}"/>
                  </a:ext>
                </a:extLst>
              </p14:cNvPr>
              <p14:cNvContentPartPr/>
              <p14:nvPr/>
            </p14:nvContentPartPr>
            <p14:xfrm>
              <a:off x="5720760" y="4941379"/>
              <a:ext cx="34920" cy="1512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7C5D4D7-ACB0-05B7-61EE-A8BD175DA62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710320" y="4930579"/>
                <a:ext cx="561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14E8BCD-D3B5-BF1C-CE1D-1FBBF0C5984D}"/>
                  </a:ext>
                </a:extLst>
              </p14:cNvPr>
              <p14:cNvContentPartPr/>
              <p14:nvPr/>
            </p14:nvContentPartPr>
            <p14:xfrm>
              <a:off x="6778800" y="4861819"/>
              <a:ext cx="22320" cy="1357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14E8BCD-D3B5-BF1C-CE1D-1FBBF0C5984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768360" y="4851379"/>
                <a:ext cx="4356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7F5634A-0EAE-3D87-E752-2E3E3A27D980}"/>
                  </a:ext>
                </a:extLst>
              </p14:cNvPr>
              <p14:cNvContentPartPr/>
              <p14:nvPr/>
            </p14:nvContentPartPr>
            <p14:xfrm>
              <a:off x="7771320" y="4830499"/>
              <a:ext cx="34560" cy="1116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7F5634A-0EAE-3D87-E752-2E3E3A27D98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760520" y="4819699"/>
                <a:ext cx="5580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04D6F9A-869A-7DFC-CCE8-BBB750F70883}"/>
                  </a:ext>
                </a:extLst>
              </p14:cNvPr>
              <p14:cNvContentPartPr/>
              <p14:nvPr/>
            </p14:nvContentPartPr>
            <p14:xfrm>
              <a:off x="9006480" y="4732219"/>
              <a:ext cx="20520" cy="1310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04D6F9A-869A-7DFC-CCE8-BBB750F7088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995680" y="4721419"/>
                <a:ext cx="417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DB96B78-00D2-61D5-FB0D-C69CB85215B6}"/>
                  </a:ext>
                </a:extLst>
              </p14:cNvPr>
              <p14:cNvContentPartPr/>
              <p14:nvPr/>
            </p14:nvContentPartPr>
            <p14:xfrm>
              <a:off x="9921600" y="4680739"/>
              <a:ext cx="50040" cy="1119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DB96B78-00D2-61D5-FB0D-C69CB85215B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911160" y="4669939"/>
                <a:ext cx="7128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A7CEB9A-D8CA-B676-D95B-85CBC56DB4EF}"/>
                  </a:ext>
                </a:extLst>
              </p14:cNvPr>
              <p14:cNvContentPartPr/>
              <p14:nvPr/>
            </p14:nvContentPartPr>
            <p14:xfrm>
              <a:off x="10930680" y="4662739"/>
              <a:ext cx="55440" cy="13104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A7CEB9A-D8CA-B676-D95B-85CBC56DB4E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920240" y="4652299"/>
                <a:ext cx="7668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074025F-912E-A817-F134-5CE80665FCF5}"/>
                  </a:ext>
                </a:extLst>
              </p14:cNvPr>
              <p14:cNvContentPartPr/>
              <p14:nvPr/>
            </p14:nvContentPartPr>
            <p14:xfrm>
              <a:off x="11838960" y="4590019"/>
              <a:ext cx="59040" cy="1278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074025F-912E-A817-F134-5CE80665FCF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1828520" y="4579219"/>
                <a:ext cx="8028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21B64F1-A357-3677-5284-7951C13066E5}"/>
                  </a:ext>
                </a:extLst>
              </p14:cNvPr>
              <p14:cNvContentPartPr/>
              <p14:nvPr/>
            </p14:nvContentPartPr>
            <p14:xfrm>
              <a:off x="12834000" y="4557979"/>
              <a:ext cx="27360" cy="1274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21B64F1-A357-3677-5284-7951C13066E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2823200" y="4547179"/>
                <a:ext cx="486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F53DDB8-F34B-BAAE-5E56-DF87A675CA26}"/>
                  </a:ext>
                </a:extLst>
              </p14:cNvPr>
              <p14:cNvContentPartPr/>
              <p14:nvPr/>
            </p14:nvContentPartPr>
            <p14:xfrm>
              <a:off x="13728600" y="4521259"/>
              <a:ext cx="23760" cy="1141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F53DDB8-F34B-BAAE-5E56-DF87A675CA2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3717800" y="4510819"/>
                <a:ext cx="45000" cy="13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CF6E2F01-C6CC-7334-2F97-8AE7BD7A36D0}"/>
              </a:ext>
            </a:extLst>
          </p:cNvPr>
          <p:cNvGrpSpPr/>
          <p:nvPr/>
        </p:nvGrpSpPr>
        <p:grpSpPr>
          <a:xfrm>
            <a:off x="432000" y="5774779"/>
            <a:ext cx="1870560" cy="391680"/>
            <a:chOff x="432000" y="5774779"/>
            <a:chExt cx="1870560" cy="39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5D719B7-78B4-9436-4C32-17AFB06827B4}"/>
                    </a:ext>
                  </a:extLst>
                </p14:cNvPr>
                <p14:cNvContentPartPr/>
                <p14:nvPr/>
              </p14:nvContentPartPr>
              <p14:xfrm>
                <a:off x="432000" y="5939299"/>
                <a:ext cx="786240" cy="150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5D719B7-78B4-9436-4C32-17AFB06827B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21200" y="5928499"/>
                  <a:ext cx="8074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67A49ED-1BAC-56A9-A47E-7DDC9B276207}"/>
                    </a:ext>
                  </a:extLst>
                </p14:cNvPr>
                <p14:cNvContentPartPr/>
                <p14:nvPr/>
              </p14:nvContentPartPr>
              <p14:xfrm>
                <a:off x="1351800" y="5815819"/>
                <a:ext cx="209520" cy="350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67A49ED-1BAC-56A9-A47E-7DDC9B27620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341000" y="5805379"/>
                  <a:ext cx="23076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A87576C-8857-CE3A-EA17-F5175EC6C9EE}"/>
                    </a:ext>
                  </a:extLst>
                </p14:cNvPr>
                <p14:cNvContentPartPr/>
                <p14:nvPr/>
              </p14:nvContentPartPr>
              <p14:xfrm>
                <a:off x="1655280" y="5801419"/>
                <a:ext cx="326520" cy="235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A87576C-8857-CE3A-EA17-F5175EC6C9E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644840" y="5790979"/>
                  <a:ext cx="3477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B5C445A-BFE9-FF5D-FF17-9D67CC24EBA2}"/>
                    </a:ext>
                  </a:extLst>
                </p14:cNvPr>
                <p14:cNvContentPartPr/>
                <p14:nvPr/>
              </p14:nvContentPartPr>
              <p14:xfrm>
                <a:off x="2002680" y="5774779"/>
                <a:ext cx="246240" cy="260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B5C445A-BFE9-FF5D-FF17-9D67CC24EBA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992240" y="5763979"/>
                  <a:ext cx="2674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69146F8-ABA7-73E1-0ED5-431D4DD96929}"/>
                    </a:ext>
                  </a:extLst>
                </p14:cNvPr>
                <p14:cNvContentPartPr/>
                <p14:nvPr/>
              </p14:nvContentPartPr>
              <p14:xfrm>
                <a:off x="2104560" y="5913379"/>
                <a:ext cx="198000" cy="18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69146F8-ABA7-73E1-0ED5-431D4DD9692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094120" y="5902939"/>
                  <a:ext cx="21924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CF7A420-93B0-DA10-2B07-31A724362B68}"/>
              </a:ext>
            </a:extLst>
          </p:cNvPr>
          <p:cNvGrpSpPr/>
          <p:nvPr/>
        </p:nvGrpSpPr>
        <p:grpSpPr>
          <a:xfrm>
            <a:off x="3627360" y="5410459"/>
            <a:ext cx="492480" cy="229680"/>
            <a:chOff x="3627360" y="5410459"/>
            <a:chExt cx="492480" cy="22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95F4738-1D28-BE40-1A8D-026B86B607FF}"/>
                    </a:ext>
                  </a:extLst>
                </p14:cNvPr>
                <p14:cNvContentPartPr/>
                <p14:nvPr/>
              </p14:nvContentPartPr>
              <p14:xfrm>
                <a:off x="3679920" y="5431339"/>
                <a:ext cx="38880" cy="208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95F4738-1D28-BE40-1A8D-026B86B607F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669120" y="5420539"/>
                  <a:ext cx="601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4AF5563-FC90-44C6-6D5C-14C59433A10F}"/>
                    </a:ext>
                  </a:extLst>
                </p14:cNvPr>
                <p14:cNvContentPartPr/>
                <p14:nvPr/>
              </p14:nvContentPartPr>
              <p14:xfrm>
                <a:off x="3627360" y="5451859"/>
                <a:ext cx="191880" cy="58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4AF5563-FC90-44C6-6D5C-14C59433A10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16920" y="5441419"/>
                  <a:ext cx="2131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E06FBCC-F701-CA35-6184-5D886453FEE8}"/>
                    </a:ext>
                  </a:extLst>
                </p14:cNvPr>
                <p14:cNvContentPartPr/>
                <p14:nvPr/>
              </p14:nvContentPartPr>
              <p14:xfrm>
                <a:off x="3805920" y="5436379"/>
                <a:ext cx="165240" cy="168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E06FBCC-F701-CA35-6184-5D886453FEE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795480" y="5425939"/>
                  <a:ext cx="1864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CA419D4-8FFC-548F-0C13-BD6E68FBF8F2}"/>
                    </a:ext>
                  </a:extLst>
                </p14:cNvPr>
                <p14:cNvContentPartPr/>
                <p14:nvPr/>
              </p14:nvContentPartPr>
              <p14:xfrm>
                <a:off x="4000320" y="5410459"/>
                <a:ext cx="119520" cy="177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CA419D4-8FFC-548F-0C13-BD6E68FBF8F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89520" y="5400019"/>
                  <a:ext cx="14076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86C15A4-E4E1-FEF1-4EDD-9656A18B583F}"/>
              </a:ext>
            </a:extLst>
          </p:cNvPr>
          <p:cNvGrpSpPr/>
          <p:nvPr/>
        </p:nvGrpSpPr>
        <p:grpSpPr>
          <a:xfrm>
            <a:off x="4681080" y="5382379"/>
            <a:ext cx="603360" cy="203760"/>
            <a:chOff x="4681080" y="5382379"/>
            <a:chExt cx="603360" cy="20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6256861-1A91-7082-0EC3-41478A60AB5E}"/>
                    </a:ext>
                  </a:extLst>
                </p14:cNvPr>
                <p14:cNvContentPartPr/>
                <p14:nvPr/>
              </p14:nvContentPartPr>
              <p14:xfrm>
                <a:off x="4763520" y="5422699"/>
                <a:ext cx="66960" cy="163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6256861-1A91-7082-0EC3-41478A60AB5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753080" y="5411899"/>
                  <a:ext cx="882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341EAE9-42C1-00FF-848D-CAEFF2804F39}"/>
                    </a:ext>
                  </a:extLst>
                </p14:cNvPr>
                <p14:cNvContentPartPr/>
                <p14:nvPr/>
              </p14:nvContentPartPr>
              <p14:xfrm>
                <a:off x="4681080" y="5406139"/>
                <a:ext cx="188640" cy="62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341EAE9-42C1-00FF-848D-CAEFF2804F3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670280" y="5395699"/>
                  <a:ext cx="2098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7FE1FF1-4DC4-FBBA-76F3-101192A4D58C}"/>
                    </a:ext>
                  </a:extLst>
                </p14:cNvPr>
                <p14:cNvContentPartPr/>
                <p14:nvPr/>
              </p14:nvContentPartPr>
              <p14:xfrm>
                <a:off x="4915080" y="5388859"/>
                <a:ext cx="239400" cy="167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7FE1FF1-4DC4-FBBA-76F3-101192A4D58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904280" y="5378419"/>
                  <a:ext cx="2606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5BC1D20-669B-4906-960E-499218CAD8D8}"/>
                    </a:ext>
                  </a:extLst>
                </p14:cNvPr>
                <p14:cNvContentPartPr/>
                <p14:nvPr/>
              </p14:nvContentPartPr>
              <p14:xfrm>
                <a:off x="5192280" y="5382379"/>
                <a:ext cx="92160" cy="110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5BC1D20-669B-4906-960E-499218CAD8D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181480" y="5371939"/>
                  <a:ext cx="11340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CDEE0EC-4E37-24A1-009C-7A2678C06529}"/>
              </a:ext>
            </a:extLst>
          </p:cNvPr>
          <p:cNvGrpSpPr/>
          <p:nvPr/>
        </p:nvGrpSpPr>
        <p:grpSpPr>
          <a:xfrm>
            <a:off x="5698080" y="5289139"/>
            <a:ext cx="537840" cy="209880"/>
            <a:chOff x="5698080" y="5289139"/>
            <a:chExt cx="53784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EFFD835-4934-9FAE-32AA-36CAA5DDAC03}"/>
                    </a:ext>
                  </a:extLst>
                </p14:cNvPr>
                <p14:cNvContentPartPr/>
                <p14:nvPr/>
              </p14:nvContentPartPr>
              <p14:xfrm>
                <a:off x="5817240" y="5295979"/>
                <a:ext cx="73800" cy="203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EFFD835-4934-9FAE-32AA-36CAA5DDAC0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806800" y="5285539"/>
                  <a:ext cx="950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126B22A-5623-B73D-3EAC-A64D4983C71D}"/>
                    </a:ext>
                  </a:extLst>
                </p14:cNvPr>
                <p14:cNvContentPartPr/>
                <p14:nvPr/>
              </p14:nvContentPartPr>
              <p14:xfrm>
                <a:off x="5698080" y="5296699"/>
                <a:ext cx="183240" cy="62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126B22A-5623-B73D-3EAC-A64D4983C71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87640" y="5285899"/>
                  <a:ext cx="2044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1794333-639D-960F-5F3E-9BAF26D6B6B5}"/>
                    </a:ext>
                  </a:extLst>
                </p14:cNvPr>
                <p14:cNvContentPartPr/>
                <p14:nvPr/>
              </p14:nvContentPartPr>
              <p14:xfrm>
                <a:off x="5862960" y="5289139"/>
                <a:ext cx="170280" cy="169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1794333-639D-960F-5F3E-9BAF26D6B6B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52160" y="5278699"/>
                  <a:ext cx="1915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C41C56A-FC46-3C94-1FD2-4D18850ACDAC}"/>
                    </a:ext>
                  </a:extLst>
                </p14:cNvPr>
                <p14:cNvContentPartPr/>
                <p14:nvPr/>
              </p14:nvContentPartPr>
              <p14:xfrm>
                <a:off x="6017760" y="5292019"/>
                <a:ext cx="218160" cy="156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C41C56A-FC46-3C94-1FD2-4D18850ACDA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007320" y="5281579"/>
                  <a:ext cx="23940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EE8B880-B7FB-32B0-C66D-27381905EF5B}"/>
              </a:ext>
            </a:extLst>
          </p:cNvPr>
          <p:cNvGrpSpPr/>
          <p:nvPr/>
        </p:nvGrpSpPr>
        <p:grpSpPr>
          <a:xfrm>
            <a:off x="6633720" y="5223979"/>
            <a:ext cx="677880" cy="215640"/>
            <a:chOff x="6633720" y="5223979"/>
            <a:chExt cx="677880" cy="21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182B894-AF73-7D6C-A77C-640A94534025}"/>
                    </a:ext>
                  </a:extLst>
                </p14:cNvPr>
                <p14:cNvContentPartPr/>
                <p14:nvPr/>
              </p14:nvContentPartPr>
              <p14:xfrm>
                <a:off x="6705720" y="5237659"/>
                <a:ext cx="78480" cy="2019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182B894-AF73-7D6C-A77C-640A9453402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694920" y="5226859"/>
                  <a:ext cx="997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DBF141E-E698-7AC9-0B0C-659BA6DF4CFD}"/>
                    </a:ext>
                  </a:extLst>
                </p14:cNvPr>
                <p14:cNvContentPartPr/>
                <p14:nvPr/>
              </p14:nvContentPartPr>
              <p14:xfrm>
                <a:off x="6633720" y="5244139"/>
                <a:ext cx="199080" cy="65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DBF141E-E698-7AC9-0B0C-659BA6DF4CF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623280" y="5233339"/>
                  <a:ext cx="2203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925AC8D-85A3-8DBE-5F09-A7E9C713EB37}"/>
                    </a:ext>
                  </a:extLst>
                </p14:cNvPr>
                <p14:cNvContentPartPr/>
                <p14:nvPr/>
              </p14:nvContentPartPr>
              <p14:xfrm>
                <a:off x="6849360" y="5223979"/>
                <a:ext cx="198720" cy="146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925AC8D-85A3-8DBE-5F09-A7E9C713EB3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838920" y="5213179"/>
                  <a:ext cx="2199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20E8BAB-6B0F-95A6-EBA4-6B9D9FB5EE35}"/>
                    </a:ext>
                  </a:extLst>
                </p14:cNvPr>
                <p14:cNvContentPartPr/>
                <p14:nvPr/>
              </p14:nvContentPartPr>
              <p14:xfrm>
                <a:off x="7081560" y="5226859"/>
                <a:ext cx="230040" cy="1602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20E8BAB-6B0F-95A6-EBA4-6B9D9FB5EE3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071120" y="5216419"/>
                  <a:ext cx="25128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9A81CA4-D397-4E9D-12CE-8AC158D2B58A}"/>
              </a:ext>
            </a:extLst>
          </p:cNvPr>
          <p:cNvGrpSpPr/>
          <p:nvPr/>
        </p:nvGrpSpPr>
        <p:grpSpPr>
          <a:xfrm>
            <a:off x="7739640" y="5074219"/>
            <a:ext cx="606960" cy="279000"/>
            <a:chOff x="7739640" y="5074219"/>
            <a:chExt cx="606960" cy="27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7391D86-071A-7A45-B3B7-5369D1B921AE}"/>
                    </a:ext>
                  </a:extLst>
                </p14:cNvPr>
                <p14:cNvContentPartPr/>
                <p14:nvPr/>
              </p14:nvContentPartPr>
              <p14:xfrm>
                <a:off x="7765200" y="5158099"/>
                <a:ext cx="60480" cy="1951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7391D86-071A-7A45-B3B7-5369D1B921A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754400" y="5147659"/>
                  <a:ext cx="817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7FB38D8-1955-10E5-2787-D2291B5A300C}"/>
                    </a:ext>
                  </a:extLst>
                </p14:cNvPr>
                <p14:cNvContentPartPr/>
                <p14:nvPr/>
              </p14:nvContentPartPr>
              <p14:xfrm>
                <a:off x="7739640" y="5126059"/>
                <a:ext cx="177840" cy="76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7FB38D8-1955-10E5-2787-D2291B5A300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728840" y="5115619"/>
                  <a:ext cx="1990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3093393-7D49-5E29-4A50-C9922EAD08C4}"/>
                    </a:ext>
                  </a:extLst>
                </p14:cNvPr>
                <p14:cNvContentPartPr/>
                <p14:nvPr/>
              </p14:nvContentPartPr>
              <p14:xfrm>
                <a:off x="7854480" y="5134339"/>
                <a:ext cx="237600" cy="150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3093393-7D49-5E29-4A50-C9922EAD08C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843680" y="5123539"/>
                  <a:ext cx="2588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814965E-1754-46BD-0A4C-C351C5C044D6}"/>
                    </a:ext>
                  </a:extLst>
                </p14:cNvPr>
                <p14:cNvContentPartPr/>
                <p14:nvPr/>
              </p14:nvContentPartPr>
              <p14:xfrm>
                <a:off x="8094240" y="5121379"/>
                <a:ext cx="174240" cy="1839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814965E-1754-46BD-0A4C-C351C5C044D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083440" y="5110939"/>
                  <a:ext cx="1954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758FBBD-13F9-C409-B3D6-2CDECA12E7BA}"/>
                    </a:ext>
                  </a:extLst>
                </p14:cNvPr>
                <p14:cNvContentPartPr/>
                <p14:nvPr/>
              </p14:nvContentPartPr>
              <p14:xfrm>
                <a:off x="8130960" y="5074219"/>
                <a:ext cx="215640" cy="435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758FBBD-13F9-C409-B3D6-2CDECA12E7B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120520" y="5063419"/>
                  <a:ext cx="23688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D7478C06-52A1-1F85-54E4-065C5DE7FDA0}"/>
                  </a:ext>
                </a:extLst>
              </p14:cNvPr>
              <p14:cNvContentPartPr/>
              <p14:nvPr/>
            </p14:nvContentPartPr>
            <p14:xfrm>
              <a:off x="4804920" y="4991419"/>
              <a:ext cx="42480" cy="14004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D7478C06-52A1-1F85-54E4-065C5DE7FDA0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794120" y="4980619"/>
                <a:ext cx="637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68F59ACD-49F5-2D7A-F09A-4910C4D800F0}"/>
                  </a:ext>
                </a:extLst>
              </p14:cNvPr>
              <p14:cNvContentPartPr/>
              <p14:nvPr/>
            </p14:nvContentPartPr>
            <p14:xfrm>
              <a:off x="5299920" y="1784179"/>
              <a:ext cx="72000" cy="5472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68F59ACD-49F5-2D7A-F09A-4910C4D800F0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289120" y="1773379"/>
                <a:ext cx="9324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47C1EBE7-DEDB-3566-4D81-85C93AD17959}"/>
                  </a:ext>
                </a:extLst>
              </p14:cNvPr>
              <p14:cNvContentPartPr/>
              <p14:nvPr/>
            </p14:nvContentPartPr>
            <p14:xfrm>
              <a:off x="3678840" y="3183859"/>
              <a:ext cx="131400" cy="7200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47C1EBE7-DEDB-3566-4D81-85C93AD17959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668400" y="3173059"/>
                <a:ext cx="15264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19A5D042-0A17-7983-9A77-D8DA2B138327}"/>
                  </a:ext>
                </a:extLst>
              </p14:cNvPr>
              <p14:cNvContentPartPr/>
              <p14:nvPr/>
            </p14:nvContentPartPr>
            <p14:xfrm>
              <a:off x="3165120" y="3301219"/>
              <a:ext cx="112680" cy="972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19A5D042-0A17-7983-9A77-D8DA2B13832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154320" y="3290419"/>
                <a:ext cx="1339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2FA6F238-79D3-0AB1-D045-BF9947EC47EB}"/>
                  </a:ext>
                </a:extLst>
              </p14:cNvPr>
              <p14:cNvContentPartPr/>
              <p14:nvPr/>
            </p14:nvContentPartPr>
            <p14:xfrm>
              <a:off x="3322440" y="3294379"/>
              <a:ext cx="73080" cy="612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2FA6F238-79D3-0AB1-D045-BF9947EC47E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312000" y="3283939"/>
                <a:ext cx="9432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AA26EB7D-C589-633C-745B-C2DC8AB971C8}"/>
                  </a:ext>
                </a:extLst>
              </p14:cNvPr>
              <p14:cNvContentPartPr/>
              <p14:nvPr/>
            </p14:nvContentPartPr>
            <p14:xfrm>
              <a:off x="3531960" y="3284299"/>
              <a:ext cx="112680" cy="648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AA26EB7D-C589-633C-745B-C2DC8AB971C8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521520" y="3273859"/>
                <a:ext cx="13392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37441502-4458-ED53-044E-AA0B23634280}"/>
                  </a:ext>
                </a:extLst>
              </p14:cNvPr>
              <p14:cNvContentPartPr/>
              <p14:nvPr/>
            </p14:nvContentPartPr>
            <p14:xfrm>
              <a:off x="3751200" y="3263779"/>
              <a:ext cx="21960" cy="108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37441502-4458-ED53-044E-AA0B23634280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740760" y="3252979"/>
                <a:ext cx="432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B182E407-4B33-2887-F2D0-284C5A2693CE}"/>
                  </a:ext>
                </a:extLst>
              </p14:cNvPr>
              <p14:cNvContentPartPr/>
              <p14:nvPr/>
            </p14:nvContentPartPr>
            <p14:xfrm>
              <a:off x="2586960" y="3290059"/>
              <a:ext cx="111960" cy="12744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B182E407-4B33-2887-F2D0-284C5A2693CE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576160" y="3279259"/>
                <a:ext cx="1332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7296D845-00AD-E74F-B133-F6FEDE348468}"/>
                  </a:ext>
                </a:extLst>
              </p14:cNvPr>
              <p14:cNvContentPartPr/>
              <p14:nvPr/>
            </p14:nvContentPartPr>
            <p14:xfrm>
              <a:off x="2566800" y="3270979"/>
              <a:ext cx="158760" cy="4824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7296D845-00AD-E74F-B133-F6FEDE348468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2556360" y="3260179"/>
                <a:ext cx="18000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D7C19892-E83A-8A02-66F4-D1733DAE9B10}"/>
                  </a:ext>
                </a:extLst>
              </p14:cNvPr>
              <p14:cNvContentPartPr/>
              <p14:nvPr/>
            </p14:nvContentPartPr>
            <p14:xfrm>
              <a:off x="2790000" y="3272419"/>
              <a:ext cx="117360" cy="8100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D7C19892-E83A-8A02-66F4-D1733DAE9B10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2779560" y="3261979"/>
                <a:ext cx="13860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294A8446-3720-4EA1-31E8-20D81A33DA77}"/>
                  </a:ext>
                </a:extLst>
              </p14:cNvPr>
              <p14:cNvContentPartPr/>
              <p14:nvPr/>
            </p14:nvContentPartPr>
            <p14:xfrm>
              <a:off x="2938680" y="3243259"/>
              <a:ext cx="34200" cy="1767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294A8446-3720-4EA1-31E8-20D81A33DA77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2928240" y="3232459"/>
                <a:ext cx="5544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ECAFF0BE-0961-0D64-855E-BCD6529FFADF}"/>
                  </a:ext>
                </a:extLst>
              </p14:cNvPr>
              <p14:cNvContentPartPr/>
              <p14:nvPr/>
            </p14:nvContentPartPr>
            <p14:xfrm>
              <a:off x="2881800" y="3232099"/>
              <a:ext cx="55440" cy="68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ECAFF0BE-0961-0D64-855E-BCD6529FFADF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871000" y="3221659"/>
                <a:ext cx="7668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0AACBB0-F5CA-D7A9-D0A0-694B82415B33}"/>
                  </a:ext>
                </a:extLst>
              </p14:cNvPr>
              <p14:cNvContentPartPr/>
              <p14:nvPr/>
            </p14:nvContentPartPr>
            <p14:xfrm>
              <a:off x="3181680" y="3410299"/>
              <a:ext cx="18000" cy="111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0AACBB0-F5CA-D7A9-D0A0-694B82415B33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171240" y="3399499"/>
                <a:ext cx="3924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B72F007A-F3B1-CB3F-0E1D-BEF9B570D76B}"/>
                  </a:ext>
                </a:extLst>
              </p14:cNvPr>
              <p14:cNvContentPartPr/>
              <p14:nvPr/>
            </p14:nvContentPartPr>
            <p14:xfrm>
              <a:off x="3147480" y="4095379"/>
              <a:ext cx="24120" cy="900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B72F007A-F3B1-CB3F-0E1D-BEF9B570D76B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136680" y="4084579"/>
                <a:ext cx="4536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AA0AC6C5-570C-8A89-987B-644FD95579DD}"/>
                  </a:ext>
                </a:extLst>
              </p14:cNvPr>
              <p14:cNvContentPartPr/>
              <p14:nvPr/>
            </p14:nvContentPartPr>
            <p14:xfrm>
              <a:off x="3135960" y="714259"/>
              <a:ext cx="8015760" cy="336924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AA0AC6C5-570C-8A89-987B-644FD95579DD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125520" y="703819"/>
                <a:ext cx="8037000" cy="339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27E7F63-B617-FB4E-B8BC-7F6BC05B1BC8}"/>
              </a:ext>
            </a:extLst>
          </p:cNvPr>
          <p:cNvGrpSpPr/>
          <p:nvPr/>
        </p:nvGrpSpPr>
        <p:grpSpPr>
          <a:xfrm>
            <a:off x="2849760" y="557299"/>
            <a:ext cx="10206360" cy="2036880"/>
            <a:chOff x="2849760" y="557299"/>
            <a:chExt cx="10206360" cy="203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329A507-291A-49B4-CC78-974500E3578E}"/>
                    </a:ext>
                  </a:extLst>
                </p14:cNvPr>
                <p14:cNvContentPartPr/>
                <p14:nvPr/>
              </p14:nvContentPartPr>
              <p14:xfrm>
                <a:off x="2849760" y="1301419"/>
                <a:ext cx="342360" cy="262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329A507-291A-49B4-CC78-974500E3578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838960" y="1290979"/>
                  <a:ext cx="3636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0431943-B603-F976-9548-1E412C1D71F8}"/>
                    </a:ext>
                  </a:extLst>
                </p14:cNvPr>
                <p14:cNvContentPartPr/>
                <p14:nvPr/>
              </p14:nvContentPartPr>
              <p14:xfrm>
                <a:off x="3479760" y="1105579"/>
                <a:ext cx="42480" cy="138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0431943-B603-F976-9548-1E412C1D71F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469320" y="1095139"/>
                  <a:ext cx="637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F1865FC-1602-A2FB-8AA7-8F9ED15D58D9}"/>
                    </a:ext>
                  </a:extLst>
                </p14:cNvPr>
                <p14:cNvContentPartPr/>
                <p14:nvPr/>
              </p14:nvContentPartPr>
              <p14:xfrm>
                <a:off x="3527640" y="1092619"/>
                <a:ext cx="236880" cy="92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F1865FC-1602-A2FB-8AA7-8F9ED15D58D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516840" y="1082179"/>
                  <a:ext cx="2581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76DEF63-6550-297C-2326-02EFB26E94E1}"/>
                    </a:ext>
                  </a:extLst>
                </p14:cNvPr>
                <p14:cNvContentPartPr/>
                <p14:nvPr/>
              </p14:nvContentPartPr>
              <p14:xfrm>
                <a:off x="3712680" y="1051579"/>
                <a:ext cx="284760" cy="896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76DEF63-6550-297C-2326-02EFB26E94E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701880" y="1040779"/>
                  <a:ext cx="306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7120FCE-255A-89A1-1649-2AA2D90C0677}"/>
                    </a:ext>
                  </a:extLst>
                </p14:cNvPr>
                <p14:cNvContentPartPr/>
                <p14:nvPr/>
              </p14:nvContentPartPr>
              <p14:xfrm>
                <a:off x="4132080" y="963379"/>
                <a:ext cx="106200" cy="212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7120FCE-255A-89A1-1649-2AA2D90C067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121280" y="952579"/>
                  <a:ext cx="1274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9313BCB-9C62-88D6-12C8-8055EE24A376}"/>
                    </a:ext>
                  </a:extLst>
                </p14:cNvPr>
                <p14:cNvContentPartPr/>
                <p14:nvPr/>
              </p14:nvContentPartPr>
              <p14:xfrm>
                <a:off x="4096440" y="948619"/>
                <a:ext cx="76320" cy="18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9313BCB-9C62-88D6-12C8-8055EE24A37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086000" y="938179"/>
                  <a:ext cx="97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89678C0-6345-58AB-C3C0-4FAB3CA7C0CB}"/>
                    </a:ext>
                  </a:extLst>
                </p14:cNvPr>
                <p14:cNvContentPartPr/>
                <p14:nvPr/>
              </p14:nvContentPartPr>
              <p14:xfrm>
                <a:off x="4318920" y="1168219"/>
                <a:ext cx="27000" cy="241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89678C0-6345-58AB-C3C0-4FAB3CA7C0C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308480" y="1157419"/>
                  <a:ext cx="482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374659A-F0CA-D4FB-D310-7EF9D7E6088F}"/>
                    </a:ext>
                  </a:extLst>
                </p14:cNvPr>
                <p14:cNvContentPartPr/>
                <p14:nvPr/>
              </p14:nvContentPartPr>
              <p14:xfrm>
                <a:off x="4373640" y="2538019"/>
                <a:ext cx="99720" cy="561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374659A-F0CA-D4FB-D310-7EF9D7E6088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363200" y="2527219"/>
                  <a:ext cx="1209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FEFFE7E-9814-988A-57F9-CAC975652ED0}"/>
                    </a:ext>
                  </a:extLst>
                </p14:cNvPr>
                <p14:cNvContentPartPr/>
                <p14:nvPr/>
              </p14:nvContentPartPr>
              <p14:xfrm>
                <a:off x="4039560" y="2348299"/>
                <a:ext cx="120960" cy="126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FEFFE7E-9814-988A-57F9-CAC975652ED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029120" y="2337499"/>
                  <a:ext cx="1422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99F07C8-C1BF-4889-22A5-FA7ABC737106}"/>
                    </a:ext>
                  </a:extLst>
                </p14:cNvPr>
                <p14:cNvContentPartPr/>
                <p14:nvPr/>
              </p14:nvContentPartPr>
              <p14:xfrm>
                <a:off x="4051440" y="2406259"/>
                <a:ext cx="92880" cy="327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99F07C8-C1BF-4889-22A5-FA7ABC73710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040640" y="2395819"/>
                  <a:ext cx="1141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8D9C5FB-341F-EDBE-998A-9126838F7911}"/>
                    </a:ext>
                  </a:extLst>
                </p14:cNvPr>
                <p14:cNvContentPartPr/>
                <p14:nvPr/>
              </p14:nvContentPartPr>
              <p14:xfrm>
                <a:off x="4188960" y="2339659"/>
                <a:ext cx="79200" cy="1033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8D9C5FB-341F-EDBE-998A-9126838F791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178520" y="2329219"/>
                  <a:ext cx="1004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D00AD68-D66D-9792-C8EC-D295AD587C83}"/>
                    </a:ext>
                  </a:extLst>
                </p14:cNvPr>
                <p14:cNvContentPartPr/>
                <p14:nvPr/>
              </p14:nvContentPartPr>
              <p14:xfrm>
                <a:off x="4228560" y="2307619"/>
                <a:ext cx="88920" cy="38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D00AD68-D66D-9792-C8EC-D295AD587C8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217760" y="2296819"/>
                  <a:ext cx="1101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2D93F0E-1C0E-39D8-0978-B7462DDDB775}"/>
                    </a:ext>
                  </a:extLst>
                </p14:cNvPr>
                <p14:cNvContentPartPr/>
                <p14:nvPr/>
              </p14:nvContentPartPr>
              <p14:xfrm>
                <a:off x="4357440" y="2266939"/>
                <a:ext cx="25560" cy="140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2D93F0E-1C0E-39D8-0978-B7462DDDB77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346640" y="2256139"/>
                  <a:ext cx="468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C60CCA7-0EC7-B057-5D25-99F84695E630}"/>
                    </a:ext>
                  </a:extLst>
                </p14:cNvPr>
                <p14:cNvContentPartPr/>
                <p14:nvPr/>
              </p14:nvContentPartPr>
              <p14:xfrm>
                <a:off x="4297320" y="2234539"/>
                <a:ext cx="40680" cy="104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C60CCA7-0EC7-B057-5D25-99F84695E63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286880" y="2224099"/>
                  <a:ext cx="619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C57A49A-F608-0964-475C-83CFAC453C29}"/>
                    </a:ext>
                  </a:extLst>
                </p14:cNvPr>
                <p14:cNvContentPartPr/>
                <p14:nvPr/>
              </p14:nvContentPartPr>
              <p14:xfrm>
                <a:off x="4493160" y="2382139"/>
                <a:ext cx="16200" cy="100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C57A49A-F608-0964-475C-83CFAC453C2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482360" y="2371339"/>
                  <a:ext cx="374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4B00A0E-2363-6B37-94E4-C80E268F7BC5}"/>
                    </a:ext>
                  </a:extLst>
                </p14:cNvPr>
                <p14:cNvContentPartPr/>
                <p14:nvPr/>
              </p14:nvContentPartPr>
              <p14:xfrm>
                <a:off x="6477840" y="1473499"/>
                <a:ext cx="146880" cy="576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4B00A0E-2363-6B37-94E4-C80E268F7BC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467400" y="1462699"/>
                  <a:ext cx="1681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A6461A1-291F-3499-0F53-26FAC54EE182}"/>
                    </a:ext>
                  </a:extLst>
                </p14:cNvPr>
                <p14:cNvContentPartPr/>
                <p14:nvPr/>
              </p14:nvContentPartPr>
              <p14:xfrm>
                <a:off x="7302600" y="1231579"/>
                <a:ext cx="158040" cy="820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A6461A1-291F-3499-0F53-26FAC54EE18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292160" y="1220779"/>
                  <a:ext cx="1792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9E2ABE3-3776-FBCF-695E-E537E0CF1E0E}"/>
                    </a:ext>
                  </a:extLst>
                </p14:cNvPr>
                <p14:cNvContentPartPr/>
                <p14:nvPr/>
              </p14:nvContentPartPr>
              <p14:xfrm>
                <a:off x="5392080" y="1691299"/>
                <a:ext cx="233640" cy="4824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9E2ABE3-3776-FBCF-695E-E537E0CF1E0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381640" y="1680499"/>
                  <a:ext cx="25488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BF0CC7B-6F64-0F00-F258-ABAA5981637B}"/>
                    </a:ext>
                  </a:extLst>
                </p14:cNvPr>
                <p14:cNvContentPartPr/>
                <p14:nvPr/>
              </p14:nvContentPartPr>
              <p14:xfrm>
                <a:off x="5247000" y="1738099"/>
                <a:ext cx="1079280" cy="2952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BF0CC7B-6F64-0F00-F258-ABAA5981637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236200" y="1727659"/>
                  <a:ext cx="11005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227B585-9611-5A24-7441-C59583247576}"/>
                    </a:ext>
                  </a:extLst>
                </p14:cNvPr>
                <p14:cNvContentPartPr/>
                <p14:nvPr/>
              </p14:nvContentPartPr>
              <p14:xfrm>
                <a:off x="5326200" y="1890739"/>
                <a:ext cx="220680" cy="306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227B585-9611-5A24-7441-C5958324757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315760" y="1880299"/>
                  <a:ext cx="2419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2A25321-0BB7-D783-7CD5-DECEFC956F7E}"/>
                    </a:ext>
                  </a:extLst>
                </p14:cNvPr>
                <p14:cNvContentPartPr/>
                <p14:nvPr/>
              </p14:nvContentPartPr>
              <p14:xfrm>
                <a:off x="4680000" y="1936819"/>
                <a:ext cx="463680" cy="536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2A25321-0BB7-D783-7CD5-DECEFC956F7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669560" y="1926019"/>
                  <a:ext cx="4849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F9399BA-3B11-E034-DD02-B9D9DA318373}"/>
                    </a:ext>
                  </a:extLst>
                </p14:cNvPr>
                <p14:cNvContentPartPr/>
                <p14:nvPr/>
              </p14:nvContentPartPr>
              <p14:xfrm>
                <a:off x="4213800" y="1997299"/>
                <a:ext cx="350640" cy="176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F9399BA-3B11-E034-DD02-B9D9DA31837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203000" y="1986499"/>
                  <a:ext cx="371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09D5008-4397-EB03-51D4-B5764C75BB81}"/>
                    </a:ext>
                  </a:extLst>
                </p14:cNvPr>
                <p14:cNvContentPartPr/>
                <p14:nvPr/>
              </p14:nvContentPartPr>
              <p14:xfrm>
                <a:off x="3548880" y="2022499"/>
                <a:ext cx="305280" cy="475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09D5008-4397-EB03-51D4-B5764C75BB8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538080" y="2011699"/>
                  <a:ext cx="3265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8459D08-FF46-F6E6-2AD9-562F6BEF54DD}"/>
                    </a:ext>
                  </a:extLst>
                </p14:cNvPr>
                <p14:cNvContentPartPr/>
                <p14:nvPr/>
              </p14:nvContentPartPr>
              <p14:xfrm>
                <a:off x="3075480" y="2084779"/>
                <a:ext cx="126360" cy="64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8459D08-FF46-F6E6-2AD9-562F6BEF54D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065040" y="2074339"/>
                  <a:ext cx="1476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79AC239-136E-485A-B1AB-BFD39E25AEA3}"/>
                    </a:ext>
                  </a:extLst>
                </p14:cNvPr>
                <p14:cNvContentPartPr/>
                <p14:nvPr/>
              </p14:nvContentPartPr>
              <p14:xfrm>
                <a:off x="2871360" y="2099899"/>
                <a:ext cx="76680" cy="21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79AC239-136E-485A-B1AB-BFD39E25AEA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860920" y="2089459"/>
                  <a:ext cx="97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94EC2A0-945F-E338-85E5-C0E9D60E78B0}"/>
                    </a:ext>
                  </a:extLst>
                </p14:cNvPr>
                <p14:cNvContentPartPr/>
                <p14:nvPr/>
              </p14:nvContentPartPr>
              <p14:xfrm>
                <a:off x="3272040" y="1716859"/>
                <a:ext cx="387720" cy="1897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94EC2A0-945F-E338-85E5-C0E9D60E78B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261240" y="1706419"/>
                  <a:ext cx="4089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868D703-B5A0-974F-4399-F4428EF86C41}"/>
                    </a:ext>
                  </a:extLst>
                </p14:cNvPr>
                <p14:cNvContentPartPr/>
                <p14:nvPr/>
              </p14:nvContentPartPr>
              <p14:xfrm>
                <a:off x="3618720" y="1719019"/>
                <a:ext cx="291240" cy="1386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868D703-B5A0-974F-4399-F4428EF86C4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608280" y="1708219"/>
                  <a:ext cx="3124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236C164-6AF2-862A-FFCA-1D3F9981E037}"/>
                    </a:ext>
                  </a:extLst>
                </p14:cNvPr>
                <p14:cNvContentPartPr/>
                <p14:nvPr/>
              </p14:nvContentPartPr>
              <p14:xfrm>
                <a:off x="4050360" y="1568179"/>
                <a:ext cx="187560" cy="3326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236C164-6AF2-862A-FFCA-1D3F9981E03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039920" y="1557739"/>
                  <a:ext cx="2088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60758CA-5D64-3238-FC62-6CAD0D81A99D}"/>
                    </a:ext>
                  </a:extLst>
                </p14:cNvPr>
                <p14:cNvContentPartPr/>
                <p14:nvPr/>
              </p14:nvContentPartPr>
              <p14:xfrm>
                <a:off x="3959280" y="1630459"/>
                <a:ext cx="107280" cy="208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60758CA-5D64-3238-FC62-6CAD0D81A99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948840" y="1620019"/>
                  <a:ext cx="1285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52F1E27-B2A3-2507-D3FA-84677E2D52DB}"/>
                    </a:ext>
                  </a:extLst>
                </p14:cNvPr>
                <p14:cNvContentPartPr/>
                <p14:nvPr/>
              </p14:nvContentPartPr>
              <p14:xfrm>
                <a:off x="4549320" y="1847179"/>
                <a:ext cx="84240" cy="277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52F1E27-B2A3-2507-D3FA-84677E2D52D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538520" y="1836379"/>
                  <a:ext cx="1054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36C159F-7A09-3823-1AD0-B5690FDCF9C2}"/>
                    </a:ext>
                  </a:extLst>
                </p14:cNvPr>
                <p14:cNvContentPartPr/>
                <p14:nvPr/>
              </p14:nvContentPartPr>
              <p14:xfrm>
                <a:off x="5868000" y="557299"/>
                <a:ext cx="7188120" cy="13723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36C159F-7A09-3823-1AD0-B5690FDCF9C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857200" y="546859"/>
                  <a:ext cx="7209360" cy="1393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03F757C-1097-07EB-5009-92C1FBE87857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Dimensionality Reduction</a:t>
            </a:r>
          </a:p>
        </p:txBody>
      </p:sp>
    </p:spTree>
    <p:extLst>
      <p:ext uri="{BB962C8B-B14F-4D97-AF65-F5344CB8AC3E}">
        <p14:creationId xmlns:p14="http://schemas.microsoft.com/office/powerpoint/2010/main" val="2782800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12832</TotalTime>
  <Words>739</Words>
  <Application>Microsoft Macintosh PowerPoint</Application>
  <PresentationFormat>Widescreen</PresentationFormat>
  <Paragraphs>306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Defintions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Decision Trees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 Charkhi</dc:creator>
  <cp:lastModifiedBy>Amir Charkhi</cp:lastModifiedBy>
  <cp:revision>14</cp:revision>
  <dcterms:created xsi:type="dcterms:W3CDTF">2025-10-30T08:35:37Z</dcterms:created>
  <dcterms:modified xsi:type="dcterms:W3CDTF">2025-11-28T02:37:21Z</dcterms:modified>
</cp:coreProperties>
</file>